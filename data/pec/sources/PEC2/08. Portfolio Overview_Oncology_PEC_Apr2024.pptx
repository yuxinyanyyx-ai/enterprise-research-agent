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4.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5.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heme/theme6.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theme/theme7.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theme/theme8.xml" ContentType="application/vnd.openxmlformats-officedocument.theme+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theme/theme9.xml" ContentType="application/vnd.openxmlformats-officedocument.theme+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theme/theme10.xml" ContentType="application/vnd.openxmlformats-officedocument.theme+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theme/theme11.xml" ContentType="application/vnd.openxmlformats-officedocument.theme+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theme/theme12.xml" ContentType="application/vnd.openxmlformats-officedocument.theme+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theme/theme13.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theme/theme14.xml" ContentType="application/vnd.openxmlformats-officedocument.theme+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theme/theme15.xml" ContentType="application/vnd.openxmlformats-officedocument.theme+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4.xml" ContentType="application/vnd.openxmlformats-officedocument.presentationml.notesSlide+xml"/>
  <Override PartName="/ppt/comments/comment1.xml" ContentType="application/vnd.openxmlformats-officedocument.presentationml.comment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5.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omments/comment2.xml" ContentType="application/vnd.openxmlformats-officedocument.presentationml.comment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9.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10.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11.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9" r:id="rId4"/>
    <p:sldMasterId id="2147483831" r:id="rId5"/>
    <p:sldMasterId id="2147484012" r:id="rId6"/>
    <p:sldMasterId id="2147484277" r:id="rId7"/>
    <p:sldMasterId id="2147484601" r:id="rId8"/>
    <p:sldMasterId id="2147484660" r:id="rId9"/>
    <p:sldMasterId id="2147484703" r:id="rId10"/>
    <p:sldMasterId id="2147484753" r:id="rId11"/>
    <p:sldMasterId id="2147484774" r:id="rId12"/>
    <p:sldMasterId id="2147484803" r:id="rId13"/>
    <p:sldMasterId id="2147484877" r:id="rId14"/>
    <p:sldMasterId id="2147484946" r:id="rId15"/>
    <p:sldMasterId id="2147484955" r:id="rId16"/>
    <p:sldMasterId id="2147484986" r:id="rId17"/>
    <p:sldMasterId id="2147485020" r:id="rId18"/>
    <p:sldMasterId id="2147485140" r:id="rId19"/>
  </p:sldMasterIdLst>
  <p:notesMasterIdLst>
    <p:notesMasterId r:id="rId53"/>
  </p:notesMasterIdLst>
  <p:handoutMasterIdLst>
    <p:handoutMasterId r:id="rId54"/>
  </p:handoutMasterIdLst>
  <p:sldIdLst>
    <p:sldId id="431" r:id="rId20"/>
    <p:sldId id="2147481656" r:id="rId21"/>
    <p:sldId id="2147479594" r:id="rId22"/>
    <p:sldId id="2147482020" r:id="rId23"/>
    <p:sldId id="2147482021" r:id="rId24"/>
    <p:sldId id="2147482022" r:id="rId25"/>
    <p:sldId id="2147481657" r:id="rId26"/>
    <p:sldId id="2147480065" r:id="rId27"/>
    <p:sldId id="2147482019" r:id="rId28"/>
    <p:sldId id="2147480015" r:id="rId29"/>
    <p:sldId id="2147481663" r:id="rId30"/>
    <p:sldId id="2147479595" r:id="rId31"/>
    <p:sldId id="2147480057" r:id="rId32"/>
    <p:sldId id="2147479597" r:id="rId33"/>
    <p:sldId id="2147481667" r:id="rId34"/>
    <p:sldId id="2147482017" r:id="rId35"/>
    <p:sldId id="2147482013" r:id="rId36"/>
    <p:sldId id="2147482014" r:id="rId37"/>
    <p:sldId id="2147482015" r:id="rId38"/>
    <p:sldId id="2147480029" r:id="rId39"/>
    <p:sldId id="2147480030" r:id="rId40"/>
    <p:sldId id="2147480602" r:id="rId41"/>
    <p:sldId id="2147480604" r:id="rId42"/>
    <p:sldId id="2147481648" r:id="rId43"/>
    <p:sldId id="2147480603" r:id="rId44"/>
    <p:sldId id="1060" r:id="rId45"/>
    <p:sldId id="666" r:id="rId46"/>
    <p:sldId id="263" r:id="rId47"/>
    <p:sldId id="2147479492" r:id="rId48"/>
    <p:sldId id="2147479602" r:id="rId49"/>
    <p:sldId id="2147479603" r:id="rId50"/>
    <p:sldId id="2147473577" r:id="rId51"/>
    <p:sldId id="2147479532" r:id="rId52"/>
  </p:sldIdLst>
  <p:sldSz cx="9144000" cy="5143500" type="screen16x9"/>
  <p:notesSz cx="6797675" cy="9926638"/>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pos="5520" userDrawn="1">
          <p15:clr>
            <a:srgbClr val="A4A3A4"/>
          </p15:clr>
        </p15:guide>
        <p15:guide id="6" pos="228" userDrawn="1">
          <p15:clr>
            <a:srgbClr val="A4A3A4"/>
          </p15:clr>
        </p15:guide>
        <p15:guide id="7" orient="horz" pos="3012" userDrawn="1">
          <p15:clr>
            <a:srgbClr val="A4A3A4"/>
          </p15:clr>
        </p15:guide>
        <p15:guide id="8" orient="horz" pos="5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F6C003-71EC-34B2-42E1-9790197A9EE4}" name="Zhang,Catherine (MED CD&amp;O) BII-CN-S" initials="ZB" userId="S::catherine.zhang@boehringer-ingelheim.com::97b6d1ea-f38e-4cdb-8798-411d7a90e40b" providerId="AD"/>
  <p188:author id="{481B8B92-1A57-FB01-3839-721862816E9A}" name="Lu,Dr.,Jiaqi (HP Medicine) BII-CN-S" initials="L(MBCS" userId="S::jiaqi.lu@boehringer-ingelheim.com::8b183601-9cff-443d-8730-90ebdb48edb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Liu,Dr.,Meiruo (HP Medicine) BII-CN-S" initials="L(MBCS" lastIdx="3" clrIdx="6">
    <p:extLst>
      <p:ext uri="{19B8F6BF-5375-455C-9EA6-DF929625EA0E}">
        <p15:presenceInfo xmlns:p15="http://schemas.microsoft.com/office/powerpoint/2012/main" userId="S::meiruo.liu@boehringer-ingelheim.com::ece9aa16-5bba-4d2f-b200-019c8e2ba0a0" providerId="AD"/>
      </p:ext>
    </p:extLst>
  </p:cmAuthor>
  <p:cmAuthor id="1" name="Lu,Dr.,Jiaqi (HP Medicine) BII-CN-S" initials="L(MB" lastIdx="2" clrIdx="0">
    <p:extLst>
      <p:ext uri="{19B8F6BF-5375-455C-9EA6-DF929625EA0E}">
        <p15:presenceInfo xmlns:p15="http://schemas.microsoft.com/office/powerpoint/2012/main" userId="S-1-5-21-606747145-789336058-1417001333-156130" providerId="AD"/>
      </p:ext>
    </p:extLst>
  </p:cmAuthor>
  <p:cmAuthor id="2" name="Lu,Dr.,Jiaqi (HP Medicine) BII-CN-S" initials="L(MBCS" lastIdx="7" clrIdx="1">
    <p:extLst>
      <p:ext uri="{19B8F6BF-5375-455C-9EA6-DF929625EA0E}">
        <p15:presenceInfo xmlns:p15="http://schemas.microsoft.com/office/powerpoint/2012/main" userId="S::jiaqi.lu@boehringer-ingelheim.com::8b183601-9cff-443d-8730-90ebdb48edb2" providerId="AD"/>
      </p:ext>
    </p:extLst>
  </p:cmAuthor>
  <p:cmAuthor id="3" name="Zhang,Catherine (MED CD&amp;O) BII-CN-S" initials="ZB" lastIdx="3" clrIdx="2">
    <p:extLst>
      <p:ext uri="{19B8F6BF-5375-455C-9EA6-DF929625EA0E}">
        <p15:presenceInfo xmlns:p15="http://schemas.microsoft.com/office/powerpoint/2012/main" userId="S::catherine.zhang@boehringer-ingelheim.com::97b6d1ea-f38e-4cdb-8798-411d7a90e40b" providerId="AD"/>
      </p:ext>
    </p:extLst>
  </p:cmAuthor>
  <p:cmAuthor id="4" name="Liu,Hailong (MED ClinOps) BII-CN-S" initials="LB" lastIdx="2" clrIdx="3">
    <p:extLst>
      <p:ext uri="{19B8F6BF-5375-455C-9EA6-DF929625EA0E}">
        <p15:presenceInfo xmlns:p15="http://schemas.microsoft.com/office/powerpoint/2012/main" userId="S::hailong.liu@boehringer-ingelheim.com::10413919-3405-4df1-9357-a69eb234449a" providerId="AD"/>
      </p:ext>
    </p:extLst>
  </p:cmAuthor>
  <p:cmAuthor id="5" name="Liang,Dr.,Hongzi (HP Medicine) BII-CN-S" initials="L(MBCS" lastIdx="1" clrIdx="4">
    <p:extLst>
      <p:ext uri="{19B8F6BF-5375-455C-9EA6-DF929625EA0E}">
        <p15:presenceInfo xmlns:p15="http://schemas.microsoft.com/office/powerpoint/2012/main" userId="S::hongzi.liang@boehringer-ingelheim.com::29bc0a18-5096-49d5-ae49-3e5745cfa117" providerId="AD"/>
      </p:ext>
    </p:extLst>
  </p:cmAuthor>
  <p:cmAuthor id="6" name="Hu,Dr.,Juno (HP Medicine) BII-CN-S" initials="H(MBCS" lastIdx="1" clrIdx="5">
    <p:extLst>
      <p:ext uri="{19B8F6BF-5375-455C-9EA6-DF929625EA0E}">
        <p15:presenceInfo xmlns:p15="http://schemas.microsoft.com/office/powerpoint/2012/main" userId="S::juno.hu@boehringer-ingelheim.com::57526551-c803-4e03-85b5-ab25fa8a09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312A"/>
    <a:srgbClr val="D9D9D9"/>
    <a:srgbClr val="E0E1F6"/>
    <a:srgbClr val="FFFF00"/>
    <a:srgbClr val="00E47C"/>
    <a:srgbClr val="63E6CF"/>
    <a:srgbClr val="DCF5F9"/>
    <a:srgbClr val="2F5597"/>
    <a:srgbClr val="B4C7E7"/>
    <a:srgbClr val="5164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784586-8319-4413-B376-D529029634AD}" v="4" dt="2024-05-27T02:08:27.7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57" autoAdjust="0"/>
  </p:normalViewPr>
  <p:slideViewPr>
    <p:cSldViewPr snapToGrid="0">
      <p:cViewPr varScale="1">
        <p:scale>
          <a:sx n="140" d="100"/>
          <a:sy n="140" d="100"/>
        </p:scale>
        <p:origin x="252" y="96"/>
      </p:cViewPr>
      <p:guideLst>
        <p:guide pos="5520"/>
        <p:guide pos="228"/>
        <p:guide orient="horz" pos="3012"/>
        <p:guide orient="horz" pos="5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7.xml"/><Relationship Id="rId39" Type="http://schemas.openxmlformats.org/officeDocument/2006/relationships/slide" Target="slides/slide20.xml"/><Relationship Id="rId21" Type="http://schemas.openxmlformats.org/officeDocument/2006/relationships/slide" Target="slides/slide2.xml"/><Relationship Id="rId34" Type="http://schemas.openxmlformats.org/officeDocument/2006/relationships/slide" Target="slides/slide15.xml"/><Relationship Id="rId42" Type="http://schemas.openxmlformats.org/officeDocument/2006/relationships/slide" Target="slides/slide23.xml"/><Relationship Id="rId47" Type="http://schemas.openxmlformats.org/officeDocument/2006/relationships/slide" Target="slides/slide28.xml"/><Relationship Id="rId50" Type="http://schemas.openxmlformats.org/officeDocument/2006/relationships/slide" Target="slides/slide31.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1.xml"/><Relationship Id="rId29" Type="http://schemas.openxmlformats.org/officeDocument/2006/relationships/slide" Target="slides/slide10.xml"/><Relationship Id="rId41" Type="http://schemas.openxmlformats.org/officeDocument/2006/relationships/slide" Target="slides/slide22.xml"/><Relationship Id="rId54" Type="http://schemas.openxmlformats.org/officeDocument/2006/relationships/handoutMaster" Target="handoutMasters/handout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5.xml"/><Relationship Id="rId32" Type="http://schemas.openxmlformats.org/officeDocument/2006/relationships/slide" Target="slides/slide13.xml"/><Relationship Id="rId37" Type="http://schemas.openxmlformats.org/officeDocument/2006/relationships/slide" Target="slides/slide18.xml"/><Relationship Id="rId40" Type="http://schemas.openxmlformats.org/officeDocument/2006/relationships/slide" Target="slides/slide21.xml"/><Relationship Id="rId45" Type="http://schemas.openxmlformats.org/officeDocument/2006/relationships/slide" Target="slides/slide26.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slide" Target="slides/slide17.xml"/><Relationship Id="rId49" Type="http://schemas.openxmlformats.org/officeDocument/2006/relationships/slide" Target="slides/slide30.xml"/><Relationship Id="rId57" Type="http://schemas.openxmlformats.org/officeDocument/2006/relationships/viewProps" Target="viewProps.xml"/><Relationship Id="rId61" Type="http://schemas.microsoft.com/office/2015/10/relationships/revisionInfo" Target="revisionInfo.xml"/><Relationship Id="rId10" Type="http://schemas.openxmlformats.org/officeDocument/2006/relationships/slideMaster" Target="slideMasters/slideMaster7.xml"/><Relationship Id="rId19" Type="http://schemas.openxmlformats.org/officeDocument/2006/relationships/slideMaster" Target="slideMasters/slideMaster16.xml"/><Relationship Id="rId31" Type="http://schemas.openxmlformats.org/officeDocument/2006/relationships/slide" Target="slides/slide12.xml"/><Relationship Id="rId44" Type="http://schemas.openxmlformats.org/officeDocument/2006/relationships/slide" Target="slides/slide25.xml"/><Relationship Id="rId52" Type="http://schemas.openxmlformats.org/officeDocument/2006/relationships/slide" Target="slides/slide33.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slide" Target="slides/slide11.xml"/><Relationship Id="rId35" Type="http://schemas.openxmlformats.org/officeDocument/2006/relationships/slide" Target="slides/slide16.xml"/><Relationship Id="rId43" Type="http://schemas.openxmlformats.org/officeDocument/2006/relationships/slide" Target="slides/slide24.xml"/><Relationship Id="rId48" Type="http://schemas.openxmlformats.org/officeDocument/2006/relationships/slide" Target="slides/slide29.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32.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6.xml"/><Relationship Id="rId33" Type="http://schemas.openxmlformats.org/officeDocument/2006/relationships/slide" Target="slides/slide14.xml"/><Relationship Id="rId38" Type="http://schemas.openxmlformats.org/officeDocument/2006/relationships/slide" Target="slides/slide19.xml"/><Relationship Id="rId46" Type="http://schemas.openxmlformats.org/officeDocument/2006/relationships/slide" Target="slides/slide27.xml"/><Relationship Id="rId5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e,Nick (HP Med Affairs) BII-CN-S" userId="ffcf8106-b8a5-4477-9fcd-3abbfcb5a5a5" providerId="ADAL" clId="{64FEA750-E96A-4D51-8870-1888B75210A5}"/>
    <pc:docChg chg="undo custSel modSld">
      <pc:chgData name="Xue,Nick (HP Med Affairs) BII-CN-S" userId="ffcf8106-b8a5-4477-9fcd-3abbfcb5a5a5" providerId="ADAL" clId="{64FEA750-E96A-4D51-8870-1888B75210A5}" dt="2024-04-23T11:34:49.971" v="759" actId="20577"/>
      <pc:docMkLst>
        <pc:docMk/>
      </pc:docMkLst>
      <pc:sldChg chg="delSp modSp mod">
        <pc:chgData name="Xue,Nick (HP Med Affairs) BII-CN-S" userId="ffcf8106-b8a5-4477-9fcd-3abbfcb5a5a5" providerId="ADAL" clId="{64FEA750-E96A-4D51-8870-1888B75210A5}" dt="2024-04-22T07:08:48.222" v="678" actId="20577"/>
        <pc:sldMkLst>
          <pc:docMk/>
          <pc:sldMk cId="3404696861" sldId="2147480029"/>
        </pc:sldMkLst>
        <pc:spChg chg="del">
          <ac:chgData name="Xue,Nick (HP Med Affairs) BII-CN-S" userId="ffcf8106-b8a5-4477-9fcd-3abbfcb5a5a5" providerId="ADAL" clId="{64FEA750-E96A-4D51-8870-1888B75210A5}" dt="2024-04-22T06:27:00.387" v="489" actId="478"/>
          <ac:spMkLst>
            <pc:docMk/>
            <pc:sldMk cId="3404696861" sldId="2147480029"/>
            <ac:spMk id="4" creationId="{BD7493EA-114C-55FC-3A32-053339171F13}"/>
          </ac:spMkLst>
        </pc:spChg>
        <pc:spChg chg="mod">
          <ac:chgData name="Xue,Nick (HP Med Affairs) BII-CN-S" userId="ffcf8106-b8a5-4477-9fcd-3abbfcb5a5a5" providerId="ADAL" clId="{64FEA750-E96A-4D51-8870-1888B75210A5}" dt="2024-04-22T06:37:40.316" v="631" actId="20577"/>
          <ac:spMkLst>
            <pc:docMk/>
            <pc:sldMk cId="3404696861" sldId="2147480029"/>
            <ac:spMk id="70" creationId="{3ACE82E8-3B59-6E73-F253-D1E82A41EC5B}"/>
          </ac:spMkLst>
        </pc:spChg>
        <pc:spChg chg="mod">
          <ac:chgData name="Xue,Nick (HP Med Affairs) BII-CN-S" userId="ffcf8106-b8a5-4477-9fcd-3abbfcb5a5a5" providerId="ADAL" clId="{64FEA750-E96A-4D51-8870-1888B75210A5}" dt="2024-04-22T07:08:48.222" v="678" actId="20577"/>
          <ac:spMkLst>
            <pc:docMk/>
            <pc:sldMk cId="3404696861" sldId="2147480029"/>
            <ac:spMk id="72" creationId="{8DAC030B-D761-AD3B-58EF-E5CA15F3D245}"/>
          </ac:spMkLst>
        </pc:spChg>
      </pc:sldChg>
      <pc:sldChg chg="modSp mod">
        <pc:chgData name="Xue,Nick (HP Med Affairs) BII-CN-S" userId="ffcf8106-b8a5-4477-9fcd-3abbfcb5a5a5" providerId="ADAL" clId="{64FEA750-E96A-4D51-8870-1888B75210A5}" dt="2024-04-22T09:20:58.475" v="745" actId="20577"/>
        <pc:sldMkLst>
          <pc:docMk/>
          <pc:sldMk cId="2818196506" sldId="2147480030"/>
        </pc:sldMkLst>
        <pc:spChg chg="mod">
          <ac:chgData name="Xue,Nick (HP Med Affairs) BII-CN-S" userId="ffcf8106-b8a5-4477-9fcd-3abbfcb5a5a5" providerId="ADAL" clId="{64FEA750-E96A-4D51-8870-1888B75210A5}" dt="2024-04-22T09:20:58.475" v="745" actId="20577"/>
          <ac:spMkLst>
            <pc:docMk/>
            <pc:sldMk cId="2818196506" sldId="2147480030"/>
            <ac:spMk id="39" creationId="{00BE7D5A-DC46-EC5F-E129-368FA8A34966}"/>
          </ac:spMkLst>
        </pc:spChg>
        <pc:cxnChg chg="mod">
          <ac:chgData name="Xue,Nick (HP Med Affairs) BII-CN-S" userId="ffcf8106-b8a5-4477-9fcd-3abbfcb5a5a5" providerId="ADAL" clId="{64FEA750-E96A-4D51-8870-1888B75210A5}" dt="2024-04-22T05:10:58.860" v="414" actId="1038"/>
          <ac:cxnSpMkLst>
            <pc:docMk/>
            <pc:sldMk cId="2818196506" sldId="2147480030"/>
            <ac:cxnSpMk id="9" creationId="{7FD311E6-0980-FC03-27D2-D80FD1909200}"/>
          </ac:cxnSpMkLst>
        </pc:cxnChg>
      </pc:sldChg>
      <pc:sldChg chg="modSp mod">
        <pc:chgData name="Xue,Nick (HP Med Affairs) BII-CN-S" userId="ffcf8106-b8a5-4477-9fcd-3abbfcb5a5a5" providerId="ADAL" clId="{64FEA750-E96A-4D51-8870-1888B75210A5}" dt="2024-04-22T02:12:26.842" v="51" actId="20577"/>
        <pc:sldMkLst>
          <pc:docMk/>
          <pc:sldMk cId="1965380288" sldId="2147481656"/>
        </pc:sldMkLst>
        <pc:graphicFrameChg chg="modGraphic">
          <ac:chgData name="Xue,Nick (HP Med Affairs) BII-CN-S" userId="ffcf8106-b8a5-4477-9fcd-3abbfcb5a5a5" providerId="ADAL" clId="{64FEA750-E96A-4D51-8870-1888B75210A5}" dt="2024-04-22T02:12:26.842" v="51" actId="20577"/>
          <ac:graphicFrameMkLst>
            <pc:docMk/>
            <pc:sldMk cId="1965380288" sldId="2147481656"/>
            <ac:graphicFrameMk id="19" creationId="{2867D72B-A130-6827-B506-15D81EEE355D}"/>
          </ac:graphicFrameMkLst>
        </pc:graphicFrameChg>
      </pc:sldChg>
      <pc:sldChg chg="modSp mod">
        <pc:chgData name="Xue,Nick (HP Med Affairs) BII-CN-S" userId="ffcf8106-b8a5-4477-9fcd-3abbfcb5a5a5" providerId="ADAL" clId="{64FEA750-E96A-4D51-8870-1888B75210A5}" dt="2024-04-22T03:32:24.679" v="88" actId="20577"/>
        <pc:sldMkLst>
          <pc:docMk/>
          <pc:sldMk cId="3568533602" sldId="2147481667"/>
        </pc:sldMkLst>
        <pc:spChg chg="mod">
          <ac:chgData name="Xue,Nick (HP Med Affairs) BII-CN-S" userId="ffcf8106-b8a5-4477-9fcd-3abbfcb5a5a5" providerId="ADAL" clId="{64FEA750-E96A-4D51-8870-1888B75210A5}" dt="2024-04-22T01:30:46.966" v="3" actId="20577"/>
          <ac:spMkLst>
            <pc:docMk/>
            <pc:sldMk cId="3568533602" sldId="2147481667"/>
            <ac:spMk id="4" creationId="{FADE3D58-B86F-4646-9036-477A3D6B497F}"/>
          </ac:spMkLst>
        </pc:spChg>
        <pc:spChg chg="mod">
          <ac:chgData name="Xue,Nick (HP Med Affairs) BII-CN-S" userId="ffcf8106-b8a5-4477-9fcd-3abbfcb5a5a5" providerId="ADAL" clId="{64FEA750-E96A-4D51-8870-1888B75210A5}" dt="2024-04-22T03:32:24.679" v="88" actId="20577"/>
          <ac:spMkLst>
            <pc:docMk/>
            <pc:sldMk cId="3568533602" sldId="2147481667"/>
            <ac:spMk id="43" creationId="{2B2C025A-E85A-9F00-7EB0-2E7EC8715CF2}"/>
          </ac:spMkLst>
        </pc:spChg>
      </pc:sldChg>
      <pc:sldChg chg="mod modShow">
        <pc:chgData name="Xue,Nick (HP Med Affairs) BII-CN-S" userId="ffcf8106-b8a5-4477-9fcd-3abbfcb5a5a5" providerId="ADAL" clId="{64FEA750-E96A-4D51-8870-1888B75210A5}" dt="2024-04-22T01:31:47.831" v="4" actId="729"/>
        <pc:sldMkLst>
          <pc:docMk/>
          <pc:sldMk cId="2031471405" sldId="2147482013"/>
        </pc:sldMkLst>
      </pc:sldChg>
      <pc:sldChg chg="modSp mod">
        <pc:chgData name="Xue,Nick (HP Med Affairs) BII-CN-S" userId="ffcf8106-b8a5-4477-9fcd-3abbfcb5a5a5" providerId="ADAL" clId="{64FEA750-E96A-4D51-8870-1888B75210A5}" dt="2024-04-23T11:34:49.971" v="759" actId="20577"/>
        <pc:sldMkLst>
          <pc:docMk/>
          <pc:sldMk cId="2655749749" sldId="2147482014"/>
        </pc:sldMkLst>
        <pc:spChg chg="mod">
          <ac:chgData name="Xue,Nick (HP Med Affairs) BII-CN-S" userId="ffcf8106-b8a5-4477-9fcd-3abbfcb5a5a5" providerId="ADAL" clId="{64FEA750-E96A-4D51-8870-1888B75210A5}" dt="2024-04-23T11:34:49.971" v="759" actId="20577"/>
          <ac:spMkLst>
            <pc:docMk/>
            <pc:sldMk cId="2655749749" sldId="2147482014"/>
            <ac:spMk id="67" creationId="{160B291A-EBF6-0D51-57E1-E0529B9F277B}"/>
          </ac:spMkLst>
        </pc:spChg>
      </pc:sldChg>
      <pc:sldChg chg="modSp mod">
        <pc:chgData name="Xue,Nick (HP Med Affairs) BII-CN-S" userId="ffcf8106-b8a5-4477-9fcd-3abbfcb5a5a5" providerId="ADAL" clId="{64FEA750-E96A-4D51-8870-1888B75210A5}" dt="2024-04-22T05:04:43.586" v="179" actId="20577"/>
        <pc:sldMkLst>
          <pc:docMk/>
          <pc:sldMk cId="4035657346" sldId="2147482015"/>
        </pc:sldMkLst>
        <pc:spChg chg="mod">
          <ac:chgData name="Xue,Nick (HP Med Affairs) BII-CN-S" userId="ffcf8106-b8a5-4477-9fcd-3abbfcb5a5a5" providerId="ADAL" clId="{64FEA750-E96A-4D51-8870-1888B75210A5}" dt="2024-04-22T05:04:43.586" v="179" actId="20577"/>
          <ac:spMkLst>
            <pc:docMk/>
            <pc:sldMk cId="4035657346" sldId="2147482015"/>
            <ac:spMk id="6" creationId="{85B39D27-E2EE-9441-E191-35BECB5D54D6}"/>
          </ac:spMkLst>
        </pc:spChg>
      </pc:sldChg>
    </pc:docChg>
  </pc:docChgLst>
  <pc:docChgLst>
    <pc:chgData name="Dai,Dr.,Chris (HP Medicine) BII-CN-S" userId="3e58a745-3dd4-4a16-bba7-0132b90feb2d" providerId="ADAL" clId="{AEA0BC68-554C-4437-AF0C-02A7CC222001}"/>
    <pc:docChg chg="modSld">
      <pc:chgData name="Dai,Dr.,Chris (HP Medicine) BII-CN-S" userId="3e58a745-3dd4-4a16-bba7-0132b90feb2d" providerId="ADAL" clId="{AEA0BC68-554C-4437-AF0C-02A7CC222001}" dt="2023-12-08T09:28:15.145" v="46" actId="1076"/>
      <pc:docMkLst>
        <pc:docMk/>
      </pc:docMkLst>
      <pc:sldChg chg="modSp mod">
        <pc:chgData name="Dai,Dr.,Chris (HP Medicine) BII-CN-S" userId="3e58a745-3dd4-4a16-bba7-0132b90feb2d" providerId="ADAL" clId="{AEA0BC68-554C-4437-AF0C-02A7CC222001}" dt="2023-12-08T09:28:15.145" v="46" actId="1076"/>
        <pc:sldMkLst>
          <pc:docMk/>
          <pc:sldMk cId="1075251224" sldId="2147480033"/>
        </pc:sldMkLst>
        <pc:spChg chg="mod">
          <ac:chgData name="Dai,Dr.,Chris (HP Medicine) BII-CN-S" userId="3e58a745-3dd4-4a16-bba7-0132b90feb2d" providerId="ADAL" clId="{AEA0BC68-554C-4437-AF0C-02A7CC222001}" dt="2023-12-08T09:28:05.368" v="45" actId="20577"/>
          <ac:spMkLst>
            <pc:docMk/>
            <pc:sldMk cId="1075251224" sldId="2147480033"/>
            <ac:spMk id="77" creationId="{26AE5677-427C-5BCB-7CA4-E749DE68249A}"/>
          </ac:spMkLst>
        </pc:spChg>
        <pc:spChg chg="mod">
          <ac:chgData name="Dai,Dr.,Chris (HP Medicine) BII-CN-S" userId="3e58a745-3dd4-4a16-bba7-0132b90feb2d" providerId="ADAL" clId="{AEA0BC68-554C-4437-AF0C-02A7CC222001}" dt="2023-12-08T09:28:15.145" v="46" actId="1076"/>
          <ac:spMkLst>
            <pc:docMk/>
            <pc:sldMk cId="1075251224" sldId="2147480033"/>
            <ac:spMk id="88" creationId="{74278673-51B3-D359-1C57-9CC65237AD91}"/>
          </ac:spMkLst>
        </pc:spChg>
      </pc:sldChg>
    </pc:docChg>
  </pc:docChgLst>
  <pc:docChgLst>
    <pc:chgData name="Liang,Dr.,Hongzi (HP Medicine) BII-CN-S" userId="29bc0a18-5096-49d5-ae49-3e5745cfa117" providerId="ADAL" clId="{ADB8A084-F5B9-45BD-ABD9-97EE9AD2C1E0}"/>
    <pc:docChg chg="custSel modSld">
      <pc:chgData name="Liang,Dr.,Hongzi (HP Medicine) BII-CN-S" userId="29bc0a18-5096-49d5-ae49-3e5745cfa117" providerId="ADAL" clId="{ADB8A084-F5B9-45BD-ABD9-97EE9AD2C1E0}" dt="2023-11-13T04:59:00.617" v="144" actId="20577"/>
      <pc:docMkLst>
        <pc:docMk/>
      </pc:docMkLst>
      <pc:sldChg chg="delSp modSp mod">
        <pc:chgData name="Liang,Dr.,Hongzi (HP Medicine) BII-CN-S" userId="29bc0a18-5096-49d5-ae49-3e5745cfa117" providerId="ADAL" clId="{ADB8A084-F5B9-45BD-ABD9-97EE9AD2C1E0}" dt="2023-11-13T04:01:40.525" v="128" actId="20577"/>
        <pc:sldMkLst>
          <pc:docMk/>
          <pc:sldMk cId="1993514314" sldId="299"/>
        </pc:sldMkLst>
        <pc:spChg chg="mod">
          <ac:chgData name="Liang,Dr.,Hongzi (HP Medicine) BII-CN-S" userId="29bc0a18-5096-49d5-ae49-3e5745cfa117" providerId="ADAL" clId="{ADB8A084-F5B9-45BD-ABD9-97EE9AD2C1E0}" dt="2023-11-13T04:01:40.525" v="128" actId="20577"/>
          <ac:spMkLst>
            <pc:docMk/>
            <pc:sldMk cId="1993514314" sldId="299"/>
            <ac:spMk id="2" creationId="{10AF1C9F-4E3A-2EC0-397E-59F3BDE1B38C}"/>
          </ac:spMkLst>
        </pc:spChg>
        <pc:spChg chg="del">
          <ac:chgData name="Liang,Dr.,Hongzi (HP Medicine) BII-CN-S" userId="29bc0a18-5096-49d5-ae49-3e5745cfa117" providerId="ADAL" clId="{ADB8A084-F5B9-45BD-ABD9-97EE9AD2C1E0}" dt="2023-11-13T04:01:17.938" v="87" actId="478"/>
          <ac:spMkLst>
            <pc:docMk/>
            <pc:sldMk cId="1993514314" sldId="299"/>
            <ac:spMk id="4" creationId="{C1744066-4979-55AD-5BEA-7BF5ECE49160}"/>
          </ac:spMkLst>
        </pc:spChg>
        <pc:graphicFrameChg chg="mod">
          <ac:chgData name="Liang,Dr.,Hongzi (HP Medicine) BII-CN-S" userId="29bc0a18-5096-49d5-ae49-3e5745cfa117" providerId="ADAL" clId="{ADB8A084-F5B9-45BD-ABD9-97EE9AD2C1E0}" dt="2023-11-13T04:01:06.516" v="86" actId="1036"/>
          <ac:graphicFrameMkLst>
            <pc:docMk/>
            <pc:sldMk cId="1993514314" sldId="299"/>
            <ac:graphicFrameMk id="3" creationId="{CAAF8E8F-E025-4A12-E2E4-B5DBAEB9C765}"/>
          </ac:graphicFrameMkLst>
        </pc:graphicFrameChg>
      </pc:sldChg>
      <pc:sldChg chg="modSp mod">
        <pc:chgData name="Liang,Dr.,Hongzi (HP Medicine) BII-CN-S" userId="29bc0a18-5096-49d5-ae49-3e5745cfa117" providerId="ADAL" clId="{ADB8A084-F5B9-45BD-ABD9-97EE9AD2C1E0}" dt="2023-11-13T03:52:12.187" v="39" actId="1076"/>
        <pc:sldMkLst>
          <pc:docMk/>
          <pc:sldMk cId="2728942184" sldId="404"/>
        </pc:sldMkLst>
        <pc:spChg chg="mod">
          <ac:chgData name="Liang,Dr.,Hongzi (HP Medicine) BII-CN-S" userId="29bc0a18-5096-49d5-ae49-3e5745cfa117" providerId="ADAL" clId="{ADB8A084-F5B9-45BD-ABD9-97EE9AD2C1E0}" dt="2023-11-13T03:50:53.051" v="15" actId="20577"/>
          <ac:spMkLst>
            <pc:docMk/>
            <pc:sldMk cId="2728942184" sldId="404"/>
            <ac:spMk id="2" creationId="{F0FD550A-CFF6-4949-8A4E-DA5B1E884C99}"/>
          </ac:spMkLst>
        </pc:spChg>
        <pc:graphicFrameChg chg="mod modGraphic">
          <ac:chgData name="Liang,Dr.,Hongzi (HP Medicine) BII-CN-S" userId="29bc0a18-5096-49d5-ae49-3e5745cfa117" providerId="ADAL" clId="{ADB8A084-F5B9-45BD-ABD9-97EE9AD2C1E0}" dt="2023-11-13T03:52:12.187" v="39" actId="1076"/>
          <ac:graphicFrameMkLst>
            <pc:docMk/>
            <pc:sldMk cId="2728942184" sldId="404"/>
            <ac:graphicFrameMk id="6" creationId="{1345BF8B-8294-EBB8-A6D7-95BE3CD38015}"/>
          </ac:graphicFrameMkLst>
        </pc:graphicFrameChg>
      </pc:sldChg>
      <pc:sldChg chg="modSp mod">
        <pc:chgData name="Liang,Dr.,Hongzi (HP Medicine) BII-CN-S" userId="29bc0a18-5096-49d5-ae49-3e5745cfa117" providerId="ADAL" clId="{ADB8A084-F5B9-45BD-ABD9-97EE9AD2C1E0}" dt="2023-11-13T03:54:25.784" v="66" actId="20577"/>
        <pc:sldMkLst>
          <pc:docMk/>
          <pc:sldMk cId="1867452150" sldId="2147479525"/>
        </pc:sldMkLst>
        <pc:spChg chg="mod">
          <ac:chgData name="Liang,Dr.,Hongzi (HP Medicine) BII-CN-S" userId="29bc0a18-5096-49d5-ae49-3e5745cfa117" providerId="ADAL" clId="{ADB8A084-F5B9-45BD-ABD9-97EE9AD2C1E0}" dt="2023-11-13T03:54:25.784" v="66" actId="20577"/>
          <ac:spMkLst>
            <pc:docMk/>
            <pc:sldMk cId="1867452150" sldId="2147479525"/>
            <ac:spMk id="10" creationId="{E592488A-2AF4-5FB3-A870-4F8A6910836A}"/>
          </ac:spMkLst>
        </pc:spChg>
      </pc:sldChg>
      <pc:sldChg chg="modSp mod">
        <pc:chgData name="Liang,Dr.,Hongzi (HP Medicine) BII-CN-S" userId="29bc0a18-5096-49d5-ae49-3e5745cfa117" providerId="ADAL" clId="{ADB8A084-F5B9-45BD-ABD9-97EE9AD2C1E0}" dt="2023-11-13T04:59:00.617" v="144" actId="20577"/>
        <pc:sldMkLst>
          <pc:docMk/>
          <pc:sldMk cId="58518451" sldId="2147479526"/>
        </pc:sldMkLst>
        <pc:spChg chg="mod">
          <ac:chgData name="Liang,Dr.,Hongzi (HP Medicine) BII-CN-S" userId="29bc0a18-5096-49d5-ae49-3e5745cfa117" providerId="ADAL" clId="{ADB8A084-F5B9-45BD-ABD9-97EE9AD2C1E0}" dt="2023-11-13T04:59:00.617" v="144" actId="20577"/>
          <ac:spMkLst>
            <pc:docMk/>
            <pc:sldMk cId="58518451" sldId="2147479526"/>
            <ac:spMk id="6" creationId="{0F0E8903-4F1D-C6E4-74BD-A09B23F7352A}"/>
          </ac:spMkLst>
        </pc:spChg>
      </pc:sldChg>
      <pc:sldChg chg="modSp mod">
        <pc:chgData name="Liang,Dr.,Hongzi (HP Medicine) BII-CN-S" userId="29bc0a18-5096-49d5-ae49-3e5745cfa117" providerId="ADAL" clId="{ADB8A084-F5B9-45BD-ABD9-97EE9AD2C1E0}" dt="2023-11-13T04:31:39.924" v="142" actId="20577"/>
        <pc:sldMkLst>
          <pc:docMk/>
          <pc:sldMk cId="2118130" sldId="2147480012"/>
        </pc:sldMkLst>
        <pc:graphicFrameChg chg="modGraphic">
          <ac:chgData name="Liang,Dr.,Hongzi (HP Medicine) BII-CN-S" userId="29bc0a18-5096-49d5-ae49-3e5745cfa117" providerId="ADAL" clId="{ADB8A084-F5B9-45BD-ABD9-97EE9AD2C1E0}" dt="2023-11-13T04:31:39.924" v="142" actId="20577"/>
          <ac:graphicFrameMkLst>
            <pc:docMk/>
            <pc:sldMk cId="2118130" sldId="2147480012"/>
            <ac:graphicFrameMk id="10" creationId="{00000000-0000-0000-0000-000000000000}"/>
          </ac:graphicFrameMkLst>
        </pc:graphicFrameChg>
      </pc:sldChg>
    </pc:docChg>
  </pc:docChgLst>
  <pc:docChgLst>
    <pc:chgData name="Zhang,Catherine (MED CD&amp;O) BII-CN-S" userId="97b6d1ea-f38e-4cdb-8798-411d7a90e40b" providerId="ADAL" clId="{F0DE78A5-B2AC-4C8F-A2D5-39115FF723D2}"/>
    <pc:docChg chg="modSld sldOrd">
      <pc:chgData name="Zhang,Catherine (MED CD&amp;O) BII-CN-S" userId="97b6d1ea-f38e-4cdb-8798-411d7a90e40b" providerId="ADAL" clId="{F0DE78A5-B2AC-4C8F-A2D5-39115FF723D2}" dt="2024-02-26T07:13:43.921" v="54" actId="404"/>
      <pc:docMkLst>
        <pc:docMk/>
      </pc:docMkLst>
      <pc:sldChg chg="modSp mod">
        <pc:chgData name="Zhang,Catherine (MED CD&amp;O) BII-CN-S" userId="97b6d1ea-f38e-4cdb-8798-411d7a90e40b" providerId="ADAL" clId="{F0DE78A5-B2AC-4C8F-A2D5-39115FF723D2}" dt="2024-02-26T07:08:44.736" v="32" actId="20577"/>
        <pc:sldMkLst>
          <pc:docMk/>
          <pc:sldMk cId="264307271" sldId="2147480028"/>
        </pc:sldMkLst>
        <pc:spChg chg="mod">
          <ac:chgData name="Zhang,Catherine (MED CD&amp;O) BII-CN-S" userId="97b6d1ea-f38e-4cdb-8798-411d7a90e40b" providerId="ADAL" clId="{F0DE78A5-B2AC-4C8F-A2D5-39115FF723D2}" dt="2024-02-26T07:08:44.736" v="32" actId="20577"/>
          <ac:spMkLst>
            <pc:docMk/>
            <pc:sldMk cId="264307271" sldId="2147480028"/>
            <ac:spMk id="67" creationId="{160B291A-EBF6-0D51-57E1-E0529B9F277B}"/>
          </ac:spMkLst>
        </pc:spChg>
      </pc:sldChg>
      <pc:sldChg chg="addSp modSp mod">
        <pc:chgData name="Zhang,Catherine (MED CD&amp;O) BII-CN-S" userId="97b6d1ea-f38e-4cdb-8798-411d7a90e40b" providerId="ADAL" clId="{F0DE78A5-B2AC-4C8F-A2D5-39115FF723D2}" dt="2024-02-26T07:13:43.921" v="54" actId="404"/>
        <pc:sldMkLst>
          <pc:docMk/>
          <pc:sldMk cId="3493696502" sldId="2147480059"/>
        </pc:sldMkLst>
        <pc:spChg chg="add mod">
          <ac:chgData name="Zhang,Catherine (MED CD&amp;O) BII-CN-S" userId="97b6d1ea-f38e-4cdb-8798-411d7a90e40b" providerId="ADAL" clId="{F0DE78A5-B2AC-4C8F-A2D5-39115FF723D2}" dt="2024-02-26T07:13:43.921" v="54" actId="404"/>
          <ac:spMkLst>
            <pc:docMk/>
            <pc:sldMk cId="3493696502" sldId="2147480059"/>
            <ac:spMk id="3" creationId="{8E4DB548-68D6-F1AD-803A-1ED234A0AF95}"/>
          </ac:spMkLst>
        </pc:spChg>
      </pc:sldChg>
      <pc:sldChg chg="ord">
        <pc:chgData name="Zhang,Catherine (MED CD&amp;O) BII-CN-S" userId="97b6d1ea-f38e-4cdb-8798-411d7a90e40b" providerId="ADAL" clId="{F0DE78A5-B2AC-4C8F-A2D5-39115FF723D2}" dt="2024-02-26T06:59:32.646" v="0" actId="20578"/>
        <pc:sldMkLst>
          <pc:docMk/>
          <pc:sldMk cId="2073496715" sldId="2147480065"/>
        </pc:sldMkLst>
      </pc:sldChg>
    </pc:docChg>
  </pc:docChgLst>
  <pc:docChgLst>
    <pc:chgData name="Zhang,Catherine (MED CD&amp;O) BII-CN-S" userId="97b6d1ea-f38e-4cdb-8798-411d7a90e40b" providerId="ADAL" clId="{F3BED064-8A9B-4662-8672-03907BDB4CF7}"/>
    <pc:docChg chg="custSel modSld sldOrd">
      <pc:chgData name="Zhang,Catherine (MED CD&amp;O) BII-CN-S" userId="97b6d1ea-f38e-4cdb-8798-411d7a90e40b" providerId="ADAL" clId="{F3BED064-8A9B-4662-8672-03907BDB4CF7}" dt="2023-11-13T08:36:09.473" v="250" actId="478"/>
      <pc:docMkLst>
        <pc:docMk/>
      </pc:docMkLst>
      <pc:sldChg chg="modSp mod">
        <pc:chgData name="Zhang,Catherine (MED CD&amp;O) BII-CN-S" userId="97b6d1ea-f38e-4cdb-8798-411d7a90e40b" providerId="ADAL" clId="{F3BED064-8A9B-4662-8672-03907BDB4CF7}" dt="2023-11-13T08:28:15.368" v="134" actId="20577"/>
        <pc:sldMkLst>
          <pc:docMk/>
          <pc:sldMk cId="1101569393" sldId="2147480014"/>
        </pc:sldMkLst>
        <pc:spChg chg="mod">
          <ac:chgData name="Zhang,Catherine (MED CD&amp;O) BII-CN-S" userId="97b6d1ea-f38e-4cdb-8798-411d7a90e40b" providerId="ADAL" clId="{F3BED064-8A9B-4662-8672-03907BDB4CF7}" dt="2023-11-13T08:28:15.368" v="134" actId="20577"/>
          <ac:spMkLst>
            <pc:docMk/>
            <pc:sldMk cId="1101569393" sldId="2147480014"/>
            <ac:spMk id="34" creationId="{E06C2F04-EE45-8814-CDCD-1DDE01A52502}"/>
          </ac:spMkLst>
        </pc:spChg>
      </pc:sldChg>
      <pc:sldChg chg="modSp mod">
        <pc:chgData name="Zhang,Catherine (MED CD&amp;O) BII-CN-S" userId="97b6d1ea-f38e-4cdb-8798-411d7a90e40b" providerId="ADAL" clId="{F3BED064-8A9B-4662-8672-03907BDB4CF7}" dt="2023-11-13T08:34:10.752" v="231" actId="20577"/>
        <pc:sldMkLst>
          <pc:docMk/>
          <pc:sldMk cId="2878148223" sldId="2147480017"/>
        </pc:sldMkLst>
        <pc:spChg chg="mod">
          <ac:chgData name="Zhang,Catherine (MED CD&amp;O) BII-CN-S" userId="97b6d1ea-f38e-4cdb-8798-411d7a90e40b" providerId="ADAL" clId="{F3BED064-8A9B-4662-8672-03907BDB4CF7}" dt="2023-11-13T08:34:10.752" v="231" actId="20577"/>
          <ac:spMkLst>
            <pc:docMk/>
            <pc:sldMk cId="2878148223" sldId="2147480017"/>
            <ac:spMk id="59" creationId="{24FBC0E0-2245-EE63-2F4A-49CDDFF36F75}"/>
          </ac:spMkLst>
        </pc:spChg>
      </pc:sldChg>
      <pc:sldChg chg="ord">
        <pc:chgData name="Zhang,Catherine (MED CD&amp;O) BII-CN-S" userId="97b6d1ea-f38e-4cdb-8798-411d7a90e40b" providerId="ADAL" clId="{F3BED064-8A9B-4662-8672-03907BDB4CF7}" dt="2023-11-13T08:20:51.131" v="1"/>
        <pc:sldMkLst>
          <pc:docMk/>
          <pc:sldMk cId="2762764347" sldId="2147480033"/>
        </pc:sldMkLst>
      </pc:sldChg>
      <pc:sldChg chg="addSp delSp modSp mod">
        <pc:chgData name="Zhang,Catherine (MED CD&amp;O) BII-CN-S" userId="97b6d1ea-f38e-4cdb-8798-411d7a90e40b" providerId="ADAL" clId="{F3BED064-8A9B-4662-8672-03907BDB4CF7}" dt="2023-11-13T08:36:09.473" v="250" actId="478"/>
        <pc:sldMkLst>
          <pc:docMk/>
          <pc:sldMk cId="245309749" sldId="2147480048"/>
        </pc:sldMkLst>
        <pc:spChg chg="mod">
          <ac:chgData name="Zhang,Catherine (MED CD&amp;O) BII-CN-S" userId="97b6d1ea-f38e-4cdb-8798-411d7a90e40b" providerId="ADAL" clId="{F3BED064-8A9B-4662-8672-03907BDB4CF7}" dt="2023-11-13T08:23:25.753" v="9" actId="20577"/>
          <ac:spMkLst>
            <pc:docMk/>
            <pc:sldMk cId="245309749" sldId="2147480048"/>
            <ac:spMk id="3" creationId="{B232347D-382F-6F9E-463D-1CC0F1C0804F}"/>
          </ac:spMkLst>
        </pc:spChg>
        <pc:spChg chg="add del mod">
          <ac:chgData name="Zhang,Catherine (MED CD&amp;O) BII-CN-S" userId="97b6d1ea-f38e-4cdb-8798-411d7a90e40b" providerId="ADAL" clId="{F3BED064-8A9B-4662-8672-03907BDB4CF7}" dt="2023-11-13T08:36:09.473" v="250" actId="478"/>
          <ac:spMkLst>
            <pc:docMk/>
            <pc:sldMk cId="245309749" sldId="2147480048"/>
            <ac:spMk id="8" creationId="{78B54C14-F12E-A899-2834-DB652867B997}"/>
          </ac:spMkLst>
        </pc:spChg>
        <pc:graphicFrameChg chg="modGraphic">
          <ac:chgData name="Zhang,Catherine (MED CD&amp;O) BII-CN-S" userId="97b6d1ea-f38e-4cdb-8798-411d7a90e40b" providerId="ADAL" clId="{F3BED064-8A9B-4662-8672-03907BDB4CF7}" dt="2023-11-13T08:23:23.281" v="6" actId="20577"/>
          <ac:graphicFrameMkLst>
            <pc:docMk/>
            <pc:sldMk cId="245309749" sldId="2147480048"/>
            <ac:graphicFrameMk id="7" creationId="{606BCCEA-B914-D153-44E8-1ECABC4F5CF3}"/>
          </ac:graphicFrameMkLst>
        </pc:graphicFrameChg>
      </pc:sldChg>
    </pc:docChg>
  </pc:docChgLst>
  <pc:docChgLst>
    <pc:chgData name="Liang,Dr.,Hongzi (HP Medicine) BII-CN-S" userId="29bc0a18-5096-49d5-ae49-3e5745cfa117" providerId="ADAL" clId="{115D4003-19D2-420A-8A02-8D82FF6B97A7}"/>
    <pc:docChg chg="undo redo custSel addSld delSld modSld">
      <pc:chgData name="Liang,Dr.,Hongzi (HP Medicine) BII-CN-S" userId="29bc0a18-5096-49d5-ae49-3e5745cfa117" providerId="ADAL" clId="{115D4003-19D2-420A-8A02-8D82FF6B97A7}" dt="2024-01-07T14:09:54.279" v="1171" actId="1038"/>
      <pc:docMkLst>
        <pc:docMk/>
      </pc:docMkLst>
      <pc:sldChg chg="modSp mod">
        <pc:chgData name="Liang,Dr.,Hongzi (HP Medicine) BII-CN-S" userId="29bc0a18-5096-49d5-ae49-3e5745cfa117" providerId="ADAL" clId="{115D4003-19D2-420A-8A02-8D82FF6B97A7}" dt="2024-01-07T08:38:58.922" v="19" actId="20577"/>
        <pc:sldMkLst>
          <pc:docMk/>
          <pc:sldMk cId="1341461315" sldId="431"/>
        </pc:sldMkLst>
        <pc:spChg chg="mod">
          <ac:chgData name="Liang,Dr.,Hongzi (HP Medicine) BII-CN-S" userId="29bc0a18-5096-49d5-ae49-3e5745cfa117" providerId="ADAL" clId="{115D4003-19D2-420A-8A02-8D82FF6B97A7}" dt="2024-01-07T08:38:58.922" v="19" actId="20577"/>
          <ac:spMkLst>
            <pc:docMk/>
            <pc:sldMk cId="1341461315" sldId="431"/>
            <ac:spMk id="5" creationId="{00000000-0000-0000-0000-000000000000}"/>
          </ac:spMkLst>
        </pc:spChg>
      </pc:sldChg>
      <pc:sldChg chg="addSp delSp modSp mod">
        <pc:chgData name="Liang,Dr.,Hongzi (HP Medicine) BII-CN-S" userId="29bc0a18-5096-49d5-ae49-3e5745cfa117" providerId="ADAL" clId="{115D4003-19D2-420A-8A02-8D82FF6B97A7}" dt="2024-01-07T09:27:31.064" v="613" actId="1076"/>
        <pc:sldMkLst>
          <pc:docMk/>
          <pc:sldMk cId="2119365825" sldId="2147480034"/>
        </pc:sldMkLst>
        <pc:spChg chg="add mod">
          <ac:chgData name="Liang,Dr.,Hongzi (HP Medicine) BII-CN-S" userId="29bc0a18-5096-49d5-ae49-3e5745cfa117" providerId="ADAL" clId="{115D4003-19D2-420A-8A02-8D82FF6B97A7}" dt="2024-01-07T09:05:57.336" v="209" actId="1076"/>
          <ac:spMkLst>
            <pc:docMk/>
            <pc:sldMk cId="2119365825" sldId="2147480034"/>
            <ac:spMk id="3" creationId="{69DB4C02-A57F-63F6-0886-C04F0257EEA4}"/>
          </ac:spMkLst>
        </pc:spChg>
        <pc:spChg chg="del">
          <ac:chgData name="Liang,Dr.,Hongzi (HP Medicine) BII-CN-S" userId="29bc0a18-5096-49d5-ae49-3e5745cfa117" providerId="ADAL" clId="{115D4003-19D2-420A-8A02-8D82FF6B97A7}" dt="2024-01-07T09:03:23.484" v="143" actId="478"/>
          <ac:spMkLst>
            <pc:docMk/>
            <pc:sldMk cId="2119365825" sldId="2147480034"/>
            <ac:spMk id="84" creationId="{AA7BFDCF-1AD8-A133-5137-82419BBD0CD3}"/>
          </ac:spMkLst>
        </pc:spChg>
        <pc:spChg chg="mod">
          <ac:chgData name="Liang,Dr.,Hongzi (HP Medicine) BII-CN-S" userId="29bc0a18-5096-49d5-ae49-3e5745cfa117" providerId="ADAL" clId="{115D4003-19D2-420A-8A02-8D82FF6B97A7}" dt="2024-01-07T09:05:52.286" v="208" actId="1076"/>
          <ac:spMkLst>
            <pc:docMk/>
            <pc:sldMk cId="2119365825" sldId="2147480034"/>
            <ac:spMk id="161" creationId="{BBD864BE-E915-21B8-0E52-8F776A4DCE1A}"/>
          </ac:spMkLst>
        </pc:spChg>
        <pc:grpChg chg="mod">
          <ac:chgData name="Liang,Dr.,Hongzi (HP Medicine) BII-CN-S" userId="29bc0a18-5096-49d5-ae49-3e5745cfa117" providerId="ADAL" clId="{115D4003-19D2-420A-8A02-8D82FF6B97A7}" dt="2024-01-07T05:09:35.640" v="9" actId="1038"/>
          <ac:grpSpMkLst>
            <pc:docMk/>
            <pc:sldMk cId="2119365825" sldId="2147480034"/>
            <ac:grpSpMk id="95" creationId="{E329B003-0A66-4BF0-20F8-C428525F8774}"/>
          </ac:grpSpMkLst>
        </pc:grpChg>
        <pc:picChg chg="mod">
          <ac:chgData name="Liang,Dr.,Hongzi (HP Medicine) BII-CN-S" userId="29bc0a18-5096-49d5-ae49-3e5745cfa117" providerId="ADAL" clId="{115D4003-19D2-420A-8A02-8D82FF6B97A7}" dt="2024-01-07T09:27:31.064" v="613" actId="1076"/>
          <ac:picMkLst>
            <pc:docMk/>
            <pc:sldMk cId="2119365825" sldId="2147480034"/>
            <ac:picMk id="110" creationId="{3C90D5EA-DB98-DFD6-AF9D-4E05992E1D4A}"/>
          </ac:picMkLst>
        </pc:picChg>
      </pc:sldChg>
      <pc:sldChg chg="modSp del mod">
        <pc:chgData name="Liang,Dr.,Hongzi (HP Medicine) BII-CN-S" userId="29bc0a18-5096-49d5-ae49-3e5745cfa117" providerId="ADAL" clId="{115D4003-19D2-420A-8A02-8D82FF6B97A7}" dt="2024-01-07T09:19:04.334" v="443" actId="47"/>
        <pc:sldMkLst>
          <pc:docMk/>
          <pc:sldMk cId="1662920444" sldId="2147480043"/>
        </pc:sldMkLst>
        <pc:grpChg chg="mod">
          <ac:chgData name="Liang,Dr.,Hongzi (HP Medicine) BII-CN-S" userId="29bc0a18-5096-49d5-ae49-3e5745cfa117" providerId="ADAL" clId="{115D4003-19D2-420A-8A02-8D82FF6B97A7}" dt="2024-01-07T09:06:17.786" v="217" actId="1038"/>
          <ac:grpSpMkLst>
            <pc:docMk/>
            <pc:sldMk cId="1662920444" sldId="2147480043"/>
            <ac:grpSpMk id="21" creationId="{E3CF8100-D9C2-B8EA-A6D9-9DB9FC52C453}"/>
          </ac:grpSpMkLst>
        </pc:grpChg>
      </pc:sldChg>
      <pc:sldChg chg="del">
        <pc:chgData name="Liang,Dr.,Hongzi (HP Medicine) BII-CN-S" userId="29bc0a18-5096-49d5-ae49-3e5745cfa117" providerId="ADAL" clId="{115D4003-19D2-420A-8A02-8D82FF6B97A7}" dt="2024-01-07T05:09:23.821" v="0" actId="47"/>
        <pc:sldMkLst>
          <pc:docMk/>
          <pc:sldMk cId="2689349481" sldId="2147480051"/>
        </pc:sldMkLst>
      </pc:sldChg>
      <pc:sldChg chg="addSp delSp modSp mod">
        <pc:chgData name="Liang,Dr.,Hongzi (HP Medicine) BII-CN-S" userId="29bc0a18-5096-49d5-ae49-3e5745cfa117" providerId="ADAL" clId="{115D4003-19D2-420A-8A02-8D82FF6B97A7}" dt="2024-01-07T09:36:02.822" v="779" actId="1076"/>
        <pc:sldMkLst>
          <pc:docMk/>
          <pc:sldMk cId="374273854" sldId="2147480052"/>
        </pc:sldMkLst>
        <pc:spChg chg="mod">
          <ac:chgData name="Liang,Dr.,Hongzi (HP Medicine) BII-CN-S" userId="29bc0a18-5096-49d5-ae49-3e5745cfa117" providerId="ADAL" clId="{115D4003-19D2-420A-8A02-8D82FF6B97A7}" dt="2024-01-07T09:25:59.332" v="604" actId="1036"/>
          <ac:spMkLst>
            <pc:docMk/>
            <pc:sldMk cId="374273854" sldId="2147480052"/>
            <ac:spMk id="3" creationId="{F20D4043-A197-13C5-03F8-BEE1A9A89866}"/>
          </ac:spMkLst>
        </pc:spChg>
        <pc:spChg chg="mod">
          <ac:chgData name="Liang,Dr.,Hongzi (HP Medicine) BII-CN-S" userId="29bc0a18-5096-49d5-ae49-3e5745cfa117" providerId="ADAL" clId="{115D4003-19D2-420A-8A02-8D82FF6B97A7}" dt="2024-01-07T09:35:47.583" v="778" actId="13926"/>
          <ac:spMkLst>
            <pc:docMk/>
            <pc:sldMk cId="374273854" sldId="2147480052"/>
            <ac:spMk id="4" creationId="{DE8D630C-0ED6-F5A0-E156-D23A8CC23DEC}"/>
          </ac:spMkLst>
        </pc:spChg>
        <pc:spChg chg="mod">
          <ac:chgData name="Liang,Dr.,Hongzi (HP Medicine) BII-CN-S" userId="29bc0a18-5096-49d5-ae49-3e5745cfa117" providerId="ADAL" clId="{115D4003-19D2-420A-8A02-8D82FF6B97A7}" dt="2024-01-07T09:25:36.629" v="573" actId="1036"/>
          <ac:spMkLst>
            <pc:docMk/>
            <pc:sldMk cId="374273854" sldId="2147480052"/>
            <ac:spMk id="5" creationId="{F0D15BCA-A2F2-D422-112B-5AD2C94C7496}"/>
          </ac:spMkLst>
        </pc:spChg>
        <pc:spChg chg="mod">
          <ac:chgData name="Liang,Dr.,Hongzi (HP Medicine) BII-CN-S" userId="29bc0a18-5096-49d5-ae49-3e5745cfa117" providerId="ADAL" clId="{115D4003-19D2-420A-8A02-8D82FF6B97A7}" dt="2024-01-07T09:25:59.332" v="604" actId="1036"/>
          <ac:spMkLst>
            <pc:docMk/>
            <pc:sldMk cId="374273854" sldId="2147480052"/>
            <ac:spMk id="10" creationId="{454E1FF3-2510-8232-96A2-0436FE663830}"/>
          </ac:spMkLst>
        </pc:spChg>
        <pc:spChg chg="mod">
          <ac:chgData name="Liang,Dr.,Hongzi (HP Medicine) BII-CN-S" userId="29bc0a18-5096-49d5-ae49-3e5745cfa117" providerId="ADAL" clId="{115D4003-19D2-420A-8A02-8D82FF6B97A7}" dt="2024-01-07T09:26:05.482" v="605" actId="1076"/>
          <ac:spMkLst>
            <pc:docMk/>
            <pc:sldMk cId="374273854" sldId="2147480052"/>
            <ac:spMk id="14" creationId="{34730952-58AD-570B-641A-30DE521FBB55}"/>
          </ac:spMkLst>
        </pc:spChg>
        <pc:spChg chg="mod">
          <ac:chgData name="Liang,Dr.,Hongzi (HP Medicine) BII-CN-S" userId="29bc0a18-5096-49d5-ae49-3e5745cfa117" providerId="ADAL" clId="{115D4003-19D2-420A-8A02-8D82FF6B97A7}" dt="2024-01-07T09:25:59.332" v="604" actId="1036"/>
          <ac:spMkLst>
            <pc:docMk/>
            <pc:sldMk cId="374273854" sldId="2147480052"/>
            <ac:spMk id="19" creationId="{2E5019B4-6B87-284D-D79D-F07C7BF00814}"/>
          </ac:spMkLst>
        </pc:spChg>
        <pc:spChg chg="mod">
          <ac:chgData name="Liang,Dr.,Hongzi (HP Medicine) BII-CN-S" userId="29bc0a18-5096-49d5-ae49-3e5745cfa117" providerId="ADAL" clId="{115D4003-19D2-420A-8A02-8D82FF6B97A7}" dt="2024-01-07T09:25:36.629" v="573" actId="1036"/>
          <ac:spMkLst>
            <pc:docMk/>
            <pc:sldMk cId="374273854" sldId="2147480052"/>
            <ac:spMk id="26" creationId="{D6BC4ACC-2152-58F9-65EF-E31D45DD1A15}"/>
          </ac:spMkLst>
        </pc:spChg>
        <pc:spChg chg="mod">
          <ac:chgData name="Liang,Dr.,Hongzi (HP Medicine) BII-CN-S" userId="29bc0a18-5096-49d5-ae49-3e5745cfa117" providerId="ADAL" clId="{115D4003-19D2-420A-8A02-8D82FF6B97A7}" dt="2024-01-07T09:25:59.332" v="604" actId="1036"/>
          <ac:spMkLst>
            <pc:docMk/>
            <pc:sldMk cId="374273854" sldId="2147480052"/>
            <ac:spMk id="30" creationId="{D1490013-2D10-1AA7-9147-DD99BF972455}"/>
          </ac:spMkLst>
        </pc:spChg>
        <pc:spChg chg="mod">
          <ac:chgData name="Liang,Dr.,Hongzi (HP Medicine) BII-CN-S" userId="29bc0a18-5096-49d5-ae49-3e5745cfa117" providerId="ADAL" clId="{115D4003-19D2-420A-8A02-8D82FF6B97A7}" dt="2024-01-07T09:25:59.332" v="604" actId="1036"/>
          <ac:spMkLst>
            <pc:docMk/>
            <pc:sldMk cId="374273854" sldId="2147480052"/>
            <ac:spMk id="31" creationId="{1D8C90E6-F821-6DF7-2FC3-3A9F5A761E0E}"/>
          </ac:spMkLst>
        </pc:spChg>
        <pc:spChg chg="mod">
          <ac:chgData name="Liang,Dr.,Hongzi (HP Medicine) BII-CN-S" userId="29bc0a18-5096-49d5-ae49-3e5745cfa117" providerId="ADAL" clId="{115D4003-19D2-420A-8A02-8D82FF6B97A7}" dt="2024-01-07T09:25:59.332" v="604" actId="1036"/>
          <ac:spMkLst>
            <pc:docMk/>
            <pc:sldMk cId="374273854" sldId="2147480052"/>
            <ac:spMk id="32" creationId="{C79D68D9-FB43-6321-3302-5AAF093242E7}"/>
          </ac:spMkLst>
        </pc:spChg>
        <pc:spChg chg="mod">
          <ac:chgData name="Liang,Dr.,Hongzi (HP Medicine) BII-CN-S" userId="29bc0a18-5096-49d5-ae49-3e5745cfa117" providerId="ADAL" clId="{115D4003-19D2-420A-8A02-8D82FF6B97A7}" dt="2024-01-07T09:25:59.332" v="604" actId="1036"/>
          <ac:spMkLst>
            <pc:docMk/>
            <pc:sldMk cId="374273854" sldId="2147480052"/>
            <ac:spMk id="33" creationId="{8CE77E41-E020-67FF-4152-130A246D4B2E}"/>
          </ac:spMkLst>
        </pc:spChg>
        <pc:spChg chg="mod">
          <ac:chgData name="Liang,Dr.,Hongzi (HP Medicine) BII-CN-S" userId="29bc0a18-5096-49d5-ae49-3e5745cfa117" providerId="ADAL" clId="{115D4003-19D2-420A-8A02-8D82FF6B97A7}" dt="2024-01-07T09:25:36.629" v="573" actId="1036"/>
          <ac:spMkLst>
            <pc:docMk/>
            <pc:sldMk cId="374273854" sldId="2147480052"/>
            <ac:spMk id="40" creationId="{4AD83902-31BA-65BC-02D3-623C0E0E397B}"/>
          </ac:spMkLst>
        </pc:spChg>
        <pc:spChg chg="mod">
          <ac:chgData name="Liang,Dr.,Hongzi (HP Medicine) BII-CN-S" userId="29bc0a18-5096-49d5-ae49-3e5745cfa117" providerId="ADAL" clId="{115D4003-19D2-420A-8A02-8D82FF6B97A7}" dt="2024-01-07T09:36:02.822" v="779" actId="1076"/>
          <ac:spMkLst>
            <pc:docMk/>
            <pc:sldMk cId="374273854" sldId="2147480052"/>
            <ac:spMk id="47" creationId="{EC932F2E-C659-2E47-446C-50E8CAA28546}"/>
          </ac:spMkLst>
        </pc:spChg>
        <pc:spChg chg="mod">
          <ac:chgData name="Liang,Dr.,Hongzi (HP Medicine) BII-CN-S" userId="29bc0a18-5096-49d5-ae49-3e5745cfa117" providerId="ADAL" clId="{115D4003-19D2-420A-8A02-8D82FF6B97A7}" dt="2024-01-07T09:25:36.629" v="573" actId="1036"/>
          <ac:spMkLst>
            <pc:docMk/>
            <pc:sldMk cId="374273854" sldId="2147480052"/>
            <ac:spMk id="48" creationId="{3D951BAB-08CC-7B16-DA71-5BDB2ADBDFD2}"/>
          </ac:spMkLst>
        </pc:spChg>
        <pc:spChg chg="mod">
          <ac:chgData name="Liang,Dr.,Hongzi (HP Medicine) BII-CN-S" userId="29bc0a18-5096-49d5-ae49-3e5745cfa117" providerId="ADAL" clId="{115D4003-19D2-420A-8A02-8D82FF6B97A7}" dt="2024-01-07T09:25:36.629" v="573" actId="1036"/>
          <ac:spMkLst>
            <pc:docMk/>
            <pc:sldMk cId="374273854" sldId="2147480052"/>
            <ac:spMk id="49" creationId="{40045FAA-20F9-4476-D7B7-30334C6B7BAD}"/>
          </ac:spMkLst>
        </pc:spChg>
        <pc:spChg chg="mod">
          <ac:chgData name="Liang,Dr.,Hongzi (HP Medicine) BII-CN-S" userId="29bc0a18-5096-49d5-ae49-3e5745cfa117" providerId="ADAL" clId="{115D4003-19D2-420A-8A02-8D82FF6B97A7}" dt="2024-01-07T09:27:49.832" v="616"/>
          <ac:spMkLst>
            <pc:docMk/>
            <pc:sldMk cId="374273854" sldId="2147480052"/>
            <ac:spMk id="54" creationId="{6CFACB0B-AA13-F593-1B9D-32D002951A4A}"/>
          </ac:spMkLst>
        </pc:spChg>
        <pc:spChg chg="mod">
          <ac:chgData name="Liang,Dr.,Hongzi (HP Medicine) BII-CN-S" userId="29bc0a18-5096-49d5-ae49-3e5745cfa117" providerId="ADAL" clId="{115D4003-19D2-420A-8A02-8D82FF6B97A7}" dt="2024-01-07T09:27:49.832" v="616"/>
          <ac:spMkLst>
            <pc:docMk/>
            <pc:sldMk cId="374273854" sldId="2147480052"/>
            <ac:spMk id="55" creationId="{770724A8-84FB-E055-70F1-A05B0A5A107E}"/>
          </ac:spMkLst>
        </pc:spChg>
        <pc:spChg chg="mod">
          <ac:chgData name="Liang,Dr.,Hongzi (HP Medicine) BII-CN-S" userId="29bc0a18-5096-49d5-ae49-3e5745cfa117" providerId="ADAL" clId="{115D4003-19D2-420A-8A02-8D82FF6B97A7}" dt="2024-01-07T09:25:36.629" v="573" actId="1036"/>
          <ac:spMkLst>
            <pc:docMk/>
            <pc:sldMk cId="374273854" sldId="2147480052"/>
            <ac:spMk id="75" creationId="{CC993A48-25DB-0DB5-5106-3BFD6B15B5F8}"/>
          </ac:spMkLst>
        </pc:spChg>
        <pc:spChg chg="mod">
          <ac:chgData name="Liang,Dr.,Hongzi (HP Medicine) BII-CN-S" userId="29bc0a18-5096-49d5-ae49-3e5745cfa117" providerId="ADAL" clId="{115D4003-19D2-420A-8A02-8D82FF6B97A7}" dt="2024-01-07T09:25:36.629" v="573" actId="1036"/>
          <ac:spMkLst>
            <pc:docMk/>
            <pc:sldMk cId="374273854" sldId="2147480052"/>
            <ac:spMk id="76" creationId="{28E54CCD-4EC6-B55E-AD99-B78E4B6DC7A9}"/>
          </ac:spMkLst>
        </pc:spChg>
        <pc:spChg chg="mod">
          <ac:chgData name="Liang,Dr.,Hongzi (HP Medicine) BII-CN-S" userId="29bc0a18-5096-49d5-ae49-3e5745cfa117" providerId="ADAL" clId="{115D4003-19D2-420A-8A02-8D82FF6B97A7}" dt="2024-01-07T09:25:36.629" v="573" actId="1036"/>
          <ac:spMkLst>
            <pc:docMk/>
            <pc:sldMk cId="374273854" sldId="2147480052"/>
            <ac:spMk id="77" creationId="{9949C35E-F320-EE6F-F7DD-7BE23A03636A}"/>
          </ac:spMkLst>
        </pc:spChg>
        <pc:spChg chg="mod">
          <ac:chgData name="Liang,Dr.,Hongzi (HP Medicine) BII-CN-S" userId="29bc0a18-5096-49d5-ae49-3e5745cfa117" providerId="ADAL" clId="{115D4003-19D2-420A-8A02-8D82FF6B97A7}" dt="2024-01-07T09:25:36.629" v="573" actId="1036"/>
          <ac:spMkLst>
            <pc:docMk/>
            <pc:sldMk cId="374273854" sldId="2147480052"/>
            <ac:spMk id="78" creationId="{6CD7EC66-C296-A687-C549-11A061DD4904}"/>
          </ac:spMkLst>
        </pc:spChg>
        <pc:spChg chg="mod">
          <ac:chgData name="Liang,Dr.,Hongzi (HP Medicine) BII-CN-S" userId="29bc0a18-5096-49d5-ae49-3e5745cfa117" providerId="ADAL" clId="{115D4003-19D2-420A-8A02-8D82FF6B97A7}" dt="2024-01-07T09:25:36.629" v="573" actId="1036"/>
          <ac:spMkLst>
            <pc:docMk/>
            <pc:sldMk cId="374273854" sldId="2147480052"/>
            <ac:spMk id="79" creationId="{B4C7B7B3-BFA0-0C93-0F51-A6D42D0306C2}"/>
          </ac:spMkLst>
        </pc:spChg>
        <pc:spChg chg="mod">
          <ac:chgData name="Liang,Dr.,Hongzi (HP Medicine) BII-CN-S" userId="29bc0a18-5096-49d5-ae49-3e5745cfa117" providerId="ADAL" clId="{115D4003-19D2-420A-8A02-8D82FF6B97A7}" dt="2024-01-07T09:25:36.629" v="573" actId="1036"/>
          <ac:spMkLst>
            <pc:docMk/>
            <pc:sldMk cId="374273854" sldId="2147480052"/>
            <ac:spMk id="80" creationId="{F9BF2B07-3B96-DEEC-5C62-E3F127783C8B}"/>
          </ac:spMkLst>
        </pc:spChg>
        <pc:spChg chg="mod">
          <ac:chgData name="Liang,Dr.,Hongzi (HP Medicine) BII-CN-S" userId="29bc0a18-5096-49d5-ae49-3e5745cfa117" providerId="ADAL" clId="{115D4003-19D2-420A-8A02-8D82FF6B97A7}" dt="2024-01-07T09:25:36.629" v="573" actId="1036"/>
          <ac:spMkLst>
            <pc:docMk/>
            <pc:sldMk cId="374273854" sldId="2147480052"/>
            <ac:spMk id="83" creationId="{B8BF9DB5-A396-7AF5-1C96-3E0B583C261A}"/>
          </ac:spMkLst>
        </pc:spChg>
        <pc:spChg chg="mod">
          <ac:chgData name="Liang,Dr.,Hongzi (HP Medicine) BII-CN-S" userId="29bc0a18-5096-49d5-ae49-3e5745cfa117" providerId="ADAL" clId="{115D4003-19D2-420A-8A02-8D82FF6B97A7}" dt="2024-01-07T09:25:36.629" v="573" actId="1036"/>
          <ac:spMkLst>
            <pc:docMk/>
            <pc:sldMk cId="374273854" sldId="2147480052"/>
            <ac:spMk id="86" creationId="{83CECB1A-470C-BE46-C8BC-E1D6F522105B}"/>
          </ac:spMkLst>
        </pc:spChg>
        <pc:spChg chg="mod">
          <ac:chgData name="Liang,Dr.,Hongzi (HP Medicine) BII-CN-S" userId="29bc0a18-5096-49d5-ae49-3e5745cfa117" providerId="ADAL" clId="{115D4003-19D2-420A-8A02-8D82FF6B97A7}" dt="2024-01-07T09:25:36.629" v="573" actId="1036"/>
          <ac:spMkLst>
            <pc:docMk/>
            <pc:sldMk cId="374273854" sldId="2147480052"/>
            <ac:spMk id="88" creationId="{F3109C4B-EDA5-7E35-FCAB-A96549D32FF4}"/>
          </ac:spMkLst>
        </pc:spChg>
        <pc:spChg chg="mod">
          <ac:chgData name="Liang,Dr.,Hongzi (HP Medicine) BII-CN-S" userId="29bc0a18-5096-49d5-ae49-3e5745cfa117" providerId="ADAL" clId="{115D4003-19D2-420A-8A02-8D82FF6B97A7}" dt="2024-01-07T09:25:36.629" v="573" actId="1036"/>
          <ac:spMkLst>
            <pc:docMk/>
            <pc:sldMk cId="374273854" sldId="2147480052"/>
            <ac:spMk id="89" creationId="{F8E4F3F4-DA19-50FD-1027-152E3DCB31A9}"/>
          </ac:spMkLst>
        </pc:spChg>
        <pc:spChg chg="mod">
          <ac:chgData name="Liang,Dr.,Hongzi (HP Medicine) BII-CN-S" userId="29bc0a18-5096-49d5-ae49-3e5745cfa117" providerId="ADAL" clId="{115D4003-19D2-420A-8A02-8D82FF6B97A7}" dt="2024-01-07T09:25:36.629" v="573" actId="1036"/>
          <ac:spMkLst>
            <pc:docMk/>
            <pc:sldMk cId="374273854" sldId="2147480052"/>
            <ac:spMk id="91" creationId="{BAB75BB6-2C93-934D-AAA3-47787E554452}"/>
          </ac:spMkLst>
        </pc:spChg>
        <pc:spChg chg="mod">
          <ac:chgData name="Liang,Dr.,Hongzi (HP Medicine) BII-CN-S" userId="29bc0a18-5096-49d5-ae49-3e5745cfa117" providerId="ADAL" clId="{115D4003-19D2-420A-8A02-8D82FF6B97A7}" dt="2024-01-07T09:25:36.629" v="573" actId="1036"/>
          <ac:spMkLst>
            <pc:docMk/>
            <pc:sldMk cId="374273854" sldId="2147480052"/>
            <ac:spMk id="92" creationId="{389298B1-3759-5288-570F-83260B9DDAEF}"/>
          </ac:spMkLst>
        </pc:spChg>
        <pc:spChg chg="mod">
          <ac:chgData name="Liang,Dr.,Hongzi (HP Medicine) BII-CN-S" userId="29bc0a18-5096-49d5-ae49-3e5745cfa117" providerId="ADAL" clId="{115D4003-19D2-420A-8A02-8D82FF6B97A7}" dt="2024-01-07T09:25:36.629" v="573" actId="1036"/>
          <ac:spMkLst>
            <pc:docMk/>
            <pc:sldMk cId="374273854" sldId="2147480052"/>
            <ac:spMk id="93" creationId="{BE05389C-0B52-E75A-D420-106E48305ECC}"/>
          </ac:spMkLst>
        </pc:spChg>
        <pc:spChg chg="mod">
          <ac:chgData name="Liang,Dr.,Hongzi (HP Medicine) BII-CN-S" userId="29bc0a18-5096-49d5-ae49-3e5745cfa117" providerId="ADAL" clId="{115D4003-19D2-420A-8A02-8D82FF6B97A7}" dt="2024-01-07T09:25:36.629" v="573" actId="1036"/>
          <ac:spMkLst>
            <pc:docMk/>
            <pc:sldMk cId="374273854" sldId="2147480052"/>
            <ac:spMk id="94" creationId="{8B89D469-315F-04B7-A5BB-BCEF3C101FFF}"/>
          </ac:spMkLst>
        </pc:spChg>
        <pc:spChg chg="mod">
          <ac:chgData name="Liang,Dr.,Hongzi (HP Medicine) BII-CN-S" userId="29bc0a18-5096-49d5-ae49-3e5745cfa117" providerId="ADAL" clId="{115D4003-19D2-420A-8A02-8D82FF6B97A7}" dt="2024-01-07T09:25:36.629" v="573" actId="1036"/>
          <ac:spMkLst>
            <pc:docMk/>
            <pc:sldMk cId="374273854" sldId="2147480052"/>
            <ac:spMk id="95" creationId="{6CA6D3F0-19ED-8E7B-8294-773F210A2A50}"/>
          </ac:spMkLst>
        </pc:spChg>
        <pc:spChg chg="mod">
          <ac:chgData name="Liang,Dr.,Hongzi (HP Medicine) BII-CN-S" userId="29bc0a18-5096-49d5-ae49-3e5745cfa117" providerId="ADAL" clId="{115D4003-19D2-420A-8A02-8D82FF6B97A7}" dt="2024-01-07T09:25:36.629" v="573" actId="1036"/>
          <ac:spMkLst>
            <pc:docMk/>
            <pc:sldMk cId="374273854" sldId="2147480052"/>
            <ac:spMk id="96" creationId="{501A5BA6-5020-60C5-6466-E43A7C5E327D}"/>
          </ac:spMkLst>
        </pc:spChg>
        <pc:spChg chg="mod">
          <ac:chgData name="Liang,Dr.,Hongzi (HP Medicine) BII-CN-S" userId="29bc0a18-5096-49d5-ae49-3e5745cfa117" providerId="ADAL" clId="{115D4003-19D2-420A-8A02-8D82FF6B97A7}" dt="2024-01-07T09:25:36.629" v="573" actId="1036"/>
          <ac:spMkLst>
            <pc:docMk/>
            <pc:sldMk cId="374273854" sldId="2147480052"/>
            <ac:spMk id="97" creationId="{09A9E68F-3E87-9FBB-EFCA-92C635379806}"/>
          </ac:spMkLst>
        </pc:spChg>
        <pc:spChg chg="mod">
          <ac:chgData name="Liang,Dr.,Hongzi (HP Medicine) BII-CN-S" userId="29bc0a18-5096-49d5-ae49-3e5745cfa117" providerId="ADAL" clId="{115D4003-19D2-420A-8A02-8D82FF6B97A7}" dt="2024-01-07T09:25:36.629" v="573" actId="1036"/>
          <ac:spMkLst>
            <pc:docMk/>
            <pc:sldMk cId="374273854" sldId="2147480052"/>
            <ac:spMk id="98" creationId="{AD5F338F-D5F2-35CB-11E0-28AF06E199D2}"/>
          </ac:spMkLst>
        </pc:spChg>
        <pc:spChg chg="mod">
          <ac:chgData name="Liang,Dr.,Hongzi (HP Medicine) BII-CN-S" userId="29bc0a18-5096-49d5-ae49-3e5745cfa117" providerId="ADAL" clId="{115D4003-19D2-420A-8A02-8D82FF6B97A7}" dt="2024-01-07T09:25:36.629" v="573" actId="1036"/>
          <ac:spMkLst>
            <pc:docMk/>
            <pc:sldMk cId="374273854" sldId="2147480052"/>
            <ac:spMk id="99" creationId="{10FD3772-9472-B0AD-8A20-A554D1F2F940}"/>
          </ac:spMkLst>
        </pc:spChg>
        <pc:spChg chg="mod">
          <ac:chgData name="Liang,Dr.,Hongzi (HP Medicine) BII-CN-S" userId="29bc0a18-5096-49d5-ae49-3e5745cfa117" providerId="ADAL" clId="{115D4003-19D2-420A-8A02-8D82FF6B97A7}" dt="2024-01-07T09:25:36.629" v="573" actId="1036"/>
          <ac:spMkLst>
            <pc:docMk/>
            <pc:sldMk cId="374273854" sldId="2147480052"/>
            <ac:spMk id="100" creationId="{4DB30BC8-0624-7498-9FCC-FDBE118F373E}"/>
          </ac:spMkLst>
        </pc:spChg>
        <pc:spChg chg="mod">
          <ac:chgData name="Liang,Dr.,Hongzi (HP Medicine) BII-CN-S" userId="29bc0a18-5096-49d5-ae49-3e5745cfa117" providerId="ADAL" clId="{115D4003-19D2-420A-8A02-8D82FF6B97A7}" dt="2024-01-07T09:35:12.944" v="762" actId="12"/>
          <ac:spMkLst>
            <pc:docMk/>
            <pc:sldMk cId="374273854" sldId="2147480052"/>
            <ac:spMk id="102" creationId="{497CFF87-A60C-2B56-A8D5-8F070B976B4C}"/>
          </ac:spMkLst>
        </pc:spChg>
        <pc:grpChg chg="mod">
          <ac:chgData name="Liang,Dr.,Hongzi (HP Medicine) BII-CN-S" userId="29bc0a18-5096-49d5-ae49-3e5745cfa117" providerId="ADAL" clId="{115D4003-19D2-420A-8A02-8D82FF6B97A7}" dt="2024-01-07T09:19:42.635" v="463" actId="1037"/>
          <ac:grpSpMkLst>
            <pc:docMk/>
            <pc:sldMk cId="374273854" sldId="2147480052"/>
            <ac:grpSpMk id="13" creationId="{D17A31BC-0171-2DA9-9A33-617F8A52679D}"/>
          </ac:grpSpMkLst>
        </pc:grpChg>
        <pc:grpChg chg="mod">
          <ac:chgData name="Liang,Dr.,Hongzi (HP Medicine) BII-CN-S" userId="29bc0a18-5096-49d5-ae49-3e5745cfa117" providerId="ADAL" clId="{115D4003-19D2-420A-8A02-8D82FF6B97A7}" dt="2024-01-07T09:25:59.332" v="604" actId="1036"/>
          <ac:grpSpMkLst>
            <pc:docMk/>
            <pc:sldMk cId="374273854" sldId="2147480052"/>
            <ac:grpSpMk id="16" creationId="{2BDC3DB8-2575-2E6C-04BC-0FF0124AB9DA}"/>
          </ac:grpSpMkLst>
        </pc:grpChg>
        <pc:grpChg chg="mod">
          <ac:chgData name="Liang,Dr.,Hongzi (HP Medicine) BII-CN-S" userId="29bc0a18-5096-49d5-ae49-3e5745cfa117" providerId="ADAL" clId="{115D4003-19D2-420A-8A02-8D82FF6B97A7}" dt="2024-01-07T09:25:59.332" v="604" actId="1036"/>
          <ac:grpSpMkLst>
            <pc:docMk/>
            <pc:sldMk cId="374273854" sldId="2147480052"/>
            <ac:grpSpMk id="20" creationId="{D38CC9D7-07D5-0F90-8CF9-7D13DC5A4CA0}"/>
          </ac:grpSpMkLst>
        </pc:grpChg>
        <pc:grpChg chg="mod">
          <ac:chgData name="Liang,Dr.,Hongzi (HP Medicine) BII-CN-S" userId="29bc0a18-5096-49d5-ae49-3e5745cfa117" providerId="ADAL" clId="{115D4003-19D2-420A-8A02-8D82FF6B97A7}" dt="2024-01-07T09:25:59.332" v="604" actId="1036"/>
          <ac:grpSpMkLst>
            <pc:docMk/>
            <pc:sldMk cId="374273854" sldId="2147480052"/>
            <ac:grpSpMk id="23" creationId="{CD314714-41C5-19A0-FA31-4E0BA01E068C}"/>
          </ac:grpSpMkLst>
        </pc:grpChg>
        <pc:grpChg chg="mod">
          <ac:chgData name="Liang,Dr.,Hongzi (HP Medicine) BII-CN-S" userId="29bc0a18-5096-49d5-ae49-3e5745cfa117" providerId="ADAL" clId="{115D4003-19D2-420A-8A02-8D82FF6B97A7}" dt="2024-01-07T09:25:59.332" v="604" actId="1036"/>
          <ac:grpSpMkLst>
            <pc:docMk/>
            <pc:sldMk cId="374273854" sldId="2147480052"/>
            <ac:grpSpMk id="27" creationId="{8DC0C3AC-9371-0AEF-6EF5-6AADD5D527C9}"/>
          </ac:grpSpMkLst>
        </pc:grpChg>
        <pc:grpChg chg="mod">
          <ac:chgData name="Liang,Dr.,Hongzi (HP Medicine) BII-CN-S" userId="29bc0a18-5096-49d5-ae49-3e5745cfa117" providerId="ADAL" clId="{115D4003-19D2-420A-8A02-8D82FF6B97A7}" dt="2024-01-07T09:25:59.332" v="604" actId="1036"/>
          <ac:grpSpMkLst>
            <pc:docMk/>
            <pc:sldMk cId="374273854" sldId="2147480052"/>
            <ac:grpSpMk id="34" creationId="{04690C0D-F67B-2C88-08B6-5CEBFEB63290}"/>
          </ac:grpSpMkLst>
        </pc:grpChg>
        <pc:grpChg chg="mod">
          <ac:chgData name="Liang,Dr.,Hongzi (HP Medicine) BII-CN-S" userId="29bc0a18-5096-49d5-ae49-3e5745cfa117" providerId="ADAL" clId="{115D4003-19D2-420A-8A02-8D82FF6B97A7}" dt="2024-01-07T09:25:59.332" v="604" actId="1036"/>
          <ac:grpSpMkLst>
            <pc:docMk/>
            <pc:sldMk cId="374273854" sldId="2147480052"/>
            <ac:grpSpMk id="37" creationId="{E9D5E50F-94BE-E104-2F33-B842115DFCB9}"/>
          </ac:grpSpMkLst>
        </pc:grpChg>
        <pc:grpChg chg="mod">
          <ac:chgData name="Liang,Dr.,Hongzi (HP Medicine) BII-CN-S" userId="29bc0a18-5096-49d5-ae49-3e5745cfa117" providerId="ADAL" clId="{115D4003-19D2-420A-8A02-8D82FF6B97A7}" dt="2024-01-07T09:25:59.332" v="604" actId="1036"/>
          <ac:grpSpMkLst>
            <pc:docMk/>
            <pc:sldMk cId="374273854" sldId="2147480052"/>
            <ac:grpSpMk id="41" creationId="{1DBE5653-B75F-3941-725F-B5AC3614F730}"/>
          </ac:grpSpMkLst>
        </pc:grpChg>
        <pc:grpChg chg="mod">
          <ac:chgData name="Liang,Dr.,Hongzi (HP Medicine) BII-CN-S" userId="29bc0a18-5096-49d5-ae49-3e5745cfa117" providerId="ADAL" clId="{115D4003-19D2-420A-8A02-8D82FF6B97A7}" dt="2024-01-07T09:25:59.332" v="604" actId="1036"/>
          <ac:grpSpMkLst>
            <pc:docMk/>
            <pc:sldMk cId="374273854" sldId="2147480052"/>
            <ac:grpSpMk id="44" creationId="{4AA75E5E-3559-ECAF-D565-2FC25853EEEA}"/>
          </ac:grpSpMkLst>
        </pc:grpChg>
        <pc:grpChg chg="add mod">
          <ac:chgData name="Liang,Dr.,Hongzi (HP Medicine) BII-CN-S" userId="29bc0a18-5096-49d5-ae49-3e5745cfa117" providerId="ADAL" clId="{115D4003-19D2-420A-8A02-8D82FF6B97A7}" dt="2024-01-07T09:27:54.378" v="617" actId="1076"/>
          <ac:grpSpMkLst>
            <pc:docMk/>
            <pc:sldMk cId="374273854" sldId="2147480052"/>
            <ac:grpSpMk id="52" creationId="{2E888B0A-EF6F-6E1B-7970-E1C23978E423}"/>
          </ac:grpSpMkLst>
        </pc:grpChg>
        <pc:grpChg chg="mod">
          <ac:chgData name="Liang,Dr.,Hongzi (HP Medicine) BII-CN-S" userId="29bc0a18-5096-49d5-ae49-3e5745cfa117" providerId="ADAL" clId="{115D4003-19D2-420A-8A02-8D82FF6B97A7}" dt="2024-01-07T09:25:36.629" v="573" actId="1036"/>
          <ac:grpSpMkLst>
            <pc:docMk/>
            <pc:sldMk cId="374273854" sldId="2147480052"/>
            <ac:grpSpMk id="74" creationId="{6F871750-63FA-449D-D13C-F68F80B07039}"/>
          </ac:grpSpMkLst>
        </pc:grpChg>
        <pc:grpChg chg="mod">
          <ac:chgData name="Liang,Dr.,Hongzi (HP Medicine) BII-CN-S" userId="29bc0a18-5096-49d5-ae49-3e5745cfa117" providerId="ADAL" clId="{115D4003-19D2-420A-8A02-8D82FF6B97A7}" dt="2024-01-07T09:25:36.629" v="573" actId="1036"/>
          <ac:grpSpMkLst>
            <pc:docMk/>
            <pc:sldMk cId="374273854" sldId="2147480052"/>
            <ac:grpSpMk id="81" creationId="{BEAC8BE2-A38C-74D2-8982-FB2E319E882F}"/>
          </ac:grpSpMkLst>
        </pc:grpChg>
        <pc:grpChg chg="mod">
          <ac:chgData name="Liang,Dr.,Hongzi (HP Medicine) BII-CN-S" userId="29bc0a18-5096-49d5-ae49-3e5745cfa117" providerId="ADAL" clId="{115D4003-19D2-420A-8A02-8D82FF6B97A7}" dt="2024-01-07T09:25:36.629" v="573" actId="1036"/>
          <ac:grpSpMkLst>
            <pc:docMk/>
            <pc:sldMk cId="374273854" sldId="2147480052"/>
            <ac:grpSpMk id="82" creationId="{2958DA11-D19E-C9E8-2F9D-C6DF7FDA7075}"/>
          </ac:grpSpMkLst>
        </pc:grpChg>
        <pc:grpChg chg="mod">
          <ac:chgData name="Liang,Dr.,Hongzi (HP Medicine) BII-CN-S" userId="29bc0a18-5096-49d5-ae49-3e5745cfa117" providerId="ADAL" clId="{115D4003-19D2-420A-8A02-8D82FF6B97A7}" dt="2024-01-07T09:25:36.629" v="573" actId="1036"/>
          <ac:grpSpMkLst>
            <pc:docMk/>
            <pc:sldMk cId="374273854" sldId="2147480052"/>
            <ac:grpSpMk id="84" creationId="{03DFB3F3-64C6-55EE-0FA0-757A4D5539AF}"/>
          </ac:grpSpMkLst>
        </pc:grpChg>
        <pc:grpChg chg="mod">
          <ac:chgData name="Liang,Dr.,Hongzi (HP Medicine) BII-CN-S" userId="29bc0a18-5096-49d5-ae49-3e5745cfa117" providerId="ADAL" clId="{115D4003-19D2-420A-8A02-8D82FF6B97A7}" dt="2024-01-07T09:25:36.629" v="573" actId="1036"/>
          <ac:grpSpMkLst>
            <pc:docMk/>
            <pc:sldMk cId="374273854" sldId="2147480052"/>
            <ac:grpSpMk id="85" creationId="{EF75FDFA-501B-9DA4-A1DD-50BE38D7B8B3}"/>
          </ac:grpSpMkLst>
        </pc:grpChg>
        <pc:grpChg chg="mod">
          <ac:chgData name="Liang,Dr.,Hongzi (HP Medicine) BII-CN-S" userId="29bc0a18-5096-49d5-ae49-3e5745cfa117" providerId="ADAL" clId="{115D4003-19D2-420A-8A02-8D82FF6B97A7}" dt="2024-01-07T09:25:36.629" v="573" actId="1036"/>
          <ac:grpSpMkLst>
            <pc:docMk/>
            <pc:sldMk cId="374273854" sldId="2147480052"/>
            <ac:grpSpMk id="87" creationId="{62469E19-C8E9-403B-A86C-D51E1FE4C7B5}"/>
          </ac:grpSpMkLst>
        </pc:grpChg>
        <pc:graphicFrameChg chg="mod">
          <ac:chgData name="Liang,Dr.,Hongzi (HP Medicine) BII-CN-S" userId="29bc0a18-5096-49d5-ae49-3e5745cfa117" providerId="ADAL" clId="{115D4003-19D2-420A-8A02-8D82FF6B97A7}" dt="2024-01-07T09:19:41.916" v="462" actId="1076"/>
          <ac:graphicFrameMkLst>
            <pc:docMk/>
            <pc:sldMk cId="374273854" sldId="2147480052"/>
            <ac:graphicFrameMk id="6" creationId="{BE544042-3B84-2A87-FD03-BE14AD48982D}"/>
          </ac:graphicFrameMkLst>
        </pc:graphicFrameChg>
        <pc:picChg chg="mod">
          <ac:chgData name="Liang,Dr.,Hongzi (HP Medicine) BII-CN-S" userId="29bc0a18-5096-49d5-ae49-3e5745cfa117" providerId="ADAL" clId="{115D4003-19D2-420A-8A02-8D82FF6B97A7}" dt="2024-01-07T09:25:36.629" v="573" actId="1036"/>
          <ac:picMkLst>
            <pc:docMk/>
            <pc:sldMk cId="374273854" sldId="2147480052"/>
            <ac:picMk id="12" creationId="{82D24007-1E51-E581-0B58-8B4B00AF7650}"/>
          </ac:picMkLst>
        </pc:picChg>
        <pc:picChg chg="mod">
          <ac:chgData name="Liang,Dr.,Hongzi (HP Medicine) BII-CN-S" userId="29bc0a18-5096-49d5-ae49-3e5745cfa117" providerId="ADAL" clId="{115D4003-19D2-420A-8A02-8D82FF6B97A7}" dt="2024-01-07T09:27:49.832" v="616"/>
          <ac:picMkLst>
            <pc:docMk/>
            <pc:sldMk cId="374273854" sldId="2147480052"/>
            <ac:picMk id="53" creationId="{D4E670F9-F9F6-BF53-BC98-7DFD644627BB}"/>
          </ac:picMkLst>
        </pc:picChg>
        <pc:picChg chg="del mod">
          <ac:chgData name="Liang,Dr.,Hongzi (HP Medicine) BII-CN-S" userId="29bc0a18-5096-49d5-ae49-3e5745cfa117" providerId="ADAL" clId="{115D4003-19D2-420A-8A02-8D82FF6B97A7}" dt="2024-01-07T09:27:49.383" v="615" actId="478"/>
          <ac:picMkLst>
            <pc:docMk/>
            <pc:sldMk cId="374273854" sldId="2147480052"/>
            <ac:picMk id="101" creationId="{76B3EF01-5792-E608-6B79-7DC0124D9F8B}"/>
          </ac:picMkLst>
        </pc:picChg>
        <pc:cxnChg chg="mod">
          <ac:chgData name="Liang,Dr.,Hongzi (HP Medicine) BII-CN-S" userId="29bc0a18-5096-49d5-ae49-3e5745cfa117" providerId="ADAL" clId="{115D4003-19D2-420A-8A02-8D82FF6B97A7}" dt="2024-01-07T09:25:36.629" v="573" actId="1036"/>
          <ac:cxnSpMkLst>
            <pc:docMk/>
            <pc:sldMk cId="374273854" sldId="2147480052"/>
            <ac:cxnSpMk id="7" creationId="{4A1E90E9-AE12-7C8A-D4A5-29AB916A661A}"/>
          </ac:cxnSpMkLst>
        </pc:cxnChg>
        <pc:cxnChg chg="mod">
          <ac:chgData name="Liang,Dr.,Hongzi (HP Medicine) BII-CN-S" userId="29bc0a18-5096-49d5-ae49-3e5745cfa117" providerId="ADAL" clId="{115D4003-19D2-420A-8A02-8D82FF6B97A7}" dt="2024-01-07T09:26:18.847" v="608" actId="14100"/>
          <ac:cxnSpMkLst>
            <pc:docMk/>
            <pc:sldMk cId="374273854" sldId="2147480052"/>
            <ac:cxnSpMk id="15" creationId="{57507466-1714-9FAD-6E20-5584C5A8B21F}"/>
          </ac:cxnSpMkLst>
        </pc:cxnChg>
      </pc:sldChg>
      <pc:sldChg chg="modSp mod">
        <pc:chgData name="Liang,Dr.,Hongzi (HP Medicine) BII-CN-S" userId="29bc0a18-5096-49d5-ae49-3e5745cfa117" providerId="ADAL" clId="{115D4003-19D2-420A-8A02-8D82FF6B97A7}" dt="2024-01-07T09:54:28.085" v="913" actId="20577"/>
        <pc:sldMkLst>
          <pc:docMk/>
          <pc:sldMk cId="1374588483" sldId="2147480053"/>
        </pc:sldMkLst>
        <pc:graphicFrameChg chg="modGraphic">
          <ac:chgData name="Liang,Dr.,Hongzi (HP Medicine) BII-CN-S" userId="29bc0a18-5096-49d5-ae49-3e5745cfa117" providerId="ADAL" clId="{115D4003-19D2-420A-8A02-8D82FF6B97A7}" dt="2024-01-07T09:54:28.085" v="913" actId="20577"/>
          <ac:graphicFrameMkLst>
            <pc:docMk/>
            <pc:sldMk cId="1374588483" sldId="2147480053"/>
            <ac:graphicFrameMk id="19" creationId="{2867D72B-A130-6827-B506-15D81EEE355D}"/>
          </ac:graphicFrameMkLst>
        </pc:graphicFrameChg>
      </pc:sldChg>
      <pc:sldChg chg="delSp modSp mod">
        <pc:chgData name="Liang,Dr.,Hongzi (HP Medicine) BII-CN-S" userId="29bc0a18-5096-49d5-ae49-3e5745cfa117" providerId="ADAL" clId="{115D4003-19D2-420A-8A02-8D82FF6B97A7}" dt="2024-01-07T09:42:56.520" v="895" actId="1076"/>
        <pc:sldMkLst>
          <pc:docMk/>
          <pc:sldMk cId="2947162828" sldId="2147480056"/>
        </pc:sldMkLst>
        <pc:spChg chg="del">
          <ac:chgData name="Liang,Dr.,Hongzi (HP Medicine) BII-CN-S" userId="29bc0a18-5096-49d5-ae49-3e5745cfa117" providerId="ADAL" clId="{115D4003-19D2-420A-8A02-8D82FF6B97A7}" dt="2024-01-07T09:38:27.010" v="780" actId="478"/>
          <ac:spMkLst>
            <pc:docMk/>
            <pc:sldMk cId="2947162828" sldId="2147480056"/>
            <ac:spMk id="23" creationId="{B1C42816-3FC0-65EA-C7F2-1552FB2B07AA}"/>
          </ac:spMkLst>
        </pc:spChg>
        <pc:spChg chg="mod">
          <ac:chgData name="Liang,Dr.,Hongzi (HP Medicine) BII-CN-S" userId="29bc0a18-5096-49d5-ae49-3e5745cfa117" providerId="ADAL" clId="{115D4003-19D2-420A-8A02-8D82FF6B97A7}" dt="2024-01-07T09:42:56.520" v="895" actId="1076"/>
          <ac:spMkLst>
            <pc:docMk/>
            <pc:sldMk cId="2947162828" sldId="2147480056"/>
            <ac:spMk id="173" creationId="{D0230058-A506-376D-6568-4029C799D2FA}"/>
          </ac:spMkLst>
        </pc:spChg>
        <pc:spChg chg="del mod">
          <ac:chgData name="Liang,Dr.,Hongzi (HP Medicine) BII-CN-S" userId="29bc0a18-5096-49d5-ae49-3e5745cfa117" providerId="ADAL" clId="{115D4003-19D2-420A-8A02-8D82FF6B97A7}" dt="2024-01-07T09:38:30.401" v="782" actId="478"/>
          <ac:spMkLst>
            <pc:docMk/>
            <pc:sldMk cId="2947162828" sldId="2147480056"/>
            <ac:spMk id="224" creationId="{F667C93A-DAA2-9F26-CA5A-64BE91FA2AF7}"/>
          </ac:spMkLst>
        </pc:spChg>
        <pc:grpChg chg="mod">
          <ac:chgData name="Liang,Dr.,Hongzi (HP Medicine) BII-CN-S" userId="29bc0a18-5096-49d5-ae49-3e5745cfa117" providerId="ADAL" clId="{115D4003-19D2-420A-8A02-8D82FF6B97A7}" dt="2024-01-07T09:40:14.041" v="854" actId="1038"/>
          <ac:grpSpMkLst>
            <pc:docMk/>
            <pc:sldMk cId="2947162828" sldId="2147480056"/>
            <ac:grpSpMk id="10" creationId="{37EF8CD2-7D51-DBE0-0476-A9199020F2B3}"/>
          </ac:grpSpMkLst>
        </pc:grpChg>
      </pc:sldChg>
      <pc:sldChg chg="modSp add mod">
        <pc:chgData name="Liang,Dr.,Hongzi (HP Medicine) BII-CN-S" userId="29bc0a18-5096-49d5-ae49-3e5745cfa117" providerId="ADAL" clId="{115D4003-19D2-420A-8A02-8D82FF6B97A7}" dt="2024-01-07T09:18:53.499" v="442" actId="14100"/>
        <pc:sldMkLst>
          <pc:docMk/>
          <pc:sldMk cId="4120333081" sldId="2147480060"/>
        </pc:sldMkLst>
        <pc:spChg chg="mod">
          <ac:chgData name="Liang,Dr.,Hongzi (HP Medicine) BII-CN-S" userId="29bc0a18-5096-49d5-ae49-3e5745cfa117" providerId="ADAL" clId="{115D4003-19D2-420A-8A02-8D82FF6B97A7}" dt="2024-01-07T09:17:51.750" v="436" actId="1076"/>
          <ac:spMkLst>
            <pc:docMk/>
            <pc:sldMk cId="4120333081" sldId="2147480060"/>
            <ac:spMk id="128" creationId="{E868EBC0-60DA-52C0-D433-F34CA5A53AF6}"/>
          </ac:spMkLst>
        </pc:spChg>
        <pc:spChg chg="mod">
          <ac:chgData name="Liang,Dr.,Hongzi (HP Medicine) BII-CN-S" userId="29bc0a18-5096-49d5-ae49-3e5745cfa117" providerId="ADAL" clId="{115D4003-19D2-420A-8A02-8D82FF6B97A7}" dt="2024-01-07T09:18:53.499" v="442" actId="14100"/>
          <ac:spMkLst>
            <pc:docMk/>
            <pc:sldMk cId="4120333081" sldId="2147480060"/>
            <ac:spMk id="129" creationId="{A33AA1BA-FC97-F5FB-582E-C9F0E4CCD8B4}"/>
          </ac:spMkLst>
        </pc:spChg>
        <pc:grpChg chg="mod">
          <ac:chgData name="Liang,Dr.,Hongzi (HP Medicine) BII-CN-S" userId="29bc0a18-5096-49d5-ae49-3e5745cfa117" providerId="ADAL" clId="{115D4003-19D2-420A-8A02-8D82FF6B97A7}" dt="2024-01-07T09:16:49.684" v="426" actId="1038"/>
          <ac:grpSpMkLst>
            <pc:docMk/>
            <pc:sldMk cId="4120333081" sldId="2147480060"/>
            <ac:grpSpMk id="21" creationId="{E3CF8100-D9C2-B8EA-A6D9-9DB9FC52C453}"/>
          </ac:grpSpMkLst>
        </pc:grpChg>
      </pc:sldChg>
      <pc:sldChg chg="addSp delSp modSp mod">
        <pc:chgData name="Liang,Dr.,Hongzi (HP Medicine) BII-CN-S" userId="29bc0a18-5096-49d5-ae49-3e5745cfa117" providerId="ADAL" clId="{115D4003-19D2-420A-8A02-8D82FF6B97A7}" dt="2024-01-07T14:09:54.279" v="1171" actId="1038"/>
        <pc:sldMkLst>
          <pc:docMk/>
          <pc:sldMk cId="1412494302" sldId="2147480061"/>
        </pc:sldMkLst>
        <pc:spChg chg="del">
          <ac:chgData name="Liang,Dr.,Hongzi (HP Medicine) BII-CN-S" userId="29bc0a18-5096-49d5-ae49-3e5745cfa117" providerId="ADAL" clId="{115D4003-19D2-420A-8A02-8D82FF6B97A7}" dt="2024-01-07T14:07:44.172" v="1027" actId="478"/>
          <ac:spMkLst>
            <pc:docMk/>
            <pc:sldMk cId="1412494302" sldId="2147480061"/>
            <ac:spMk id="3" creationId="{69DB4C02-A57F-63F6-0886-C04F0257EEA4}"/>
          </ac:spMkLst>
        </pc:spChg>
        <pc:spChg chg="add mod">
          <ac:chgData name="Liang,Dr.,Hongzi (HP Medicine) BII-CN-S" userId="29bc0a18-5096-49d5-ae49-3e5745cfa117" providerId="ADAL" clId="{115D4003-19D2-420A-8A02-8D82FF6B97A7}" dt="2024-01-07T09:57:32.122" v="1014" actId="1076"/>
          <ac:spMkLst>
            <pc:docMk/>
            <pc:sldMk cId="1412494302" sldId="2147480061"/>
            <ac:spMk id="4" creationId="{81C38870-F859-FB77-0C63-3C6924D4F1B2}"/>
          </ac:spMkLst>
        </pc:spChg>
        <pc:spChg chg="mod">
          <ac:chgData name="Liang,Dr.,Hongzi (HP Medicine) BII-CN-S" userId="29bc0a18-5096-49d5-ae49-3e5745cfa117" providerId="ADAL" clId="{115D4003-19D2-420A-8A02-8D82FF6B97A7}" dt="2024-01-07T14:07:27.666" v="1022"/>
          <ac:spMkLst>
            <pc:docMk/>
            <pc:sldMk cId="1412494302" sldId="2147480061"/>
            <ac:spMk id="7" creationId="{7DC9A767-6D39-64D0-2314-97F9766725D1}"/>
          </ac:spMkLst>
        </pc:spChg>
        <pc:spChg chg="mod">
          <ac:chgData name="Liang,Dr.,Hongzi (HP Medicine) BII-CN-S" userId="29bc0a18-5096-49d5-ae49-3e5745cfa117" providerId="ADAL" clId="{115D4003-19D2-420A-8A02-8D82FF6B97A7}" dt="2024-01-07T14:07:27.666" v="1022"/>
          <ac:spMkLst>
            <pc:docMk/>
            <pc:sldMk cId="1412494302" sldId="2147480061"/>
            <ac:spMk id="8" creationId="{5F663673-21B9-6461-C0A7-8AACAEE7CBF1}"/>
          </ac:spMkLst>
        </pc:spChg>
        <pc:spChg chg="mod">
          <ac:chgData name="Liang,Dr.,Hongzi (HP Medicine) BII-CN-S" userId="29bc0a18-5096-49d5-ae49-3e5745cfa117" providerId="ADAL" clId="{115D4003-19D2-420A-8A02-8D82FF6B97A7}" dt="2024-01-07T14:09:13.664" v="1126" actId="1076"/>
          <ac:spMkLst>
            <pc:docMk/>
            <pc:sldMk cId="1412494302" sldId="2147480061"/>
            <ac:spMk id="10" creationId="{94F13824-E88F-6340-577A-2CB68799E756}"/>
          </ac:spMkLst>
        </pc:spChg>
        <pc:spChg chg="mod">
          <ac:chgData name="Liang,Dr.,Hongzi (HP Medicine) BII-CN-S" userId="29bc0a18-5096-49d5-ae49-3e5745cfa117" providerId="ADAL" clId="{115D4003-19D2-420A-8A02-8D82FF6B97A7}" dt="2024-01-07T14:08:26.965" v="1080" actId="20577"/>
          <ac:spMkLst>
            <pc:docMk/>
            <pc:sldMk cId="1412494302" sldId="2147480061"/>
            <ac:spMk id="11" creationId="{A7D44785-7979-6CAD-98C2-653EADD92E90}"/>
          </ac:spMkLst>
        </pc:spChg>
        <pc:spChg chg="add mod">
          <ac:chgData name="Liang,Dr.,Hongzi (HP Medicine) BII-CN-S" userId="29bc0a18-5096-49d5-ae49-3e5745cfa117" providerId="ADAL" clId="{115D4003-19D2-420A-8A02-8D82FF6B97A7}" dt="2024-01-07T14:08:21.317" v="1072" actId="1076"/>
          <ac:spMkLst>
            <pc:docMk/>
            <pc:sldMk cId="1412494302" sldId="2147480061"/>
            <ac:spMk id="12" creationId="{AAC0E22A-3FDD-27EF-1EA9-E7B0684E1A4B}"/>
          </ac:spMkLst>
        </pc:spChg>
        <pc:spChg chg="mod">
          <ac:chgData name="Liang,Dr.,Hongzi (HP Medicine) BII-CN-S" userId="29bc0a18-5096-49d5-ae49-3e5745cfa117" providerId="ADAL" clId="{115D4003-19D2-420A-8A02-8D82FF6B97A7}" dt="2024-01-07T14:07:56.931" v="1070" actId="1038"/>
          <ac:spMkLst>
            <pc:docMk/>
            <pc:sldMk cId="1412494302" sldId="2147480061"/>
            <ac:spMk id="85" creationId="{E046EABA-6BB9-C5F7-7228-E4DB1F3294FD}"/>
          </ac:spMkLst>
        </pc:spChg>
        <pc:spChg chg="mod">
          <ac:chgData name="Liang,Dr.,Hongzi (HP Medicine) BII-CN-S" userId="29bc0a18-5096-49d5-ae49-3e5745cfa117" providerId="ADAL" clId="{115D4003-19D2-420A-8A02-8D82FF6B97A7}" dt="2024-01-07T14:09:54.279" v="1171" actId="1038"/>
          <ac:spMkLst>
            <pc:docMk/>
            <pc:sldMk cId="1412494302" sldId="2147480061"/>
            <ac:spMk id="86" creationId="{2833B7CB-A5CC-C3D7-8D79-91FBBFD9B5C1}"/>
          </ac:spMkLst>
        </pc:spChg>
        <pc:spChg chg="mod">
          <ac:chgData name="Liang,Dr.,Hongzi (HP Medicine) BII-CN-S" userId="29bc0a18-5096-49d5-ae49-3e5745cfa117" providerId="ADAL" clId="{115D4003-19D2-420A-8A02-8D82FF6B97A7}" dt="2024-01-07T09:55:40.035" v="983" actId="20577"/>
          <ac:spMkLst>
            <pc:docMk/>
            <pc:sldMk cId="1412494302" sldId="2147480061"/>
            <ac:spMk id="87" creationId="{4F13EE89-C528-CAF0-326A-FFFDE9C592BB}"/>
          </ac:spMkLst>
        </pc:spChg>
        <pc:spChg chg="mod">
          <ac:chgData name="Liang,Dr.,Hongzi (HP Medicine) BII-CN-S" userId="29bc0a18-5096-49d5-ae49-3e5745cfa117" providerId="ADAL" clId="{115D4003-19D2-420A-8A02-8D82FF6B97A7}" dt="2024-01-07T09:57:23.557" v="1013" actId="1076"/>
          <ac:spMkLst>
            <pc:docMk/>
            <pc:sldMk cId="1412494302" sldId="2147480061"/>
            <ac:spMk id="92" creationId="{8F35A082-D9FD-A73F-7DEB-2DA40675B502}"/>
          </ac:spMkLst>
        </pc:spChg>
        <pc:spChg chg="mod">
          <ac:chgData name="Liang,Dr.,Hongzi (HP Medicine) BII-CN-S" userId="29bc0a18-5096-49d5-ae49-3e5745cfa117" providerId="ADAL" clId="{115D4003-19D2-420A-8A02-8D82FF6B97A7}" dt="2024-01-07T14:07:56.931" v="1070" actId="1038"/>
          <ac:spMkLst>
            <pc:docMk/>
            <pc:sldMk cId="1412494302" sldId="2147480061"/>
            <ac:spMk id="99" creationId="{D57D8FEF-6298-09CD-0902-6566D6042E60}"/>
          </ac:spMkLst>
        </pc:spChg>
        <pc:spChg chg="mod">
          <ac:chgData name="Liang,Dr.,Hongzi (HP Medicine) BII-CN-S" userId="29bc0a18-5096-49d5-ae49-3e5745cfa117" providerId="ADAL" clId="{115D4003-19D2-420A-8A02-8D82FF6B97A7}" dt="2024-01-07T14:09:37.913" v="1127" actId="1076"/>
          <ac:spMkLst>
            <pc:docMk/>
            <pc:sldMk cId="1412494302" sldId="2147480061"/>
            <ac:spMk id="100" creationId="{86D90F2D-B666-17A2-350C-5AE8775A3972}"/>
          </ac:spMkLst>
        </pc:spChg>
        <pc:spChg chg="mod">
          <ac:chgData name="Liang,Dr.,Hongzi (HP Medicine) BII-CN-S" userId="29bc0a18-5096-49d5-ae49-3e5745cfa117" providerId="ADAL" clId="{115D4003-19D2-420A-8A02-8D82FF6B97A7}" dt="2024-01-07T14:09:54.279" v="1171" actId="1038"/>
          <ac:spMkLst>
            <pc:docMk/>
            <pc:sldMk cId="1412494302" sldId="2147480061"/>
            <ac:spMk id="101" creationId="{F83025A5-D927-6E5F-FBD1-40D5CE1A8369}"/>
          </ac:spMkLst>
        </pc:spChg>
        <pc:spChg chg="mod">
          <ac:chgData name="Liang,Dr.,Hongzi (HP Medicine) BII-CN-S" userId="29bc0a18-5096-49d5-ae49-3e5745cfa117" providerId="ADAL" clId="{115D4003-19D2-420A-8A02-8D82FF6B97A7}" dt="2024-01-07T14:07:56.931" v="1070" actId="1038"/>
          <ac:spMkLst>
            <pc:docMk/>
            <pc:sldMk cId="1412494302" sldId="2147480061"/>
            <ac:spMk id="102" creationId="{FC5FEFE1-31F4-A66D-72D0-1DBEBBEABF5E}"/>
          </ac:spMkLst>
        </pc:spChg>
        <pc:spChg chg="mod">
          <ac:chgData name="Liang,Dr.,Hongzi (HP Medicine) BII-CN-S" userId="29bc0a18-5096-49d5-ae49-3e5745cfa117" providerId="ADAL" clId="{115D4003-19D2-420A-8A02-8D82FF6B97A7}" dt="2024-01-07T14:07:56.931" v="1070" actId="1038"/>
          <ac:spMkLst>
            <pc:docMk/>
            <pc:sldMk cId="1412494302" sldId="2147480061"/>
            <ac:spMk id="103" creationId="{53FF9BFC-2B1A-EF92-4F6C-453A71450C21}"/>
          </ac:spMkLst>
        </pc:spChg>
        <pc:spChg chg="mod">
          <ac:chgData name="Liang,Dr.,Hongzi (HP Medicine) BII-CN-S" userId="29bc0a18-5096-49d5-ae49-3e5745cfa117" providerId="ADAL" clId="{115D4003-19D2-420A-8A02-8D82FF6B97A7}" dt="2024-01-07T14:07:56.931" v="1070" actId="1038"/>
          <ac:spMkLst>
            <pc:docMk/>
            <pc:sldMk cId="1412494302" sldId="2147480061"/>
            <ac:spMk id="104" creationId="{5554B080-B179-BF22-3C11-EF2F9E9FB44F}"/>
          </ac:spMkLst>
        </pc:spChg>
        <pc:spChg chg="mod">
          <ac:chgData name="Liang,Dr.,Hongzi (HP Medicine) BII-CN-S" userId="29bc0a18-5096-49d5-ae49-3e5745cfa117" providerId="ADAL" clId="{115D4003-19D2-420A-8A02-8D82FF6B97A7}" dt="2024-01-07T14:07:56.931" v="1070" actId="1038"/>
          <ac:spMkLst>
            <pc:docMk/>
            <pc:sldMk cId="1412494302" sldId="2147480061"/>
            <ac:spMk id="105" creationId="{2E605E80-BD1F-2567-F032-C57198B46441}"/>
          </ac:spMkLst>
        </pc:spChg>
        <pc:spChg chg="mod">
          <ac:chgData name="Liang,Dr.,Hongzi (HP Medicine) BII-CN-S" userId="29bc0a18-5096-49d5-ae49-3e5745cfa117" providerId="ADAL" clId="{115D4003-19D2-420A-8A02-8D82FF6B97A7}" dt="2024-01-07T14:07:56.931" v="1070" actId="1038"/>
          <ac:spMkLst>
            <pc:docMk/>
            <pc:sldMk cId="1412494302" sldId="2147480061"/>
            <ac:spMk id="106" creationId="{4AA514AF-37D5-C63A-7F5F-F12723AC16A3}"/>
          </ac:spMkLst>
        </pc:spChg>
        <pc:spChg chg="mod">
          <ac:chgData name="Liang,Dr.,Hongzi (HP Medicine) BII-CN-S" userId="29bc0a18-5096-49d5-ae49-3e5745cfa117" providerId="ADAL" clId="{115D4003-19D2-420A-8A02-8D82FF6B97A7}" dt="2024-01-07T14:07:56.931" v="1070" actId="1038"/>
          <ac:spMkLst>
            <pc:docMk/>
            <pc:sldMk cId="1412494302" sldId="2147480061"/>
            <ac:spMk id="108" creationId="{0B899260-FD82-1414-5C51-87E3A0E10CA7}"/>
          </ac:spMkLst>
        </pc:spChg>
        <pc:spChg chg="mod">
          <ac:chgData name="Liang,Dr.,Hongzi (HP Medicine) BII-CN-S" userId="29bc0a18-5096-49d5-ae49-3e5745cfa117" providerId="ADAL" clId="{115D4003-19D2-420A-8A02-8D82FF6B97A7}" dt="2024-01-07T14:07:56.931" v="1070" actId="1038"/>
          <ac:spMkLst>
            <pc:docMk/>
            <pc:sldMk cId="1412494302" sldId="2147480061"/>
            <ac:spMk id="109" creationId="{25275B79-04E3-0014-04AD-C6C2C877B551}"/>
          </ac:spMkLst>
        </pc:spChg>
        <pc:spChg chg="mod">
          <ac:chgData name="Liang,Dr.,Hongzi (HP Medicine) BII-CN-S" userId="29bc0a18-5096-49d5-ae49-3e5745cfa117" providerId="ADAL" clId="{115D4003-19D2-420A-8A02-8D82FF6B97A7}" dt="2024-01-07T14:07:56.931" v="1070" actId="1038"/>
          <ac:spMkLst>
            <pc:docMk/>
            <pc:sldMk cId="1412494302" sldId="2147480061"/>
            <ac:spMk id="112" creationId="{C9F9C93C-2302-DA8C-B7AB-2FC9BE7DDAD9}"/>
          </ac:spMkLst>
        </pc:spChg>
        <pc:spChg chg="mod">
          <ac:chgData name="Liang,Dr.,Hongzi (HP Medicine) BII-CN-S" userId="29bc0a18-5096-49d5-ae49-3e5745cfa117" providerId="ADAL" clId="{115D4003-19D2-420A-8A02-8D82FF6B97A7}" dt="2024-01-07T14:07:56.931" v="1070" actId="1038"/>
          <ac:spMkLst>
            <pc:docMk/>
            <pc:sldMk cId="1412494302" sldId="2147480061"/>
            <ac:spMk id="113" creationId="{4BCF8CD1-FC0E-6E62-D2E5-D5A3EFD755D8}"/>
          </ac:spMkLst>
        </pc:spChg>
        <pc:spChg chg="mod">
          <ac:chgData name="Liang,Dr.,Hongzi (HP Medicine) BII-CN-S" userId="29bc0a18-5096-49d5-ae49-3e5745cfa117" providerId="ADAL" clId="{115D4003-19D2-420A-8A02-8D82FF6B97A7}" dt="2024-01-07T14:07:56.931" v="1070" actId="1038"/>
          <ac:spMkLst>
            <pc:docMk/>
            <pc:sldMk cId="1412494302" sldId="2147480061"/>
            <ac:spMk id="115" creationId="{FA1F9745-96A8-B600-A9FA-4242F17A1EB6}"/>
          </ac:spMkLst>
        </pc:spChg>
        <pc:spChg chg="mod">
          <ac:chgData name="Liang,Dr.,Hongzi (HP Medicine) BII-CN-S" userId="29bc0a18-5096-49d5-ae49-3e5745cfa117" providerId="ADAL" clId="{115D4003-19D2-420A-8A02-8D82FF6B97A7}" dt="2024-01-07T14:07:56.931" v="1070" actId="1038"/>
          <ac:spMkLst>
            <pc:docMk/>
            <pc:sldMk cId="1412494302" sldId="2147480061"/>
            <ac:spMk id="116" creationId="{6E504BE5-E60F-BC65-9ABC-AD5836B3546A}"/>
          </ac:spMkLst>
        </pc:spChg>
        <pc:spChg chg="del">
          <ac:chgData name="Liang,Dr.,Hongzi (HP Medicine) BII-CN-S" userId="29bc0a18-5096-49d5-ae49-3e5745cfa117" providerId="ADAL" clId="{115D4003-19D2-420A-8A02-8D82FF6B97A7}" dt="2024-01-07T09:57:07.748" v="1010" actId="478"/>
          <ac:spMkLst>
            <pc:docMk/>
            <pc:sldMk cId="1412494302" sldId="2147480061"/>
            <ac:spMk id="117" creationId="{0C775546-F808-A36C-BB30-5D59489E3137}"/>
          </ac:spMkLst>
        </pc:spChg>
        <pc:spChg chg="mod">
          <ac:chgData name="Liang,Dr.,Hongzi (HP Medicine) BII-CN-S" userId="29bc0a18-5096-49d5-ae49-3e5745cfa117" providerId="ADAL" clId="{115D4003-19D2-420A-8A02-8D82FF6B97A7}" dt="2024-01-07T14:07:56.931" v="1070" actId="1038"/>
          <ac:spMkLst>
            <pc:docMk/>
            <pc:sldMk cId="1412494302" sldId="2147480061"/>
            <ac:spMk id="119" creationId="{57919988-4EC9-3924-BBCC-A4E5727C1F0D}"/>
          </ac:spMkLst>
        </pc:spChg>
        <pc:spChg chg="mod">
          <ac:chgData name="Liang,Dr.,Hongzi (HP Medicine) BII-CN-S" userId="29bc0a18-5096-49d5-ae49-3e5745cfa117" providerId="ADAL" clId="{115D4003-19D2-420A-8A02-8D82FF6B97A7}" dt="2024-01-07T14:07:56.931" v="1070" actId="1038"/>
          <ac:spMkLst>
            <pc:docMk/>
            <pc:sldMk cId="1412494302" sldId="2147480061"/>
            <ac:spMk id="120" creationId="{A8CD723E-718E-B733-C424-54B3542E1F85}"/>
          </ac:spMkLst>
        </pc:spChg>
        <pc:spChg chg="mod">
          <ac:chgData name="Liang,Dr.,Hongzi (HP Medicine) BII-CN-S" userId="29bc0a18-5096-49d5-ae49-3e5745cfa117" providerId="ADAL" clId="{115D4003-19D2-420A-8A02-8D82FF6B97A7}" dt="2024-01-07T14:07:56.931" v="1070" actId="1038"/>
          <ac:spMkLst>
            <pc:docMk/>
            <pc:sldMk cId="1412494302" sldId="2147480061"/>
            <ac:spMk id="122" creationId="{070B6757-C24B-ACC4-05EB-CEB58D1A40B6}"/>
          </ac:spMkLst>
        </pc:spChg>
        <pc:spChg chg="mod">
          <ac:chgData name="Liang,Dr.,Hongzi (HP Medicine) BII-CN-S" userId="29bc0a18-5096-49d5-ae49-3e5745cfa117" providerId="ADAL" clId="{115D4003-19D2-420A-8A02-8D82FF6B97A7}" dt="2024-01-07T14:07:56.931" v="1070" actId="1038"/>
          <ac:spMkLst>
            <pc:docMk/>
            <pc:sldMk cId="1412494302" sldId="2147480061"/>
            <ac:spMk id="123" creationId="{D238B683-E9EF-0845-9070-7E84B07724DD}"/>
          </ac:spMkLst>
        </pc:spChg>
        <pc:spChg chg="mod">
          <ac:chgData name="Liang,Dr.,Hongzi (HP Medicine) BII-CN-S" userId="29bc0a18-5096-49d5-ae49-3e5745cfa117" providerId="ADAL" clId="{115D4003-19D2-420A-8A02-8D82FF6B97A7}" dt="2024-01-07T14:09:54.279" v="1171" actId="1038"/>
          <ac:spMkLst>
            <pc:docMk/>
            <pc:sldMk cId="1412494302" sldId="2147480061"/>
            <ac:spMk id="124" creationId="{AF1F6D8E-F2AA-210A-EB27-D8530960ADE2}"/>
          </ac:spMkLst>
        </pc:spChg>
        <pc:spChg chg="mod">
          <ac:chgData name="Liang,Dr.,Hongzi (HP Medicine) BII-CN-S" userId="29bc0a18-5096-49d5-ae49-3e5745cfa117" providerId="ADAL" clId="{115D4003-19D2-420A-8A02-8D82FF6B97A7}" dt="2024-01-07T14:09:54.279" v="1171" actId="1038"/>
          <ac:spMkLst>
            <pc:docMk/>
            <pc:sldMk cId="1412494302" sldId="2147480061"/>
            <ac:spMk id="125" creationId="{A1BCFA9E-B8FA-3DEE-8E51-D724DCF597A1}"/>
          </ac:spMkLst>
        </pc:spChg>
        <pc:spChg chg="mod">
          <ac:chgData name="Liang,Dr.,Hongzi (HP Medicine) BII-CN-S" userId="29bc0a18-5096-49d5-ae49-3e5745cfa117" providerId="ADAL" clId="{115D4003-19D2-420A-8A02-8D82FF6B97A7}" dt="2024-01-07T14:09:54.279" v="1171" actId="1038"/>
          <ac:spMkLst>
            <pc:docMk/>
            <pc:sldMk cId="1412494302" sldId="2147480061"/>
            <ac:spMk id="126" creationId="{6C9BF3C3-C00B-7291-2197-4BCA1059A64B}"/>
          </ac:spMkLst>
        </pc:spChg>
        <pc:spChg chg="mod">
          <ac:chgData name="Liang,Dr.,Hongzi (HP Medicine) BII-CN-S" userId="29bc0a18-5096-49d5-ae49-3e5745cfa117" providerId="ADAL" clId="{115D4003-19D2-420A-8A02-8D82FF6B97A7}" dt="2024-01-07T14:07:56.931" v="1070" actId="1038"/>
          <ac:spMkLst>
            <pc:docMk/>
            <pc:sldMk cId="1412494302" sldId="2147480061"/>
            <ac:spMk id="127" creationId="{AA13F559-D1B4-BA56-8FA8-8DF69B5E0C2C}"/>
          </ac:spMkLst>
        </pc:spChg>
        <pc:spChg chg="mod">
          <ac:chgData name="Liang,Dr.,Hongzi (HP Medicine) BII-CN-S" userId="29bc0a18-5096-49d5-ae49-3e5745cfa117" providerId="ADAL" clId="{115D4003-19D2-420A-8A02-8D82FF6B97A7}" dt="2024-01-07T14:07:56.931" v="1070" actId="1038"/>
          <ac:spMkLst>
            <pc:docMk/>
            <pc:sldMk cId="1412494302" sldId="2147480061"/>
            <ac:spMk id="128" creationId="{CFAD01AC-69A0-5EA1-453B-3282C6FF99D5}"/>
          </ac:spMkLst>
        </pc:spChg>
        <pc:spChg chg="mod">
          <ac:chgData name="Liang,Dr.,Hongzi (HP Medicine) BII-CN-S" userId="29bc0a18-5096-49d5-ae49-3e5745cfa117" providerId="ADAL" clId="{115D4003-19D2-420A-8A02-8D82FF6B97A7}" dt="2024-01-07T14:07:56.931" v="1070" actId="1038"/>
          <ac:spMkLst>
            <pc:docMk/>
            <pc:sldMk cId="1412494302" sldId="2147480061"/>
            <ac:spMk id="129" creationId="{9942B3D7-B714-5A1F-045B-B5FBA6EFAF3D}"/>
          </ac:spMkLst>
        </pc:spChg>
        <pc:spChg chg="mod">
          <ac:chgData name="Liang,Dr.,Hongzi (HP Medicine) BII-CN-S" userId="29bc0a18-5096-49d5-ae49-3e5745cfa117" providerId="ADAL" clId="{115D4003-19D2-420A-8A02-8D82FF6B97A7}" dt="2024-01-07T14:07:56.931" v="1070" actId="1038"/>
          <ac:spMkLst>
            <pc:docMk/>
            <pc:sldMk cId="1412494302" sldId="2147480061"/>
            <ac:spMk id="131" creationId="{AA37307D-A0C3-CA25-6C45-562F5F283673}"/>
          </ac:spMkLst>
        </pc:spChg>
        <pc:spChg chg="mod">
          <ac:chgData name="Liang,Dr.,Hongzi (HP Medicine) BII-CN-S" userId="29bc0a18-5096-49d5-ae49-3e5745cfa117" providerId="ADAL" clId="{115D4003-19D2-420A-8A02-8D82FF6B97A7}" dt="2024-01-07T14:07:56.931" v="1070" actId="1038"/>
          <ac:spMkLst>
            <pc:docMk/>
            <pc:sldMk cId="1412494302" sldId="2147480061"/>
            <ac:spMk id="132" creationId="{7173FC01-92C4-F3E2-8951-9BAF2A13FB36}"/>
          </ac:spMkLst>
        </pc:spChg>
        <pc:spChg chg="mod">
          <ac:chgData name="Liang,Dr.,Hongzi (HP Medicine) BII-CN-S" userId="29bc0a18-5096-49d5-ae49-3e5745cfa117" providerId="ADAL" clId="{115D4003-19D2-420A-8A02-8D82FF6B97A7}" dt="2024-01-07T14:07:56.931" v="1070" actId="1038"/>
          <ac:spMkLst>
            <pc:docMk/>
            <pc:sldMk cId="1412494302" sldId="2147480061"/>
            <ac:spMk id="134" creationId="{6E08D6B9-6CAF-02E9-DA52-54012D1DB698}"/>
          </ac:spMkLst>
        </pc:spChg>
        <pc:spChg chg="mod">
          <ac:chgData name="Liang,Dr.,Hongzi (HP Medicine) BII-CN-S" userId="29bc0a18-5096-49d5-ae49-3e5745cfa117" providerId="ADAL" clId="{115D4003-19D2-420A-8A02-8D82FF6B97A7}" dt="2024-01-07T14:07:56.931" v="1070" actId="1038"/>
          <ac:spMkLst>
            <pc:docMk/>
            <pc:sldMk cId="1412494302" sldId="2147480061"/>
            <ac:spMk id="135" creationId="{64F1CE99-75B2-C6BE-20FF-DF19D30746FB}"/>
          </ac:spMkLst>
        </pc:spChg>
        <pc:spChg chg="mod">
          <ac:chgData name="Liang,Dr.,Hongzi (HP Medicine) BII-CN-S" userId="29bc0a18-5096-49d5-ae49-3e5745cfa117" providerId="ADAL" clId="{115D4003-19D2-420A-8A02-8D82FF6B97A7}" dt="2024-01-07T14:07:56.931" v="1070" actId="1038"/>
          <ac:spMkLst>
            <pc:docMk/>
            <pc:sldMk cId="1412494302" sldId="2147480061"/>
            <ac:spMk id="136" creationId="{437A05A5-EFAE-9562-144F-834ACD2AC1C2}"/>
          </ac:spMkLst>
        </pc:spChg>
        <pc:spChg chg="mod">
          <ac:chgData name="Liang,Dr.,Hongzi (HP Medicine) BII-CN-S" userId="29bc0a18-5096-49d5-ae49-3e5745cfa117" providerId="ADAL" clId="{115D4003-19D2-420A-8A02-8D82FF6B97A7}" dt="2024-01-07T14:07:56.931" v="1070" actId="1038"/>
          <ac:spMkLst>
            <pc:docMk/>
            <pc:sldMk cId="1412494302" sldId="2147480061"/>
            <ac:spMk id="138" creationId="{218A2698-E84D-3D2A-2603-23A24AE7CCE0}"/>
          </ac:spMkLst>
        </pc:spChg>
        <pc:spChg chg="mod">
          <ac:chgData name="Liang,Dr.,Hongzi (HP Medicine) BII-CN-S" userId="29bc0a18-5096-49d5-ae49-3e5745cfa117" providerId="ADAL" clId="{115D4003-19D2-420A-8A02-8D82FF6B97A7}" dt="2024-01-07T14:07:56.931" v="1070" actId="1038"/>
          <ac:spMkLst>
            <pc:docMk/>
            <pc:sldMk cId="1412494302" sldId="2147480061"/>
            <ac:spMk id="139" creationId="{5B8B38F8-4CD7-841B-1A4D-19AAD750BC6F}"/>
          </ac:spMkLst>
        </pc:spChg>
        <pc:spChg chg="mod">
          <ac:chgData name="Liang,Dr.,Hongzi (HP Medicine) BII-CN-S" userId="29bc0a18-5096-49d5-ae49-3e5745cfa117" providerId="ADAL" clId="{115D4003-19D2-420A-8A02-8D82FF6B97A7}" dt="2024-01-07T14:07:56.931" v="1070" actId="1038"/>
          <ac:spMkLst>
            <pc:docMk/>
            <pc:sldMk cId="1412494302" sldId="2147480061"/>
            <ac:spMk id="142" creationId="{22145407-CF2F-E78C-6ECB-26F12B1C65E3}"/>
          </ac:spMkLst>
        </pc:spChg>
        <pc:spChg chg="mod">
          <ac:chgData name="Liang,Dr.,Hongzi (HP Medicine) BII-CN-S" userId="29bc0a18-5096-49d5-ae49-3e5745cfa117" providerId="ADAL" clId="{115D4003-19D2-420A-8A02-8D82FF6B97A7}" dt="2024-01-07T14:07:56.931" v="1070" actId="1038"/>
          <ac:spMkLst>
            <pc:docMk/>
            <pc:sldMk cId="1412494302" sldId="2147480061"/>
            <ac:spMk id="143" creationId="{D7F7B626-D59A-6C2E-5433-BCAFD02C53A6}"/>
          </ac:spMkLst>
        </pc:spChg>
        <pc:spChg chg="mod">
          <ac:chgData name="Liang,Dr.,Hongzi (HP Medicine) BII-CN-S" userId="29bc0a18-5096-49d5-ae49-3e5745cfa117" providerId="ADAL" clId="{115D4003-19D2-420A-8A02-8D82FF6B97A7}" dt="2024-01-07T14:07:56.931" v="1070" actId="1038"/>
          <ac:spMkLst>
            <pc:docMk/>
            <pc:sldMk cId="1412494302" sldId="2147480061"/>
            <ac:spMk id="144" creationId="{3A5B2301-481E-8199-A816-F355C093A8EC}"/>
          </ac:spMkLst>
        </pc:spChg>
        <pc:spChg chg="mod">
          <ac:chgData name="Liang,Dr.,Hongzi (HP Medicine) BII-CN-S" userId="29bc0a18-5096-49d5-ae49-3e5745cfa117" providerId="ADAL" clId="{115D4003-19D2-420A-8A02-8D82FF6B97A7}" dt="2024-01-07T14:07:56.931" v="1070" actId="1038"/>
          <ac:spMkLst>
            <pc:docMk/>
            <pc:sldMk cId="1412494302" sldId="2147480061"/>
            <ac:spMk id="147" creationId="{D4107BF7-A258-A181-CB47-D7AE9F3229E6}"/>
          </ac:spMkLst>
        </pc:spChg>
        <pc:spChg chg="mod">
          <ac:chgData name="Liang,Dr.,Hongzi (HP Medicine) BII-CN-S" userId="29bc0a18-5096-49d5-ae49-3e5745cfa117" providerId="ADAL" clId="{115D4003-19D2-420A-8A02-8D82FF6B97A7}" dt="2024-01-07T14:07:56.931" v="1070" actId="1038"/>
          <ac:spMkLst>
            <pc:docMk/>
            <pc:sldMk cId="1412494302" sldId="2147480061"/>
            <ac:spMk id="148" creationId="{363EDECD-607A-EE21-374A-9BBD82DCDE7D}"/>
          </ac:spMkLst>
        </pc:spChg>
        <pc:spChg chg="mod">
          <ac:chgData name="Liang,Dr.,Hongzi (HP Medicine) BII-CN-S" userId="29bc0a18-5096-49d5-ae49-3e5745cfa117" providerId="ADAL" clId="{115D4003-19D2-420A-8A02-8D82FF6B97A7}" dt="2024-01-07T14:07:56.931" v="1070" actId="1038"/>
          <ac:spMkLst>
            <pc:docMk/>
            <pc:sldMk cId="1412494302" sldId="2147480061"/>
            <ac:spMk id="149" creationId="{19A6291A-C7C9-C4A4-871C-D083E6F27744}"/>
          </ac:spMkLst>
        </pc:spChg>
        <pc:spChg chg="mod">
          <ac:chgData name="Liang,Dr.,Hongzi (HP Medicine) BII-CN-S" userId="29bc0a18-5096-49d5-ae49-3e5745cfa117" providerId="ADAL" clId="{115D4003-19D2-420A-8A02-8D82FF6B97A7}" dt="2024-01-07T14:07:56.931" v="1070" actId="1038"/>
          <ac:spMkLst>
            <pc:docMk/>
            <pc:sldMk cId="1412494302" sldId="2147480061"/>
            <ac:spMk id="152" creationId="{037F5398-9D21-CAD2-C5D8-58FD98C9982B}"/>
          </ac:spMkLst>
        </pc:spChg>
        <pc:spChg chg="mod">
          <ac:chgData name="Liang,Dr.,Hongzi (HP Medicine) BII-CN-S" userId="29bc0a18-5096-49d5-ae49-3e5745cfa117" providerId="ADAL" clId="{115D4003-19D2-420A-8A02-8D82FF6B97A7}" dt="2024-01-07T14:07:56.931" v="1070" actId="1038"/>
          <ac:spMkLst>
            <pc:docMk/>
            <pc:sldMk cId="1412494302" sldId="2147480061"/>
            <ac:spMk id="153" creationId="{0BE28DEB-C925-27ED-1AAF-4E6927F53154}"/>
          </ac:spMkLst>
        </pc:spChg>
        <pc:spChg chg="mod">
          <ac:chgData name="Liang,Dr.,Hongzi (HP Medicine) BII-CN-S" userId="29bc0a18-5096-49d5-ae49-3e5745cfa117" providerId="ADAL" clId="{115D4003-19D2-420A-8A02-8D82FF6B97A7}" dt="2024-01-07T14:07:56.931" v="1070" actId="1038"/>
          <ac:spMkLst>
            <pc:docMk/>
            <pc:sldMk cId="1412494302" sldId="2147480061"/>
            <ac:spMk id="154" creationId="{67B3F58F-F4C9-9440-00C4-A6953E6FA5ED}"/>
          </ac:spMkLst>
        </pc:spChg>
        <pc:spChg chg="mod">
          <ac:chgData name="Liang,Dr.,Hongzi (HP Medicine) BII-CN-S" userId="29bc0a18-5096-49d5-ae49-3e5745cfa117" providerId="ADAL" clId="{115D4003-19D2-420A-8A02-8D82FF6B97A7}" dt="2024-01-07T14:07:56.931" v="1070" actId="1038"/>
          <ac:spMkLst>
            <pc:docMk/>
            <pc:sldMk cId="1412494302" sldId="2147480061"/>
            <ac:spMk id="157" creationId="{8BDA20BC-53D2-6DF4-1BDE-926A89C6D48C}"/>
          </ac:spMkLst>
        </pc:spChg>
        <pc:spChg chg="mod">
          <ac:chgData name="Liang,Dr.,Hongzi (HP Medicine) BII-CN-S" userId="29bc0a18-5096-49d5-ae49-3e5745cfa117" providerId="ADAL" clId="{115D4003-19D2-420A-8A02-8D82FF6B97A7}" dt="2024-01-07T14:07:56.931" v="1070" actId="1038"/>
          <ac:spMkLst>
            <pc:docMk/>
            <pc:sldMk cId="1412494302" sldId="2147480061"/>
            <ac:spMk id="158" creationId="{71100D76-9BBE-4E34-1D1A-8460945B1FBA}"/>
          </ac:spMkLst>
        </pc:spChg>
        <pc:spChg chg="mod">
          <ac:chgData name="Liang,Dr.,Hongzi (HP Medicine) BII-CN-S" userId="29bc0a18-5096-49d5-ae49-3e5745cfa117" providerId="ADAL" clId="{115D4003-19D2-420A-8A02-8D82FF6B97A7}" dt="2024-01-07T14:07:56.931" v="1070" actId="1038"/>
          <ac:spMkLst>
            <pc:docMk/>
            <pc:sldMk cId="1412494302" sldId="2147480061"/>
            <ac:spMk id="159" creationId="{B71FB56C-F361-9E13-7204-67B7746C8A0C}"/>
          </ac:spMkLst>
        </pc:spChg>
        <pc:spChg chg="mod">
          <ac:chgData name="Liang,Dr.,Hongzi (HP Medicine) BII-CN-S" userId="29bc0a18-5096-49d5-ae49-3e5745cfa117" providerId="ADAL" clId="{115D4003-19D2-420A-8A02-8D82FF6B97A7}" dt="2024-01-07T14:07:56.931" v="1070" actId="1038"/>
          <ac:spMkLst>
            <pc:docMk/>
            <pc:sldMk cId="1412494302" sldId="2147480061"/>
            <ac:spMk id="160" creationId="{D263F16F-8466-AF2A-F905-F08C2026054B}"/>
          </ac:spMkLst>
        </pc:spChg>
        <pc:spChg chg="del">
          <ac:chgData name="Liang,Dr.,Hongzi (HP Medicine) BII-CN-S" userId="29bc0a18-5096-49d5-ae49-3e5745cfa117" providerId="ADAL" clId="{115D4003-19D2-420A-8A02-8D82FF6B97A7}" dt="2024-01-07T14:07:41.328" v="1026" actId="478"/>
          <ac:spMkLst>
            <pc:docMk/>
            <pc:sldMk cId="1412494302" sldId="2147480061"/>
            <ac:spMk id="161" creationId="{BBD864BE-E915-21B8-0E52-8F776A4DCE1A}"/>
          </ac:spMkLst>
        </pc:spChg>
        <pc:grpChg chg="add del mod">
          <ac:chgData name="Liang,Dr.,Hongzi (HP Medicine) BII-CN-S" userId="29bc0a18-5096-49d5-ae49-3e5745cfa117" providerId="ADAL" clId="{115D4003-19D2-420A-8A02-8D82FF6B97A7}" dt="2024-01-07T14:07:36.104" v="1025"/>
          <ac:grpSpMkLst>
            <pc:docMk/>
            <pc:sldMk cId="1412494302" sldId="2147480061"/>
            <ac:grpSpMk id="6" creationId="{A963CAC0-64D1-8FC6-A0F1-F7C9CE70D930}"/>
          </ac:grpSpMkLst>
        </pc:grpChg>
        <pc:grpChg chg="add mod">
          <ac:chgData name="Liang,Dr.,Hongzi (HP Medicine) BII-CN-S" userId="29bc0a18-5096-49d5-ae49-3e5745cfa117" providerId="ADAL" clId="{115D4003-19D2-420A-8A02-8D82FF6B97A7}" dt="2024-01-07T14:08:21.317" v="1072" actId="1076"/>
          <ac:grpSpMkLst>
            <pc:docMk/>
            <pc:sldMk cId="1412494302" sldId="2147480061"/>
            <ac:grpSpMk id="9" creationId="{09D4EF35-9B8E-0167-A64C-150D59CAAC52}"/>
          </ac:grpSpMkLst>
        </pc:grpChg>
        <pc:grpChg chg="mod">
          <ac:chgData name="Liang,Dr.,Hongzi (HP Medicine) BII-CN-S" userId="29bc0a18-5096-49d5-ae49-3e5745cfa117" providerId="ADAL" clId="{115D4003-19D2-420A-8A02-8D82FF6B97A7}" dt="2024-01-07T14:09:54.279" v="1171" actId="1038"/>
          <ac:grpSpMkLst>
            <pc:docMk/>
            <pc:sldMk cId="1412494302" sldId="2147480061"/>
            <ac:grpSpMk id="98" creationId="{4C107190-4C57-7514-FC31-64577752FF1A}"/>
          </ac:grpSpMkLst>
        </pc:grpChg>
        <pc:grpChg chg="mod">
          <ac:chgData name="Liang,Dr.,Hongzi (HP Medicine) BII-CN-S" userId="29bc0a18-5096-49d5-ae49-3e5745cfa117" providerId="ADAL" clId="{115D4003-19D2-420A-8A02-8D82FF6B97A7}" dt="2024-01-07T14:07:56.931" v="1070" actId="1038"/>
          <ac:grpSpMkLst>
            <pc:docMk/>
            <pc:sldMk cId="1412494302" sldId="2147480061"/>
            <ac:grpSpMk id="107" creationId="{3F7127B8-B9A9-BB33-4BC1-C124459A8471}"/>
          </ac:grpSpMkLst>
        </pc:grpChg>
        <pc:grpChg chg="mod">
          <ac:chgData name="Liang,Dr.,Hongzi (HP Medicine) BII-CN-S" userId="29bc0a18-5096-49d5-ae49-3e5745cfa117" providerId="ADAL" clId="{115D4003-19D2-420A-8A02-8D82FF6B97A7}" dt="2024-01-07T14:07:56.931" v="1070" actId="1038"/>
          <ac:grpSpMkLst>
            <pc:docMk/>
            <pc:sldMk cId="1412494302" sldId="2147480061"/>
            <ac:grpSpMk id="111" creationId="{AAA04F04-B43A-4CCA-5082-C6B4F8566F78}"/>
          </ac:grpSpMkLst>
        </pc:grpChg>
        <pc:grpChg chg="mod">
          <ac:chgData name="Liang,Dr.,Hongzi (HP Medicine) BII-CN-S" userId="29bc0a18-5096-49d5-ae49-3e5745cfa117" providerId="ADAL" clId="{115D4003-19D2-420A-8A02-8D82FF6B97A7}" dt="2024-01-07T14:09:54.279" v="1171" actId="1038"/>
          <ac:grpSpMkLst>
            <pc:docMk/>
            <pc:sldMk cId="1412494302" sldId="2147480061"/>
            <ac:grpSpMk id="114" creationId="{17127CAC-5A41-55A7-8B25-7AFF09F924C9}"/>
          </ac:grpSpMkLst>
        </pc:grpChg>
        <pc:grpChg chg="mod">
          <ac:chgData name="Liang,Dr.,Hongzi (HP Medicine) BII-CN-S" userId="29bc0a18-5096-49d5-ae49-3e5745cfa117" providerId="ADAL" clId="{115D4003-19D2-420A-8A02-8D82FF6B97A7}" dt="2024-01-07T14:09:54.279" v="1171" actId="1038"/>
          <ac:grpSpMkLst>
            <pc:docMk/>
            <pc:sldMk cId="1412494302" sldId="2147480061"/>
            <ac:grpSpMk id="118" creationId="{C23C40D4-689B-72FB-A484-B0EB6F0103AD}"/>
          </ac:grpSpMkLst>
        </pc:grpChg>
        <pc:grpChg chg="mod">
          <ac:chgData name="Liang,Dr.,Hongzi (HP Medicine) BII-CN-S" userId="29bc0a18-5096-49d5-ae49-3e5745cfa117" providerId="ADAL" clId="{115D4003-19D2-420A-8A02-8D82FF6B97A7}" dt="2024-01-07T14:07:56.931" v="1070" actId="1038"/>
          <ac:grpSpMkLst>
            <pc:docMk/>
            <pc:sldMk cId="1412494302" sldId="2147480061"/>
            <ac:grpSpMk id="121" creationId="{E6C69660-D7B2-C957-C5DD-C446ACFAC2D8}"/>
          </ac:grpSpMkLst>
        </pc:grpChg>
        <pc:grpChg chg="mod">
          <ac:chgData name="Liang,Dr.,Hongzi (HP Medicine) BII-CN-S" userId="29bc0a18-5096-49d5-ae49-3e5745cfa117" providerId="ADAL" clId="{115D4003-19D2-420A-8A02-8D82FF6B97A7}" dt="2024-01-07T14:07:56.931" v="1070" actId="1038"/>
          <ac:grpSpMkLst>
            <pc:docMk/>
            <pc:sldMk cId="1412494302" sldId="2147480061"/>
            <ac:grpSpMk id="130" creationId="{076F17F1-2EB5-0BC8-F496-F5C7BA754B5C}"/>
          </ac:grpSpMkLst>
        </pc:grpChg>
        <pc:grpChg chg="mod">
          <ac:chgData name="Liang,Dr.,Hongzi (HP Medicine) BII-CN-S" userId="29bc0a18-5096-49d5-ae49-3e5745cfa117" providerId="ADAL" clId="{115D4003-19D2-420A-8A02-8D82FF6B97A7}" dt="2024-01-07T14:07:56.931" v="1070" actId="1038"/>
          <ac:grpSpMkLst>
            <pc:docMk/>
            <pc:sldMk cId="1412494302" sldId="2147480061"/>
            <ac:grpSpMk id="133" creationId="{D799BF44-96C9-38CE-4AB0-FB8D97DC8938}"/>
          </ac:grpSpMkLst>
        </pc:grpChg>
        <pc:grpChg chg="mod">
          <ac:chgData name="Liang,Dr.,Hongzi (HP Medicine) BII-CN-S" userId="29bc0a18-5096-49d5-ae49-3e5745cfa117" providerId="ADAL" clId="{115D4003-19D2-420A-8A02-8D82FF6B97A7}" dt="2024-01-07T14:07:56.931" v="1070" actId="1038"/>
          <ac:grpSpMkLst>
            <pc:docMk/>
            <pc:sldMk cId="1412494302" sldId="2147480061"/>
            <ac:grpSpMk id="137" creationId="{EA198738-E2BD-8E31-4E76-5687F6F673A8}"/>
          </ac:grpSpMkLst>
        </pc:grpChg>
        <pc:grpChg chg="mod">
          <ac:chgData name="Liang,Dr.,Hongzi (HP Medicine) BII-CN-S" userId="29bc0a18-5096-49d5-ae49-3e5745cfa117" providerId="ADAL" clId="{115D4003-19D2-420A-8A02-8D82FF6B97A7}" dt="2024-01-07T14:09:54.279" v="1171" actId="1038"/>
          <ac:grpSpMkLst>
            <pc:docMk/>
            <pc:sldMk cId="1412494302" sldId="2147480061"/>
            <ac:grpSpMk id="140" creationId="{5097DA1E-427D-1316-428A-DBC41ED922A0}"/>
          </ac:grpSpMkLst>
        </pc:grpChg>
        <pc:grpChg chg="mod">
          <ac:chgData name="Liang,Dr.,Hongzi (HP Medicine) BII-CN-S" userId="29bc0a18-5096-49d5-ae49-3e5745cfa117" providerId="ADAL" clId="{115D4003-19D2-420A-8A02-8D82FF6B97A7}" dt="2024-01-07T14:07:56.931" v="1070" actId="1038"/>
          <ac:grpSpMkLst>
            <pc:docMk/>
            <pc:sldMk cId="1412494302" sldId="2147480061"/>
            <ac:grpSpMk id="141" creationId="{01A1802D-0E26-D98A-94FD-45C8F37A8FA3}"/>
          </ac:grpSpMkLst>
        </pc:grpChg>
        <pc:grpChg chg="mod">
          <ac:chgData name="Liang,Dr.,Hongzi (HP Medicine) BII-CN-S" userId="29bc0a18-5096-49d5-ae49-3e5745cfa117" providerId="ADAL" clId="{115D4003-19D2-420A-8A02-8D82FF6B97A7}" dt="2024-01-07T14:09:54.279" v="1171" actId="1038"/>
          <ac:grpSpMkLst>
            <pc:docMk/>
            <pc:sldMk cId="1412494302" sldId="2147480061"/>
            <ac:grpSpMk id="145" creationId="{57DD3199-FE2A-45EF-B443-5D28E6593BA3}"/>
          </ac:grpSpMkLst>
        </pc:grpChg>
        <pc:grpChg chg="mod">
          <ac:chgData name="Liang,Dr.,Hongzi (HP Medicine) BII-CN-S" userId="29bc0a18-5096-49d5-ae49-3e5745cfa117" providerId="ADAL" clId="{115D4003-19D2-420A-8A02-8D82FF6B97A7}" dt="2024-01-07T14:07:56.931" v="1070" actId="1038"/>
          <ac:grpSpMkLst>
            <pc:docMk/>
            <pc:sldMk cId="1412494302" sldId="2147480061"/>
            <ac:grpSpMk id="146" creationId="{12FD94EB-AF09-A224-2E71-037DEEF45A51}"/>
          </ac:grpSpMkLst>
        </pc:grpChg>
        <pc:grpChg chg="mod">
          <ac:chgData name="Liang,Dr.,Hongzi (HP Medicine) BII-CN-S" userId="29bc0a18-5096-49d5-ae49-3e5745cfa117" providerId="ADAL" clId="{115D4003-19D2-420A-8A02-8D82FF6B97A7}" dt="2024-01-07T14:07:56.931" v="1070" actId="1038"/>
          <ac:grpSpMkLst>
            <pc:docMk/>
            <pc:sldMk cId="1412494302" sldId="2147480061"/>
            <ac:grpSpMk id="150" creationId="{C6CEAD13-54AC-8FC2-A2D4-BEF9A9241EE8}"/>
          </ac:grpSpMkLst>
        </pc:grpChg>
        <pc:grpChg chg="mod">
          <ac:chgData name="Liang,Dr.,Hongzi (HP Medicine) BII-CN-S" userId="29bc0a18-5096-49d5-ae49-3e5745cfa117" providerId="ADAL" clId="{115D4003-19D2-420A-8A02-8D82FF6B97A7}" dt="2024-01-07T14:07:56.931" v="1070" actId="1038"/>
          <ac:grpSpMkLst>
            <pc:docMk/>
            <pc:sldMk cId="1412494302" sldId="2147480061"/>
            <ac:grpSpMk id="151" creationId="{B2D9C6B0-3AB4-9153-F2DB-C76CBB601A87}"/>
          </ac:grpSpMkLst>
        </pc:grpChg>
        <pc:grpChg chg="mod">
          <ac:chgData name="Liang,Dr.,Hongzi (HP Medicine) BII-CN-S" userId="29bc0a18-5096-49d5-ae49-3e5745cfa117" providerId="ADAL" clId="{115D4003-19D2-420A-8A02-8D82FF6B97A7}" dt="2024-01-07T14:07:56.931" v="1070" actId="1038"/>
          <ac:grpSpMkLst>
            <pc:docMk/>
            <pc:sldMk cId="1412494302" sldId="2147480061"/>
            <ac:grpSpMk id="155" creationId="{EE8C1D80-3632-F269-580E-618C936D66F1}"/>
          </ac:grpSpMkLst>
        </pc:grpChg>
        <pc:grpChg chg="mod">
          <ac:chgData name="Liang,Dr.,Hongzi (HP Medicine) BII-CN-S" userId="29bc0a18-5096-49d5-ae49-3e5745cfa117" providerId="ADAL" clId="{115D4003-19D2-420A-8A02-8D82FF6B97A7}" dt="2024-01-07T14:07:56.931" v="1070" actId="1038"/>
          <ac:grpSpMkLst>
            <pc:docMk/>
            <pc:sldMk cId="1412494302" sldId="2147480061"/>
            <ac:grpSpMk id="156" creationId="{DE224282-89F2-8D7D-1F11-48AE52EAAFF4}"/>
          </ac:grpSpMkLst>
        </pc:grpChg>
        <pc:graphicFrameChg chg="modGraphic">
          <ac:chgData name="Liang,Dr.,Hongzi (HP Medicine) BII-CN-S" userId="29bc0a18-5096-49d5-ae49-3e5745cfa117" providerId="ADAL" clId="{115D4003-19D2-420A-8A02-8D82FF6B97A7}" dt="2024-01-07T14:07:12.739" v="1020" actId="20577"/>
          <ac:graphicFrameMkLst>
            <pc:docMk/>
            <pc:sldMk cId="1412494302" sldId="2147480061"/>
            <ac:graphicFrameMk id="88" creationId="{2F91D44C-B7FC-E4E7-BB84-3083F13A6277}"/>
          </ac:graphicFrameMkLst>
        </pc:graphicFrameChg>
      </pc:sldChg>
    </pc:docChg>
  </pc:docChgLst>
  <pc:docChgLst>
    <pc:chgData name="Zhang,Catherine (MED CD&amp;O) BII-CN-S" userId="97b6d1ea-f38e-4cdb-8798-411d7a90e40b" providerId="ADAL" clId="{D807F3D3-3C41-4ACF-BD44-3394A66AEA5D}"/>
    <pc:docChg chg="undo custSel delSld modSld">
      <pc:chgData name="Zhang,Catherine (MED CD&amp;O) BII-CN-S" userId="97b6d1ea-f38e-4cdb-8798-411d7a90e40b" providerId="ADAL" clId="{D807F3D3-3C41-4ACF-BD44-3394A66AEA5D}" dt="2024-03-21T00:22:13.227" v="242" actId="20577"/>
      <pc:docMkLst>
        <pc:docMk/>
      </pc:docMkLst>
      <pc:sldChg chg="modSp mod modShow">
        <pc:chgData name="Zhang,Catherine (MED CD&amp;O) BII-CN-S" userId="97b6d1ea-f38e-4cdb-8798-411d7a90e40b" providerId="ADAL" clId="{D807F3D3-3C41-4ACF-BD44-3394A66AEA5D}" dt="2024-03-20T08:05:23.021" v="56" actId="729"/>
        <pc:sldMkLst>
          <pc:docMk/>
          <pc:sldMk cId="3665703081" sldId="2435"/>
        </pc:sldMkLst>
        <pc:graphicFrameChg chg="modGraphic">
          <ac:chgData name="Zhang,Catherine (MED CD&amp;O) BII-CN-S" userId="97b6d1ea-f38e-4cdb-8798-411d7a90e40b" providerId="ADAL" clId="{D807F3D3-3C41-4ACF-BD44-3394A66AEA5D}" dt="2024-03-20T08:05:17.162" v="55" actId="20577"/>
          <ac:graphicFrameMkLst>
            <pc:docMk/>
            <pc:sldMk cId="3665703081" sldId="2435"/>
            <ac:graphicFrameMk id="5" creationId="{78D31D42-4229-C8E1-D7A0-26DA927322B5}"/>
          </ac:graphicFrameMkLst>
        </pc:graphicFrameChg>
      </pc:sldChg>
      <pc:sldChg chg="del">
        <pc:chgData name="Zhang,Catherine (MED CD&amp;O) BII-CN-S" userId="97b6d1ea-f38e-4cdb-8798-411d7a90e40b" providerId="ADAL" clId="{D807F3D3-3C41-4ACF-BD44-3394A66AEA5D}" dt="2024-03-21T00:19:57.886" v="189" actId="2696"/>
        <pc:sldMkLst>
          <pc:docMk/>
          <pc:sldMk cId="3063491248" sldId="2145705929"/>
        </pc:sldMkLst>
      </pc:sldChg>
      <pc:sldChg chg="modSp mod">
        <pc:chgData name="Zhang,Catherine (MED CD&amp;O) BII-CN-S" userId="97b6d1ea-f38e-4cdb-8798-411d7a90e40b" providerId="ADAL" clId="{D807F3D3-3C41-4ACF-BD44-3394A66AEA5D}" dt="2024-03-20T06:59:27.629" v="28" actId="20577"/>
        <pc:sldMkLst>
          <pc:docMk/>
          <pc:sldMk cId="264307271" sldId="2147480028"/>
        </pc:sldMkLst>
        <pc:spChg chg="mod">
          <ac:chgData name="Zhang,Catherine (MED CD&amp;O) BII-CN-S" userId="97b6d1ea-f38e-4cdb-8798-411d7a90e40b" providerId="ADAL" clId="{D807F3D3-3C41-4ACF-BD44-3394A66AEA5D}" dt="2024-03-20T06:59:27.629" v="28" actId="20577"/>
          <ac:spMkLst>
            <pc:docMk/>
            <pc:sldMk cId="264307271" sldId="2147480028"/>
            <ac:spMk id="67" creationId="{160B291A-EBF6-0D51-57E1-E0529B9F277B}"/>
          </ac:spMkLst>
        </pc:spChg>
      </pc:sldChg>
      <pc:sldChg chg="addSp delSp modSp mod">
        <pc:chgData name="Zhang,Catherine (MED CD&amp;O) BII-CN-S" userId="97b6d1ea-f38e-4cdb-8798-411d7a90e40b" providerId="ADAL" clId="{D807F3D3-3C41-4ACF-BD44-3394A66AEA5D}" dt="2024-03-20T08:05:54.960" v="58" actId="478"/>
        <pc:sldMkLst>
          <pc:docMk/>
          <pc:sldMk cId="2785038488" sldId="2147480604"/>
        </pc:sldMkLst>
        <pc:spChg chg="add del mod">
          <ac:chgData name="Zhang,Catherine (MED CD&amp;O) BII-CN-S" userId="97b6d1ea-f38e-4cdb-8798-411d7a90e40b" providerId="ADAL" clId="{D807F3D3-3C41-4ACF-BD44-3394A66AEA5D}" dt="2024-03-20T08:05:54.960" v="58" actId="478"/>
          <ac:spMkLst>
            <pc:docMk/>
            <pc:sldMk cId="2785038488" sldId="2147480604"/>
            <ac:spMk id="20" creationId="{75BC3C7C-3CAD-D7F4-92D6-7A2FE3CD8F8A}"/>
          </ac:spMkLst>
        </pc:spChg>
      </pc:sldChg>
      <pc:sldChg chg="addSp delSp modSp mod">
        <pc:chgData name="Zhang,Catherine (MED CD&amp;O) BII-CN-S" userId="97b6d1ea-f38e-4cdb-8798-411d7a90e40b" providerId="ADAL" clId="{D807F3D3-3C41-4ACF-BD44-3394A66AEA5D}" dt="2024-03-20T09:57:59.944" v="188" actId="113"/>
        <pc:sldMkLst>
          <pc:docMk/>
          <pc:sldMk cId="3326657515" sldId="2147481648"/>
        </pc:sldMkLst>
        <pc:spChg chg="mod">
          <ac:chgData name="Zhang,Catherine (MED CD&amp;O) BII-CN-S" userId="97b6d1ea-f38e-4cdb-8798-411d7a90e40b" providerId="ADAL" clId="{D807F3D3-3C41-4ACF-BD44-3394A66AEA5D}" dt="2024-03-20T09:57:59.944" v="188" actId="113"/>
          <ac:spMkLst>
            <pc:docMk/>
            <pc:sldMk cId="3326657515" sldId="2147481648"/>
            <ac:spMk id="4" creationId="{B43A7AC3-9CBD-7EE0-AEF0-FE6B99C32DD3}"/>
          </ac:spMkLst>
        </pc:spChg>
        <pc:spChg chg="add del mod">
          <ac:chgData name="Zhang,Catherine (MED CD&amp;O) BII-CN-S" userId="97b6d1ea-f38e-4cdb-8798-411d7a90e40b" providerId="ADAL" clId="{D807F3D3-3C41-4ACF-BD44-3394A66AEA5D}" dt="2024-03-20T08:06:20.961" v="61"/>
          <ac:spMkLst>
            <pc:docMk/>
            <pc:sldMk cId="3326657515" sldId="2147481648"/>
            <ac:spMk id="5" creationId="{0FFD928C-9207-D146-E88D-9137589424CC}"/>
          </ac:spMkLst>
        </pc:spChg>
        <pc:spChg chg="add del mod">
          <ac:chgData name="Zhang,Catherine (MED CD&amp;O) BII-CN-S" userId="97b6d1ea-f38e-4cdb-8798-411d7a90e40b" providerId="ADAL" clId="{D807F3D3-3C41-4ACF-BD44-3394A66AEA5D}" dt="2024-03-20T08:09:25.863" v="174" actId="478"/>
          <ac:spMkLst>
            <pc:docMk/>
            <pc:sldMk cId="3326657515" sldId="2147481648"/>
            <ac:spMk id="11" creationId="{F83B36C1-0EBA-EA9D-E71F-9E3B87B3FBE3}"/>
          </ac:spMkLst>
        </pc:spChg>
        <pc:spChg chg="mod">
          <ac:chgData name="Zhang,Catherine (MED CD&amp;O) BII-CN-S" userId="97b6d1ea-f38e-4cdb-8798-411d7a90e40b" providerId="ADAL" clId="{D807F3D3-3C41-4ACF-BD44-3394A66AEA5D}" dt="2024-03-20T09:05:19.074" v="181" actId="1076"/>
          <ac:spMkLst>
            <pc:docMk/>
            <pc:sldMk cId="3326657515" sldId="2147481648"/>
            <ac:spMk id="158" creationId="{27BD42FB-7102-5580-67B7-473236014DE9}"/>
          </ac:spMkLst>
        </pc:spChg>
        <pc:grpChg chg="mod">
          <ac:chgData name="Zhang,Catherine (MED CD&amp;O) BII-CN-S" userId="97b6d1ea-f38e-4cdb-8798-411d7a90e40b" providerId="ADAL" clId="{D807F3D3-3C41-4ACF-BD44-3394A66AEA5D}" dt="2024-03-20T09:05:58.070" v="182" actId="1076"/>
          <ac:grpSpMkLst>
            <pc:docMk/>
            <pc:sldMk cId="3326657515" sldId="2147481648"/>
            <ac:grpSpMk id="192" creationId="{7C013757-4491-0FF4-63E8-D520E05D286B}"/>
          </ac:grpSpMkLst>
        </pc:grpChg>
      </pc:sldChg>
      <pc:sldChg chg="addSp modSp mod">
        <pc:chgData name="Zhang,Catherine (MED CD&amp;O) BII-CN-S" userId="97b6d1ea-f38e-4cdb-8798-411d7a90e40b" providerId="ADAL" clId="{D807F3D3-3C41-4ACF-BD44-3394A66AEA5D}" dt="2024-03-21T00:22:13.227" v="242" actId="20577"/>
        <pc:sldMkLst>
          <pc:docMk/>
          <pc:sldMk cId="1039155247" sldId="2147481662"/>
        </pc:sldMkLst>
        <pc:spChg chg="add mod">
          <ac:chgData name="Zhang,Catherine (MED CD&amp;O) BII-CN-S" userId="97b6d1ea-f38e-4cdb-8798-411d7a90e40b" providerId="ADAL" clId="{D807F3D3-3C41-4ACF-BD44-3394A66AEA5D}" dt="2024-03-21T00:22:13.227" v="242" actId="20577"/>
          <ac:spMkLst>
            <pc:docMk/>
            <pc:sldMk cId="1039155247" sldId="2147481662"/>
            <ac:spMk id="3" creationId="{8E950508-CD07-6612-D5D3-534CE397F67F}"/>
          </ac:spMkLst>
        </pc:spChg>
      </pc:sldChg>
    </pc:docChg>
  </pc:docChgLst>
  <pc:docChgLst>
    <pc:chgData name="Liang,Dr.,Hongzi (HP Medicine) BII-CN-S" userId="29bc0a18-5096-49d5-ae49-3e5745cfa117" providerId="ADAL" clId="{FB1659CB-E4B1-498D-A8AB-DBD3D1241981}"/>
    <pc:docChg chg="undo custSel addSld delSld modSld">
      <pc:chgData name="Liang,Dr.,Hongzi (HP Medicine) BII-CN-S" userId="29bc0a18-5096-49d5-ae49-3e5745cfa117" providerId="ADAL" clId="{FB1659CB-E4B1-498D-A8AB-DBD3D1241981}" dt="2023-11-14T00:19:27.534" v="488" actId="20577"/>
      <pc:docMkLst>
        <pc:docMk/>
      </pc:docMkLst>
      <pc:sldChg chg="del">
        <pc:chgData name="Liang,Dr.,Hongzi (HP Medicine) BII-CN-S" userId="29bc0a18-5096-49d5-ae49-3e5745cfa117" providerId="ADAL" clId="{FB1659CB-E4B1-498D-A8AB-DBD3D1241981}" dt="2023-11-13T08:57:51.819" v="398" actId="47"/>
        <pc:sldMkLst>
          <pc:docMk/>
          <pc:sldMk cId="3260843142" sldId="1060"/>
        </pc:sldMkLst>
      </pc:sldChg>
      <pc:sldChg chg="mod modShow">
        <pc:chgData name="Liang,Dr.,Hongzi (HP Medicine) BII-CN-S" userId="29bc0a18-5096-49d5-ae49-3e5745cfa117" providerId="ADAL" clId="{FB1659CB-E4B1-498D-A8AB-DBD3D1241981}" dt="2023-11-13T07:04:37.793" v="134" actId="729"/>
        <pc:sldMkLst>
          <pc:docMk/>
          <pc:sldMk cId="1392420047" sldId="2147475986"/>
        </pc:sldMkLst>
      </pc:sldChg>
      <pc:sldChg chg="modSp mod">
        <pc:chgData name="Liang,Dr.,Hongzi (HP Medicine) BII-CN-S" userId="29bc0a18-5096-49d5-ae49-3e5745cfa117" providerId="ADAL" clId="{FB1659CB-E4B1-498D-A8AB-DBD3D1241981}" dt="2023-11-14T00:19:27.534" v="488" actId="20577"/>
        <pc:sldMkLst>
          <pc:docMk/>
          <pc:sldMk cId="2119365825" sldId="2147480034"/>
        </pc:sldMkLst>
        <pc:spChg chg="mod">
          <ac:chgData name="Liang,Dr.,Hongzi (HP Medicine) BII-CN-S" userId="29bc0a18-5096-49d5-ae49-3e5745cfa117" providerId="ADAL" clId="{FB1659CB-E4B1-498D-A8AB-DBD3D1241981}" dt="2023-11-14T00:19:27.534" v="488" actId="20577"/>
          <ac:spMkLst>
            <pc:docMk/>
            <pc:sldMk cId="2119365825" sldId="2147480034"/>
            <ac:spMk id="84" creationId="{AA7BFDCF-1AD8-A133-5137-82419BBD0CD3}"/>
          </ac:spMkLst>
        </pc:spChg>
        <pc:spChg chg="mod">
          <ac:chgData name="Liang,Dr.,Hongzi (HP Medicine) BII-CN-S" userId="29bc0a18-5096-49d5-ae49-3e5745cfa117" providerId="ADAL" clId="{FB1659CB-E4B1-498D-A8AB-DBD3D1241981}" dt="2023-11-13T06:48:02.324" v="42" actId="113"/>
          <ac:spMkLst>
            <pc:docMk/>
            <pc:sldMk cId="2119365825" sldId="2147480034"/>
            <ac:spMk id="161" creationId="{BBD864BE-E915-21B8-0E52-8F776A4DCE1A}"/>
          </ac:spMkLst>
        </pc:spChg>
      </pc:sldChg>
      <pc:sldChg chg="modSp mod">
        <pc:chgData name="Liang,Dr.,Hongzi (HP Medicine) BII-CN-S" userId="29bc0a18-5096-49d5-ae49-3e5745cfa117" providerId="ADAL" clId="{FB1659CB-E4B1-498D-A8AB-DBD3D1241981}" dt="2023-11-14T00:19:05.562" v="484" actId="20577"/>
        <pc:sldMkLst>
          <pc:docMk/>
          <pc:sldMk cId="592692985" sldId="2147480046"/>
        </pc:sldMkLst>
        <pc:spChg chg="mod">
          <ac:chgData name="Liang,Dr.,Hongzi (HP Medicine) BII-CN-S" userId="29bc0a18-5096-49d5-ae49-3e5745cfa117" providerId="ADAL" clId="{FB1659CB-E4B1-498D-A8AB-DBD3D1241981}" dt="2023-11-13T07:22:26.551" v="232" actId="208"/>
          <ac:spMkLst>
            <pc:docMk/>
            <pc:sldMk cId="592692985" sldId="2147480046"/>
            <ac:spMk id="7" creationId="{32F04BB8-4C62-FD3E-52BC-0E8F20EAE3EF}"/>
          </ac:spMkLst>
        </pc:spChg>
        <pc:spChg chg="mod">
          <ac:chgData name="Liang,Dr.,Hongzi (HP Medicine) BII-CN-S" userId="29bc0a18-5096-49d5-ae49-3e5745cfa117" providerId="ADAL" clId="{FB1659CB-E4B1-498D-A8AB-DBD3D1241981}" dt="2023-11-13T07:22:17.233" v="230" actId="208"/>
          <ac:spMkLst>
            <pc:docMk/>
            <pc:sldMk cId="592692985" sldId="2147480046"/>
            <ac:spMk id="9" creationId="{3AA4828E-63CF-30FE-BF0E-BA2FF8F4E7D7}"/>
          </ac:spMkLst>
        </pc:spChg>
        <pc:spChg chg="mod">
          <ac:chgData name="Liang,Dr.,Hongzi (HP Medicine) BII-CN-S" userId="29bc0a18-5096-49d5-ae49-3e5745cfa117" providerId="ADAL" clId="{FB1659CB-E4B1-498D-A8AB-DBD3D1241981}" dt="2023-11-13T07:14:27.130" v="144" actId="403"/>
          <ac:spMkLst>
            <pc:docMk/>
            <pc:sldMk cId="592692985" sldId="2147480046"/>
            <ac:spMk id="11" creationId="{634C754C-8E13-C05A-36FF-1DEB5C8762F0}"/>
          </ac:spMkLst>
        </pc:spChg>
        <pc:spChg chg="mod">
          <ac:chgData name="Liang,Dr.,Hongzi (HP Medicine) BII-CN-S" userId="29bc0a18-5096-49d5-ae49-3e5745cfa117" providerId="ADAL" clId="{FB1659CB-E4B1-498D-A8AB-DBD3D1241981}" dt="2023-11-13T07:22:31.011" v="234" actId="208"/>
          <ac:spMkLst>
            <pc:docMk/>
            <pc:sldMk cId="592692985" sldId="2147480046"/>
            <ac:spMk id="14" creationId="{1067EA51-1A86-3694-625F-6FA9A62A9CF2}"/>
          </ac:spMkLst>
        </pc:spChg>
        <pc:spChg chg="mod">
          <ac:chgData name="Liang,Dr.,Hongzi (HP Medicine) BII-CN-S" userId="29bc0a18-5096-49d5-ae49-3e5745cfa117" providerId="ADAL" clId="{FB1659CB-E4B1-498D-A8AB-DBD3D1241981}" dt="2023-11-13T07:14:30.793" v="145" actId="404"/>
          <ac:spMkLst>
            <pc:docMk/>
            <pc:sldMk cId="592692985" sldId="2147480046"/>
            <ac:spMk id="16" creationId="{AA68C2D5-B68E-D040-16CC-509D997B53A0}"/>
          </ac:spMkLst>
        </pc:spChg>
        <pc:spChg chg="mod">
          <ac:chgData name="Liang,Dr.,Hongzi (HP Medicine) BII-CN-S" userId="29bc0a18-5096-49d5-ae49-3e5745cfa117" providerId="ADAL" clId="{FB1659CB-E4B1-498D-A8AB-DBD3D1241981}" dt="2023-11-13T07:22:45.374" v="235" actId="2085"/>
          <ac:spMkLst>
            <pc:docMk/>
            <pc:sldMk cId="592692985" sldId="2147480046"/>
            <ac:spMk id="17" creationId="{E991C607-BBF0-3049-7A83-61C11B439AFA}"/>
          </ac:spMkLst>
        </pc:spChg>
        <pc:spChg chg="mod">
          <ac:chgData name="Liang,Dr.,Hongzi (HP Medicine) BII-CN-S" userId="29bc0a18-5096-49d5-ae49-3e5745cfa117" providerId="ADAL" clId="{FB1659CB-E4B1-498D-A8AB-DBD3D1241981}" dt="2023-11-13T07:15:24.141" v="178" actId="1038"/>
          <ac:spMkLst>
            <pc:docMk/>
            <pc:sldMk cId="592692985" sldId="2147480046"/>
            <ac:spMk id="30" creationId="{0B4B02E4-F525-3A1D-46E8-86B2D1EDE8BA}"/>
          </ac:spMkLst>
        </pc:spChg>
        <pc:spChg chg="mod">
          <ac:chgData name="Liang,Dr.,Hongzi (HP Medicine) BII-CN-S" userId="29bc0a18-5096-49d5-ae49-3e5745cfa117" providerId="ADAL" clId="{FB1659CB-E4B1-498D-A8AB-DBD3D1241981}" dt="2023-11-13T07:15:10.101" v="156" actId="1037"/>
          <ac:spMkLst>
            <pc:docMk/>
            <pc:sldMk cId="592692985" sldId="2147480046"/>
            <ac:spMk id="44" creationId="{D11FB6A4-4824-9688-D65A-D63AD3A62CEF}"/>
          </ac:spMkLst>
        </pc:spChg>
        <pc:spChg chg="mod">
          <ac:chgData name="Liang,Dr.,Hongzi (HP Medicine) BII-CN-S" userId="29bc0a18-5096-49d5-ae49-3e5745cfa117" providerId="ADAL" clId="{FB1659CB-E4B1-498D-A8AB-DBD3D1241981}" dt="2023-11-14T00:19:05.562" v="484" actId="20577"/>
          <ac:spMkLst>
            <pc:docMk/>
            <pc:sldMk cId="592692985" sldId="2147480046"/>
            <ac:spMk id="53" creationId="{7C94D0AC-03A4-472A-DB97-22B1A5ED6D95}"/>
          </ac:spMkLst>
        </pc:spChg>
        <pc:grpChg chg="mod">
          <ac:chgData name="Liang,Dr.,Hongzi (HP Medicine) BII-CN-S" userId="29bc0a18-5096-49d5-ae49-3e5745cfa117" providerId="ADAL" clId="{FB1659CB-E4B1-498D-A8AB-DBD3D1241981}" dt="2023-11-13T07:13:38.331" v="135" actId="14100"/>
          <ac:grpSpMkLst>
            <pc:docMk/>
            <pc:sldMk cId="592692985" sldId="2147480046"/>
            <ac:grpSpMk id="4" creationId="{DF1130A5-F689-86F6-D835-C8FA9182BD47}"/>
          </ac:grpSpMkLst>
        </pc:grpChg>
      </pc:sldChg>
      <pc:sldChg chg="addSp delSp modSp add mod modClrScheme chgLayout modNotesTx">
        <pc:chgData name="Liang,Dr.,Hongzi (HP Medicine) BII-CN-S" userId="29bc0a18-5096-49d5-ae49-3e5745cfa117" providerId="ADAL" clId="{FB1659CB-E4B1-498D-A8AB-DBD3D1241981}" dt="2023-11-13T09:01:06.440" v="442" actId="404"/>
        <pc:sldMkLst>
          <pc:docMk/>
          <pc:sldMk cId="2939953457" sldId="2147480050"/>
        </pc:sldMkLst>
        <pc:spChg chg="add del mod ord">
          <ac:chgData name="Liang,Dr.,Hongzi (HP Medicine) BII-CN-S" userId="29bc0a18-5096-49d5-ae49-3e5745cfa117" providerId="ADAL" clId="{FB1659CB-E4B1-498D-A8AB-DBD3D1241981}" dt="2023-11-13T08:58:11.612" v="400" actId="700"/>
          <ac:spMkLst>
            <pc:docMk/>
            <pc:sldMk cId="2939953457" sldId="2147480050"/>
            <ac:spMk id="2" creationId="{8671A9AC-0582-778D-3EEC-DC2273F3B778}"/>
          </ac:spMkLst>
        </pc:spChg>
        <pc:spChg chg="mod ord">
          <ac:chgData name="Liang,Dr.,Hongzi (HP Medicine) BII-CN-S" userId="29bc0a18-5096-49d5-ae49-3e5745cfa117" providerId="ADAL" clId="{FB1659CB-E4B1-498D-A8AB-DBD3D1241981}" dt="2023-11-13T08:58:11.612" v="400" actId="700"/>
          <ac:spMkLst>
            <pc:docMk/>
            <pc:sldMk cId="2939953457" sldId="2147480050"/>
            <ac:spMk id="4" creationId="{00000000-0000-0000-0000-000000000000}"/>
          </ac:spMkLst>
        </pc:spChg>
        <pc:spChg chg="mod ord">
          <ac:chgData name="Liang,Dr.,Hongzi (HP Medicine) BII-CN-S" userId="29bc0a18-5096-49d5-ae49-3e5745cfa117" providerId="ADAL" clId="{FB1659CB-E4B1-498D-A8AB-DBD3D1241981}" dt="2023-11-13T09:01:06.440" v="442" actId="404"/>
          <ac:spMkLst>
            <pc:docMk/>
            <pc:sldMk cId="2939953457" sldId="2147480050"/>
            <ac:spMk id="8" creationId="{00000000-0000-0000-0000-000000000000}"/>
          </ac:spMkLst>
        </pc:spChg>
        <pc:graphicFrameChg chg="modGraphic">
          <ac:chgData name="Liang,Dr.,Hongzi (HP Medicine) BII-CN-S" userId="29bc0a18-5096-49d5-ae49-3e5745cfa117" providerId="ADAL" clId="{FB1659CB-E4B1-498D-A8AB-DBD3D1241981}" dt="2023-11-13T09:00:17.982" v="415" actId="14734"/>
          <ac:graphicFrameMkLst>
            <pc:docMk/>
            <pc:sldMk cId="2939953457" sldId="2147480050"/>
            <ac:graphicFrameMk id="6" creationId="{00000000-0000-0000-0000-000000000000}"/>
          </ac:graphicFrameMkLst>
        </pc:graphicFrameChg>
      </pc:sldChg>
    </pc:docChg>
  </pc:docChgLst>
  <pc:docChgLst>
    <pc:chgData name="Yu,Lijie (HP Medicine) BII-CN-B" userId="5479b5b4-4124-4b5d-9c67-2e53f75823f0" providerId="ADAL" clId="{617129AA-0C75-4592-B834-8B0DBDC72F45}"/>
    <pc:docChg chg="custSel modSld">
      <pc:chgData name="Yu,Lijie (HP Medicine) BII-CN-B" userId="5479b5b4-4124-4b5d-9c67-2e53f75823f0" providerId="ADAL" clId="{617129AA-0C75-4592-B834-8B0DBDC72F45}" dt="2024-04-24T23:40:57.344" v="39" actId="113"/>
      <pc:docMkLst>
        <pc:docMk/>
      </pc:docMkLst>
      <pc:sldChg chg="modSp mod">
        <pc:chgData name="Yu,Lijie (HP Medicine) BII-CN-B" userId="5479b5b4-4124-4b5d-9c67-2e53f75823f0" providerId="ADAL" clId="{617129AA-0C75-4592-B834-8B0DBDC72F45}" dt="2024-04-24T23:40:57.344" v="39" actId="113"/>
        <pc:sldMkLst>
          <pc:docMk/>
          <pc:sldMk cId="3568533602" sldId="2147481667"/>
        </pc:sldMkLst>
        <pc:spChg chg="mod">
          <ac:chgData name="Yu,Lijie (HP Medicine) BII-CN-B" userId="5479b5b4-4124-4b5d-9c67-2e53f75823f0" providerId="ADAL" clId="{617129AA-0C75-4592-B834-8B0DBDC72F45}" dt="2024-04-24T23:40:57.344" v="39" actId="113"/>
          <ac:spMkLst>
            <pc:docMk/>
            <pc:sldMk cId="3568533602" sldId="2147481667"/>
            <ac:spMk id="66" creationId="{0FB47982-0B8E-56F8-B823-C9FDA579B600}"/>
          </ac:spMkLst>
        </pc:spChg>
      </pc:sldChg>
    </pc:docChg>
  </pc:docChgLst>
  <pc:docChgLst>
    <pc:chgData name="Liang,Dr.,Hongzi (HP Medicine) BII-CN-S" userId="29bc0a18-5096-49d5-ae49-3e5745cfa117" providerId="ADAL" clId="{ADEFBDFB-F497-4836-B3F6-83FD5E69F592}"/>
    <pc:docChg chg="undo custSel addSld delSld modSld sldOrd">
      <pc:chgData name="Liang,Dr.,Hongzi (HP Medicine) BII-CN-S" userId="29bc0a18-5096-49d5-ae49-3e5745cfa117" providerId="ADAL" clId="{ADEFBDFB-F497-4836-B3F6-83FD5E69F592}" dt="2023-12-15T04:45:32.916" v="1515"/>
      <pc:docMkLst>
        <pc:docMk/>
      </pc:docMkLst>
      <pc:sldChg chg="del">
        <pc:chgData name="Liang,Dr.,Hongzi (HP Medicine) BII-CN-S" userId="29bc0a18-5096-49d5-ae49-3e5745cfa117" providerId="ADAL" clId="{ADEFBDFB-F497-4836-B3F6-83FD5E69F592}" dt="2023-12-15T04:32:12.821" v="1422" actId="47"/>
        <pc:sldMkLst>
          <pc:docMk/>
          <pc:sldMk cId="3993710423" sldId="354"/>
        </pc:sldMkLst>
      </pc:sldChg>
      <pc:sldChg chg="modSp mod">
        <pc:chgData name="Liang,Dr.,Hongzi (HP Medicine) BII-CN-S" userId="29bc0a18-5096-49d5-ae49-3e5745cfa117" providerId="ADAL" clId="{ADEFBDFB-F497-4836-B3F6-83FD5E69F592}" dt="2023-12-15T03:31:16.331" v="242" actId="1037"/>
        <pc:sldMkLst>
          <pc:docMk/>
          <pc:sldMk cId="2119365825" sldId="2147480034"/>
        </pc:sldMkLst>
        <pc:spChg chg="mod">
          <ac:chgData name="Liang,Dr.,Hongzi (HP Medicine) BII-CN-S" userId="29bc0a18-5096-49d5-ae49-3e5745cfa117" providerId="ADAL" clId="{ADEFBDFB-F497-4836-B3F6-83FD5E69F592}" dt="2023-12-08T06:46:39.188" v="153" actId="1076"/>
          <ac:spMkLst>
            <pc:docMk/>
            <pc:sldMk cId="2119365825" sldId="2147480034"/>
            <ac:spMk id="108" creationId="{0B899260-FD82-1414-5C51-87E3A0E10CA7}"/>
          </ac:spMkLst>
        </pc:spChg>
        <pc:spChg chg="mod">
          <ac:chgData name="Liang,Dr.,Hongzi (HP Medicine) BII-CN-S" userId="29bc0a18-5096-49d5-ae49-3e5745cfa117" providerId="ADAL" clId="{ADEFBDFB-F497-4836-B3F6-83FD5E69F592}" dt="2023-12-08T06:46:39.188" v="153" actId="1076"/>
          <ac:spMkLst>
            <pc:docMk/>
            <pc:sldMk cId="2119365825" sldId="2147480034"/>
            <ac:spMk id="109" creationId="{25275B79-04E3-0014-04AD-C6C2C877B551}"/>
          </ac:spMkLst>
        </pc:spChg>
        <pc:spChg chg="mod">
          <ac:chgData name="Liang,Dr.,Hongzi (HP Medicine) BII-CN-S" userId="29bc0a18-5096-49d5-ae49-3e5745cfa117" providerId="ADAL" clId="{ADEFBDFB-F497-4836-B3F6-83FD5E69F592}" dt="2023-12-15T03:31:16.331" v="242" actId="1037"/>
          <ac:spMkLst>
            <pc:docMk/>
            <pc:sldMk cId="2119365825" sldId="2147480034"/>
            <ac:spMk id="134" creationId="{6E08D6B9-6CAF-02E9-DA52-54012D1DB698}"/>
          </ac:spMkLst>
        </pc:spChg>
        <pc:grpChg chg="mod">
          <ac:chgData name="Liang,Dr.,Hongzi (HP Medicine) BII-CN-S" userId="29bc0a18-5096-49d5-ae49-3e5745cfa117" providerId="ADAL" clId="{ADEFBDFB-F497-4836-B3F6-83FD5E69F592}" dt="2023-12-08T06:46:39.188" v="153" actId="1076"/>
          <ac:grpSpMkLst>
            <pc:docMk/>
            <pc:sldMk cId="2119365825" sldId="2147480034"/>
            <ac:grpSpMk id="107" creationId="{3F7127B8-B9A9-BB33-4BC1-C124459A8471}"/>
          </ac:grpSpMkLst>
        </pc:grpChg>
      </pc:sldChg>
      <pc:sldChg chg="modSp mod ord">
        <pc:chgData name="Liang,Dr.,Hongzi (HP Medicine) BII-CN-S" userId="29bc0a18-5096-49d5-ae49-3e5745cfa117" providerId="ADAL" clId="{ADEFBDFB-F497-4836-B3F6-83FD5E69F592}" dt="2023-12-15T04:39:27.996" v="1483" actId="20577"/>
        <pc:sldMkLst>
          <pc:docMk/>
          <pc:sldMk cId="1662920444" sldId="2147480043"/>
        </pc:sldMkLst>
        <pc:spChg chg="mod">
          <ac:chgData name="Liang,Dr.,Hongzi (HP Medicine) BII-CN-S" userId="29bc0a18-5096-49d5-ae49-3e5745cfa117" providerId="ADAL" clId="{ADEFBDFB-F497-4836-B3F6-83FD5E69F592}" dt="2023-12-15T03:36:06.130" v="258" actId="1036"/>
          <ac:spMkLst>
            <pc:docMk/>
            <pc:sldMk cId="1662920444" sldId="2147480043"/>
            <ac:spMk id="4" creationId="{73D8EFF3-04E8-606A-C64A-2E9ED575C37D}"/>
          </ac:spMkLst>
        </pc:spChg>
        <pc:spChg chg="mod">
          <ac:chgData name="Liang,Dr.,Hongzi (HP Medicine) BII-CN-S" userId="29bc0a18-5096-49d5-ae49-3e5745cfa117" providerId="ADAL" clId="{ADEFBDFB-F497-4836-B3F6-83FD5E69F592}" dt="2023-12-15T03:36:06.130" v="258" actId="1036"/>
          <ac:spMkLst>
            <pc:docMk/>
            <pc:sldMk cId="1662920444" sldId="2147480043"/>
            <ac:spMk id="5" creationId="{F0D15BCA-A2F2-D422-112B-5AD2C94C7496}"/>
          </ac:spMkLst>
        </pc:spChg>
        <pc:spChg chg="mod">
          <ac:chgData name="Liang,Dr.,Hongzi (HP Medicine) BII-CN-S" userId="29bc0a18-5096-49d5-ae49-3e5745cfa117" providerId="ADAL" clId="{ADEFBDFB-F497-4836-B3F6-83FD5E69F592}" dt="2023-12-15T03:36:06.130" v="258" actId="1036"/>
          <ac:spMkLst>
            <pc:docMk/>
            <pc:sldMk cId="1662920444" sldId="2147480043"/>
            <ac:spMk id="6" creationId="{44515EF2-7CDE-E737-5FF1-19E5562B1EC1}"/>
          </ac:spMkLst>
        </pc:spChg>
        <pc:spChg chg="mod">
          <ac:chgData name="Liang,Dr.,Hongzi (HP Medicine) BII-CN-S" userId="29bc0a18-5096-49d5-ae49-3e5745cfa117" providerId="ADAL" clId="{ADEFBDFB-F497-4836-B3F6-83FD5E69F592}" dt="2023-12-15T03:36:06.130" v="258" actId="1036"/>
          <ac:spMkLst>
            <pc:docMk/>
            <pc:sldMk cId="1662920444" sldId="2147480043"/>
            <ac:spMk id="8" creationId="{477A3064-E7D0-B2E2-7E56-249D749A6EE7}"/>
          </ac:spMkLst>
        </pc:spChg>
        <pc:spChg chg="mod">
          <ac:chgData name="Liang,Dr.,Hongzi (HP Medicine) BII-CN-S" userId="29bc0a18-5096-49d5-ae49-3e5745cfa117" providerId="ADAL" clId="{ADEFBDFB-F497-4836-B3F6-83FD5E69F592}" dt="2023-12-15T03:36:06.130" v="258" actId="1036"/>
          <ac:spMkLst>
            <pc:docMk/>
            <pc:sldMk cId="1662920444" sldId="2147480043"/>
            <ac:spMk id="9" creationId="{C0608B4B-0A3C-18B3-E188-A53512BE5337}"/>
          </ac:spMkLst>
        </pc:spChg>
        <pc:spChg chg="mod">
          <ac:chgData name="Liang,Dr.,Hongzi (HP Medicine) BII-CN-S" userId="29bc0a18-5096-49d5-ae49-3e5745cfa117" providerId="ADAL" clId="{ADEFBDFB-F497-4836-B3F6-83FD5E69F592}" dt="2023-12-15T04:39:10.623" v="1466" actId="1076"/>
          <ac:spMkLst>
            <pc:docMk/>
            <pc:sldMk cId="1662920444" sldId="2147480043"/>
            <ac:spMk id="10" creationId="{F07B852A-3B88-035A-276B-63972992B05C}"/>
          </ac:spMkLst>
        </pc:spChg>
        <pc:spChg chg="mod">
          <ac:chgData name="Liang,Dr.,Hongzi (HP Medicine) BII-CN-S" userId="29bc0a18-5096-49d5-ae49-3e5745cfa117" providerId="ADAL" clId="{ADEFBDFB-F497-4836-B3F6-83FD5E69F592}" dt="2023-12-15T03:36:06.130" v="258" actId="1036"/>
          <ac:spMkLst>
            <pc:docMk/>
            <pc:sldMk cId="1662920444" sldId="2147480043"/>
            <ac:spMk id="11" creationId="{E3901DE4-417F-E7B5-E5A8-3DAA72ED7CE2}"/>
          </ac:spMkLst>
        </pc:spChg>
        <pc:spChg chg="mod">
          <ac:chgData name="Liang,Dr.,Hongzi (HP Medicine) BII-CN-S" userId="29bc0a18-5096-49d5-ae49-3e5745cfa117" providerId="ADAL" clId="{ADEFBDFB-F497-4836-B3F6-83FD5E69F592}" dt="2023-12-15T03:36:06.130" v="258" actId="1036"/>
          <ac:spMkLst>
            <pc:docMk/>
            <pc:sldMk cId="1662920444" sldId="2147480043"/>
            <ac:spMk id="38" creationId="{87377BEB-648F-0290-8F8D-6D7DD7386DF3}"/>
          </ac:spMkLst>
        </pc:spChg>
        <pc:spChg chg="mod">
          <ac:chgData name="Liang,Dr.,Hongzi (HP Medicine) BII-CN-S" userId="29bc0a18-5096-49d5-ae49-3e5745cfa117" providerId="ADAL" clId="{ADEFBDFB-F497-4836-B3F6-83FD5E69F592}" dt="2023-12-15T03:36:06.130" v="258" actId="1036"/>
          <ac:spMkLst>
            <pc:docMk/>
            <pc:sldMk cId="1662920444" sldId="2147480043"/>
            <ac:spMk id="43" creationId="{DF9053B4-4DA3-FB14-34C9-F29425693551}"/>
          </ac:spMkLst>
        </pc:spChg>
        <pc:spChg chg="mod">
          <ac:chgData name="Liang,Dr.,Hongzi (HP Medicine) BII-CN-S" userId="29bc0a18-5096-49d5-ae49-3e5745cfa117" providerId="ADAL" clId="{ADEFBDFB-F497-4836-B3F6-83FD5E69F592}" dt="2023-12-15T03:36:06.130" v="258" actId="1036"/>
          <ac:spMkLst>
            <pc:docMk/>
            <pc:sldMk cId="1662920444" sldId="2147480043"/>
            <ac:spMk id="44" creationId="{0057F0C4-44EE-4D9C-DEA3-3A187EBB15F9}"/>
          </ac:spMkLst>
        </pc:spChg>
        <pc:spChg chg="mod">
          <ac:chgData name="Liang,Dr.,Hongzi (HP Medicine) BII-CN-S" userId="29bc0a18-5096-49d5-ae49-3e5745cfa117" providerId="ADAL" clId="{ADEFBDFB-F497-4836-B3F6-83FD5E69F592}" dt="2023-12-15T03:36:06.130" v="258" actId="1036"/>
          <ac:spMkLst>
            <pc:docMk/>
            <pc:sldMk cId="1662920444" sldId="2147480043"/>
            <ac:spMk id="45" creationId="{D1C65265-6934-54D0-D38B-F18EF2210541}"/>
          </ac:spMkLst>
        </pc:spChg>
        <pc:spChg chg="mod">
          <ac:chgData name="Liang,Dr.,Hongzi (HP Medicine) BII-CN-S" userId="29bc0a18-5096-49d5-ae49-3e5745cfa117" providerId="ADAL" clId="{ADEFBDFB-F497-4836-B3F6-83FD5E69F592}" dt="2023-12-15T03:36:06.130" v="258" actId="1036"/>
          <ac:spMkLst>
            <pc:docMk/>
            <pc:sldMk cId="1662920444" sldId="2147480043"/>
            <ac:spMk id="46" creationId="{DB29A18F-B71D-586B-03D7-4B729C332F60}"/>
          </ac:spMkLst>
        </pc:spChg>
        <pc:spChg chg="mod">
          <ac:chgData name="Liang,Dr.,Hongzi (HP Medicine) BII-CN-S" userId="29bc0a18-5096-49d5-ae49-3e5745cfa117" providerId="ADAL" clId="{ADEFBDFB-F497-4836-B3F6-83FD5E69F592}" dt="2023-12-15T03:36:06.130" v="258" actId="1036"/>
          <ac:spMkLst>
            <pc:docMk/>
            <pc:sldMk cId="1662920444" sldId="2147480043"/>
            <ac:spMk id="48" creationId="{18EC314A-55A7-6CA4-C352-5D985AEDE567}"/>
          </ac:spMkLst>
        </pc:spChg>
        <pc:spChg chg="mod">
          <ac:chgData name="Liang,Dr.,Hongzi (HP Medicine) BII-CN-S" userId="29bc0a18-5096-49d5-ae49-3e5745cfa117" providerId="ADAL" clId="{ADEFBDFB-F497-4836-B3F6-83FD5E69F592}" dt="2023-12-15T03:36:06.130" v="258" actId="1036"/>
          <ac:spMkLst>
            <pc:docMk/>
            <pc:sldMk cId="1662920444" sldId="2147480043"/>
            <ac:spMk id="49" creationId="{8E0A80E8-9A87-833E-0F0C-51C24AD35FA8}"/>
          </ac:spMkLst>
        </pc:spChg>
        <pc:spChg chg="mod">
          <ac:chgData name="Liang,Dr.,Hongzi (HP Medicine) BII-CN-S" userId="29bc0a18-5096-49d5-ae49-3e5745cfa117" providerId="ADAL" clId="{ADEFBDFB-F497-4836-B3F6-83FD5E69F592}" dt="2023-12-15T03:36:06.130" v="258" actId="1036"/>
          <ac:spMkLst>
            <pc:docMk/>
            <pc:sldMk cId="1662920444" sldId="2147480043"/>
            <ac:spMk id="50" creationId="{7A44D9D4-DFE9-2A96-5C21-45B526C3B06C}"/>
          </ac:spMkLst>
        </pc:spChg>
        <pc:spChg chg="mod">
          <ac:chgData name="Liang,Dr.,Hongzi (HP Medicine) BII-CN-S" userId="29bc0a18-5096-49d5-ae49-3e5745cfa117" providerId="ADAL" clId="{ADEFBDFB-F497-4836-B3F6-83FD5E69F592}" dt="2023-12-15T03:36:06.130" v="258" actId="1036"/>
          <ac:spMkLst>
            <pc:docMk/>
            <pc:sldMk cId="1662920444" sldId="2147480043"/>
            <ac:spMk id="51" creationId="{510180C7-E93A-34CD-EF60-EF2709530F1D}"/>
          </ac:spMkLst>
        </pc:spChg>
        <pc:spChg chg="mod">
          <ac:chgData name="Liang,Dr.,Hongzi (HP Medicine) BII-CN-S" userId="29bc0a18-5096-49d5-ae49-3e5745cfa117" providerId="ADAL" clId="{ADEFBDFB-F497-4836-B3F6-83FD5E69F592}" dt="2023-12-15T03:36:06.130" v="258" actId="1036"/>
          <ac:spMkLst>
            <pc:docMk/>
            <pc:sldMk cId="1662920444" sldId="2147480043"/>
            <ac:spMk id="52" creationId="{36CA3491-6FB8-BB87-5A2C-CB35334855C9}"/>
          </ac:spMkLst>
        </pc:spChg>
        <pc:spChg chg="mod">
          <ac:chgData name="Liang,Dr.,Hongzi (HP Medicine) BII-CN-S" userId="29bc0a18-5096-49d5-ae49-3e5745cfa117" providerId="ADAL" clId="{ADEFBDFB-F497-4836-B3F6-83FD5E69F592}" dt="2023-12-15T03:36:06.130" v="258" actId="1036"/>
          <ac:spMkLst>
            <pc:docMk/>
            <pc:sldMk cId="1662920444" sldId="2147480043"/>
            <ac:spMk id="53" creationId="{F825B356-3762-D3D3-430F-A072DD74AA08}"/>
          </ac:spMkLst>
        </pc:spChg>
        <pc:spChg chg="mod">
          <ac:chgData name="Liang,Dr.,Hongzi (HP Medicine) BII-CN-S" userId="29bc0a18-5096-49d5-ae49-3e5745cfa117" providerId="ADAL" clId="{ADEFBDFB-F497-4836-B3F6-83FD5E69F592}" dt="2023-12-15T03:36:06.130" v="258" actId="1036"/>
          <ac:spMkLst>
            <pc:docMk/>
            <pc:sldMk cId="1662920444" sldId="2147480043"/>
            <ac:spMk id="55" creationId="{B0D26EC1-9449-6373-EE54-967AB5D2C9F1}"/>
          </ac:spMkLst>
        </pc:spChg>
        <pc:spChg chg="mod">
          <ac:chgData name="Liang,Dr.,Hongzi (HP Medicine) BII-CN-S" userId="29bc0a18-5096-49d5-ae49-3e5745cfa117" providerId="ADAL" clId="{ADEFBDFB-F497-4836-B3F6-83FD5E69F592}" dt="2023-12-15T03:36:06.130" v="258" actId="1036"/>
          <ac:spMkLst>
            <pc:docMk/>
            <pc:sldMk cId="1662920444" sldId="2147480043"/>
            <ac:spMk id="56" creationId="{117E49ED-FB98-AD64-2E23-AF72ABDEBA9A}"/>
          </ac:spMkLst>
        </pc:spChg>
        <pc:spChg chg="mod">
          <ac:chgData name="Liang,Dr.,Hongzi (HP Medicine) BII-CN-S" userId="29bc0a18-5096-49d5-ae49-3e5745cfa117" providerId="ADAL" clId="{ADEFBDFB-F497-4836-B3F6-83FD5E69F592}" dt="2023-12-15T03:36:06.130" v="258" actId="1036"/>
          <ac:spMkLst>
            <pc:docMk/>
            <pc:sldMk cId="1662920444" sldId="2147480043"/>
            <ac:spMk id="58" creationId="{485FA098-7C50-2595-12F6-6F9932D06B56}"/>
          </ac:spMkLst>
        </pc:spChg>
        <pc:spChg chg="mod">
          <ac:chgData name="Liang,Dr.,Hongzi (HP Medicine) BII-CN-S" userId="29bc0a18-5096-49d5-ae49-3e5745cfa117" providerId="ADAL" clId="{ADEFBDFB-F497-4836-B3F6-83FD5E69F592}" dt="2023-12-15T03:36:06.130" v="258" actId="1036"/>
          <ac:spMkLst>
            <pc:docMk/>
            <pc:sldMk cId="1662920444" sldId="2147480043"/>
            <ac:spMk id="59" creationId="{422007FF-F569-99DB-9C82-871A0B543CF2}"/>
          </ac:spMkLst>
        </pc:spChg>
        <pc:spChg chg="mod">
          <ac:chgData name="Liang,Dr.,Hongzi (HP Medicine) BII-CN-S" userId="29bc0a18-5096-49d5-ae49-3e5745cfa117" providerId="ADAL" clId="{ADEFBDFB-F497-4836-B3F6-83FD5E69F592}" dt="2023-12-15T03:36:06.130" v="258" actId="1036"/>
          <ac:spMkLst>
            <pc:docMk/>
            <pc:sldMk cId="1662920444" sldId="2147480043"/>
            <ac:spMk id="60" creationId="{2FC7447B-9FA2-7A43-DB6B-D0D38A9184A9}"/>
          </ac:spMkLst>
        </pc:spChg>
        <pc:spChg chg="mod">
          <ac:chgData name="Liang,Dr.,Hongzi (HP Medicine) BII-CN-S" userId="29bc0a18-5096-49d5-ae49-3e5745cfa117" providerId="ADAL" clId="{ADEFBDFB-F497-4836-B3F6-83FD5E69F592}" dt="2023-12-15T03:36:06.130" v="258" actId="1036"/>
          <ac:spMkLst>
            <pc:docMk/>
            <pc:sldMk cId="1662920444" sldId="2147480043"/>
            <ac:spMk id="61" creationId="{7656BF07-D613-CD8B-9C94-17324CCBF8DF}"/>
          </ac:spMkLst>
        </pc:spChg>
        <pc:spChg chg="mod">
          <ac:chgData name="Liang,Dr.,Hongzi (HP Medicine) BII-CN-S" userId="29bc0a18-5096-49d5-ae49-3e5745cfa117" providerId="ADAL" clId="{ADEFBDFB-F497-4836-B3F6-83FD5E69F592}" dt="2023-12-15T03:36:06.130" v="258" actId="1036"/>
          <ac:spMkLst>
            <pc:docMk/>
            <pc:sldMk cId="1662920444" sldId="2147480043"/>
            <ac:spMk id="62" creationId="{AC57DD0D-A342-5826-B7E9-D92729B482D4}"/>
          </ac:spMkLst>
        </pc:spChg>
        <pc:spChg chg="mod">
          <ac:chgData name="Liang,Dr.,Hongzi (HP Medicine) BII-CN-S" userId="29bc0a18-5096-49d5-ae49-3e5745cfa117" providerId="ADAL" clId="{ADEFBDFB-F497-4836-B3F6-83FD5E69F592}" dt="2023-12-15T03:36:06.130" v="258" actId="1036"/>
          <ac:spMkLst>
            <pc:docMk/>
            <pc:sldMk cId="1662920444" sldId="2147480043"/>
            <ac:spMk id="64" creationId="{FCE71304-3BB6-950C-F337-80D06148E274}"/>
          </ac:spMkLst>
        </pc:spChg>
        <pc:spChg chg="mod">
          <ac:chgData name="Liang,Dr.,Hongzi (HP Medicine) BII-CN-S" userId="29bc0a18-5096-49d5-ae49-3e5745cfa117" providerId="ADAL" clId="{ADEFBDFB-F497-4836-B3F6-83FD5E69F592}" dt="2023-12-15T03:36:06.130" v="258" actId="1036"/>
          <ac:spMkLst>
            <pc:docMk/>
            <pc:sldMk cId="1662920444" sldId="2147480043"/>
            <ac:spMk id="65" creationId="{D9813BB3-13CF-96C6-92AB-066E43318309}"/>
          </ac:spMkLst>
        </pc:spChg>
        <pc:spChg chg="mod">
          <ac:chgData name="Liang,Dr.,Hongzi (HP Medicine) BII-CN-S" userId="29bc0a18-5096-49d5-ae49-3e5745cfa117" providerId="ADAL" clId="{ADEFBDFB-F497-4836-B3F6-83FD5E69F592}" dt="2023-12-15T03:36:06.130" v="258" actId="1036"/>
          <ac:spMkLst>
            <pc:docMk/>
            <pc:sldMk cId="1662920444" sldId="2147480043"/>
            <ac:spMk id="66" creationId="{324FEBCA-B5B6-C8D8-AA33-E87C00FB40FA}"/>
          </ac:spMkLst>
        </pc:spChg>
        <pc:spChg chg="mod">
          <ac:chgData name="Liang,Dr.,Hongzi (HP Medicine) BII-CN-S" userId="29bc0a18-5096-49d5-ae49-3e5745cfa117" providerId="ADAL" clId="{ADEFBDFB-F497-4836-B3F6-83FD5E69F592}" dt="2023-12-15T03:36:06.130" v="258" actId="1036"/>
          <ac:spMkLst>
            <pc:docMk/>
            <pc:sldMk cId="1662920444" sldId="2147480043"/>
            <ac:spMk id="82" creationId="{D88A7FCF-DF0F-4ACF-9EAE-6A8A084A57A5}"/>
          </ac:spMkLst>
        </pc:spChg>
        <pc:spChg chg="mod">
          <ac:chgData name="Liang,Dr.,Hongzi (HP Medicine) BII-CN-S" userId="29bc0a18-5096-49d5-ae49-3e5745cfa117" providerId="ADAL" clId="{ADEFBDFB-F497-4836-B3F6-83FD5E69F592}" dt="2023-12-15T03:36:06.130" v="258" actId="1036"/>
          <ac:spMkLst>
            <pc:docMk/>
            <pc:sldMk cId="1662920444" sldId="2147480043"/>
            <ac:spMk id="93" creationId="{4D8C580D-9940-76D2-0CB9-636F1B9E3A03}"/>
          </ac:spMkLst>
        </pc:spChg>
        <pc:spChg chg="mod">
          <ac:chgData name="Liang,Dr.,Hongzi (HP Medicine) BII-CN-S" userId="29bc0a18-5096-49d5-ae49-3e5745cfa117" providerId="ADAL" clId="{ADEFBDFB-F497-4836-B3F6-83FD5E69F592}" dt="2023-12-15T03:36:06.130" v="258" actId="1036"/>
          <ac:spMkLst>
            <pc:docMk/>
            <pc:sldMk cId="1662920444" sldId="2147480043"/>
            <ac:spMk id="94" creationId="{514ABC4B-A57A-33B1-C39F-689F2A9CE761}"/>
          </ac:spMkLst>
        </pc:spChg>
        <pc:spChg chg="mod">
          <ac:chgData name="Liang,Dr.,Hongzi (HP Medicine) BII-CN-S" userId="29bc0a18-5096-49d5-ae49-3e5745cfa117" providerId="ADAL" clId="{ADEFBDFB-F497-4836-B3F6-83FD5E69F592}" dt="2023-12-15T03:36:06.130" v="258" actId="1036"/>
          <ac:spMkLst>
            <pc:docMk/>
            <pc:sldMk cId="1662920444" sldId="2147480043"/>
            <ac:spMk id="96" creationId="{DECE968E-ABA0-637A-140A-679AFDCE5A7B}"/>
          </ac:spMkLst>
        </pc:spChg>
        <pc:spChg chg="mod">
          <ac:chgData name="Liang,Dr.,Hongzi (HP Medicine) BII-CN-S" userId="29bc0a18-5096-49d5-ae49-3e5745cfa117" providerId="ADAL" clId="{ADEFBDFB-F497-4836-B3F6-83FD5E69F592}" dt="2023-12-15T03:36:06.130" v="258" actId="1036"/>
          <ac:spMkLst>
            <pc:docMk/>
            <pc:sldMk cId="1662920444" sldId="2147480043"/>
            <ac:spMk id="97" creationId="{9320B528-BD13-8393-4153-5EAD1B554FF6}"/>
          </ac:spMkLst>
        </pc:spChg>
        <pc:spChg chg="mod">
          <ac:chgData name="Liang,Dr.,Hongzi (HP Medicine) BII-CN-S" userId="29bc0a18-5096-49d5-ae49-3e5745cfa117" providerId="ADAL" clId="{ADEFBDFB-F497-4836-B3F6-83FD5E69F592}" dt="2023-12-15T03:36:06.130" v="258" actId="1036"/>
          <ac:spMkLst>
            <pc:docMk/>
            <pc:sldMk cId="1662920444" sldId="2147480043"/>
            <ac:spMk id="99" creationId="{D9AF506B-6C7D-0047-C4D0-741575E21D0E}"/>
          </ac:spMkLst>
        </pc:spChg>
        <pc:spChg chg="mod">
          <ac:chgData name="Liang,Dr.,Hongzi (HP Medicine) BII-CN-S" userId="29bc0a18-5096-49d5-ae49-3e5745cfa117" providerId="ADAL" clId="{ADEFBDFB-F497-4836-B3F6-83FD5E69F592}" dt="2023-12-15T03:36:06.130" v="258" actId="1036"/>
          <ac:spMkLst>
            <pc:docMk/>
            <pc:sldMk cId="1662920444" sldId="2147480043"/>
            <ac:spMk id="100" creationId="{3FEAA8E6-8BB9-29DE-9F82-C5B62848A8C2}"/>
          </ac:spMkLst>
        </pc:spChg>
        <pc:spChg chg="mod">
          <ac:chgData name="Liang,Dr.,Hongzi (HP Medicine) BII-CN-S" userId="29bc0a18-5096-49d5-ae49-3e5745cfa117" providerId="ADAL" clId="{ADEFBDFB-F497-4836-B3F6-83FD5E69F592}" dt="2023-12-15T03:36:06.130" v="258" actId="1036"/>
          <ac:spMkLst>
            <pc:docMk/>
            <pc:sldMk cId="1662920444" sldId="2147480043"/>
            <ac:spMk id="101" creationId="{C0D72DF9-E55E-18DA-9F85-01BD2EDED2F6}"/>
          </ac:spMkLst>
        </pc:spChg>
        <pc:spChg chg="mod">
          <ac:chgData name="Liang,Dr.,Hongzi (HP Medicine) BII-CN-S" userId="29bc0a18-5096-49d5-ae49-3e5745cfa117" providerId="ADAL" clId="{ADEFBDFB-F497-4836-B3F6-83FD5E69F592}" dt="2023-12-15T03:36:06.130" v="258" actId="1036"/>
          <ac:spMkLst>
            <pc:docMk/>
            <pc:sldMk cId="1662920444" sldId="2147480043"/>
            <ac:spMk id="103" creationId="{A7B1E524-72D7-9CB3-BC5F-93BA38B6650C}"/>
          </ac:spMkLst>
        </pc:spChg>
        <pc:spChg chg="mod">
          <ac:chgData name="Liang,Dr.,Hongzi (HP Medicine) BII-CN-S" userId="29bc0a18-5096-49d5-ae49-3e5745cfa117" providerId="ADAL" clId="{ADEFBDFB-F497-4836-B3F6-83FD5E69F592}" dt="2023-12-15T03:36:06.130" v="258" actId="1036"/>
          <ac:spMkLst>
            <pc:docMk/>
            <pc:sldMk cId="1662920444" sldId="2147480043"/>
            <ac:spMk id="104" creationId="{5A83658E-DFF0-0119-C0B6-B2F9A910EAF9}"/>
          </ac:spMkLst>
        </pc:spChg>
        <pc:spChg chg="mod">
          <ac:chgData name="Liang,Dr.,Hongzi (HP Medicine) BII-CN-S" userId="29bc0a18-5096-49d5-ae49-3e5745cfa117" providerId="ADAL" clId="{ADEFBDFB-F497-4836-B3F6-83FD5E69F592}" dt="2023-12-15T03:36:06.130" v="258" actId="1036"/>
          <ac:spMkLst>
            <pc:docMk/>
            <pc:sldMk cId="1662920444" sldId="2147480043"/>
            <ac:spMk id="105" creationId="{66DA29FB-9E73-19CF-CE83-F1E0305E98A2}"/>
          </ac:spMkLst>
        </pc:spChg>
        <pc:spChg chg="mod">
          <ac:chgData name="Liang,Dr.,Hongzi (HP Medicine) BII-CN-S" userId="29bc0a18-5096-49d5-ae49-3e5745cfa117" providerId="ADAL" clId="{ADEFBDFB-F497-4836-B3F6-83FD5E69F592}" dt="2023-12-15T03:36:06.130" v="258" actId="1036"/>
          <ac:spMkLst>
            <pc:docMk/>
            <pc:sldMk cId="1662920444" sldId="2147480043"/>
            <ac:spMk id="107" creationId="{F30F94B4-5B53-EE8E-0D27-8B01F04E15BB}"/>
          </ac:spMkLst>
        </pc:spChg>
        <pc:spChg chg="mod">
          <ac:chgData name="Liang,Dr.,Hongzi (HP Medicine) BII-CN-S" userId="29bc0a18-5096-49d5-ae49-3e5745cfa117" providerId="ADAL" clId="{ADEFBDFB-F497-4836-B3F6-83FD5E69F592}" dt="2023-12-15T03:36:06.130" v="258" actId="1036"/>
          <ac:spMkLst>
            <pc:docMk/>
            <pc:sldMk cId="1662920444" sldId="2147480043"/>
            <ac:spMk id="108" creationId="{9ABE817E-CF4B-4F81-4B5F-38444A1F02CC}"/>
          </ac:spMkLst>
        </pc:spChg>
        <pc:spChg chg="mod">
          <ac:chgData name="Liang,Dr.,Hongzi (HP Medicine) BII-CN-S" userId="29bc0a18-5096-49d5-ae49-3e5745cfa117" providerId="ADAL" clId="{ADEFBDFB-F497-4836-B3F6-83FD5E69F592}" dt="2023-12-15T03:36:06.130" v="258" actId="1036"/>
          <ac:spMkLst>
            <pc:docMk/>
            <pc:sldMk cId="1662920444" sldId="2147480043"/>
            <ac:spMk id="109" creationId="{5253C10F-A437-B4E0-3406-9DD3C8512B70}"/>
          </ac:spMkLst>
        </pc:spChg>
        <pc:spChg chg="mod">
          <ac:chgData name="Liang,Dr.,Hongzi (HP Medicine) BII-CN-S" userId="29bc0a18-5096-49d5-ae49-3e5745cfa117" providerId="ADAL" clId="{ADEFBDFB-F497-4836-B3F6-83FD5E69F592}" dt="2023-12-15T03:36:06.130" v="258" actId="1036"/>
          <ac:spMkLst>
            <pc:docMk/>
            <pc:sldMk cId="1662920444" sldId="2147480043"/>
            <ac:spMk id="112" creationId="{8C15C30B-1F4D-74A4-DA9B-0AAC0AA78750}"/>
          </ac:spMkLst>
        </pc:spChg>
        <pc:spChg chg="mod">
          <ac:chgData name="Liang,Dr.,Hongzi (HP Medicine) BII-CN-S" userId="29bc0a18-5096-49d5-ae49-3e5745cfa117" providerId="ADAL" clId="{ADEFBDFB-F497-4836-B3F6-83FD5E69F592}" dt="2023-12-15T04:39:27.996" v="1483" actId="20577"/>
          <ac:spMkLst>
            <pc:docMk/>
            <pc:sldMk cId="1662920444" sldId="2147480043"/>
            <ac:spMk id="117" creationId="{F413841D-8C21-26EF-3ECF-BB5030EBA290}"/>
          </ac:spMkLst>
        </pc:spChg>
        <pc:spChg chg="mod">
          <ac:chgData name="Liang,Dr.,Hongzi (HP Medicine) BII-CN-S" userId="29bc0a18-5096-49d5-ae49-3e5745cfa117" providerId="ADAL" clId="{ADEFBDFB-F497-4836-B3F6-83FD5E69F592}" dt="2023-12-15T03:36:06.130" v="258" actId="1036"/>
          <ac:spMkLst>
            <pc:docMk/>
            <pc:sldMk cId="1662920444" sldId="2147480043"/>
            <ac:spMk id="118" creationId="{F6B9B4DD-5958-1063-9D15-5709B107C41B}"/>
          </ac:spMkLst>
        </pc:spChg>
        <pc:spChg chg="mod">
          <ac:chgData name="Liang,Dr.,Hongzi (HP Medicine) BII-CN-S" userId="29bc0a18-5096-49d5-ae49-3e5745cfa117" providerId="ADAL" clId="{ADEFBDFB-F497-4836-B3F6-83FD5E69F592}" dt="2023-12-15T03:36:06.130" v="258" actId="1036"/>
          <ac:spMkLst>
            <pc:docMk/>
            <pc:sldMk cId="1662920444" sldId="2147480043"/>
            <ac:spMk id="125" creationId="{88DC4EB7-38B3-BE14-5B68-1E55C1E80CA0}"/>
          </ac:spMkLst>
        </pc:spChg>
        <pc:spChg chg="mod">
          <ac:chgData name="Liang,Dr.,Hongzi (HP Medicine) BII-CN-S" userId="29bc0a18-5096-49d5-ae49-3e5745cfa117" providerId="ADAL" clId="{ADEFBDFB-F497-4836-B3F6-83FD5E69F592}" dt="2023-12-15T03:36:06.130" v="258" actId="1036"/>
          <ac:spMkLst>
            <pc:docMk/>
            <pc:sldMk cId="1662920444" sldId="2147480043"/>
            <ac:spMk id="126" creationId="{B840F20F-A072-878A-049F-5D44F373F627}"/>
          </ac:spMkLst>
        </pc:spChg>
        <pc:spChg chg="mod">
          <ac:chgData name="Liang,Dr.,Hongzi (HP Medicine) BII-CN-S" userId="29bc0a18-5096-49d5-ae49-3e5745cfa117" providerId="ADAL" clId="{ADEFBDFB-F497-4836-B3F6-83FD5E69F592}" dt="2023-12-15T03:36:06.130" v="258" actId="1036"/>
          <ac:spMkLst>
            <pc:docMk/>
            <pc:sldMk cId="1662920444" sldId="2147480043"/>
            <ac:spMk id="127" creationId="{66DE3BBB-9193-2AF4-2D0C-1E7EC40AD76B}"/>
          </ac:spMkLst>
        </pc:spChg>
        <pc:spChg chg="mod">
          <ac:chgData name="Liang,Dr.,Hongzi (HP Medicine) BII-CN-S" userId="29bc0a18-5096-49d5-ae49-3e5745cfa117" providerId="ADAL" clId="{ADEFBDFB-F497-4836-B3F6-83FD5E69F592}" dt="2023-12-15T03:58:16.429" v="934" actId="20577"/>
          <ac:spMkLst>
            <pc:docMk/>
            <pc:sldMk cId="1662920444" sldId="2147480043"/>
            <ac:spMk id="128" creationId="{E868EBC0-60DA-52C0-D433-F34CA5A53AF6}"/>
          </ac:spMkLst>
        </pc:spChg>
        <pc:spChg chg="mod">
          <ac:chgData name="Liang,Dr.,Hongzi (HP Medicine) BII-CN-S" userId="29bc0a18-5096-49d5-ae49-3e5745cfa117" providerId="ADAL" clId="{ADEFBDFB-F497-4836-B3F6-83FD5E69F592}" dt="2023-12-15T03:59:54.750" v="1007" actId="1036"/>
          <ac:spMkLst>
            <pc:docMk/>
            <pc:sldMk cId="1662920444" sldId="2147480043"/>
            <ac:spMk id="129" creationId="{A33AA1BA-FC97-F5FB-582E-C9F0E4CCD8B4}"/>
          </ac:spMkLst>
        </pc:spChg>
        <pc:spChg chg="mod">
          <ac:chgData name="Liang,Dr.,Hongzi (HP Medicine) BII-CN-S" userId="29bc0a18-5096-49d5-ae49-3e5745cfa117" providerId="ADAL" clId="{ADEFBDFB-F497-4836-B3F6-83FD5E69F592}" dt="2023-12-08T06:44:19.007" v="68" actId="20577"/>
          <ac:spMkLst>
            <pc:docMk/>
            <pc:sldMk cId="1662920444" sldId="2147480043"/>
            <ac:spMk id="133" creationId="{7C25E0FB-3A95-B74F-2DF9-D1822902FB80}"/>
          </ac:spMkLst>
        </pc:spChg>
        <pc:grpChg chg="mod">
          <ac:chgData name="Liang,Dr.,Hongzi (HP Medicine) BII-CN-S" userId="29bc0a18-5096-49d5-ae49-3e5745cfa117" providerId="ADAL" clId="{ADEFBDFB-F497-4836-B3F6-83FD5E69F592}" dt="2023-12-15T03:36:06.130" v="258" actId="1036"/>
          <ac:grpSpMkLst>
            <pc:docMk/>
            <pc:sldMk cId="1662920444" sldId="2147480043"/>
            <ac:grpSpMk id="3" creationId="{DF27C89F-1EE0-8AC7-D771-41A582D92A59}"/>
          </ac:grpSpMkLst>
        </pc:grpChg>
        <pc:grpChg chg="mod">
          <ac:chgData name="Liang,Dr.,Hongzi (HP Medicine) BII-CN-S" userId="29bc0a18-5096-49d5-ae49-3e5745cfa117" providerId="ADAL" clId="{ADEFBDFB-F497-4836-B3F6-83FD5E69F592}" dt="2023-12-15T03:36:06.130" v="258" actId="1036"/>
          <ac:grpSpMkLst>
            <pc:docMk/>
            <pc:sldMk cId="1662920444" sldId="2147480043"/>
            <ac:grpSpMk id="7" creationId="{FEEDF83C-9F97-5877-30DB-D8C9E6ADB614}"/>
          </ac:grpSpMkLst>
        </pc:grpChg>
        <pc:grpChg chg="mod">
          <ac:chgData name="Liang,Dr.,Hongzi (HP Medicine) BII-CN-S" userId="29bc0a18-5096-49d5-ae49-3e5745cfa117" providerId="ADAL" clId="{ADEFBDFB-F497-4836-B3F6-83FD5E69F592}" dt="2023-12-15T03:36:06.130" v="258" actId="1036"/>
          <ac:grpSpMkLst>
            <pc:docMk/>
            <pc:sldMk cId="1662920444" sldId="2147480043"/>
            <ac:grpSpMk id="47" creationId="{014E9F06-A521-AA57-33C2-F18A5267F662}"/>
          </ac:grpSpMkLst>
        </pc:grpChg>
        <pc:grpChg chg="mod">
          <ac:chgData name="Liang,Dr.,Hongzi (HP Medicine) BII-CN-S" userId="29bc0a18-5096-49d5-ae49-3e5745cfa117" providerId="ADAL" clId="{ADEFBDFB-F497-4836-B3F6-83FD5E69F592}" dt="2023-12-15T03:36:06.130" v="258" actId="1036"/>
          <ac:grpSpMkLst>
            <pc:docMk/>
            <pc:sldMk cId="1662920444" sldId="2147480043"/>
            <ac:grpSpMk id="54" creationId="{724A875B-C355-9FDA-8AE4-CDED599DB8DB}"/>
          </ac:grpSpMkLst>
        </pc:grpChg>
        <pc:grpChg chg="mod">
          <ac:chgData name="Liang,Dr.,Hongzi (HP Medicine) BII-CN-S" userId="29bc0a18-5096-49d5-ae49-3e5745cfa117" providerId="ADAL" clId="{ADEFBDFB-F497-4836-B3F6-83FD5E69F592}" dt="2023-12-15T03:36:06.130" v="258" actId="1036"/>
          <ac:grpSpMkLst>
            <pc:docMk/>
            <pc:sldMk cId="1662920444" sldId="2147480043"/>
            <ac:grpSpMk id="57" creationId="{0C85440E-B58A-C290-40C0-D09F80F9D061}"/>
          </ac:grpSpMkLst>
        </pc:grpChg>
        <pc:grpChg chg="mod">
          <ac:chgData name="Liang,Dr.,Hongzi (HP Medicine) BII-CN-S" userId="29bc0a18-5096-49d5-ae49-3e5745cfa117" providerId="ADAL" clId="{ADEFBDFB-F497-4836-B3F6-83FD5E69F592}" dt="2023-12-15T03:36:06.130" v="258" actId="1036"/>
          <ac:grpSpMkLst>
            <pc:docMk/>
            <pc:sldMk cId="1662920444" sldId="2147480043"/>
            <ac:grpSpMk id="63" creationId="{8E8B6B3B-5054-3FF5-158E-7973F6A8B4FF}"/>
          </ac:grpSpMkLst>
        </pc:grpChg>
        <pc:grpChg chg="mod">
          <ac:chgData name="Liang,Dr.,Hongzi (HP Medicine) BII-CN-S" userId="29bc0a18-5096-49d5-ae49-3e5745cfa117" providerId="ADAL" clId="{ADEFBDFB-F497-4836-B3F6-83FD5E69F592}" dt="2023-12-15T03:36:06.130" v="258" actId="1036"/>
          <ac:grpSpMkLst>
            <pc:docMk/>
            <pc:sldMk cId="1662920444" sldId="2147480043"/>
            <ac:grpSpMk id="95" creationId="{1FDCC68B-C9DD-5802-3582-09A3A969897B}"/>
          </ac:grpSpMkLst>
        </pc:grpChg>
        <pc:grpChg chg="mod">
          <ac:chgData name="Liang,Dr.,Hongzi (HP Medicine) BII-CN-S" userId="29bc0a18-5096-49d5-ae49-3e5745cfa117" providerId="ADAL" clId="{ADEFBDFB-F497-4836-B3F6-83FD5E69F592}" dt="2023-12-15T03:36:06.130" v="258" actId="1036"/>
          <ac:grpSpMkLst>
            <pc:docMk/>
            <pc:sldMk cId="1662920444" sldId="2147480043"/>
            <ac:grpSpMk id="98" creationId="{B7FDBFCB-D34F-B389-0523-7EA0ED88319A}"/>
          </ac:grpSpMkLst>
        </pc:grpChg>
        <pc:grpChg chg="mod">
          <ac:chgData name="Liang,Dr.,Hongzi (HP Medicine) BII-CN-S" userId="29bc0a18-5096-49d5-ae49-3e5745cfa117" providerId="ADAL" clId="{ADEFBDFB-F497-4836-B3F6-83FD5E69F592}" dt="2023-12-15T03:36:06.130" v="258" actId="1036"/>
          <ac:grpSpMkLst>
            <pc:docMk/>
            <pc:sldMk cId="1662920444" sldId="2147480043"/>
            <ac:grpSpMk id="102" creationId="{74CAADBF-2B0F-ED78-94C7-0E32ADE3AFB8}"/>
          </ac:grpSpMkLst>
        </pc:grpChg>
        <pc:grpChg chg="mod">
          <ac:chgData name="Liang,Dr.,Hongzi (HP Medicine) BII-CN-S" userId="29bc0a18-5096-49d5-ae49-3e5745cfa117" providerId="ADAL" clId="{ADEFBDFB-F497-4836-B3F6-83FD5E69F592}" dt="2023-12-15T03:36:06.130" v="258" actId="1036"/>
          <ac:grpSpMkLst>
            <pc:docMk/>
            <pc:sldMk cId="1662920444" sldId="2147480043"/>
            <ac:grpSpMk id="106" creationId="{0D2C459C-BFA7-9395-F0E5-5EF6220BCB4A}"/>
          </ac:grpSpMkLst>
        </pc:grpChg>
        <pc:grpChg chg="mod">
          <ac:chgData name="Liang,Dr.,Hongzi (HP Medicine) BII-CN-S" userId="29bc0a18-5096-49d5-ae49-3e5745cfa117" providerId="ADAL" clId="{ADEFBDFB-F497-4836-B3F6-83FD5E69F592}" dt="2023-12-15T03:36:06.130" v="258" actId="1036"/>
          <ac:grpSpMkLst>
            <pc:docMk/>
            <pc:sldMk cId="1662920444" sldId="2147480043"/>
            <ac:grpSpMk id="116" creationId="{8E1CE04A-47AB-BEB8-8703-22C0972ADDF6}"/>
          </ac:grpSpMkLst>
        </pc:grpChg>
        <pc:grpChg chg="mod">
          <ac:chgData name="Liang,Dr.,Hongzi (HP Medicine) BII-CN-S" userId="29bc0a18-5096-49d5-ae49-3e5745cfa117" providerId="ADAL" clId="{ADEFBDFB-F497-4836-B3F6-83FD5E69F592}" dt="2023-12-15T03:36:06.130" v="258" actId="1036"/>
          <ac:grpSpMkLst>
            <pc:docMk/>
            <pc:sldMk cId="1662920444" sldId="2147480043"/>
            <ac:grpSpMk id="124" creationId="{04A79229-ECF1-31D0-AE2E-653535A1D71D}"/>
          </ac:grpSpMkLst>
        </pc:grpChg>
        <pc:picChg chg="mod">
          <ac:chgData name="Liang,Dr.,Hongzi (HP Medicine) BII-CN-S" userId="29bc0a18-5096-49d5-ae49-3e5745cfa117" providerId="ADAL" clId="{ADEFBDFB-F497-4836-B3F6-83FD5E69F592}" dt="2023-12-15T03:57:14.583" v="901" actId="1036"/>
          <ac:picMkLst>
            <pc:docMk/>
            <pc:sldMk cId="1662920444" sldId="2147480043"/>
            <ac:picMk id="20" creationId="{5FABC865-E9C3-3D04-F687-E385ECC1561B}"/>
          </ac:picMkLst>
        </pc:picChg>
        <pc:picChg chg="mod">
          <ac:chgData name="Liang,Dr.,Hongzi (HP Medicine) BII-CN-S" userId="29bc0a18-5096-49d5-ae49-3e5745cfa117" providerId="ADAL" clId="{ADEFBDFB-F497-4836-B3F6-83FD5E69F592}" dt="2023-12-15T04:06:05.034" v="1016" actId="1036"/>
          <ac:picMkLst>
            <pc:docMk/>
            <pc:sldMk cId="1662920444" sldId="2147480043"/>
            <ac:picMk id="37" creationId="{69634E20-BC4D-B814-5948-A90FA6D5F9CD}"/>
          </ac:picMkLst>
        </pc:picChg>
        <pc:cxnChg chg="mod">
          <ac:chgData name="Liang,Dr.,Hongzi (HP Medicine) BII-CN-S" userId="29bc0a18-5096-49d5-ae49-3e5745cfa117" providerId="ADAL" clId="{ADEFBDFB-F497-4836-B3F6-83FD5E69F592}" dt="2023-12-15T03:57:19.291" v="908" actId="1036"/>
          <ac:cxnSpMkLst>
            <pc:docMk/>
            <pc:sldMk cId="1662920444" sldId="2147480043"/>
            <ac:cxnSpMk id="15" creationId="{C1B47561-FEFA-C292-E030-029413B71606}"/>
          </ac:cxnSpMkLst>
        </pc:cxnChg>
        <pc:cxnChg chg="mod">
          <ac:chgData name="Liang,Dr.,Hongzi (HP Medicine) BII-CN-S" userId="29bc0a18-5096-49d5-ae49-3e5745cfa117" providerId="ADAL" clId="{ADEFBDFB-F497-4836-B3F6-83FD5E69F592}" dt="2023-12-15T03:36:06.130" v="258" actId="1036"/>
          <ac:cxnSpMkLst>
            <pc:docMk/>
            <pc:sldMk cId="1662920444" sldId="2147480043"/>
            <ac:cxnSpMk id="110" creationId="{6A8DC074-B400-C2AD-51B1-CE2638B36048}"/>
          </ac:cxnSpMkLst>
        </pc:cxnChg>
        <pc:cxnChg chg="mod">
          <ac:chgData name="Liang,Dr.,Hongzi (HP Medicine) BII-CN-S" userId="29bc0a18-5096-49d5-ae49-3e5745cfa117" providerId="ADAL" clId="{ADEFBDFB-F497-4836-B3F6-83FD5E69F592}" dt="2023-12-15T03:36:06.130" v="258" actId="1036"/>
          <ac:cxnSpMkLst>
            <pc:docMk/>
            <pc:sldMk cId="1662920444" sldId="2147480043"/>
            <ac:cxnSpMk id="111" creationId="{85895E43-8562-12FB-4C13-9426EC86763B}"/>
          </ac:cxnSpMkLst>
        </pc:cxnChg>
      </pc:sldChg>
      <pc:sldChg chg="modSp mod">
        <pc:chgData name="Liang,Dr.,Hongzi (HP Medicine) BII-CN-S" userId="29bc0a18-5096-49d5-ae49-3e5745cfa117" providerId="ADAL" clId="{ADEFBDFB-F497-4836-B3F6-83FD5E69F592}" dt="2023-12-15T03:29:54.268" v="233" actId="1036"/>
        <pc:sldMkLst>
          <pc:docMk/>
          <pc:sldMk cId="2689349481" sldId="2147480051"/>
        </pc:sldMkLst>
        <pc:spChg chg="mod">
          <ac:chgData name="Liang,Dr.,Hongzi (HP Medicine) BII-CN-S" userId="29bc0a18-5096-49d5-ae49-3e5745cfa117" providerId="ADAL" clId="{ADEFBDFB-F497-4836-B3F6-83FD5E69F592}" dt="2023-12-15T03:29:54.268" v="233" actId="1036"/>
          <ac:spMkLst>
            <pc:docMk/>
            <pc:sldMk cId="2689349481" sldId="2147480051"/>
            <ac:spMk id="22" creationId="{EAC02FC4-E9A4-C9B2-5EF2-586E36259F34}"/>
          </ac:spMkLst>
        </pc:spChg>
        <pc:spChg chg="mod">
          <ac:chgData name="Liang,Dr.,Hongzi (HP Medicine) BII-CN-S" userId="29bc0a18-5096-49d5-ae49-3e5745cfa117" providerId="ADAL" clId="{ADEFBDFB-F497-4836-B3F6-83FD5E69F592}" dt="2023-12-15T03:29:54.268" v="233" actId="1036"/>
          <ac:spMkLst>
            <pc:docMk/>
            <pc:sldMk cId="2689349481" sldId="2147480051"/>
            <ac:spMk id="27" creationId="{6964DC8B-D3CF-9F93-6FBD-735A7ECC3B48}"/>
          </ac:spMkLst>
        </pc:spChg>
        <pc:spChg chg="mod">
          <ac:chgData name="Liang,Dr.,Hongzi (HP Medicine) BII-CN-S" userId="29bc0a18-5096-49d5-ae49-3e5745cfa117" providerId="ADAL" clId="{ADEFBDFB-F497-4836-B3F6-83FD5E69F592}" dt="2023-12-15T03:29:54.268" v="233" actId="1036"/>
          <ac:spMkLst>
            <pc:docMk/>
            <pc:sldMk cId="2689349481" sldId="2147480051"/>
            <ac:spMk id="29" creationId="{50FA0D36-11F2-AE8E-7398-7A5F4DEDBDD3}"/>
          </ac:spMkLst>
        </pc:spChg>
        <pc:grpChg chg="mod">
          <ac:chgData name="Liang,Dr.,Hongzi (HP Medicine) BII-CN-S" userId="29bc0a18-5096-49d5-ae49-3e5745cfa117" providerId="ADAL" clId="{ADEFBDFB-F497-4836-B3F6-83FD5E69F592}" dt="2023-12-15T03:29:54.268" v="233" actId="1036"/>
          <ac:grpSpMkLst>
            <pc:docMk/>
            <pc:sldMk cId="2689349481" sldId="2147480051"/>
            <ac:grpSpMk id="23" creationId="{2127817C-65BD-6FCE-E504-A8A890FAC416}"/>
          </ac:grpSpMkLst>
        </pc:grpChg>
        <pc:graphicFrameChg chg="mod modGraphic">
          <ac:chgData name="Liang,Dr.,Hongzi (HP Medicine) BII-CN-S" userId="29bc0a18-5096-49d5-ae49-3e5745cfa117" providerId="ADAL" clId="{ADEFBDFB-F497-4836-B3F6-83FD5E69F592}" dt="2023-12-15T03:28:41.971" v="211" actId="1036"/>
          <ac:graphicFrameMkLst>
            <pc:docMk/>
            <pc:sldMk cId="2689349481" sldId="2147480051"/>
            <ac:graphicFrameMk id="19" creationId="{2867D72B-A130-6827-B506-15D81EEE355D}"/>
          </ac:graphicFrameMkLst>
        </pc:graphicFrameChg>
      </pc:sldChg>
      <pc:sldChg chg="addSp delSp modSp mod">
        <pc:chgData name="Liang,Dr.,Hongzi (HP Medicine) BII-CN-S" userId="29bc0a18-5096-49d5-ae49-3e5745cfa117" providerId="ADAL" clId="{ADEFBDFB-F497-4836-B3F6-83FD5E69F592}" dt="2023-12-15T04:34:22.598" v="1447" actId="20577"/>
        <pc:sldMkLst>
          <pc:docMk/>
          <pc:sldMk cId="374273854" sldId="2147480052"/>
        </pc:sldMkLst>
        <pc:spChg chg="mod">
          <ac:chgData name="Liang,Dr.,Hongzi (HP Medicine) BII-CN-S" userId="29bc0a18-5096-49d5-ae49-3e5745cfa117" providerId="ADAL" clId="{ADEFBDFB-F497-4836-B3F6-83FD5E69F592}" dt="2023-12-15T04:25:56.559" v="1141" actId="1036"/>
          <ac:spMkLst>
            <pc:docMk/>
            <pc:sldMk cId="374273854" sldId="2147480052"/>
            <ac:spMk id="3" creationId="{F20D4043-A197-13C5-03F8-BEE1A9A89866}"/>
          </ac:spMkLst>
        </pc:spChg>
        <pc:spChg chg="mod">
          <ac:chgData name="Liang,Dr.,Hongzi (HP Medicine) BII-CN-S" userId="29bc0a18-5096-49d5-ae49-3e5745cfa117" providerId="ADAL" clId="{ADEFBDFB-F497-4836-B3F6-83FD5E69F592}" dt="2023-12-15T04:25:56.559" v="1141" actId="1036"/>
          <ac:spMkLst>
            <pc:docMk/>
            <pc:sldMk cId="374273854" sldId="2147480052"/>
            <ac:spMk id="10" creationId="{454E1FF3-2510-8232-96A2-0436FE663830}"/>
          </ac:spMkLst>
        </pc:spChg>
        <pc:spChg chg="mod">
          <ac:chgData name="Liang,Dr.,Hongzi (HP Medicine) BII-CN-S" userId="29bc0a18-5096-49d5-ae49-3e5745cfa117" providerId="ADAL" clId="{ADEFBDFB-F497-4836-B3F6-83FD5E69F592}" dt="2023-12-15T04:25:56.559" v="1141" actId="1036"/>
          <ac:spMkLst>
            <pc:docMk/>
            <pc:sldMk cId="374273854" sldId="2147480052"/>
            <ac:spMk id="19" creationId="{2E5019B4-6B87-284D-D79D-F07C7BF00814}"/>
          </ac:spMkLst>
        </pc:spChg>
        <pc:spChg chg="mod">
          <ac:chgData name="Liang,Dr.,Hongzi (HP Medicine) BII-CN-S" userId="29bc0a18-5096-49d5-ae49-3e5745cfa117" providerId="ADAL" clId="{ADEFBDFB-F497-4836-B3F6-83FD5E69F592}" dt="2023-12-15T04:25:56.559" v="1141" actId="1036"/>
          <ac:spMkLst>
            <pc:docMk/>
            <pc:sldMk cId="374273854" sldId="2147480052"/>
            <ac:spMk id="30" creationId="{D1490013-2D10-1AA7-9147-DD99BF972455}"/>
          </ac:spMkLst>
        </pc:spChg>
        <pc:spChg chg="mod">
          <ac:chgData name="Liang,Dr.,Hongzi (HP Medicine) BII-CN-S" userId="29bc0a18-5096-49d5-ae49-3e5745cfa117" providerId="ADAL" clId="{ADEFBDFB-F497-4836-B3F6-83FD5E69F592}" dt="2023-12-15T04:25:56.559" v="1141" actId="1036"/>
          <ac:spMkLst>
            <pc:docMk/>
            <pc:sldMk cId="374273854" sldId="2147480052"/>
            <ac:spMk id="31" creationId="{1D8C90E6-F821-6DF7-2FC3-3A9F5A761E0E}"/>
          </ac:spMkLst>
        </pc:spChg>
        <pc:spChg chg="mod">
          <ac:chgData name="Liang,Dr.,Hongzi (HP Medicine) BII-CN-S" userId="29bc0a18-5096-49d5-ae49-3e5745cfa117" providerId="ADAL" clId="{ADEFBDFB-F497-4836-B3F6-83FD5E69F592}" dt="2023-12-15T04:25:56.559" v="1141" actId="1036"/>
          <ac:spMkLst>
            <pc:docMk/>
            <pc:sldMk cId="374273854" sldId="2147480052"/>
            <ac:spMk id="32" creationId="{C79D68D9-FB43-6321-3302-5AAF093242E7}"/>
          </ac:spMkLst>
        </pc:spChg>
        <pc:spChg chg="mod">
          <ac:chgData name="Liang,Dr.,Hongzi (HP Medicine) BII-CN-S" userId="29bc0a18-5096-49d5-ae49-3e5745cfa117" providerId="ADAL" clId="{ADEFBDFB-F497-4836-B3F6-83FD5E69F592}" dt="2023-12-15T04:25:56.559" v="1141" actId="1036"/>
          <ac:spMkLst>
            <pc:docMk/>
            <pc:sldMk cId="374273854" sldId="2147480052"/>
            <ac:spMk id="33" creationId="{8CE77E41-E020-67FF-4152-130A246D4B2E}"/>
          </ac:spMkLst>
        </pc:spChg>
        <pc:spChg chg="add del mod">
          <ac:chgData name="Liang,Dr.,Hongzi (HP Medicine) BII-CN-S" userId="29bc0a18-5096-49d5-ae49-3e5745cfa117" providerId="ADAL" clId="{ADEFBDFB-F497-4836-B3F6-83FD5E69F592}" dt="2023-12-08T06:46:58.152" v="154" actId="478"/>
          <ac:spMkLst>
            <pc:docMk/>
            <pc:sldMk cId="374273854" sldId="2147480052"/>
            <ac:spMk id="47" creationId="{CF3AFA52-4D7B-0E8D-73E0-F79CEC87FC98}"/>
          </ac:spMkLst>
        </pc:spChg>
        <pc:spChg chg="add mod">
          <ac:chgData name="Liang,Dr.,Hongzi (HP Medicine) BII-CN-S" userId="29bc0a18-5096-49d5-ae49-3e5745cfa117" providerId="ADAL" clId="{ADEFBDFB-F497-4836-B3F6-83FD5E69F592}" dt="2023-12-15T04:26:08.677" v="1142" actId="1076"/>
          <ac:spMkLst>
            <pc:docMk/>
            <pc:sldMk cId="374273854" sldId="2147480052"/>
            <ac:spMk id="47" creationId="{EC932F2E-C659-2E47-446C-50E8CAA28546}"/>
          </ac:spMkLst>
        </pc:spChg>
        <pc:spChg chg="add mod">
          <ac:chgData name="Liang,Dr.,Hongzi (HP Medicine) BII-CN-S" userId="29bc0a18-5096-49d5-ae49-3e5745cfa117" providerId="ADAL" clId="{ADEFBDFB-F497-4836-B3F6-83FD5E69F592}" dt="2023-12-08T06:45:44.891" v="135" actId="1037"/>
          <ac:spMkLst>
            <pc:docMk/>
            <pc:sldMk cId="374273854" sldId="2147480052"/>
            <ac:spMk id="48" creationId="{3D951BAB-08CC-7B16-DA71-5BDB2ADBDFD2}"/>
          </ac:spMkLst>
        </pc:spChg>
        <pc:spChg chg="add mod">
          <ac:chgData name="Liang,Dr.,Hongzi (HP Medicine) BII-CN-S" userId="29bc0a18-5096-49d5-ae49-3e5745cfa117" providerId="ADAL" clId="{ADEFBDFB-F497-4836-B3F6-83FD5E69F592}" dt="2023-12-08T06:46:06.078" v="150" actId="20577"/>
          <ac:spMkLst>
            <pc:docMk/>
            <pc:sldMk cId="374273854" sldId="2147480052"/>
            <ac:spMk id="49" creationId="{40045FAA-20F9-4476-D7B7-30334C6B7BAD}"/>
          </ac:spMkLst>
        </pc:spChg>
        <pc:spChg chg="mod">
          <ac:chgData name="Liang,Dr.,Hongzi (HP Medicine) BII-CN-S" userId="29bc0a18-5096-49d5-ae49-3e5745cfa117" providerId="ADAL" clId="{ADEFBDFB-F497-4836-B3F6-83FD5E69F592}" dt="2023-12-08T06:46:18.493" v="151" actId="1076"/>
          <ac:spMkLst>
            <pc:docMk/>
            <pc:sldMk cId="374273854" sldId="2147480052"/>
            <ac:spMk id="75" creationId="{CC993A48-25DB-0DB5-5106-3BFD6B15B5F8}"/>
          </ac:spMkLst>
        </pc:spChg>
        <pc:spChg chg="mod">
          <ac:chgData name="Liang,Dr.,Hongzi (HP Medicine) BII-CN-S" userId="29bc0a18-5096-49d5-ae49-3e5745cfa117" providerId="ADAL" clId="{ADEFBDFB-F497-4836-B3F6-83FD5E69F592}" dt="2023-12-08T06:46:18.493" v="151" actId="1076"/>
          <ac:spMkLst>
            <pc:docMk/>
            <pc:sldMk cId="374273854" sldId="2147480052"/>
            <ac:spMk id="76" creationId="{28E54CCD-4EC6-B55E-AD99-B78E4B6DC7A9}"/>
          </ac:spMkLst>
        </pc:spChg>
        <pc:spChg chg="mod">
          <ac:chgData name="Liang,Dr.,Hongzi (HP Medicine) BII-CN-S" userId="29bc0a18-5096-49d5-ae49-3e5745cfa117" providerId="ADAL" clId="{ADEFBDFB-F497-4836-B3F6-83FD5E69F592}" dt="2023-12-08T06:46:18.493" v="151" actId="1076"/>
          <ac:spMkLst>
            <pc:docMk/>
            <pc:sldMk cId="374273854" sldId="2147480052"/>
            <ac:spMk id="77" creationId="{9949C35E-F320-EE6F-F7DD-7BE23A03636A}"/>
          </ac:spMkLst>
        </pc:spChg>
        <pc:spChg chg="mod">
          <ac:chgData name="Liang,Dr.,Hongzi (HP Medicine) BII-CN-S" userId="29bc0a18-5096-49d5-ae49-3e5745cfa117" providerId="ADAL" clId="{ADEFBDFB-F497-4836-B3F6-83FD5E69F592}" dt="2023-12-08T06:46:18.493" v="151" actId="1076"/>
          <ac:spMkLst>
            <pc:docMk/>
            <pc:sldMk cId="374273854" sldId="2147480052"/>
            <ac:spMk id="78" creationId="{6CD7EC66-C296-A687-C549-11A061DD4904}"/>
          </ac:spMkLst>
        </pc:spChg>
        <pc:spChg chg="mod">
          <ac:chgData name="Liang,Dr.,Hongzi (HP Medicine) BII-CN-S" userId="29bc0a18-5096-49d5-ae49-3e5745cfa117" providerId="ADAL" clId="{ADEFBDFB-F497-4836-B3F6-83FD5E69F592}" dt="2023-12-15T04:27:03.095" v="1143" actId="20577"/>
          <ac:spMkLst>
            <pc:docMk/>
            <pc:sldMk cId="374273854" sldId="2147480052"/>
            <ac:spMk id="79" creationId="{B4C7B7B3-BFA0-0C93-0F51-A6D42D0306C2}"/>
          </ac:spMkLst>
        </pc:spChg>
        <pc:spChg chg="mod">
          <ac:chgData name="Liang,Dr.,Hongzi (HP Medicine) BII-CN-S" userId="29bc0a18-5096-49d5-ae49-3e5745cfa117" providerId="ADAL" clId="{ADEFBDFB-F497-4836-B3F6-83FD5E69F592}" dt="2023-12-08T06:46:18.493" v="151" actId="1076"/>
          <ac:spMkLst>
            <pc:docMk/>
            <pc:sldMk cId="374273854" sldId="2147480052"/>
            <ac:spMk id="80" creationId="{F9BF2B07-3B96-DEEC-5C62-E3F127783C8B}"/>
          </ac:spMkLst>
        </pc:spChg>
        <pc:spChg chg="mod">
          <ac:chgData name="Liang,Dr.,Hongzi (HP Medicine) BII-CN-S" userId="29bc0a18-5096-49d5-ae49-3e5745cfa117" providerId="ADAL" clId="{ADEFBDFB-F497-4836-B3F6-83FD5E69F592}" dt="2023-12-08T06:46:18.493" v="151" actId="1076"/>
          <ac:spMkLst>
            <pc:docMk/>
            <pc:sldMk cId="374273854" sldId="2147480052"/>
            <ac:spMk id="83" creationId="{B8BF9DB5-A396-7AF5-1C96-3E0B583C261A}"/>
          </ac:spMkLst>
        </pc:spChg>
        <pc:spChg chg="mod">
          <ac:chgData name="Liang,Dr.,Hongzi (HP Medicine) BII-CN-S" userId="29bc0a18-5096-49d5-ae49-3e5745cfa117" providerId="ADAL" clId="{ADEFBDFB-F497-4836-B3F6-83FD5E69F592}" dt="2023-12-08T06:46:18.493" v="151" actId="1076"/>
          <ac:spMkLst>
            <pc:docMk/>
            <pc:sldMk cId="374273854" sldId="2147480052"/>
            <ac:spMk id="86" creationId="{83CECB1A-470C-BE46-C8BC-E1D6F522105B}"/>
          </ac:spMkLst>
        </pc:spChg>
        <pc:spChg chg="mod">
          <ac:chgData name="Liang,Dr.,Hongzi (HP Medicine) BII-CN-S" userId="29bc0a18-5096-49d5-ae49-3e5745cfa117" providerId="ADAL" clId="{ADEFBDFB-F497-4836-B3F6-83FD5E69F592}" dt="2023-12-08T06:46:18.493" v="151" actId="1076"/>
          <ac:spMkLst>
            <pc:docMk/>
            <pc:sldMk cId="374273854" sldId="2147480052"/>
            <ac:spMk id="88" creationId="{F3109C4B-EDA5-7E35-FCAB-A96549D32FF4}"/>
          </ac:spMkLst>
        </pc:spChg>
        <pc:spChg chg="mod">
          <ac:chgData name="Liang,Dr.,Hongzi (HP Medicine) BII-CN-S" userId="29bc0a18-5096-49d5-ae49-3e5745cfa117" providerId="ADAL" clId="{ADEFBDFB-F497-4836-B3F6-83FD5E69F592}" dt="2023-12-08T06:46:18.493" v="151" actId="1076"/>
          <ac:spMkLst>
            <pc:docMk/>
            <pc:sldMk cId="374273854" sldId="2147480052"/>
            <ac:spMk id="89" creationId="{F8E4F3F4-DA19-50FD-1027-152E3DCB31A9}"/>
          </ac:spMkLst>
        </pc:spChg>
        <pc:spChg chg="mod">
          <ac:chgData name="Liang,Dr.,Hongzi (HP Medicine) BII-CN-S" userId="29bc0a18-5096-49d5-ae49-3e5745cfa117" providerId="ADAL" clId="{ADEFBDFB-F497-4836-B3F6-83FD5E69F592}" dt="2023-12-08T06:46:18.493" v="151" actId="1076"/>
          <ac:spMkLst>
            <pc:docMk/>
            <pc:sldMk cId="374273854" sldId="2147480052"/>
            <ac:spMk id="91" creationId="{BAB75BB6-2C93-934D-AAA3-47787E554452}"/>
          </ac:spMkLst>
        </pc:spChg>
        <pc:spChg chg="mod">
          <ac:chgData name="Liang,Dr.,Hongzi (HP Medicine) BII-CN-S" userId="29bc0a18-5096-49d5-ae49-3e5745cfa117" providerId="ADAL" clId="{ADEFBDFB-F497-4836-B3F6-83FD5E69F592}" dt="2023-12-08T06:46:18.493" v="151" actId="1076"/>
          <ac:spMkLst>
            <pc:docMk/>
            <pc:sldMk cId="374273854" sldId="2147480052"/>
            <ac:spMk id="92" creationId="{389298B1-3759-5288-570F-83260B9DDAEF}"/>
          </ac:spMkLst>
        </pc:spChg>
        <pc:spChg chg="mod">
          <ac:chgData name="Liang,Dr.,Hongzi (HP Medicine) BII-CN-S" userId="29bc0a18-5096-49d5-ae49-3e5745cfa117" providerId="ADAL" clId="{ADEFBDFB-F497-4836-B3F6-83FD5E69F592}" dt="2023-12-08T06:46:18.493" v="151" actId="1076"/>
          <ac:spMkLst>
            <pc:docMk/>
            <pc:sldMk cId="374273854" sldId="2147480052"/>
            <ac:spMk id="93" creationId="{BE05389C-0B52-E75A-D420-106E48305ECC}"/>
          </ac:spMkLst>
        </pc:spChg>
        <pc:spChg chg="mod">
          <ac:chgData name="Liang,Dr.,Hongzi (HP Medicine) BII-CN-S" userId="29bc0a18-5096-49d5-ae49-3e5745cfa117" providerId="ADAL" clId="{ADEFBDFB-F497-4836-B3F6-83FD5E69F592}" dt="2023-12-08T06:46:18.493" v="151" actId="1076"/>
          <ac:spMkLst>
            <pc:docMk/>
            <pc:sldMk cId="374273854" sldId="2147480052"/>
            <ac:spMk id="94" creationId="{8B89D469-315F-04B7-A5BB-BCEF3C101FFF}"/>
          </ac:spMkLst>
        </pc:spChg>
        <pc:spChg chg="mod">
          <ac:chgData name="Liang,Dr.,Hongzi (HP Medicine) BII-CN-S" userId="29bc0a18-5096-49d5-ae49-3e5745cfa117" providerId="ADAL" clId="{ADEFBDFB-F497-4836-B3F6-83FD5E69F592}" dt="2023-12-08T06:46:18.493" v="151" actId="1076"/>
          <ac:spMkLst>
            <pc:docMk/>
            <pc:sldMk cId="374273854" sldId="2147480052"/>
            <ac:spMk id="95" creationId="{6CA6D3F0-19ED-8E7B-8294-773F210A2A50}"/>
          </ac:spMkLst>
        </pc:spChg>
        <pc:spChg chg="mod">
          <ac:chgData name="Liang,Dr.,Hongzi (HP Medicine) BII-CN-S" userId="29bc0a18-5096-49d5-ae49-3e5745cfa117" providerId="ADAL" clId="{ADEFBDFB-F497-4836-B3F6-83FD5E69F592}" dt="2023-12-08T06:46:18.493" v="151" actId="1076"/>
          <ac:spMkLst>
            <pc:docMk/>
            <pc:sldMk cId="374273854" sldId="2147480052"/>
            <ac:spMk id="96" creationId="{501A5BA6-5020-60C5-6466-E43A7C5E327D}"/>
          </ac:spMkLst>
        </pc:spChg>
        <pc:spChg chg="mod">
          <ac:chgData name="Liang,Dr.,Hongzi (HP Medicine) BII-CN-S" userId="29bc0a18-5096-49d5-ae49-3e5745cfa117" providerId="ADAL" clId="{ADEFBDFB-F497-4836-B3F6-83FD5E69F592}" dt="2023-12-08T06:46:18.493" v="151" actId="1076"/>
          <ac:spMkLst>
            <pc:docMk/>
            <pc:sldMk cId="374273854" sldId="2147480052"/>
            <ac:spMk id="97" creationId="{09A9E68F-3E87-9FBB-EFCA-92C635379806}"/>
          </ac:spMkLst>
        </pc:spChg>
        <pc:spChg chg="mod">
          <ac:chgData name="Liang,Dr.,Hongzi (HP Medicine) BII-CN-S" userId="29bc0a18-5096-49d5-ae49-3e5745cfa117" providerId="ADAL" clId="{ADEFBDFB-F497-4836-B3F6-83FD5E69F592}" dt="2023-12-08T06:46:18.493" v="151" actId="1076"/>
          <ac:spMkLst>
            <pc:docMk/>
            <pc:sldMk cId="374273854" sldId="2147480052"/>
            <ac:spMk id="98" creationId="{AD5F338F-D5F2-35CB-11E0-28AF06E199D2}"/>
          </ac:spMkLst>
        </pc:spChg>
        <pc:spChg chg="mod">
          <ac:chgData name="Liang,Dr.,Hongzi (HP Medicine) BII-CN-S" userId="29bc0a18-5096-49d5-ae49-3e5745cfa117" providerId="ADAL" clId="{ADEFBDFB-F497-4836-B3F6-83FD5E69F592}" dt="2023-12-08T06:46:18.493" v="151" actId="1076"/>
          <ac:spMkLst>
            <pc:docMk/>
            <pc:sldMk cId="374273854" sldId="2147480052"/>
            <ac:spMk id="99" creationId="{10FD3772-9472-B0AD-8A20-A554D1F2F940}"/>
          </ac:spMkLst>
        </pc:spChg>
        <pc:spChg chg="mod">
          <ac:chgData name="Liang,Dr.,Hongzi (HP Medicine) BII-CN-S" userId="29bc0a18-5096-49d5-ae49-3e5745cfa117" providerId="ADAL" clId="{ADEFBDFB-F497-4836-B3F6-83FD5E69F592}" dt="2023-12-08T06:46:18.493" v="151" actId="1076"/>
          <ac:spMkLst>
            <pc:docMk/>
            <pc:sldMk cId="374273854" sldId="2147480052"/>
            <ac:spMk id="100" creationId="{4DB30BC8-0624-7498-9FCC-FDBE118F373E}"/>
          </ac:spMkLst>
        </pc:spChg>
        <pc:spChg chg="mod">
          <ac:chgData name="Liang,Dr.,Hongzi (HP Medicine) BII-CN-S" userId="29bc0a18-5096-49d5-ae49-3e5745cfa117" providerId="ADAL" clId="{ADEFBDFB-F497-4836-B3F6-83FD5E69F592}" dt="2023-12-15T04:34:22.598" v="1447" actId="20577"/>
          <ac:spMkLst>
            <pc:docMk/>
            <pc:sldMk cId="374273854" sldId="2147480052"/>
            <ac:spMk id="102" creationId="{497CFF87-A60C-2B56-A8D5-8F070B976B4C}"/>
          </ac:spMkLst>
        </pc:spChg>
        <pc:grpChg chg="mod">
          <ac:chgData name="Liang,Dr.,Hongzi (HP Medicine) BII-CN-S" userId="29bc0a18-5096-49d5-ae49-3e5745cfa117" providerId="ADAL" clId="{ADEFBDFB-F497-4836-B3F6-83FD5E69F592}" dt="2023-12-15T04:25:56.559" v="1141" actId="1036"/>
          <ac:grpSpMkLst>
            <pc:docMk/>
            <pc:sldMk cId="374273854" sldId="2147480052"/>
            <ac:grpSpMk id="16" creationId="{2BDC3DB8-2575-2E6C-04BC-0FF0124AB9DA}"/>
          </ac:grpSpMkLst>
        </pc:grpChg>
        <pc:grpChg chg="mod">
          <ac:chgData name="Liang,Dr.,Hongzi (HP Medicine) BII-CN-S" userId="29bc0a18-5096-49d5-ae49-3e5745cfa117" providerId="ADAL" clId="{ADEFBDFB-F497-4836-B3F6-83FD5E69F592}" dt="2023-12-15T04:25:56.559" v="1141" actId="1036"/>
          <ac:grpSpMkLst>
            <pc:docMk/>
            <pc:sldMk cId="374273854" sldId="2147480052"/>
            <ac:grpSpMk id="20" creationId="{D38CC9D7-07D5-0F90-8CF9-7D13DC5A4CA0}"/>
          </ac:grpSpMkLst>
        </pc:grpChg>
        <pc:grpChg chg="mod">
          <ac:chgData name="Liang,Dr.,Hongzi (HP Medicine) BII-CN-S" userId="29bc0a18-5096-49d5-ae49-3e5745cfa117" providerId="ADAL" clId="{ADEFBDFB-F497-4836-B3F6-83FD5E69F592}" dt="2023-12-15T04:25:56.559" v="1141" actId="1036"/>
          <ac:grpSpMkLst>
            <pc:docMk/>
            <pc:sldMk cId="374273854" sldId="2147480052"/>
            <ac:grpSpMk id="23" creationId="{CD314714-41C5-19A0-FA31-4E0BA01E068C}"/>
          </ac:grpSpMkLst>
        </pc:grpChg>
        <pc:grpChg chg="mod">
          <ac:chgData name="Liang,Dr.,Hongzi (HP Medicine) BII-CN-S" userId="29bc0a18-5096-49d5-ae49-3e5745cfa117" providerId="ADAL" clId="{ADEFBDFB-F497-4836-B3F6-83FD5E69F592}" dt="2023-12-15T04:25:56.559" v="1141" actId="1036"/>
          <ac:grpSpMkLst>
            <pc:docMk/>
            <pc:sldMk cId="374273854" sldId="2147480052"/>
            <ac:grpSpMk id="27" creationId="{8DC0C3AC-9371-0AEF-6EF5-6AADD5D527C9}"/>
          </ac:grpSpMkLst>
        </pc:grpChg>
        <pc:grpChg chg="mod">
          <ac:chgData name="Liang,Dr.,Hongzi (HP Medicine) BII-CN-S" userId="29bc0a18-5096-49d5-ae49-3e5745cfa117" providerId="ADAL" clId="{ADEFBDFB-F497-4836-B3F6-83FD5E69F592}" dt="2023-12-15T04:25:56.559" v="1141" actId="1036"/>
          <ac:grpSpMkLst>
            <pc:docMk/>
            <pc:sldMk cId="374273854" sldId="2147480052"/>
            <ac:grpSpMk id="34" creationId="{04690C0D-F67B-2C88-08B6-5CEBFEB63290}"/>
          </ac:grpSpMkLst>
        </pc:grpChg>
        <pc:grpChg chg="mod">
          <ac:chgData name="Liang,Dr.,Hongzi (HP Medicine) BII-CN-S" userId="29bc0a18-5096-49d5-ae49-3e5745cfa117" providerId="ADAL" clId="{ADEFBDFB-F497-4836-B3F6-83FD5E69F592}" dt="2023-12-15T04:25:56.559" v="1141" actId="1036"/>
          <ac:grpSpMkLst>
            <pc:docMk/>
            <pc:sldMk cId="374273854" sldId="2147480052"/>
            <ac:grpSpMk id="37" creationId="{E9D5E50F-94BE-E104-2F33-B842115DFCB9}"/>
          </ac:grpSpMkLst>
        </pc:grpChg>
        <pc:grpChg chg="mod">
          <ac:chgData name="Liang,Dr.,Hongzi (HP Medicine) BII-CN-S" userId="29bc0a18-5096-49d5-ae49-3e5745cfa117" providerId="ADAL" clId="{ADEFBDFB-F497-4836-B3F6-83FD5E69F592}" dt="2023-12-15T04:25:56.559" v="1141" actId="1036"/>
          <ac:grpSpMkLst>
            <pc:docMk/>
            <pc:sldMk cId="374273854" sldId="2147480052"/>
            <ac:grpSpMk id="41" creationId="{1DBE5653-B75F-3941-725F-B5AC3614F730}"/>
          </ac:grpSpMkLst>
        </pc:grpChg>
        <pc:grpChg chg="mod">
          <ac:chgData name="Liang,Dr.,Hongzi (HP Medicine) BII-CN-S" userId="29bc0a18-5096-49d5-ae49-3e5745cfa117" providerId="ADAL" clId="{ADEFBDFB-F497-4836-B3F6-83FD5E69F592}" dt="2023-12-15T04:25:56.559" v="1141" actId="1036"/>
          <ac:grpSpMkLst>
            <pc:docMk/>
            <pc:sldMk cId="374273854" sldId="2147480052"/>
            <ac:grpSpMk id="44" creationId="{4AA75E5E-3559-ECAF-D565-2FC25853EEEA}"/>
          </ac:grpSpMkLst>
        </pc:grpChg>
        <pc:grpChg chg="mod">
          <ac:chgData name="Liang,Dr.,Hongzi (HP Medicine) BII-CN-S" userId="29bc0a18-5096-49d5-ae49-3e5745cfa117" providerId="ADAL" clId="{ADEFBDFB-F497-4836-B3F6-83FD5E69F592}" dt="2023-12-08T06:46:18.493" v="151" actId="1076"/>
          <ac:grpSpMkLst>
            <pc:docMk/>
            <pc:sldMk cId="374273854" sldId="2147480052"/>
            <ac:grpSpMk id="74" creationId="{6F871750-63FA-449D-D13C-F68F80B07039}"/>
          </ac:grpSpMkLst>
        </pc:grpChg>
        <pc:grpChg chg="mod">
          <ac:chgData name="Liang,Dr.,Hongzi (HP Medicine) BII-CN-S" userId="29bc0a18-5096-49d5-ae49-3e5745cfa117" providerId="ADAL" clId="{ADEFBDFB-F497-4836-B3F6-83FD5E69F592}" dt="2023-12-08T06:46:18.493" v="151" actId="1076"/>
          <ac:grpSpMkLst>
            <pc:docMk/>
            <pc:sldMk cId="374273854" sldId="2147480052"/>
            <ac:grpSpMk id="81" creationId="{BEAC8BE2-A38C-74D2-8982-FB2E319E882F}"/>
          </ac:grpSpMkLst>
        </pc:grpChg>
        <pc:grpChg chg="mod">
          <ac:chgData name="Liang,Dr.,Hongzi (HP Medicine) BII-CN-S" userId="29bc0a18-5096-49d5-ae49-3e5745cfa117" providerId="ADAL" clId="{ADEFBDFB-F497-4836-B3F6-83FD5E69F592}" dt="2023-12-08T06:46:18.493" v="151" actId="1076"/>
          <ac:grpSpMkLst>
            <pc:docMk/>
            <pc:sldMk cId="374273854" sldId="2147480052"/>
            <ac:grpSpMk id="82" creationId="{2958DA11-D19E-C9E8-2F9D-C6DF7FDA7075}"/>
          </ac:grpSpMkLst>
        </pc:grpChg>
        <pc:grpChg chg="mod">
          <ac:chgData name="Liang,Dr.,Hongzi (HP Medicine) BII-CN-S" userId="29bc0a18-5096-49d5-ae49-3e5745cfa117" providerId="ADAL" clId="{ADEFBDFB-F497-4836-B3F6-83FD5E69F592}" dt="2023-12-08T06:46:18.493" v="151" actId="1076"/>
          <ac:grpSpMkLst>
            <pc:docMk/>
            <pc:sldMk cId="374273854" sldId="2147480052"/>
            <ac:grpSpMk id="84" creationId="{03DFB3F3-64C6-55EE-0FA0-757A4D5539AF}"/>
          </ac:grpSpMkLst>
        </pc:grpChg>
        <pc:grpChg chg="mod">
          <ac:chgData name="Liang,Dr.,Hongzi (HP Medicine) BII-CN-S" userId="29bc0a18-5096-49d5-ae49-3e5745cfa117" providerId="ADAL" clId="{ADEFBDFB-F497-4836-B3F6-83FD5E69F592}" dt="2023-12-08T06:46:18.493" v="151" actId="1076"/>
          <ac:grpSpMkLst>
            <pc:docMk/>
            <pc:sldMk cId="374273854" sldId="2147480052"/>
            <ac:grpSpMk id="85" creationId="{EF75FDFA-501B-9DA4-A1DD-50BE38D7B8B3}"/>
          </ac:grpSpMkLst>
        </pc:grpChg>
        <pc:grpChg chg="mod">
          <ac:chgData name="Liang,Dr.,Hongzi (HP Medicine) BII-CN-S" userId="29bc0a18-5096-49d5-ae49-3e5745cfa117" providerId="ADAL" clId="{ADEFBDFB-F497-4836-B3F6-83FD5E69F592}" dt="2023-12-08T06:46:18.493" v="151" actId="1076"/>
          <ac:grpSpMkLst>
            <pc:docMk/>
            <pc:sldMk cId="374273854" sldId="2147480052"/>
            <ac:grpSpMk id="87" creationId="{62469E19-C8E9-403B-A86C-D51E1FE4C7B5}"/>
          </ac:grpSpMkLst>
        </pc:grpChg>
      </pc:sldChg>
      <pc:sldChg chg="addSp delSp modSp mod">
        <pc:chgData name="Liang,Dr.,Hongzi (HP Medicine) BII-CN-S" userId="29bc0a18-5096-49d5-ae49-3e5745cfa117" providerId="ADAL" clId="{ADEFBDFB-F497-4836-B3F6-83FD5E69F592}" dt="2023-12-15T04:45:32.916" v="1515"/>
        <pc:sldMkLst>
          <pc:docMk/>
          <pc:sldMk cId="175234492" sldId="2147480054"/>
        </pc:sldMkLst>
        <pc:spChg chg="mod">
          <ac:chgData name="Liang,Dr.,Hongzi (HP Medicine) BII-CN-S" userId="29bc0a18-5096-49d5-ae49-3e5745cfa117" providerId="ADAL" clId="{ADEFBDFB-F497-4836-B3F6-83FD5E69F592}" dt="2023-12-15T04:43:50.090" v="1500" actId="20577"/>
          <ac:spMkLst>
            <pc:docMk/>
            <pc:sldMk cId="175234492" sldId="2147480054"/>
            <ac:spMk id="2" creationId="{280BCE5C-50DF-1E07-8415-C0DF7975BB7E}"/>
          </ac:spMkLst>
        </pc:spChg>
        <pc:graphicFrameChg chg="add del mod">
          <ac:chgData name="Liang,Dr.,Hongzi (HP Medicine) BII-CN-S" userId="29bc0a18-5096-49d5-ae49-3e5745cfa117" providerId="ADAL" clId="{ADEFBDFB-F497-4836-B3F6-83FD5E69F592}" dt="2023-12-15T04:43:21.808" v="1486"/>
          <ac:graphicFrameMkLst>
            <pc:docMk/>
            <pc:sldMk cId="175234492" sldId="2147480054"/>
            <ac:graphicFrameMk id="3" creationId="{02AF155B-0165-F71A-ED4B-7DB462C62F31}"/>
          </ac:graphicFrameMkLst>
        </pc:graphicFrameChg>
        <pc:graphicFrameChg chg="add mod">
          <ac:chgData name="Liang,Dr.,Hongzi (HP Medicine) BII-CN-S" userId="29bc0a18-5096-49d5-ae49-3e5745cfa117" providerId="ADAL" clId="{ADEFBDFB-F497-4836-B3F6-83FD5E69F592}" dt="2023-12-15T04:45:32.916" v="1515"/>
          <ac:graphicFrameMkLst>
            <pc:docMk/>
            <pc:sldMk cId="175234492" sldId="2147480054"/>
            <ac:graphicFrameMk id="4" creationId="{7C751E28-9889-3760-2A51-F769EA438510}"/>
          </ac:graphicFrameMkLst>
        </pc:graphicFrameChg>
        <pc:graphicFrameChg chg="del">
          <ac:chgData name="Liang,Dr.,Hongzi (HP Medicine) BII-CN-S" userId="29bc0a18-5096-49d5-ae49-3e5745cfa117" providerId="ADAL" clId="{ADEFBDFB-F497-4836-B3F6-83FD5E69F592}" dt="2023-12-15T04:43:17.563" v="1484" actId="478"/>
          <ac:graphicFrameMkLst>
            <pc:docMk/>
            <pc:sldMk cId="175234492" sldId="2147480054"/>
            <ac:graphicFrameMk id="9" creationId="{FB6EB050-E775-A08F-F62D-392F8F4A165B}"/>
          </ac:graphicFrameMkLst>
        </pc:graphicFrameChg>
      </pc:sldChg>
      <pc:sldChg chg="modSp mod">
        <pc:chgData name="Liang,Dr.,Hongzi (HP Medicine) BII-CN-S" userId="29bc0a18-5096-49d5-ae49-3e5745cfa117" providerId="ADAL" clId="{ADEFBDFB-F497-4836-B3F6-83FD5E69F592}" dt="2023-12-15T04:44:13.533" v="1514" actId="20577"/>
        <pc:sldMkLst>
          <pc:docMk/>
          <pc:sldMk cId="3493696502" sldId="2147480055"/>
        </pc:sldMkLst>
        <pc:spChg chg="mod">
          <ac:chgData name="Liang,Dr.,Hongzi (HP Medicine) BII-CN-S" userId="29bc0a18-5096-49d5-ae49-3e5745cfa117" providerId="ADAL" clId="{ADEFBDFB-F497-4836-B3F6-83FD5E69F592}" dt="2023-12-15T04:44:13.533" v="1514" actId="20577"/>
          <ac:spMkLst>
            <pc:docMk/>
            <pc:sldMk cId="3493696502" sldId="2147480055"/>
            <ac:spMk id="2" creationId="{B8FA849A-9BA1-58D9-C16F-ED2DA8A90FA4}"/>
          </ac:spMkLst>
        </pc:spChg>
      </pc:sldChg>
      <pc:sldChg chg="addSp modSp mod">
        <pc:chgData name="Liang,Dr.,Hongzi (HP Medicine) BII-CN-S" userId="29bc0a18-5096-49d5-ae49-3e5745cfa117" providerId="ADAL" clId="{ADEFBDFB-F497-4836-B3F6-83FD5E69F592}" dt="2023-12-15T04:38:58.192" v="1465" actId="1076"/>
        <pc:sldMkLst>
          <pc:docMk/>
          <pc:sldMk cId="2947162828" sldId="2147480056"/>
        </pc:sldMkLst>
        <pc:spChg chg="add mod">
          <ac:chgData name="Liang,Dr.,Hongzi (HP Medicine) BII-CN-S" userId="29bc0a18-5096-49d5-ae49-3e5745cfa117" providerId="ADAL" clId="{ADEFBDFB-F497-4836-B3F6-83FD5E69F592}" dt="2023-12-15T04:38:17.512" v="1461" actId="14100"/>
          <ac:spMkLst>
            <pc:docMk/>
            <pc:sldMk cId="2947162828" sldId="2147480056"/>
            <ac:spMk id="23" creationId="{B1C42816-3FC0-65EA-C7F2-1552FB2B07AA}"/>
          </ac:spMkLst>
        </pc:spChg>
        <pc:spChg chg="add mod">
          <ac:chgData name="Liang,Dr.,Hongzi (HP Medicine) BII-CN-S" userId="29bc0a18-5096-49d5-ae49-3e5745cfa117" providerId="ADAL" clId="{ADEFBDFB-F497-4836-B3F6-83FD5E69F592}" dt="2023-12-15T04:38:58.192" v="1465" actId="1076"/>
          <ac:spMkLst>
            <pc:docMk/>
            <pc:sldMk cId="2947162828" sldId="2147480056"/>
            <ac:spMk id="224" creationId="{F667C93A-DAA2-9F26-CA5A-64BE91FA2AF7}"/>
          </ac:spMkLst>
        </pc:spChg>
        <pc:grpChg chg="mod">
          <ac:chgData name="Liang,Dr.,Hongzi (HP Medicine) BII-CN-S" userId="29bc0a18-5096-49d5-ae49-3e5745cfa117" providerId="ADAL" clId="{ADEFBDFB-F497-4836-B3F6-83FD5E69F592}" dt="2023-12-15T04:36:54.165" v="1456" actId="1035"/>
          <ac:grpSpMkLst>
            <pc:docMk/>
            <pc:sldMk cId="2947162828" sldId="2147480056"/>
            <ac:grpSpMk id="10" creationId="{37EF8CD2-7D51-DBE0-0476-A9199020F2B3}"/>
          </ac:grpSpMkLst>
        </pc:grpChg>
      </pc:sldChg>
      <pc:sldChg chg="addSp modSp add mod">
        <pc:chgData name="Liang,Dr.,Hongzi (HP Medicine) BII-CN-S" userId="29bc0a18-5096-49d5-ae49-3e5745cfa117" providerId="ADAL" clId="{ADEFBDFB-F497-4836-B3F6-83FD5E69F592}" dt="2023-12-15T04:33:02.897" v="1424" actId="1076"/>
        <pc:sldMkLst>
          <pc:docMk/>
          <pc:sldMk cId="1091301146" sldId="2147480058"/>
        </pc:sldMkLst>
        <pc:graphicFrameChg chg="add mod">
          <ac:chgData name="Liang,Dr.,Hongzi (HP Medicine) BII-CN-S" userId="29bc0a18-5096-49d5-ae49-3e5745cfa117" providerId="ADAL" clId="{ADEFBDFB-F497-4836-B3F6-83FD5E69F592}" dt="2023-12-15T04:33:02.897" v="1424" actId="1076"/>
          <ac:graphicFrameMkLst>
            <pc:docMk/>
            <pc:sldMk cId="1091301146" sldId="2147480058"/>
            <ac:graphicFrameMk id="6" creationId="{1E92532D-4192-58AC-E5AF-40C284D83025}"/>
          </ac:graphicFrameMkLst>
        </pc:graphicFrameChg>
        <pc:picChg chg="add">
          <ac:chgData name="Liang,Dr.,Hongzi (HP Medicine) BII-CN-S" userId="29bc0a18-5096-49d5-ae49-3e5745cfa117" providerId="ADAL" clId="{ADEFBDFB-F497-4836-B3F6-83FD5E69F592}" dt="2023-12-15T04:31:53.565" v="1420"/>
          <ac:picMkLst>
            <pc:docMk/>
            <pc:sldMk cId="1091301146" sldId="2147480058"/>
            <ac:picMk id="1026" creationId="{473B0441-2703-0E6C-8D08-7BCC8A88AB14}"/>
          </ac:picMkLst>
        </pc:picChg>
      </pc:sldChg>
    </pc:docChg>
  </pc:docChgLst>
  <pc:docChgLst>
    <pc:chgData name="Liang,Dr.,Hongzi (HP Medicine) BII-CN-S" userId="29bc0a18-5096-49d5-ae49-3e5745cfa117" providerId="ADAL" clId="{DBA53BB4-5ECD-44C4-8C4F-F780C30DE742}"/>
    <pc:docChg chg="undo custSel addSld delSld modSld sldOrd delMainMaster">
      <pc:chgData name="Liang,Dr.,Hongzi (HP Medicine) BII-CN-S" userId="29bc0a18-5096-49d5-ae49-3e5745cfa117" providerId="ADAL" clId="{DBA53BB4-5ECD-44C4-8C4F-F780C30DE742}" dt="2023-12-07T10:04:06.254" v="2837" actId="2085"/>
      <pc:docMkLst>
        <pc:docMk/>
      </pc:docMkLst>
      <pc:sldChg chg="del">
        <pc:chgData name="Liang,Dr.,Hongzi (HP Medicine) BII-CN-S" userId="29bc0a18-5096-49d5-ae49-3e5745cfa117" providerId="ADAL" clId="{DBA53BB4-5ECD-44C4-8C4F-F780C30DE742}" dt="2023-12-07T09:15:47.768" v="1626" actId="47"/>
        <pc:sldMkLst>
          <pc:docMk/>
          <pc:sldMk cId="1993514314" sldId="299"/>
        </pc:sldMkLst>
      </pc:sldChg>
      <pc:sldChg chg="addSp modSp mod">
        <pc:chgData name="Liang,Dr.,Hongzi (HP Medicine) BII-CN-S" userId="29bc0a18-5096-49d5-ae49-3e5745cfa117" providerId="ADAL" clId="{DBA53BB4-5ECD-44C4-8C4F-F780C30DE742}" dt="2023-12-07T09:00:59.885" v="1425" actId="1076"/>
        <pc:sldMkLst>
          <pc:docMk/>
          <pc:sldMk cId="3993710423" sldId="354"/>
        </pc:sldMkLst>
        <pc:graphicFrameChg chg="add mod modGraphic">
          <ac:chgData name="Liang,Dr.,Hongzi (HP Medicine) BII-CN-S" userId="29bc0a18-5096-49d5-ae49-3e5745cfa117" providerId="ADAL" clId="{DBA53BB4-5ECD-44C4-8C4F-F780C30DE742}" dt="2023-12-07T09:00:59.885" v="1425" actId="1076"/>
          <ac:graphicFrameMkLst>
            <pc:docMk/>
            <pc:sldMk cId="3993710423" sldId="354"/>
            <ac:graphicFrameMk id="4" creationId="{A4082887-3FC0-F678-6873-19F4AA4D2BA1}"/>
          </ac:graphicFrameMkLst>
        </pc:graphicFrameChg>
      </pc:sldChg>
      <pc:sldChg chg="del">
        <pc:chgData name="Liang,Dr.,Hongzi (HP Medicine) BII-CN-S" userId="29bc0a18-5096-49d5-ae49-3e5745cfa117" providerId="ADAL" clId="{DBA53BB4-5ECD-44C4-8C4F-F780C30DE742}" dt="2023-12-07T09:00:20.286" v="1421" actId="47"/>
        <pc:sldMkLst>
          <pc:docMk/>
          <pc:sldMk cId="2728942184" sldId="404"/>
        </pc:sldMkLst>
      </pc:sldChg>
      <pc:sldChg chg="modSp mod">
        <pc:chgData name="Liang,Dr.,Hongzi (HP Medicine) BII-CN-S" userId="29bc0a18-5096-49d5-ae49-3e5745cfa117" providerId="ADAL" clId="{DBA53BB4-5ECD-44C4-8C4F-F780C30DE742}" dt="2023-12-06T05:50:53.138" v="11" actId="20577"/>
        <pc:sldMkLst>
          <pc:docMk/>
          <pc:sldMk cId="1341461315" sldId="431"/>
        </pc:sldMkLst>
        <pc:spChg chg="mod">
          <ac:chgData name="Liang,Dr.,Hongzi (HP Medicine) BII-CN-S" userId="29bc0a18-5096-49d5-ae49-3e5745cfa117" providerId="ADAL" clId="{DBA53BB4-5ECD-44C4-8C4F-F780C30DE742}" dt="2023-12-06T05:50:53.138" v="11" actId="20577"/>
          <ac:spMkLst>
            <pc:docMk/>
            <pc:sldMk cId="1341461315" sldId="431"/>
            <ac:spMk id="5" creationId="{00000000-0000-0000-0000-000000000000}"/>
          </ac:spMkLst>
        </pc:spChg>
      </pc:sldChg>
      <pc:sldChg chg="ord">
        <pc:chgData name="Liang,Dr.,Hongzi (HP Medicine) BII-CN-S" userId="29bc0a18-5096-49d5-ae49-3e5745cfa117" providerId="ADAL" clId="{DBA53BB4-5ECD-44C4-8C4F-F780C30DE742}" dt="2023-12-07T07:01:03.063" v="26"/>
        <pc:sldMkLst>
          <pc:docMk/>
          <pc:sldMk cId="3132721353" sldId="2947"/>
        </pc:sldMkLst>
      </pc:sldChg>
      <pc:sldChg chg="del">
        <pc:chgData name="Liang,Dr.,Hongzi (HP Medicine) BII-CN-S" userId="29bc0a18-5096-49d5-ae49-3e5745cfa117" providerId="ADAL" clId="{DBA53BB4-5ECD-44C4-8C4F-F780C30DE742}" dt="2023-12-07T07:10:17.871" v="53" actId="47"/>
        <pc:sldMkLst>
          <pc:docMk/>
          <pc:sldMk cId="1392420047" sldId="2147475986"/>
        </pc:sldMkLst>
      </pc:sldChg>
      <pc:sldChg chg="add del">
        <pc:chgData name="Liang,Dr.,Hongzi (HP Medicine) BII-CN-S" userId="29bc0a18-5096-49d5-ae49-3e5745cfa117" providerId="ADAL" clId="{DBA53BB4-5ECD-44C4-8C4F-F780C30DE742}" dt="2023-12-07T09:20:15.344" v="1667" actId="47"/>
        <pc:sldMkLst>
          <pc:docMk/>
          <pc:sldMk cId="3764648173" sldId="2147480002"/>
        </pc:sldMkLst>
      </pc:sldChg>
      <pc:sldChg chg="del">
        <pc:chgData name="Liang,Dr.,Hongzi (HP Medicine) BII-CN-S" userId="29bc0a18-5096-49d5-ae49-3e5745cfa117" providerId="ADAL" clId="{DBA53BB4-5ECD-44C4-8C4F-F780C30DE742}" dt="2023-12-06T05:51:02.984" v="12" actId="47"/>
        <pc:sldMkLst>
          <pc:docMk/>
          <pc:sldMk cId="2762764347" sldId="2147480033"/>
        </pc:sldMkLst>
      </pc:sldChg>
      <pc:sldChg chg="modSp mod">
        <pc:chgData name="Liang,Dr.,Hongzi (HP Medicine) BII-CN-S" userId="29bc0a18-5096-49d5-ae49-3e5745cfa117" providerId="ADAL" clId="{DBA53BB4-5ECD-44C4-8C4F-F780C30DE742}" dt="2023-12-07T08:26:35.274" v="1409" actId="948"/>
        <pc:sldMkLst>
          <pc:docMk/>
          <pc:sldMk cId="2119365825" sldId="2147480034"/>
        </pc:sldMkLst>
        <pc:spChg chg="mod">
          <ac:chgData name="Liang,Dr.,Hongzi (HP Medicine) BII-CN-S" userId="29bc0a18-5096-49d5-ae49-3e5745cfa117" providerId="ADAL" clId="{DBA53BB4-5ECD-44C4-8C4F-F780C30DE742}" dt="2023-12-07T07:45:14.911" v="515" actId="14100"/>
          <ac:spMkLst>
            <pc:docMk/>
            <pc:sldMk cId="2119365825" sldId="2147480034"/>
            <ac:spMk id="84" creationId="{AA7BFDCF-1AD8-A133-5137-82419BBD0CD3}"/>
          </ac:spMkLst>
        </pc:spChg>
        <pc:spChg chg="mod">
          <ac:chgData name="Liang,Dr.,Hongzi (HP Medicine) BII-CN-S" userId="29bc0a18-5096-49d5-ae49-3e5745cfa117" providerId="ADAL" clId="{DBA53BB4-5ECD-44C4-8C4F-F780C30DE742}" dt="2023-12-07T07:10:49.838" v="57" actId="14100"/>
          <ac:spMkLst>
            <pc:docMk/>
            <pc:sldMk cId="2119365825" sldId="2147480034"/>
            <ac:spMk id="85" creationId="{E046EABA-6BB9-C5F7-7228-E4DB1F3294FD}"/>
          </ac:spMkLst>
        </pc:spChg>
        <pc:spChg chg="mod">
          <ac:chgData name="Liang,Dr.,Hongzi (HP Medicine) BII-CN-S" userId="29bc0a18-5096-49d5-ae49-3e5745cfa117" providerId="ADAL" clId="{DBA53BB4-5ECD-44C4-8C4F-F780C30DE742}" dt="2023-12-07T07:10:42.152" v="56" actId="14100"/>
          <ac:spMkLst>
            <pc:docMk/>
            <pc:sldMk cId="2119365825" sldId="2147480034"/>
            <ac:spMk id="86" creationId="{2833B7CB-A5CC-C3D7-8D79-91FBBFD9B5C1}"/>
          </ac:spMkLst>
        </pc:spChg>
        <pc:spChg chg="mod">
          <ac:chgData name="Liang,Dr.,Hongzi (HP Medicine) BII-CN-S" userId="29bc0a18-5096-49d5-ae49-3e5745cfa117" providerId="ADAL" clId="{DBA53BB4-5ECD-44C4-8C4F-F780C30DE742}" dt="2023-12-07T07:11:57.899" v="102" actId="1038"/>
          <ac:spMkLst>
            <pc:docMk/>
            <pc:sldMk cId="2119365825" sldId="2147480034"/>
            <ac:spMk id="119" creationId="{57919988-4EC9-3924-BBCC-A4E5727C1F0D}"/>
          </ac:spMkLst>
        </pc:spChg>
        <pc:spChg chg="mod">
          <ac:chgData name="Liang,Dr.,Hongzi (HP Medicine) BII-CN-S" userId="29bc0a18-5096-49d5-ae49-3e5745cfa117" providerId="ADAL" clId="{DBA53BB4-5ECD-44C4-8C4F-F780C30DE742}" dt="2023-12-07T07:11:13.721" v="81" actId="1038"/>
          <ac:spMkLst>
            <pc:docMk/>
            <pc:sldMk cId="2119365825" sldId="2147480034"/>
            <ac:spMk id="120" creationId="{A8CD723E-718E-B733-C424-54B3542E1F85}"/>
          </ac:spMkLst>
        </pc:spChg>
        <pc:spChg chg="mod">
          <ac:chgData name="Liang,Dr.,Hongzi (HP Medicine) BII-CN-S" userId="29bc0a18-5096-49d5-ae49-3e5745cfa117" providerId="ADAL" clId="{DBA53BB4-5ECD-44C4-8C4F-F780C30DE742}" dt="2023-12-07T07:12:27.241" v="105" actId="1076"/>
          <ac:spMkLst>
            <pc:docMk/>
            <pc:sldMk cId="2119365825" sldId="2147480034"/>
            <ac:spMk id="122" creationId="{070B6757-C24B-ACC4-05EB-CEB58D1A40B6}"/>
          </ac:spMkLst>
        </pc:spChg>
        <pc:spChg chg="mod">
          <ac:chgData name="Liang,Dr.,Hongzi (HP Medicine) BII-CN-S" userId="29bc0a18-5096-49d5-ae49-3e5745cfa117" providerId="ADAL" clId="{DBA53BB4-5ECD-44C4-8C4F-F780C30DE742}" dt="2023-12-07T07:11:50.967" v="91" actId="1076"/>
          <ac:spMkLst>
            <pc:docMk/>
            <pc:sldMk cId="2119365825" sldId="2147480034"/>
            <ac:spMk id="123" creationId="{D238B683-E9EF-0845-9070-7E84B07724DD}"/>
          </ac:spMkLst>
        </pc:spChg>
        <pc:spChg chg="mod">
          <ac:chgData name="Liang,Dr.,Hongzi (HP Medicine) BII-CN-S" userId="29bc0a18-5096-49d5-ae49-3e5745cfa117" providerId="ADAL" clId="{DBA53BB4-5ECD-44C4-8C4F-F780C30DE742}" dt="2023-12-07T07:11:19.174" v="89" actId="1038"/>
          <ac:spMkLst>
            <pc:docMk/>
            <pc:sldMk cId="2119365825" sldId="2147480034"/>
            <ac:spMk id="126" creationId="{6C9BF3C3-C00B-7291-2197-4BCA1059A64B}"/>
          </ac:spMkLst>
        </pc:spChg>
        <pc:spChg chg="mod">
          <ac:chgData name="Liang,Dr.,Hongzi (HP Medicine) BII-CN-S" userId="29bc0a18-5096-49d5-ae49-3e5745cfa117" providerId="ADAL" clId="{DBA53BB4-5ECD-44C4-8C4F-F780C30DE742}" dt="2023-12-07T07:12:11.488" v="103" actId="1076"/>
          <ac:spMkLst>
            <pc:docMk/>
            <pc:sldMk cId="2119365825" sldId="2147480034"/>
            <ac:spMk id="129" creationId="{9942B3D7-B714-5A1F-045B-B5FBA6EFAF3D}"/>
          </ac:spMkLst>
        </pc:spChg>
        <pc:spChg chg="mod">
          <ac:chgData name="Liang,Dr.,Hongzi (HP Medicine) BII-CN-S" userId="29bc0a18-5096-49d5-ae49-3e5745cfa117" providerId="ADAL" clId="{DBA53BB4-5ECD-44C4-8C4F-F780C30DE742}" dt="2023-12-07T07:14:57.467" v="232" actId="20577"/>
          <ac:spMkLst>
            <pc:docMk/>
            <pc:sldMk cId="2119365825" sldId="2147480034"/>
            <ac:spMk id="131" creationId="{AA37307D-A0C3-CA25-6C45-562F5F283673}"/>
          </ac:spMkLst>
        </pc:spChg>
        <pc:spChg chg="mod">
          <ac:chgData name="Liang,Dr.,Hongzi (HP Medicine) BII-CN-S" userId="29bc0a18-5096-49d5-ae49-3e5745cfa117" providerId="ADAL" clId="{DBA53BB4-5ECD-44C4-8C4F-F780C30DE742}" dt="2023-12-07T07:16:41.844" v="258" actId="14100"/>
          <ac:spMkLst>
            <pc:docMk/>
            <pc:sldMk cId="2119365825" sldId="2147480034"/>
            <ac:spMk id="134" creationId="{6E08D6B9-6CAF-02E9-DA52-54012D1DB698}"/>
          </ac:spMkLst>
        </pc:spChg>
        <pc:spChg chg="mod">
          <ac:chgData name="Liang,Dr.,Hongzi (HP Medicine) BII-CN-S" userId="29bc0a18-5096-49d5-ae49-3e5745cfa117" providerId="ADAL" clId="{DBA53BB4-5ECD-44C4-8C4F-F780C30DE742}" dt="2023-12-07T07:17:03.499" v="259" actId="1076"/>
          <ac:spMkLst>
            <pc:docMk/>
            <pc:sldMk cId="2119365825" sldId="2147480034"/>
            <ac:spMk id="136" creationId="{437A05A5-EFAE-9562-144F-834ACD2AC1C2}"/>
          </ac:spMkLst>
        </pc:spChg>
        <pc:spChg chg="mod">
          <ac:chgData name="Liang,Dr.,Hongzi (HP Medicine) BII-CN-S" userId="29bc0a18-5096-49d5-ae49-3e5745cfa117" providerId="ADAL" clId="{DBA53BB4-5ECD-44C4-8C4F-F780C30DE742}" dt="2023-12-07T07:12:50.693" v="140" actId="20577"/>
          <ac:spMkLst>
            <pc:docMk/>
            <pc:sldMk cId="2119365825" sldId="2147480034"/>
            <ac:spMk id="143" creationId="{D7F7B626-D59A-6C2E-5433-BCAFD02C53A6}"/>
          </ac:spMkLst>
        </pc:spChg>
        <pc:spChg chg="mod">
          <ac:chgData name="Liang,Dr.,Hongzi (HP Medicine) BII-CN-S" userId="29bc0a18-5096-49d5-ae49-3e5745cfa117" providerId="ADAL" clId="{DBA53BB4-5ECD-44C4-8C4F-F780C30DE742}" dt="2023-12-07T07:12:55.112" v="146" actId="20577"/>
          <ac:spMkLst>
            <pc:docMk/>
            <pc:sldMk cId="2119365825" sldId="2147480034"/>
            <ac:spMk id="148" creationId="{363EDECD-607A-EE21-374A-9BBD82DCDE7D}"/>
          </ac:spMkLst>
        </pc:spChg>
        <pc:spChg chg="mod">
          <ac:chgData name="Liang,Dr.,Hongzi (HP Medicine) BII-CN-S" userId="29bc0a18-5096-49d5-ae49-3e5745cfa117" providerId="ADAL" clId="{DBA53BB4-5ECD-44C4-8C4F-F780C30DE742}" dt="2023-12-07T07:13:12.497" v="171" actId="20577"/>
          <ac:spMkLst>
            <pc:docMk/>
            <pc:sldMk cId="2119365825" sldId="2147480034"/>
            <ac:spMk id="153" creationId="{0BE28DEB-C925-27ED-1AAF-4E6927F53154}"/>
          </ac:spMkLst>
        </pc:spChg>
        <pc:spChg chg="mod">
          <ac:chgData name="Liang,Dr.,Hongzi (HP Medicine) BII-CN-S" userId="29bc0a18-5096-49d5-ae49-3e5745cfa117" providerId="ADAL" clId="{DBA53BB4-5ECD-44C4-8C4F-F780C30DE742}" dt="2023-12-07T07:13:40.680" v="178" actId="20577"/>
          <ac:spMkLst>
            <pc:docMk/>
            <pc:sldMk cId="2119365825" sldId="2147480034"/>
            <ac:spMk id="158" creationId="{71100D76-9BBE-4E34-1D1A-8460945B1FBA}"/>
          </ac:spMkLst>
        </pc:spChg>
        <pc:spChg chg="mod">
          <ac:chgData name="Liang,Dr.,Hongzi (HP Medicine) BII-CN-S" userId="29bc0a18-5096-49d5-ae49-3e5745cfa117" providerId="ADAL" clId="{DBA53BB4-5ECD-44C4-8C4F-F780C30DE742}" dt="2023-12-07T08:26:35.274" v="1409" actId="948"/>
          <ac:spMkLst>
            <pc:docMk/>
            <pc:sldMk cId="2119365825" sldId="2147480034"/>
            <ac:spMk id="161" creationId="{BBD864BE-E915-21B8-0E52-8F776A4DCE1A}"/>
          </ac:spMkLst>
        </pc:spChg>
        <pc:grpChg chg="mod">
          <ac:chgData name="Liang,Dr.,Hongzi (HP Medicine) BII-CN-S" userId="29bc0a18-5096-49d5-ae49-3e5745cfa117" providerId="ADAL" clId="{DBA53BB4-5ECD-44C4-8C4F-F780C30DE742}" dt="2023-12-07T07:14:02.172" v="206" actId="1038"/>
          <ac:grpSpMkLst>
            <pc:docMk/>
            <pc:sldMk cId="2119365825" sldId="2147480034"/>
            <ac:grpSpMk id="95" creationId="{E329B003-0A66-4BF0-20F8-C428525F8774}"/>
          </ac:grpSpMkLst>
        </pc:grpChg>
        <pc:grpChg chg="mod">
          <ac:chgData name="Liang,Dr.,Hongzi (HP Medicine) BII-CN-S" userId="29bc0a18-5096-49d5-ae49-3e5745cfa117" providerId="ADAL" clId="{DBA53BB4-5ECD-44C4-8C4F-F780C30DE742}" dt="2023-12-07T07:14:33.562" v="220" actId="1038"/>
          <ac:grpSpMkLst>
            <pc:docMk/>
            <pc:sldMk cId="2119365825" sldId="2147480034"/>
            <ac:grpSpMk id="130" creationId="{076F17F1-2EB5-0BC8-F496-F5C7BA754B5C}"/>
          </ac:grpSpMkLst>
        </pc:grpChg>
        <pc:grpChg chg="mod">
          <ac:chgData name="Liang,Dr.,Hongzi (HP Medicine) BII-CN-S" userId="29bc0a18-5096-49d5-ae49-3e5745cfa117" providerId="ADAL" clId="{DBA53BB4-5ECD-44C4-8C4F-F780C30DE742}" dt="2023-12-07T07:16:18.674" v="248" actId="14100"/>
          <ac:grpSpMkLst>
            <pc:docMk/>
            <pc:sldMk cId="2119365825" sldId="2147480034"/>
            <ac:grpSpMk id="133" creationId="{D799BF44-96C9-38CE-4AB0-FB8D97DC8938}"/>
          </ac:grpSpMkLst>
        </pc:grpChg>
        <pc:grpChg chg="mod">
          <ac:chgData name="Liang,Dr.,Hongzi (HP Medicine) BII-CN-S" userId="29bc0a18-5096-49d5-ae49-3e5745cfa117" providerId="ADAL" clId="{DBA53BB4-5ECD-44C4-8C4F-F780C30DE742}" dt="2023-12-07T07:12:38.506" v="126" actId="1038"/>
          <ac:grpSpMkLst>
            <pc:docMk/>
            <pc:sldMk cId="2119365825" sldId="2147480034"/>
            <ac:grpSpMk id="140" creationId="{5097DA1E-427D-1316-428A-DBC41ED922A0}"/>
          </ac:grpSpMkLst>
        </pc:grpChg>
        <pc:grpChg chg="mod">
          <ac:chgData name="Liang,Dr.,Hongzi (HP Medicine) BII-CN-S" userId="29bc0a18-5096-49d5-ae49-3e5745cfa117" providerId="ADAL" clId="{DBA53BB4-5ECD-44C4-8C4F-F780C30DE742}" dt="2023-12-07T07:12:47.095" v="134" actId="1038"/>
          <ac:grpSpMkLst>
            <pc:docMk/>
            <pc:sldMk cId="2119365825" sldId="2147480034"/>
            <ac:grpSpMk id="145" creationId="{57DD3199-FE2A-45EF-B443-5D28E6593BA3}"/>
          </ac:grpSpMkLst>
        </pc:grpChg>
        <pc:grpChg chg="mod">
          <ac:chgData name="Liang,Dr.,Hongzi (HP Medicine) BII-CN-S" userId="29bc0a18-5096-49d5-ae49-3e5745cfa117" providerId="ADAL" clId="{DBA53BB4-5ECD-44C4-8C4F-F780C30DE742}" dt="2023-12-07T07:13:06.801" v="165" actId="1037"/>
          <ac:grpSpMkLst>
            <pc:docMk/>
            <pc:sldMk cId="2119365825" sldId="2147480034"/>
            <ac:grpSpMk id="150" creationId="{C6CEAD13-54AC-8FC2-A2D4-BEF9A9241EE8}"/>
          </ac:grpSpMkLst>
        </pc:grpChg>
        <pc:grpChg chg="mod">
          <ac:chgData name="Liang,Dr.,Hongzi (HP Medicine) BII-CN-S" userId="29bc0a18-5096-49d5-ae49-3e5745cfa117" providerId="ADAL" clId="{DBA53BB4-5ECD-44C4-8C4F-F780C30DE742}" dt="2023-12-07T07:13:48.882" v="196" actId="1038"/>
          <ac:grpSpMkLst>
            <pc:docMk/>
            <pc:sldMk cId="2119365825" sldId="2147480034"/>
            <ac:grpSpMk id="155" creationId="{EE8C1D80-3632-F269-580E-618C936D66F1}"/>
          </ac:grpSpMkLst>
        </pc:grpChg>
      </pc:sldChg>
      <pc:sldChg chg="addSp delSp modSp mod">
        <pc:chgData name="Liang,Dr.,Hongzi (HP Medicine) BII-CN-S" userId="29bc0a18-5096-49d5-ae49-3e5745cfa117" providerId="ADAL" clId="{DBA53BB4-5ECD-44C4-8C4F-F780C30DE742}" dt="2023-12-07T08:28:34.342" v="1418" actId="20577"/>
        <pc:sldMkLst>
          <pc:docMk/>
          <pc:sldMk cId="1662920444" sldId="2147480043"/>
        </pc:sldMkLst>
        <pc:spChg chg="add mod">
          <ac:chgData name="Liang,Dr.,Hongzi (HP Medicine) BII-CN-S" userId="29bc0a18-5096-49d5-ae49-3e5745cfa117" providerId="ADAL" clId="{DBA53BB4-5ECD-44C4-8C4F-F780C30DE742}" dt="2023-12-07T08:18:17.156" v="1261" actId="14100"/>
          <ac:spMkLst>
            <pc:docMk/>
            <pc:sldMk cId="1662920444" sldId="2147480043"/>
            <ac:spMk id="10" creationId="{F07B852A-3B88-035A-276B-63972992B05C}"/>
          </ac:spMkLst>
        </pc:spChg>
        <pc:spChg chg="mod">
          <ac:chgData name="Liang,Dr.,Hongzi (HP Medicine) BII-CN-S" userId="29bc0a18-5096-49d5-ae49-3e5745cfa117" providerId="ADAL" clId="{DBA53BB4-5ECD-44C4-8C4F-F780C30DE742}" dt="2023-12-07T08:18:34.112" v="1268" actId="1035"/>
          <ac:spMkLst>
            <pc:docMk/>
            <pc:sldMk cId="1662920444" sldId="2147480043"/>
            <ac:spMk id="12" creationId="{3C5927C7-CE8F-9462-4CC1-0C862742BBD5}"/>
          </ac:spMkLst>
        </pc:spChg>
        <pc:spChg chg="mod">
          <ac:chgData name="Liang,Dr.,Hongzi (HP Medicine) BII-CN-S" userId="29bc0a18-5096-49d5-ae49-3e5745cfa117" providerId="ADAL" clId="{DBA53BB4-5ECD-44C4-8C4F-F780C30DE742}" dt="2023-12-07T08:18:34.112" v="1268" actId="1035"/>
          <ac:spMkLst>
            <pc:docMk/>
            <pc:sldMk cId="1662920444" sldId="2147480043"/>
            <ac:spMk id="18" creationId="{39330B79-999B-972B-E854-2C8FA0E2C34A}"/>
          </ac:spMkLst>
        </pc:spChg>
        <pc:spChg chg="mod">
          <ac:chgData name="Liang,Dr.,Hongzi (HP Medicine) BII-CN-S" userId="29bc0a18-5096-49d5-ae49-3e5745cfa117" providerId="ADAL" clId="{DBA53BB4-5ECD-44C4-8C4F-F780C30DE742}" dt="2023-12-07T08:18:34.112" v="1268" actId="1035"/>
          <ac:spMkLst>
            <pc:docMk/>
            <pc:sldMk cId="1662920444" sldId="2147480043"/>
            <ac:spMk id="28" creationId="{2F06FEE0-1113-9EFF-414F-FEA960AC6C95}"/>
          </ac:spMkLst>
        </pc:spChg>
        <pc:spChg chg="mod">
          <ac:chgData name="Liang,Dr.,Hongzi (HP Medicine) BII-CN-S" userId="29bc0a18-5096-49d5-ae49-3e5745cfa117" providerId="ADAL" clId="{DBA53BB4-5ECD-44C4-8C4F-F780C30DE742}" dt="2023-12-07T08:19:05.626" v="1270" actId="1076"/>
          <ac:spMkLst>
            <pc:docMk/>
            <pc:sldMk cId="1662920444" sldId="2147480043"/>
            <ac:spMk id="38" creationId="{87377BEB-648F-0290-8F8D-6D7DD7386DF3}"/>
          </ac:spMkLst>
        </pc:spChg>
        <pc:spChg chg="mod">
          <ac:chgData name="Liang,Dr.,Hongzi (HP Medicine) BII-CN-S" userId="29bc0a18-5096-49d5-ae49-3e5745cfa117" providerId="ADAL" clId="{DBA53BB4-5ECD-44C4-8C4F-F780C30DE742}" dt="2023-12-07T08:07:47.616" v="935" actId="1038"/>
          <ac:spMkLst>
            <pc:docMk/>
            <pc:sldMk cId="1662920444" sldId="2147480043"/>
            <ac:spMk id="60" creationId="{2FC7447B-9FA2-7A43-DB6B-D0D38A9184A9}"/>
          </ac:spMkLst>
        </pc:spChg>
        <pc:spChg chg="mod">
          <ac:chgData name="Liang,Dr.,Hongzi (HP Medicine) BII-CN-S" userId="29bc0a18-5096-49d5-ae49-3e5745cfa117" providerId="ADAL" clId="{DBA53BB4-5ECD-44C4-8C4F-F780C30DE742}" dt="2023-12-07T08:18:34.112" v="1268" actId="1035"/>
          <ac:spMkLst>
            <pc:docMk/>
            <pc:sldMk cId="1662920444" sldId="2147480043"/>
            <ac:spMk id="67" creationId="{CD62A0DC-7C85-28F7-25BE-35E064A8D42C}"/>
          </ac:spMkLst>
        </pc:spChg>
        <pc:spChg chg="mod">
          <ac:chgData name="Liang,Dr.,Hongzi (HP Medicine) BII-CN-S" userId="29bc0a18-5096-49d5-ae49-3e5745cfa117" providerId="ADAL" clId="{DBA53BB4-5ECD-44C4-8C4F-F780C30DE742}" dt="2023-12-07T08:18:34.112" v="1268" actId="1035"/>
          <ac:spMkLst>
            <pc:docMk/>
            <pc:sldMk cId="1662920444" sldId="2147480043"/>
            <ac:spMk id="68" creationId="{C22B0F7A-009E-0984-F80B-74BCD6753847}"/>
          </ac:spMkLst>
        </pc:spChg>
        <pc:spChg chg="mod">
          <ac:chgData name="Liang,Dr.,Hongzi (HP Medicine) BII-CN-S" userId="29bc0a18-5096-49d5-ae49-3e5745cfa117" providerId="ADAL" clId="{DBA53BB4-5ECD-44C4-8C4F-F780C30DE742}" dt="2023-12-07T08:18:34.112" v="1268" actId="1035"/>
          <ac:spMkLst>
            <pc:docMk/>
            <pc:sldMk cId="1662920444" sldId="2147480043"/>
            <ac:spMk id="77" creationId="{4E2E9117-AA24-83A3-BEB9-B97E62B4B6D3}"/>
          </ac:spMkLst>
        </pc:spChg>
        <pc:spChg chg="del mod">
          <ac:chgData name="Liang,Dr.,Hongzi (HP Medicine) BII-CN-S" userId="29bc0a18-5096-49d5-ae49-3e5745cfa117" providerId="ADAL" clId="{DBA53BB4-5ECD-44C4-8C4F-F780C30DE742}" dt="2023-12-07T08:08:06.933" v="937" actId="478"/>
          <ac:spMkLst>
            <pc:docMk/>
            <pc:sldMk cId="1662920444" sldId="2147480043"/>
            <ac:spMk id="119" creationId="{066BB4DF-50FA-2C8D-D782-0AB958E8A8F9}"/>
          </ac:spMkLst>
        </pc:spChg>
        <pc:spChg chg="mod">
          <ac:chgData name="Liang,Dr.,Hongzi (HP Medicine) BII-CN-S" userId="29bc0a18-5096-49d5-ae49-3e5745cfa117" providerId="ADAL" clId="{DBA53BB4-5ECD-44C4-8C4F-F780C30DE742}" dt="2023-12-07T08:28:34.342" v="1418" actId="20577"/>
          <ac:spMkLst>
            <pc:docMk/>
            <pc:sldMk cId="1662920444" sldId="2147480043"/>
            <ac:spMk id="128" creationId="{E868EBC0-60DA-52C0-D433-F34CA5A53AF6}"/>
          </ac:spMkLst>
        </pc:spChg>
        <pc:spChg chg="mod">
          <ac:chgData name="Liang,Dr.,Hongzi (HP Medicine) BII-CN-S" userId="29bc0a18-5096-49d5-ae49-3e5745cfa117" providerId="ADAL" clId="{DBA53BB4-5ECD-44C4-8C4F-F780C30DE742}" dt="2023-12-07T08:27:58.045" v="1415" actId="1076"/>
          <ac:spMkLst>
            <pc:docMk/>
            <pc:sldMk cId="1662920444" sldId="2147480043"/>
            <ac:spMk id="129" creationId="{A33AA1BA-FC97-F5FB-582E-C9F0E4CCD8B4}"/>
          </ac:spMkLst>
        </pc:spChg>
        <pc:spChg chg="add mod">
          <ac:chgData name="Liang,Dr.,Hongzi (HP Medicine) BII-CN-S" userId="29bc0a18-5096-49d5-ae49-3e5745cfa117" providerId="ADAL" clId="{DBA53BB4-5ECD-44C4-8C4F-F780C30DE742}" dt="2023-12-07T08:18:34.112" v="1268" actId="1035"/>
          <ac:spMkLst>
            <pc:docMk/>
            <pc:sldMk cId="1662920444" sldId="2147480043"/>
            <ac:spMk id="133" creationId="{7C25E0FB-3A95-B74F-2DF9-D1822902FB80}"/>
          </ac:spMkLst>
        </pc:spChg>
        <pc:grpChg chg="mod">
          <ac:chgData name="Liang,Dr.,Hongzi (HP Medicine) BII-CN-S" userId="29bc0a18-5096-49d5-ae49-3e5745cfa117" providerId="ADAL" clId="{DBA53BB4-5ECD-44C4-8C4F-F780C30DE742}" dt="2023-12-07T08:15:37.168" v="1153" actId="1035"/>
          <ac:grpSpMkLst>
            <pc:docMk/>
            <pc:sldMk cId="1662920444" sldId="2147480043"/>
            <ac:grpSpMk id="21" creationId="{E3CF8100-D9C2-B8EA-A6D9-9DB9FC52C453}"/>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24" creationId="{A4C50335-68FE-0C6D-282E-E72746459A9B}"/>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29" creationId="{CD98B37B-C3D1-C577-32BD-14531DBEF9A4}"/>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33" creationId="{711A6F87-8B58-C7DB-E732-52B306C94706}"/>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39" creationId="{7DF90380-D8F7-419E-E6D3-A9FE0EDAF04E}"/>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69" creationId="{DB254A0A-91A9-4413-9620-C96E5C915349}"/>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73" creationId="{9D72CBF4-9477-88EF-DC07-CCEFDEC871B1}"/>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78" creationId="{050193BE-43C8-9377-F7D0-AE6172299AB2}"/>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83" creationId="{EFED0C0A-8305-2481-550C-11399EF47CC2}"/>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86" creationId="{BD3C9FB5-454D-54FF-433C-F8CDD69BD8E4}"/>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89" creationId="{B92E15B4-FEAC-3237-9AC8-B9A822ACDFA6}"/>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113" creationId="{1E9249B7-A183-F5DD-52E6-BA6F940EE599}"/>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120" creationId="{BCA14B3F-2DA3-C312-8A6C-11EAF0913E9D}"/>
          </ac:grpSpMkLst>
        </pc:grpChg>
        <pc:grpChg chg="mod">
          <ac:chgData name="Liang,Dr.,Hongzi (HP Medicine) BII-CN-S" userId="29bc0a18-5096-49d5-ae49-3e5745cfa117" providerId="ADAL" clId="{DBA53BB4-5ECD-44C4-8C4F-F780C30DE742}" dt="2023-12-07T08:18:34.112" v="1268" actId="1035"/>
          <ac:grpSpMkLst>
            <pc:docMk/>
            <pc:sldMk cId="1662920444" sldId="2147480043"/>
            <ac:grpSpMk id="130" creationId="{4F69DC7A-B35E-8B53-4501-13A4888A65F8}"/>
          </ac:grpSpMkLst>
        </pc:grpChg>
        <pc:picChg chg="mod">
          <ac:chgData name="Liang,Dr.,Hongzi (HP Medicine) BII-CN-S" userId="29bc0a18-5096-49d5-ae49-3e5745cfa117" providerId="ADAL" clId="{DBA53BB4-5ECD-44C4-8C4F-F780C30DE742}" dt="2023-12-07T08:15:16.319" v="1127" actId="1076"/>
          <ac:picMkLst>
            <pc:docMk/>
            <pc:sldMk cId="1662920444" sldId="2147480043"/>
            <ac:picMk id="19" creationId="{1213405A-996A-F5F4-402E-45C5647ECA3B}"/>
          </ac:picMkLst>
        </pc:picChg>
      </pc:sldChg>
      <pc:sldChg chg="delSp modSp del mod">
        <pc:chgData name="Liang,Dr.,Hongzi (HP Medicine) BII-CN-S" userId="29bc0a18-5096-49d5-ae49-3e5745cfa117" providerId="ADAL" clId="{DBA53BB4-5ECD-44C4-8C4F-F780C30DE742}" dt="2023-12-07T09:14:13.431" v="1621" actId="47"/>
        <pc:sldMkLst>
          <pc:docMk/>
          <pc:sldMk cId="3783243337" sldId="2147480045"/>
        </pc:sldMkLst>
        <pc:spChg chg="mod">
          <ac:chgData name="Liang,Dr.,Hongzi (HP Medicine) BII-CN-S" userId="29bc0a18-5096-49d5-ae49-3e5745cfa117" providerId="ADAL" clId="{DBA53BB4-5ECD-44C4-8C4F-F780C30DE742}" dt="2023-12-06T09:14:17.775" v="23" actId="20577"/>
          <ac:spMkLst>
            <pc:docMk/>
            <pc:sldMk cId="3783243337" sldId="2147480045"/>
            <ac:spMk id="4" creationId="{DE8D630C-0ED6-F5A0-E156-D23A8CC23DEC}"/>
          </ac:spMkLst>
        </pc:spChg>
        <pc:spChg chg="del">
          <ac:chgData name="Liang,Dr.,Hongzi (HP Medicine) BII-CN-S" userId="29bc0a18-5096-49d5-ae49-3e5745cfa117" providerId="ADAL" clId="{DBA53BB4-5ECD-44C4-8C4F-F780C30DE742}" dt="2023-12-07T09:01:22.054" v="1426" actId="478"/>
          <ac:spMkLst>
            <pc:docMk/>
            <pc:sldMk cId="3783243337" sldId="2147480045"/>
            <ac:spMk id="101" creationId="{8BFE4C09-AE1E-3925-7112-C41E44C6690D}"/>
          </ac:spMkLst>
        </pc:spChg>
        <pc:grpChg chg="mod">
          <ac:chgData name="Liang,Dr.,Hongzi (HP Medicine) BII-CN-S" userId="29bc0a18-5096-49d5-ae49-3e5745cfa117" providerId="ADAL" clId="{DBA53BB4-5ECD-44C4-8C4F-F780C30DE742}" dt="2023-12-07T09:03:40.493" v="1444" actId="1038"/>
          <ac:grpSpMkLst>
            <pc:docMk/>
            <pc:sldMk cId="3783243337" sldId="2147480045"/>
            <ac:grpSpMk id="13" creationId="{D17A31BC-0171-2DA9-9A33-617F8A52679D}"/>
          </ac:grpSpMkLst>
        </pc:grpChg>
        <pc:grpChg chg="del">
          <ac:chgData name="Liang,Dr.,Hongzi (HP Medicine) BII-CN-S" userId="29bc0a18-5096-49d5-ae49-3e5745cfa117" providerId="ADAL" clId="{DBA53BB4-5ECD-44C4-8C4F-F780C30DE742}" dt="2023-12-06T09:14:29.389" v="24" actId="478"/>
          <ac:grpSpMkLst>
            <pc:docMk/>
            <pc:sldMk cId="3783243337" sldId="2147480045"/>
            <ac:grpSpMk id="104" creationId="{411314F0-C175-844D-3B56-FA7CC4F20B6B}"/>
          </ac:grpSpMkLst>
        </pc:grpChg>
        <pc:cxnChg chg="del">
          <ac:chgData name="Liang,Dr.,Hongzi (HP Medicine) BII-CN-S" userId="29bc0a18-5096-49d5-ae49-3e5745cfa117" providerId="ADAL" clId="{DBA53BB4-5ECD-44C4-8C4F-F780C30DE742}" dt="2023-12-07T09:01:25.029" v="1427" actId="478"/>
          <ac:cxnSpMkLst>
            <pc:docMk/>
            <pc:sldMk cId="3783243337" sldId="2147480045"/>
            <ac:cxnSpMk id="102" creationId="{7198D825-B07C-3714-919D-6DAAF0A02326}"/>
          </ac:cxnSpMkLst>
        </pc:cxnChg>
        <pc:cxnChg chg="mod">
          <ac:chgData name="Liang,Dr.,Hongzi (HP Medicine) BII-CN-S" userId="29bc0a18-5096-49d5-ae49-3e5745cfa117" providerId="ADAL" clId="{DBA53BB4-5ECD-44C4-8C4F-F780C30DE742}" dt="2023-12-06T09:14:29.389" v="24" actId="478"/>
          <ac:cxnSpMkLst>
            <pc:docMk/>
            <pc:sldMk cId="3783243337" sldId="2147480045"/>
            <ac:cxnSpMk id="119" creationId="{A2DCE91D-372B-F8C9-1D66-7FF941C8F543}"/>
          </ac:cxnSpMkLst>
        </pc:cxnChg>
      </pc:sldChg>
      <pc:sldChg chg="del">
        <pc:chgData name="Liang,Dr.,Hongzi (HP Medicine) BII-CN-S" userId="29bc0a18-5096-49d5-ae49-3e5745cfa117" providerId="ADAL" clId="{DBA53BB4-5ECD-44C4-8C4F-F780C30DE742}" dt="2023-12-07T09:14:51.550" v="1623" actId="47"/>
        <pc:sldMkLst>
          <pc:docMk/>
          <pc:sldMk cId="592692985" sldId="2147480046"/>
        </pc:sldMkLst>
      </pc:sldChg>
      <pc:sldChg chg="del">
        <pc:chgData name="Liang,Dr.,Hongzi (HP Medicine) BII-CN-S" userId="29bc0a18-5096-49d5-ae49-3e5745cfa117" providerId="ADAL" clId="{DBA53BB4-5ECD-44C4-8C4F-F780C30DE742}" dt="2023-12-07T10:02:10.045" v="2762" actId="47"/>
        <pc:sldMkLst>
          <pc:docMk/>
          <pc:sldMk cId="2756872699" sldId="2147480047"/>
        </pc:sldMkLst>
      </pc:sldChg>
      <pc:sldChg chg="del">
        <pc:chgData name="Liang,Dr.,Hongzi (HP Medicine) BII-CN-S" userId="29bc0a18-5096-49d5-ae49-3e5745cfa117" providerId="ADAL" clId="{DBA53BB4-5ECD-44C4-8C4F-F780C30DE742}" dt="2023-12-07T09:15:53.220" v="1627" actId="47"/>
        <pc:sldMkLst>
          <pc:docMk/>
          <pc:sldMk cId="245309749" sldId="2147480048"/>
        </pc:sldMkLst>
      </pc:sldChg>
      <pc:sldChg chg="addSp delSp modSp mod">
        <pc:chgData name="Liang,Dr.,Hongzi (HP Medicine) BII-CN-S" userId="29bc0a18-5096-49d5-ae49-3e5745cfa117" providerId="ADAL" clId="{DBA53BB4-5ECD-44C4-8C4F-F780C30DE742}" dt="2023-12-07T07:05:54.222" v="51" actId="1076"/>
        <pc:sldMkLst>
          <pc:docMk/>
          <pc:sldMk cId="2689349481" sldId="2147480051"/>
        </pc:sldMkLst>
        <pc:spChg chg="add del">
          <ac:chgData name="Liang,Dr.,Hongzi (HP Medicine) BII-CN-S" userId="29bc0a18-5096-49d5-ae49-3e5745cfa117" providerId="ADAL" clId="{DBA53BB4-5ECD-44C4-8C4F-F780C30DE742}" dt="2023-12-07T07:04:38.086" v="36" actId="22"/>
          <ac:spMkLst>
            <pc:docMk/>
            <pc:sldMk cId="2689349481" sldId="2147480051"/>
            <ac:spMk id="4" creationId="{508EFD5B-EF1A-2E11-261F-67A2B7F8CE72}"/>
          </ac:spMkLst>
        </pc:spChg>
        <pc:spChg chg="add mod">
          <ac:chgData name="Liang,Dr.,Hongzi (HP Medicine) BII-CN-S" userId="29bc0a18-5096-49d5-ae49-3e5745cfa117" providerId="ADAL" clId="{DBA53BB4-5ECD-44C4-8C4F-F780C30DE742}" dt="2023-12-07T07:05:41.182" v="50" actId="1076"/>
          <ac:spMkLst>
            <pc:docMk/>
            <pc:sldMk cId="2689349481" sldId="2147480051"/>
            <ac:spMk id="6" creationId="{FA91635F-479D-B3B3-249A-D087658543AA}"/>
          </ac:spMkLst>
        </pc:spChg>
        <pc:spChg chg="mod">
          <ac:chgData name="Liang,Dr.,Hongzi (HP Medicine) BII-CN-S" userId="29bc0a18-5096-49d5-ae49-3e5745cfa117" providerId="ADAL" clId="{DBA53BB4-5ECD-44C4-8C4F-F780C30DE742}" dt="2023-12-07T07:05:15.124" v="45" actId="164"/>
          <ac:spMkLst>
            <pc:docMk/>
            <pc:sldMk cId="2689349481" sldId="2147480051"/>
            <ac:spMk id="20" creationId="{D9ADABC2-F317-51FF-6182-A7B2129B16DA}"/>
          </ac:spMkLst>
        </pc:spChg>
        <pc:spChg chg="mod">
          <ac:chgData name="Liang,Dr.,Hongzi (HP Medicine) BII-CN-S" userId="29bc0a18-5096-49d5-ae49-3e5745cfa117" providerId="ADAL" clId="{DBA53BB4-5ECD-44C4-8C4F-F780C30DE742}" dt="2023-12-07T07:05:15.124" v="45" actId="164"/>
          <ac:spMkLst>
            <pc:docMk/>
            <pc:sldMk cId="2689349481" sldId="2147480051"/>
            <ac:spMk id="21" creationId="{F415A44D-4A3F-F6A4-5169-DDB44B869003}"/>
          </ac:spMkLst>
        </pc:spChg>
        <pc:spChg chg="mod">
          <ac:chgData name="Liang,Dr.,Hongzi (HP Medicine) BII-CN-S" userId="29bc0a18-5096-49d5-ae49-3e5745cfa117" providerId="ADAL" clId="{DBA53BB4-5ECD-44C4-8C4F-F780C30DE742}" dt="2023-12-07T07:05:34.864" v="49" actId="1076"/>
          <ac:spMkLst>
            <pc:docMk/>
            <pc:sldMk cId="2689349481" sldId="2147480051"/>
            <ac:spMk id="28" creationId="{179BED5E-16DB-8991-CC14-DDFB46078314}"/>
          </ac:spMkLst>
        </pc:spChg>
        <pc:grpChg chg="add mod">
          <ac:chgData name="Liang,Dr.,Hongzi (HP Medicine) BII-CN-S" userId="29bc0a18-5096-49d5-ae49-3e5745cfa117" providerId="ADAL" clId="{DBA53BB4-5ECD-44C4-8C4F-F780C30DE742}" dt="2023-12-07T07:05:54.222" v="51" actId="1076"/>
          <ac:grpSpMkLst>
            <pc:docMk/>
            <pc:sldMk cId="2689349481" sldId="2147480051"/>
            <ac:grpSpMk id="7" creationId="{F4D237A5-A356-C1B1-8AE9-26853FAE20F6}"/>
          </ac:grpSpMkLst>
        </pc:grpChg>
        <pc:graphicFrameChg chg="modGraphic">
          <ac:chgData name="Liang,Dr.,Hongzi (HP Medicine) BII-CN-S" userId="29bc0a18-5096-49d5-ae49-3e5745cfa117" providerId="ADAL" clId="{DBA53BB4-5ECD-44C4-8C4F-F780C30DE742}" dt="2023-12-07T07:02:59.190" v="32" actId="948"/>
          <ac:graphicFrameMkLst>
            <pc:docMk/>
            <pc:sldMk cId="2689349481" sldId="2147480051"/>
            <ac:graphicFrameMk id="19" creationId="{2867D72B-A130-6827-B506-15D81EEE355D}"/>
          </ac:graphicFrameMkLst>
        </pc:graphicFrameChg>
      </pc:sldChg>
      <pc:sldChg chg="addSp delSp modSp add mod">
        <pc:chgData name="Liang,Dr.,Hongzi (HP Medicine) BII-CN-S" userId="29bc0a18-5096-49d5-ae49-3e5745cfa117" providerId="ADAL" clId="{DBA53BB4-5ECD-44C4-8C4F-F780C30DE742}" dt="2023-12-07T10:04:06.254" v="2837" actId="2085"/>
        <pc:sldMkLst>
          <pc:docMk/>
          <pc:sldMk cId="374273854" sldId="2147480052"/>
        </pc:sldMkLst>
        <pc:spChg chg="mod">
          <ac:chgData name="Liang,Dr.,Hongzi (HP Medicine) BII-CN-S" userId="29bc0a18-5096-49d5-ae49-3e5745cfa117" providerId="ADAL" clId="{DBA53BB4-5ECD-44C4-8C4F-F780C30DE742}" dt="2023-12-07T09:14:19.602" v="1622" actId="13926"/>
          <ac:spMkLst>
            <pc:docMk/>
            <pc:sldMk cId="374273854" sldId="2147480052"/>
            <ac:spMk id="4" creationId="{DE8D630C-0ED6-F5A0-E156-D23A8CC23DEC}"/>
          </ac:spMkLst>
        </pc:spChg>
        <pc:spChg chg="mod">
          <ac:chgData name="Liang,Dr.,Hongzi (HP Medicine) BII-CN-S" userId="29bc0a18-5096-49d5-ae49-3e5745cfa117" providerId="ADAL" clId="{DBA53BB4-5ECD-44C4-8C4F-F780C30DE742}" dt="2023-12-07T09:11:42.598" v="1542" actId="20577"/>
          <ac:spMkLst>
            <pc:docMk/>
            <pc:sldMk cId="374273854" sldId="2147480052"/>
            <ac:spMk id="35" creationId="{BD6D23F9-56CB-158D-391F-940B0A9A5B54}"/>
          </ac:spMkLst>
        </pc:spChg>
        <pc:spChg chg="mod">
          <ac:chgData name="Liang,Dr.,Hongzi (HP Medicine) BII-CN-S" userId="29bc0a18-5096-49d5-ae49-3e5745cfa117" providerId="ADAL" clId="{DBA53BB4-5ECD-44C4-8C4F-F780C30DE742}" dt="2023-12-07T09:13:15.664" v="1587" actId="1076"/>
          <ac:spMkLst>
            <pc:docMk/>
            <pc:sldMk cId="374273854" sldId="2147480052"/>
            <ac:spMk id="40" creationId="{4AD83902-31BA-65BC-02D3-623C0E0E397B}"/>
          </ac:spMkLst>
        </pc:spChg>
        <pc:spChg chg="mod">
          <ac:chgData name="Liang,Dr.,Hongzi (HP Medicine) BII-CN-S" userId="29bc0a18-5096-49d5-ae49-3e5745cfa117" providerId="ADAL" clId="{DBA53BB4-5ECD-44C4-8C4F-F780C30DE742}" dt="2023-12-07T09:13:24.612" v="1620" actId="1036"/>
          <ac:spMkLst>
            <pc:docMk/>
            <pc:sldMk cId="374273854" sldId="2147480052"/>
            <ac:spMk id="75" creationId="{CC993A48-25DB-0DB5-5106-3BFD6B15B5F8}"/>
          </ac:spMkLst>
        </pc:spChg>
        <pc:spChg chg="mod">
          <ac:chgData name="Liang,Dr.,Hongzi (HP Medicine) BII-CN-S" userId="29bc0a18-5096-49d5-ae49-3e5745cfa117" providerId="ADAL" clId="{DBA53BB4-5ECD-44C4-8C4F-F780C30DE742}" dt="2023-12-07T09:13:24.612" v="1620" actId="1036"/>
          <ac:spMkLst>
            <pc:docMk/>
            <pc:sldMk cId="374273854" sldId="2147480052"/>
            <ac:spMk id="76" creationId="{28E54CCD-4EC6-B55E-AD99-B78E4B6DC7A9}"/>
          </ac:spMkLst>
        </pc:spChg>
        <pc:spChg chg="mod">
          <ac:chgData name="Liang,Dr.,Hongzi (HP Medicine) BII-CN-S" userId="29bc0a18-5096-49d5-ae49-3e5745cfa117" providerId="ADAL" clId="{DBA53BB4-5ECD-44C4-8C4F-F780C30DE742}" dt="2023-12-07T09:13:24.612" v="1620" actId="1036"/>
          <ac:spMkLst>
            <pc:docMk/>
            <pc:sldMk cId="374273854" sldId="2147480052"/>
            <ac:spMk id="77" creationId="{9949C35E-F320-EE6F-F7DD-7BE23A03636A}"/>
          </ac:spMkLst>
        </pc:spChg>
        <pc:spChg chg="mod">
          <ac:chgData name="Liang,Dr.,Hongzi (HP Medicine) BII-CN-S" userId="29bc0a18-5096-49d5-ae49-3e5745cfa117" providerId="ADAL" clId="{DBA53BB4-5ECD-44C4-8C4F-F780C30DE742}" dt="2023-12-07T09:13:24.612" v="1620" actId="1036"/>
          <ac:spMkLst>
            <pc:docMk/>
            <pc:sldMk cId="374273854" sldId="2147480052"/>
            <ac:spMk id="78" creationId="{6CD7EC66-C296-A687-C549-11A061DD4904}"/>
          </ac:spMkLst>
        </pc:spChg>
        <pc:spChg chg="mod">
          <ac:chgData name="Liang,Dr.,Hongzi (HP Medicine) BII-CN-S" userId="29bc0a18-5096-49d5-ae49-3e5745cfa117" providerId="ADAL" clId="{DBA53BB4-5ECD-44C4-8C4F-F780C30DE742}" dt="2023-12-07T09:13:24.612" v="1620" actId="1036"/>
          <ac:spMkLst>
            <pc:docMk/>
            <pc:sldMk cId="374273854" sldId="2147480052"/>
            <ac:spMk id="79" creationId="{B4C7B7B3-BFA0-0C93-0F51-A6D42D0306C2}"/>
          </ac:spMkLst>
        </pc:spChg>
        <pc:spChg chg="mod">
          <ac:chgData name="Liang,Dr.,Hongzi (HP Medicine) BII-CN-S" userId="29bc0a18-5096-49d5-ae49-3e5745cfa117" providerId="ADAL" clId="{DBA53BB4-5ECD-44C4-8C4F-F780C30DE742}" dt="2023-12-07T09:13:24.612" v="1620" actId="1036"/>
          <ac:spMkLst>
            <pc:docMk/>
            <pc:sldMk cId="374273854" sldId="2147480052"/>
            <ac:spMk id="80" creationId="{F9BF2B07-3B96-DEEC-5C62-E3F127783C8B}"/>
          </ac:spMkLst>
        </pc:spChg>
        <pc:spChg chg="mod">
          <ac:chgData name="Liang,Dr.,Hongzi (HP Medicine) BII-CN-S" userId="29bc0a18-5096-49d5-ae49-3e5745cfa117" providerId="ADAL" clId="{DBA53BB4-5ECD-44C4-8C4F-F780C30DE742}" dt="2023-12-07T09:13:24.612" v="1620" actId="1036"/>
          <ac:spMkLst>
            <pc:docMk/>
            <pc:sldMk cId="374273854" sldId="2147480052"/>
            <ac:spMk id="83" creationId="{B8BF9DB5-A396-7AF5-1C96-3E0B583C261A}"/>
          </ac:spMkLst>
        </pc:spChg>
        <pc:spChg chg="mod">
          <ac:chgData name="Liang,Dr.,Hongzi (HP Medicine) BII-CN-S" userId="29bc0a18-5096-49d5-ae49-3e5745cfa117" providerId="ADAL" clId="{DBA53BB4-5ECD-44C4-8C4F-F780C30DE742}" dt="2023-12-07T09:13:24.612" v="1620" actId="1036"/>
          <ac:spMkLst>
            <pc:docMk/>
            <pc:sldMk cId="374273854" sldId="2147480052"/>
            <ac:spMk id="86" creationId="{83CECB1A-470C-BE46-C8BC-E1D6F522105B}"/>
          </ac:spMkLst>
        </pc:spChg>
        <pc:spChg chg="mod">
          <ac:chgData name="Liang,Dr.,Hongzi (HP Medicine) BII-CN-S" userId="29bc0a18-5096-49d5-ae49-3e5745cfa117" providerId="ADAL" clId="{DBA53BB4-5ECD-44C4-8C4F-F780C30DE742}" dt="2023-12-07T09:13:24.612" v="1620" actId="1036"/>
          <ac:spMkLst>
            <pc:docMk/>
            <pc:sldMk cId="374273854" sldId="2147480052"/>
            <ac:spMk id="88" creationId="{F3109C4B-EDA5-7E35-FCAB-A96549D32FF4}"/>
          </ac:spMkLst>
        </pc:spChg>
        <pc:spChg chg="mod">
          <ac:chgData name="Liang,Dr.,Hongzi (HP Medicine) BII-CN-S" userId="29bc0a18-5096-49d5-ae49-3e5745cfa117" providerId="ADAL" clId="{DBA53BB4-5ECD-44C4-8C4F-F780C30DE742}" dt="2023-12-07T09:13:24.612" v="1620" actId="1036"/>
          <ac:spMkLst>
            <pc:docMk/>
            <pc:sldMk cId="374273854" sldId="2147480052"/>
            <ac:spMk id="89" creationId="{F8E4F3F4-DA19-50FD-1027-152E3DCB31A9}"/>
          </ac:spMkLst>
        </pc:spChg>
        <pc:spChg chg="del">
          <ac:chgData name="Liang,Dr.,Hongzi (HP Medicine) BII-CN-S" userId="29bc0a18-5096-49d5-ae49-3e5745cfa117" providerId="ADAL" clId="{DBA53BB4-5ECD-44C4-8C4F-F780C30DE742}" dt="2023-12-07T09:07:28.417" v="1477" actId="478"/>
          <ac:spMkLst>
            <pc:docMk/>
            <pc:sldMk cId="374273854" sldId="2147480052"/>
            <ac:spMk id="90" creationId="{46DAD03A-D419-5007-7CCC-57BD7332C742}"/>
          </ac:spMkLst>
        </pc:spChg>
        <pc:spChg chg="mod">
          <ac:chgData name="Liang,Dr.,Hongzi (HP Medicine) BII-CN-S" userId="29bc0a18-5096-49d5-ae49-3e5745cfa117" providerId="ADAL" clId="{DBA53BB4-5ECD-44C4-8C4F-F780C30DE742}" dt="2023-12-07T09:13:24.612" v="1620" actId="1036"/>
          <ac:spMkLst>
            <pc:docMk/>
            <pc:sldMk cId="374273854" sldId="2147480052"/>
            <ac:spMk id="91" creationId="{BAB75BB6-2C93-934D-AAA3-47787E554452}"/>
          </ac:spMkLst>
        </pc:spChg>
        <pc:spChg chg="mod">
          <ac:chgData name="Liang,Dr.,Hongzi (HP Medicine) BII-CN-S" userId="29bc0a18-5096-49d5-ae49-3e5745cfa117" providerId="ADAL" clId="{DBA53BB4-5ECD-44C4-8C4F-F780C30DE742}" dt="2023-12-07T09:13:24.612" v="1620" actId="1036"/>
          <ac:spMkLst>
            <pc:docMk/>
            <pc:sldMk cId="374273854" sldId="2147480052"/>
            <ac:spMk id="92" creationId="{389298B1-3759-5288-570F-83260B9DDAEF}"/>
          </ac:spMkLst>
        </pc:spChg>
        <pc:spChg chg="mod">
          <ac:chgData name="Liang,Dr.,Hongzi (HP Medicine) BII-CN-S" userId="29bc0a18-5096-49d5-ae49-3e5745cfa117" providerId="ADAL" clId="{DBA53BB4-5ECD-44C4-8C4F-F780C30DE742}" dt="2023-12-07T09:13:24.612" v="1620" actId="1036"/>
          <ac:spMkLst>
            <pc:docMk/>
            <pc:sldMk cId="374273854" sldId="2147480052"/>
            <ac:spMk id="93" creationId="{BE05389C-0B52-E75A-D420-106E48305ECC}"/>
          </ac:spMkLst>
        </pc:spChg>
        <pc:spChg chg="mod">
          <ac:chgData name="Liang,Dr.,Hongzi (HP Medicine) BII-CN-S" userId="29bc0a18-5096-49d5-ae49-3e5745cfa117" providerId="ADAL" clId="{DBA53BB4-5ECD-44C4-8C4F-F780C30DE742}" dt="2023-12-07T09:13:24.612" v="1620" actId="1036"/>
          <ac:spMkLst>
            <pc:docMk/>
            <pc:sldMk cId="374273854" sldId="2147480052"/>
            <ac:spMk id="94" creationId="{8B89D469-315F-04B7-A5BB-BCEF3C101FFF}"/>
          </ac:spMkLst>
        </pc:spChg>
        <pc:spChg chg="mod">
          <ac:chgData name="Liang,Dr.,Hongzi (HP Medicine) BII-CN-S" userId="29bc0a18-5096-49d5-ae49-3e5745cfa117" providerId="ADAL" clId="{DBA53BB4-5ECD-44C4-8C4F-F780C30DE742}" dt="2023-12-07T09:13:24.612" v="1620" actId="1036"/>
          <ac:spMkLst>
            <pc:docMk/>
            <pc:sldMk cId="374273854" sldId="2147480052"/>
            <ac:spMk id="95" creationId="{6CA6D3F0-19ED-8E7B-8294-773F210A2A50}"/>
          </ac:spMkLst>
        </pc:spChg>
        <pc:spChg chg="mod">
          <ac:chgData name="Liang,Dr.,Hongzi (HP Medicine) BII-CN-S" userId="29bc0a18-5096-49d5-ae49-3e5745cfa117" providerId="ADAL" clId="{DBA53BB4-5ECD-44C4-8C4F-F780C30DE742}" dt="2023-12-07T09:13:24.612" v="1620" actId="1036"/>
          <ac:spMkLst>
            <pc:docMk/>
            <pc:sldMk cId="374273854" sldId="2147480052"/>
            <ac:spMk id="96" creationId="{501A5BA6-5020-60C5-6466-E43A7C5E327D}"/>
          </ac:spMkLst>
        </pc:spChg>
        <pc:spChg chg="mod">
          <ac:chgData name="Liang,Dr.,Hongzi (HP Medicine) BII-CN-S" userId="29bc0a18-5096-49d5-ae49-3e5745cfa117" providerId="ADAL" clId="{DBA53BB4-5ECD-44C4-8C4F-F780C30DE742}" dt="2023-12-07T09:13:24.612" v="1620" actId="1036"/>
          <ac:spMkLst>
            <pc:docMk/>
            <pc:sldMk cId="374273854" sldId="2147480052"/>
            <ac:spMk id="97" creationId="{09A9E68F-3E87-9FBB-EFCA-92C635379806}"/>
          </ac:spMkLst>
        </pc:spChg>
        <pc:spChg chg="mod">
          <ac:chgData name="Liang,Dr.,Hongzi (HP Medicine) BII-CN-S" userId="29bc0a18-5096-49d5-ae49-3e5745cfa117" providerId="ADAL" clId="{DBA53BB4-5ECD-44C4-8C4F-F780C30DE742}" dt="2023-12-07T09:13:24.612" v="1620" actId="1036"/>
          <ac:spMkLst>
            <pc:docMk/>
            <pc:sldMk cId="374273854" sldId="2147480052"/>
            <ac:spMk id="98" creationId="{AD5F338F-D5F2-35CB-11E0-28AF06E199D2}"/>
          </ac:spMkLst>
        </pc:spChg>
        <pc:spChg chg="mod">
          <ac:chgData name="Liang,Dr.,Hongzi (HP Medicine) BII-CN-S" userId="29bc0a18-5096-49d5-ae49-3e5745cfa117" providerId="ADAL" clId="{DBA53BB4-5ECD-44C4-8C4F-F780C30DE742}" dt="2023-12-07T09:13:24.612" v="1620" actId="1036"/>
          <ac:spMkLst>
            <pc:docMk/>
            <pc:sldMk cId="374273854" sldId="2147480052"/>
            <ac:spMk id="99" creationId="{10FD3772-9472-B0AD-8A20-A554D1F2F940}"/>
          </ac:spMkLst>
        </pc:spChg>
        <pc:spChg chg="mod">
          <ac:chgData name="Liang,Dr.,Hongzi (HP Medicine) BII-CN-S" userId="29bc0a18-5096-49d5-ae49-3e5745cfa117" providerId="ADAL" clId="{DBA53BB4-5ECD-44C4-8C4F-F780C30DE742}" dt="2023-12-07T09:13:24.612" v="1620" actId="1036"/>
          <ac:spMkLst>
            <pc:docMk/>
            <pc:sldMk cId="374273854" sldId="2147480052"/>
            <ac:spMk id="100" creationId="{4DB30BC8-0624-7498-9FCC-FDBE118F373E}"/>
          </ac:spMkLst>
        </pc:spChg>
        <pc:spChg chg="add mod">
          <ac:chgData name="Liang,Dr.,Hongzi (HP Medicine) BII-CN-S" userId="29bc0a18-5096-49d5-ae49-3e5745cfa117" providerId="ADAL" clId="{DBA53BB4-5ECD-44C4-8C4F-F780C30DE742}" dt="2023-12-07T10:04:06.254" v="2837" actId="2085"/>
          <ac:spMkLst>
            <pc:docMk/>
            <pc:sldMk cId="374273854" sldId="2147480052"/>
            <ac:spMk id="102" creationId="{497CFF87-A60C-2B56-A8D5-8F070B976B4C}"/>
          </ac:spMkLst>
        </pc:spChg>
        <pc:spChg chg="del">
          <ac:chgData name="Liang,Dr.,Hongzi (HP Medicine) BII-CN-S" userId="29bc0a18-5096-49d5-ae49-3e5745cfa117" providerId="ADAL" clId="{DBA53BB4-5ECD-44C4-8C4F-F780C30DE742}" dt="2023-12-07T09:05:51.422" v="1447" actId="478"/>
          <ac:spMkLst>
            <pc:docMk/>
            <pc:sldMk cId="374273854" sldId="2147480052"/>
            <ac:spMk id="103" creationId="{0C619F7D-E603-AAD1-3B9C-1CB91C64CBA1}"/>
          </ac:spMkLst>
        </pc:spChg>
        <pc:grpChg chg="mod">
          <ac:chgData name="Liang,Dr.,Hongzi (HP Medicine) BII-CN-S" userId="29bc0a18-5096-49d5-ae49-3e5745cfa117" providerId="ADAL" clId="{DBA53BB4-5ECD-44C4-8C4F-F780C30DE742}" dt="2023-12-07T09:13:11.331" v="1586" actId="1035"/>
          <ac:grpSpMkLst>
            <pc:docMk/>
            <pc:sldMk cId="374273854" sldId="2147480052"/>
            <ac:grpSpMk id="13" creationId="{D17A31BC-0171-2DA9-9A33-617F8A52679D}"/>
          </ac:grpSpMkLst>
        </pc:grpChg>
        <pc:grpChg chg="mod">
          <ac:chgData name="Liang,Dr.,Hongzi (HP Medicine) BII-CN-S" userId="29bc0a18-5096-49d5-ae49-3e5745cfa117" providerId="ADAL" clId="{DBA53BB4-5ECD-44C4-8C4F-F780C30DE742}" dt="2023-12-07T09:11:50.751" v="1556" actId="1037"/>
          <ac:grpSpMkLst>
            <pc:docMk/>
            <pc:sldMk cId="374273854" sldId="2147480052"/>
            <ac:grpSpMk id="34" creationId="{04690C0D-F67B-2C88-08B6-5CEBFEB63290}"/>
          </ac:grpSpMkLst>
        </pc:grpChg>
        <pc:grpChg chg="del">
          <ac:chgData name="Liang,Dr.,Hongzi (HP Medicine) BII-CN-S" userId="29bc0a18-5096-49d5-ae49-3e5745cfa117" providerId="ADAL" clId="{DBA53BB4-5ECD-44C4-8C4F-F780C30DE742}" dt="2023-12-07T09:05:48.529" v="1446" actId="478"/>
          <ac:grpSpMkLst>
            <pc:docMk/>
            <pc:sldMk cId="374273854" sldId="2147480052"/>
            <ac:grpSpMk id="47" creationId="{C0C81356-E789-E328-3E0E-D92C208C655C}"/>
          </ac:grpSpMkLst>
        </pc:grpChg>
        <pc:grpChg chg="mod">
          <ac:chgData name="Liang,Dr.,Hongzi (HP Medicine) BII-CN-S" userId="29bc0a18-5096-49d5-ae49-3e5745cfa117" providerId="ADAL" clId="{DBA53BB4-5ECD-44C4-8C4F-F780C30DE742}" dt="2023-12-07T09:13:24.612" v="1620" actId="1036"/>
          <ac:grpSpMkLst>
            <pc:docMk/>
            <pc:sldMk cId="374273854" sldId="2147480052"/>
            <ac:grpSpMk id="74" creationId="{6F871750-63FA-449D-D13C-F68F80B07039}"/>
          </ac:grpSpMkLst>
        </pc:grpChg>
        <pc:grpChg chg="mod">
          <ac:chgData name="Liang,Dr.,Hongzi (HP Medicine) BII-CN-S" userId="29bc0a18-5096-49d5-ae49-3e5745cfa117" providerId="ADAL" clId="{DBA53BB4-5ECD-44C4-8C4F-F780C30DE742}" dt="2023-12-07T09:13:24.612" v="1620" actId="1036"/>
          <ac:grpSpMkLst>
            <pc:docMk/>
            <pc:sldMk cId="374273854" sldId="2147480052"/>
            <ac:grpSpMk id="81" creationId="{BEAC8BE2-A38C-74D2-8982-FB2E319E882F}"/>
          </ac:grpSpMkLst>
        </pc:grpChg>
        <pc:grpChg chg="mod">
          <ac:chgData name="Liang,Dr.,Hongzi (HP Medicine) BII-CN-S" userId="29bc0a18-5096-49d5-ae49-3e5745cfa117" providerId="ADAL" clId="{DBA53BB4-5ECD-44C4-8C4F-F780C30DE742}" dt="2023-12-07T09:13:24.612" v="1620" actId="1036"/>
          <ac:grpSpMkLst>
            <pc:docMk/>
            <pc:sldMk cId="374273854" sldId="2147480052"/>
            <ac:grpSpMk id="82" creationId="{2958DA11-D19E-C9E8-2F9D-C6DF7FDA7075}"/>
          </ac:grpSpMkLst>
        </pc:grpChg>
        <pc:grpChg chg="mod">
          <ac:chgData name="Liang,Dr.,Hongzi (HP Medicine) BII-CN-S" userId="29bc0a18-5096-49d5-ae49-3e5745cfa117" providerId="ADAL" clId="{DBA53BB4-5ECD-44C4-8C4F-F780C30DE742}" dt="2023-12-07T09:13:24.612" v="1620" actId="1036"/>
          <ac:grpSpMkLst>
            <pc:docMk/>
            <pc:sldMk cId="374273854" sldId="2147480052"/>
            <ac:grpSpMk id="84" creationId="{03DFB3F3-64C6-55EE-0FA0-757A4D5539AF}"/>
          </ac:grpSpMkLst>
        </pc:grpChg>
        <pc:grpChg chg="mod">
          <ac:chgData name="Liang,Dr.,Hongzi (HP Medicine) BII-CN-S" userId="29bc0a18-5096-49d5-ae49-3e5745cfa117" providerId="ADAL" clId="{DBA53BB4-5ECD-44C4-8C4F-F780C30DE742}" dt="2023-12-07T09:13:24.612" v="1620" actId="1036"/>
          <ac:grpSpMkLst>
            <pc:docMk/>
            <pc:sldMk cId="374273854" sldId="2147480052"/>
            <ac:grpSpMk id="85" creationId="{EF75FDFA-501B-9DA4-A1DD-50BE38D7B8B3}"/>
          </ac:grpSpMkLst>
        </pc:grpChg>
        <pc:grpChg chg="mod">
          <ac:chgData name="Liang,Dr.,Hongzi (HP Medicine) BII-CN-S" userId="29bc0a18-5096-49d5-ae49-3e5745cfa117" providerId="ADAL" clId="{DBA53BB4-5ECD-44C4-8C4F-F780C30DE742}" dt="2023-12-07T09:13:24.612" v="1620" actId="1036"/>
          <ac:grpSpMkLst>
            <pc:docMk/>
            <pc:sldMk cId="374273854" sldId="2147480052"/>
            <ac:grpSpMk id="87" creationId="{62469E19-C8E9-403B-A86C-D51E1FE4C7B5}"/>
          </ac:grpSpMkLst>
        </pc:grpChg>
        <pc:picChg chg="add mod">
          <ac:chgData name="Liang,Dr.,Hongzi (HP Medicine) BII-CN-S" userId="29bc0a18-5096-49d5-ae49-3e5745cfa117" providerId="ADAL" clId="{DBA53BB4-5ECD-44C4-8C4F-F780C30DE742}" dt="2023-12-07T09:12:24.804" v="1557"/>
          <ac:picMkLst>
            <pc:docMk/>
            <pc:sldMk cId="374273854" sldId="2147480052"/>
            <ac:picMk id="101" creationId="{76B3EF01-5792-E608-6B79-7DC0124D9F8B}"/>
          </ac:picMkLst>
        </pc:picChg>
        <pc:cxnChg chg="del">
          <ac:chgData name="Liang,Dr.,Hongzi (HP Medicine) BII-CN-S" userId="29bc0a18-5096-49d5-ae49-3e5745cfa117" providerId="ADAL" clId="{DBA53BB4-5ECD-44C4-8C4F-F780C30DE742}" dt="2023-12-07T09:12:46.199" v="1573" actId="478"/>
          <ac:cxnSpMkLst>
            <pc:docMk/>
            <pc:sldMk cId="374273854" sldId="2147480052"/>
            <ac:cxnSpMk id="118" creationId="{5E7E36CF-BBB0-476B-A639-0BC3B8F6AE62}"/>
          </ac:cxnSpMkLst>
        </pc:cxnChg>
        <pc:cxnChg chg="del">
          <ac:chgData name="Liang,Dr.,Hongzi (HP Medicine) BII-CN-S" userId="29bc0a18-5096-49d5-ae49-3e5745cfa117" providerId="ADAL" clId="{DBA53BB4-5ECD-44C4-8C4F-F780C30DE742}" dt="2023-12-07T09:12:44.009" v="1572" actId="478"/>
          <ac:cxnSpMkLst>
            <pc:docMk/>
            <pc:sldMk cId="374273854" sldId="2147480052"/>
            <ac:cxnSpMk id="119" creationId="{A2DCE91D-372B-F8C9-1D66-7FF941C8F543}"/>
          </ac:cxnSpMkLst>
        </pc:cxnChg>
      </pc:sldChg>
      <pc:sldChg chg="add del">
        <pc:chgData name="Liang,Dr.,Hongzi (HP Medicine) BII-CN-S" userId="29bc0a18-5096-49d5-ae49-3e5745cfa117" providerId="ADAL" clId="{DBA53BB4-5ECD-44C4-8C4F-F780C30DE742}" dt="2023-12-07T08:28:42.401" v="1419" actId="47"/>
        <pc:sldMkLst>
          <pc:docMk/>
          <pc:sldMk cId="1161451243" sldId="2147480052"/>
        </pc:sldMkLst>
      </pc:sldChg>
      <pc:sldChg chg="add del">
        <pc:chgData name="Liang,Dr.,Hongzi (HP Medicine) BII-CN-S" userId="29bc0a18-5096-49d5-ae49-3e5745cfa117" providerId="ADAL" clId="{DBA53BB4-5ECD-44C4-8C4F-F780C30DE742}" dt="2023-12-07T07:42:30.958" v="468" actId="47"/>
        <pc:sldMkLst>
          <pc:docMk/>
          <pc:sldMk cId="3191258766" sldId="2147480052"/>
        </pc:sldMkLst>
      </pc:sldChg>
      <pc:sldChg chg="add del">
        <pc:chgData name="Liang,Dr.,Hongzi (HP Medicine) BII-CN-S" userId="29bc0a18-5096-49d5-ae49-3e5745cfa117" providerId="ADAL" clId="{DBA53BB4-5ECD-44C4-8C4F-F780C30DE742}" dt="2023-12-07T09:17:19.706" v="1653" actId="47"/>
        <pc:sldMkLst>
          <pc:docMk/>
          <pc:sldMk cId="3816128874" sldId="2147480053"/>
        </pc:sldMkLst>
      </pc:sldChg>
      <pc:sldChg chg="addSp delSp modSp new mod">
        <pc:chgData name="Liang,Dr.,Hongzi (HP Medicine) BII-CN-S" userId="29bc0a18-5096-49d5-ae49-3e5745cfa117" providerId="ADAL" clId="{DBA53BB4-5ECD-44C4-8C4F-F780C30DE742}" dt="2023-12-07T09:17:12.343" v="1652" actId="1036"/>
        <pc:sldMkLst>
          <pc:docMk/>
          <pc:sldMk cId="175234492" sldId="2147480054"/>
        </pc:sldMkLst>
        <pc:spChg chg="mod">
          <ac:chgData name="Liang,Dr.,Hongzi (HP Medicine) BII-CN-S" userId="29bc0a18-5096-49d5-ae49-3e5745cfa117" providerId="ADAL" clId="{DBA53BB4-5ECD-44C4-8C4F-F780C30DE742}" dt="2023-12-07T09:16:41.952" v="1629"/>
          <ac:spMkLst>
            <pc:docMk/>
            <pc:sldMk cId="175234492" sldId="2147480054"/>
            <ac:spMk id="2" creationId="{280BCE5C-50DF-1E07-8415-C0DF7975BB7E}"/>
          </ac:spMkLst>
        </pc:spChg>
        <pc:spChg chg="del">
          <ac:chgData name="Liang,Dr.,Hongzi (HP Medicine) BII-CN-S" userId="29bc0a18-5096-49d5-ae49-3e5745cfa117" providerId="ADAL" clId="{DBA53BB4-5ECD-44C4-8C4F-F780C30DE742}" dt="2023-12-07T09:16:55.692" v="1632" actId="478"/>
          <ac:spMkLst>
            <pc:docMk/>
            <pc:sldMk cId="175234492" sldId="2147480054"/>
            <ac:spMk id="3" creationId="{06048D3F-16A1-03A9-F214-668D73639501}"/>
          </ac:spMkLst>
        </pc:spChg>
        <pc:spChg chg="del">
          <ac:chgData name="Liang,Dr.,Hongzi (HP Medicine) BII-CN-S" userId="29bc0a18-5096-49d5-ae49-3e5745cfa117" providerId="ADAL" clId="{DBA53BB4-5ECD-44C4-8C4F-F780C30DE742}" dt="2023-12-07T09:17:05.119" v="1635" actId="478"/>
          <ac:spMkLst>
            <pc:docMk/>
            <pc:sldMk cId="175234492" sldId="2147480054"/>
            <ac:spMk id="4" creationId="{5275A909-3EE6-2F99-C20E-FDE7475EBD93}"/>
          </ac:spMkLst>
        </pc:spChg>
        <pc:graphicFrameChg chg="add del mod">
          <ac:chgData name="Liang,Dr.,Hongzi (HP Medicine) BII-CN-S" userId="29bc0a18-5096-49d5-ae49-3e5745cfa117" providerId="ADAL" clId="{DBA53BB4-5ECD-44C4-8C4F-F780C30DE742}" dt="2023-12-07T09:16:53.756" v="1631"/>
          <ac:graphicFrameMkLst>
            <pc:docMk/>
            <pc:sldMk cId="175234492" sldId="2147480054"/>
            <ac:graphicFrameMk id="7" creationId="{A019C799-636E-3D44-5CE1-348303726E1D}"/>
          </ac:graphicFrameMkLst>
        </pc:graphicFrameChg>
        <pc:graphicFrameChg chg="add del mod">
          <ac:chgData name="Liang,Dr.,Hongzi (HP Medicine) BII-CN-S" userId="29bc0a18-5096-49d5-ae49-3e5745cfa117" providerId="ADAL" clId="{DBA53BB4-5ECD-44C4-8C4F-F780C30DE742}" dt="2023-12-07T09:17:03.488" v="1634"/>
          <ac:graphicFrameMkLst>
            <pc:docMk/>
            <pc:sldMk cId="175234492" sldId="2147480054"/>
            <ac:graphicFrameMk id="8" creationId="{1D8393C4-93BA-C585-4C2A-D6AC39987834}"/>
          </ac:graphicFrameMkLst>
        </pc:graphicFrameChg>
        <pc:graphicFrameChg chg="add mod">
          <ac:chgData name="Liang,Dr.,Hongzi (HP Medicine) BII-CN-S" userId="29bc0a18-5096-49d5-ae49-3e5745cfa117" providerId="ADAL" clId="{DBA53BB4-5ECD-44C4-8C4F-F780C30DE742}" dt="2023-12-07T09:17:12.343" v="1652" actId="1036"/>
          <ac:graphicFrameMkLst>
            <pc:docMk/>
            <pc:sldMk cId="175234492" sldId="2147480054"/>
            <ac:graphicFrameMk id="9" creationId="{FB6EB050-E775-A08F-F62D-392F8F4A165B}"/>
          </ac:graphicFrameMkLst>
        </pc:graphicFrameChg>
      </pc:sldChg>
      <pc:sldChg chg="addSp delSp modSp new mod">
        <pc:chgData name="Liang,Dr.,Hongzi (HP Medicine) BII-CN-S" userId="29bc0a18-5096-49d5-ae49-3e5745cfa117" providerId="ADAL" clId="{DBA53BB4-5ECD-44C4-8C4F-F780C30DE742}" dt="2023-12-07T09:18:53.184" v="1666" actId="1035"/>
        <pc:sldMkLst>
          <pc:docMk/>
          <pc:sldMk cId="3493696502" sldId="2147480055"/>
        </pc:sldMkLst>
        <pc:spChg chg="mod">
          <ac:chgData name="Liang,Dr.,Hongzi (HP Medicine) BII-CN-S" userId="29bc0a18-5096-49d5-ae49-3e5745cfa117" providerId="ADAL" clId="{DBA53BB4-5ECD-44C4-8C4F-F780C30DE742}" dt="2023-12-07T09:17:36.832" v="1657"/>
          <ac:spMkLst>
            <pc:docMk/>
            <pc:sldMk cId="3493696502" sldId="2147480055"/>
            <ac:spMk id="2" creationId="{B8FA849A-9BA1-58D9-C16F-ED2DA8A90FA4}"/>
          </ac:spMkLst>
        </pc:spChg>
        <pc:spChg chg="del">
          <ac:chgData name="Liang,Dr.,Hongzi (HP Medicine) BII-CN-S" userId="29bc0a18-5096-49d5-ae49-3e5745cfa117" providerId="ADAL" clId="{DBA53BB4-5ECD-44C4-8C4F-F780C30DE742}" dt="2023-12-07T09:17:25.402" v="1655" actId="478"/>
          <ac:spMkLst>
            <pc:docMk/>
            <pc:sldMk cId="3493696502" sldId="2147480055"/>
            <ac:spMk id="3" creationId="{DFB9C7E5-4585-0109-EFA3-E9D220B595DD}"/>
          </ac:spMkLst>
        </pc:spChg>
        <pc:spChg chg="del">
          <ac:chgData name="Liang,Dr.,Hongzi (HP Medicine) BII-CN-S" userId="29bc0a18-5096-49d5-ae49-3e5745cfa117" providerId="ADAL" clId="{DBA53BB4-5ECD-44C4-8C4F-F780C30DE742}" dt="2023-12-07T09:17:28.492" v="1656" actId="478"/>
          <ac:spMkLst>
            <pc:docMk/>
            <pc:sldMk cId="3493696502" sldId="2147480055"/>
            <ac:spMk id="4" creationId="{B3581A69-425F-3A54-AD8B-F9E689B53B86}"/>
          </ac:spMkLst>
        </pc:spChg>
        <pc:graphicFrameChg chg="add mod">
          <ac:chgData name="Liang,Dr.,Hongzi (HP Medicine) BII-CN-S" userId="29bc0a18-5096-49d5-ae49-3e5745cfa117" providerId="ADAL" clId="{DBA53BB4-5ECD-44C4-8C4F-F780C30DE742}" dt="2023-12-07T09:17:46.677" v="1658"/>
          <ac:graphicFrameMkLst>
            <pc:docMk/>
            <pc:sldMk cId="3493696502" sldId="2147480055"/>
            <ac:graphicFrameMk id="7" creationId="{5E43E1D8-08D6-AC87-DA05-D98E7595FF9A}"/>
          </ac:graphicFrameMkLst>
        </pc:graphicFrameChg>
        <pc:graphicFrameChg chg="add mod">
          <ac:chgData name="Liang,Dr.,Hongzi (HP Medicine) BII-CN-S" userId="29bc0a18-5096-49d5-ae49-3e5745cfa117" providerId="ADAL" clId="{DBA53BB4-5ECD-44C4-8C4F-F780C30DE742}" dt="2023-12-07T09:18:53.184" v="1666" actId="1035"/>
          <ac:graphicFrameMkLst>
            <pc:docMk/>
            <pc:sldMk cId="3493696502" sldId="2147480055"/>
            <ac:graphicFrameMk id="8" creationId="{40105B93-0B16-F3BF-1595-EFE2584F5DFA}"/>
          </ac:graphicFrameMkLst>
        </pc:graphicFrameChg>
      </pc:sldChg>
      <pc:sldChg chg="addSp delSp modSp add mod">
        <pc:chgData name="Liang,Dr.,Hongzi (HP Medicine) BII-CN-S" userId="29bc0a18-5096-49d5-ae49-3e5745cfa117" providerId="ADAL" clId="{DBA53BB4-5ECD-44C4-8C4F-F780C30DE742}" dt="2023-12-07T10:02:03.479" v="2761" actId="1076"/>
        <pc:sldMkLst>
          <pc:docMk/>
          <pc:sldMk cId="2947162828" sldId="2147480056"/>
        </pc:sldMkLst>
        <pc:spChg chg="mod">
          <ac:chgData name="Liang,Dr.,Hongzi (HP Medicine) BII-CN-S" userId="29bc0a18-5096-49d5-ae49-3e5745cfa117" providerId="ADAL" clId="{DBA53BB4-5ECD-44C4-8C4F-F780C30DE742}" dt="2023-12-07T09:54:20.701" v="2394" actId="1035"/>
          <ac:spMkLst>
            <pc:docMk/>
            <pc:sldMk cId="2947162828" sldId="2147480056"/>
            <ac:spMk id="6" creationId="{9813B1DA-9AA5-303A-23AE-708416EE0C47}"/>
          </ac:spMkLst>
        </pc:spChg>
        <pc:spChg chg="mod">
          <ac:chgData name="Liang,Dr.,Hongzi (HP Medicine) BII-CN-S" userId="29bc0a18-5096-49d5-ae49-3e5745cfa117" providerId="ADAL" clId="{DBA53BB4-5ECD-44C4-8C4F-F780C30DE742}" dt="2023-12-07T09:54:20.701" v="2394" actId="1035"/>
          <ac:spMkLst>
            <pc:docMk/>
            <pc:sldMk cId="2947162828" sldId="2147480056"/>
            <ac:spMk id="7" creationId="{EC857EDA-D20C-A6E6-3B8E-A34CB9F09D0E}"/>
          </ac:spMkLst>
        </pc:spChg>
        <pc:spChg chg="mod">
          <ac:chgData name="Liang,Dr.,Hongzi (HP Medicine) BII-CN-S" userId="29bc0a18-5096-49d5-ae49-3e5745cfa117" providerId="ADAL" clId="{DBA53BB4-5ECD-44C4-8C4F-F780C30DE742}" dt="2023-12-07T09:53:30.970" v="2371" actId="1035"/>
          <ac:spMkLst>
            <pc:docMk/>
            <pc:sldMk cId="2947162828" sldId="2147480056"/>
            <ac:spMk id="13" creationId="{07FB01B7-4CC5-9046-A59D-5F45D3A34CAE}"/>
          </ac:spMkLst>
        </pc:spChg>
        <pc:spChg chg="mod">
          <ac:chgData name="Liang,Dr.,Hongzi (HP Medicine) BII-CN-S" userId="29bc0a18-5096-49d5-ae49-3e5745cfa117" providerId="ADAL" clId="{DBA53BB4-5ECD-44C4-8C4F-F780C30DE742}" dt="2023-12-07T09:54:20.701" v="2394" actId="1035"/>
          <ac:spMkLst>
            <pc:docMk/>
            <pc:sldMk cId="2947162828" sldId="2147480056"/>
            <ac:spMk id="15" creationId="{1BFD3DF5-A4F5-96F6-5BC8-B4EA90C1EC7F}"/>
          </ac:spMkLst>
        </pc:spChg>
        <pc:spChg chg="mod">
          <ac:chgData name="Liang,Dr.,Hongzi (HP Medicine) BII-CN-S" userId="29bc0a18-5096-49d5-ae49-3e5745cfa117" providerId="ADAL" clId="{DBA53BB4-5ECD-44C4-8C4F-F780C30DE742}" dt="2023-12-07T09:54:20.701" v="2394" actId="1035"/>
          <ac:spMkLst>
            <pc:docMk/>
            <pc:sldMk cId="2947162828" sldId="2147480056"/>
            <ac:spMk id="16" creationId="{E8BE2D1B-F4D8-00E4-2256-13B93A16BD0A}"/>
          </ac:spMkLst>
        </pc:spChg>
        <pc:spChg chg="mod">
          <ac:chgData name="Liang,Dr.,Hongzi (HP Medicine) BII-CN-S" userId="29bc0a18-5096-49d5-ae49-3e5745cfa117" providerId="ADAL" clId="{DBA53BB4-5ECD-44C4-8C4F-F780C30DE742}" dt="2023-12-07T09:54:20.701" v="2394" actId="1035"/>
          <ac:spMkLst>
            <pc:docMk/>
            <pc:sldMk cId="2947162828" sldId="2147480056"/>
            <ac:spMk id="17" creationId="{C2F15F65-5A96-595E-9173-5FEEB02BF632}"/>
          </ac:spMkLst>
        </pc:spChg>
        <pc:spChg chg="mod">
          <ac:chgData name="Liang,Dr.,Hongzi (HP Medicine) BII-CN-S" userId="29bc0a18-5096-49d5-ae49-3e5745cfa117" providerId="ADAL" clId="{DBA53BB4-5ECD-44C4-8C4F-F780C30DE742}" dt="2023-12-07T09:54:39.890" v="2415" actId="1036"/>
          <ac:spMkLst>
            <pc:docMk/>
            <pc:sldMk cId="2947162828" sldId="2147480056"/>
            <ac:spMk id="21" creationId="{423F87D8-F504-A992-170A-8D75B83DBEA3}"/>
          </ac:spMkLst>
        </pc:spChg>
        <pc:spChg chg="mod">
          <ac:chgData name="Liang,Dr.,Hongzi (HP Medicine) BII-CN-S" userId="29bc0a18-5096-49d5-ae49-3e5745cfa117" providerId="ADAL" clId="{DBA53BB4-5ECD-44C4-8C4F-F780C30DE742}" dt="2023-12-07T09:54:20.701" v="2394" actId="1035"/>
          <ac:spMkLst>
            <pc:docMk/>
            <pc:sldMk cId="2947162828" sldId="2147480056"/>
            <ac:spMk id="22" creationId="{F61D8AD5-7C28-F2B4-F590-89694E18D6C2}"/>
          </ac:spMkLst>
        </pc:spChg>
        <pc:spChg chg="del">
          <ac:chgData name="Liang,Dr.,Hongzi (HP Medicine) BII-CN-S" userId="29bc0a18-5096-49d5-ae49-3e5745cfa117" providerId="ADAL" clId="{DBA53BB4-5ECD-44C4-8C4F-F780C30DE742}" dt="2023-12-07T09:30:19.681" v="1687" actId="478"/>
          <ac:spMkLst>
            <pc:docMk/>
            <pc:sldMk cId="2947162828" sldId="2147480056"/>
            <ac:spMk id="23" creationId="{A690660A-BFD1-DE33-64DB-EC1E16FE622A}"/>
          </ac:spMkLst>
        </pc:spChg>
        <pc:spChg chg="mod">
          <ac:chgData name="Liang,Dr.,Hongzi (HP Medicine) BII-CN-S" userId="29bc0a18-5096-49d5-ae49-3e5745cfa117" providerId="ADAL" clId="{DBA53BB4-5ECD-44C4-8C4F-F780C30DE742}" dt="2023-12-07T09:31:58.239" v="1703" actId="20577"/>
          <ac:spMkLst>
            <pc:docMk/>
            <pc:sldMk cId="2947162828" sldId="2147480056"/>
            <ac:spMk id="39" creationId="{43D2967F-86C1-4297-1BA9-D858166635D6}"/>
          </ac:spMkLst>
        </pc:spChg>
        <pc:spChg chg="mod">
          <ac:chgData name="Liang,Dr.,Hongzi (HP Medicine) BII-CN-S" userId="29bc0a18-5096-49d5-ae49-3e5745cfa117" providerId="ADAL" clId="{DBA53BB4-5ECD-44C4-8C4F-F780C30DE742}" dt="2023-12-07T09:54:20.701" v="2394" actId="1035"/>
          <ac:spMkLst>
            <pc:docMk/>
            <pc:sldMk cId="2947162828" sldId="2147480056"/>
            <ac:spMk id="53" creationId="{4152BECC-F220-3572-E00A-CE2E60754E63}"/>
          </ac:spMkLst>
        </pc:spChg>
        <pc:spChg chg="mod">
          <ac:chgData name="Liang,Dr.,Hongzi (HP Medicine) BII-CN-S" userId="29bc0a18-5096-49d5-ae49-3e5745cfa117" providerId="ADAL" clId="{DBA53BB4-5ECD-44C4-8C4F-F780C30DE742}" dt="2023-12-07T09:54:20.701" v="2394" actId="1035"/>
          <ac:spMkLst>
            <pc:docMk/>
            <pc:sldMk cId="2947162828" sldId="2147480056"/>
            <ac:spMk id="59" creationId="{DBDF1E74-D32C-C344-56A2-72C46A30DFEF}"/>
          </ac:spMkLst>
        </pc:spChg>
        <pc:spChg chg="del">
          <ac:chgData name="Liang,Dr.,Hongzi (HP Medicine) BII-CN-S" userId="29bc0a18-5096-49d5-ae49-3e5745cfa117" providerId="ADAL" clId="{DBA53BB4-5ECD-44C4-8C4F-F780C30DE742}" dt="2023-12-07T09:30:19.681" v="1687" actId="478"/>
          <ac:spMkLst>
            <pc:docMk/>
            <pc:sldMk cId="2947162828" sldId="2147480056"/>
            <ac:spMk id="112" creationId="{46CA900E-AB8E-79BC-94EE-2429E48B9088}"/>
          </ac:spMkLst>
        </pc:spChg>
        <pc:spChg chg="mod">
          <ac:chgData name="Liang,Dr.,Hongzi (HP Medicine) BII-CN-S" userId="29bc0a18-5096-49d5-ae49-3e5745cfa117" providerId="ADAL" clId="{DBA53BB4-5ECD-44C4-8C4F-F780C30DE742}" dt="2023-12-07T09:54:39.890" v="2415" actId="1036"/>
          <ac:spMkLst>
            <pc:docMk/>
            <pc:sldMk cId="2947162828" sldId="2147480056"/>
            <ac:spMk id="113" creationId="{1C9FC4CB-CA74-5A50-2CAE-65FD5BD65141}"/>
          </ac:spMkLst>
        </pc:spChg>
        <pc:spChg chg="mod">
          <ac:chgData name="Liang,Dr.,Hongzi (HP Medicine) BII-CN-S" userId="29bc0a18-5096-49d5-ae49-3e5745cfa117" providerId="ADAL" clId="{DBA53BB4-5ECD-44C4-8C4F-F780C30DE742}" dt="2023-12-07T09:54:39.890" v="2415" actId="1036"/>
          <ac:spMkLst>
            <pc:docMk/>
            <pc:sldMk cId="2947162828" sldId="2147480056"/>
            <ac:spMk id="114" creationId="{5033403D-34ED-934B-975D-D759DA649A05}"/>
          </ac:spMkLst>
        </pc:spChg>
        <pc:spChg chg="mod">
          <ac:chgData name="Liang,Dr.,Hongzi (HP Medicine) BII-CN-S" userId="29bc0a18-5096-49d5-ae49-3e5745cfa117" providerId="ADAL" clId="{DBA53BB4-5ECD-44C4-8C4F-F780C30DE742}" dt="2023-12-07T09:54:39.890" v="2415" actId="1036"/>
          <ac:spMkLst>
            <pc:docMk/>
            <pc:sldMk cId="2947162828" sldId="2147480056"/>
            <ac:spMk id="115" creationId="{58BEC92A-2010-9058-F99A-05FA8A5E30A9}"/>
          </ac:spMkLst>
        </pc:spChg>
        <pc:spChg chg="mod">
          <ac:chgData name="Liang,Dr.,Hongzi (HP Medicine) BII-CN-S" userId="29bc0a18-5096-49d5-ae49-3e5745cfa117" providerId="ADAL" clId="{DBA53BB4-5ECD-44C4-8C4F-F780C30DE742}" dt="2023-12-07T09:54:39.890" v="2415" actId="1036"/>
          <ac:spMkLst>
            <pc:docMk/>
            <pc:sldMk cId="2947162828" sldId="2147480056"/>
            <ac:spMk id="116" creationId="{83AF3E1F-73CF-366C-86C2-634F6267CD32}"/>
          </ac:spMkLst>
        </pc:spChg>
        <pc:spChg chg="mod">
          <ac:chgData name="Liang,Dr.,Hongzi (HP Medicine) BII-CN-S" userId="29bc0a18-5096-49d5-ae49-3e5745cfa117" providerId="ADAL" clId="{DBA53BB4-5ECD-44C4-8C4F-F780C30DE742}" dt="2023-12-07T09:54:39.890" v="2415" actId="1036"/>
          <ac:spMkLst>
            <pc:docMk/>
            <pc:sldMk cId="2947162828" sldId="2147480056"/>
            <ac:spMk id="117" creationId="{146E3B13-A897-D99D-FD85-91678570FCC0}"/>
          </ac:spMkLst>
        </pc:spChg>
        <pc:spChg chg="mod">
          <ac:chgData name="Liang,Dr.,Hongzi (HP Medicine) BII-CN-S" userId="29bc0a18-5096-49d5-ae49-3e5745cfa117" providerId="ADAL" clId="{DBA53BB4-5ECD-44C4-8C4F-F780C30DE742}" dt="2023-12-07T09:54:39.890" v="2415" actId="1036"/>
          <ac:spMkLst>
            <pc:docMk/>
            <pc:sldMk cId="2947162828" sldId="2147480056"/>
            <ac:spMk id="118" creationId="{C072FB85-89EA-109D-AC5A-9B8404EC0AD5}"/>
          </ac:spMkLst>
        </pc:spChg>
        <pc:spChg chg="mod">
          <ac:chgData name="Liang,Dr.,Hongzi (HP Medicine) BII-CN-S" userId="29bc0a18-5096-49d5-ae49-3e5745cfa117" providerId="ADAL" clId="{DBA53BB4-5ECD-44C4-8C4F-F780C30DE742}" dt="2023-12-07T09:54:39.890" v="2415" actId="1036"/>
          <ac:spMkLst>
            <pc:docMk/>
            <pc:sldMk cId="2947162828" sldId="2147480056"/>
            <ac:spMk id="120" creationId="{937A9694-BFEC-BFA3-7BFB-2557AD221707}"/>
          </ac:spMkLst>
        </pc:spChg>
        <pc:spChg chg="mod">
          <ac:chgData name="Liang,Dr.,Hongzi (HP Medicine) BII-CN-S" userId="29bc0a18-5096-49d5-ae49-3e5745cfa117" providerId="ADAL" clId="{DBA53BB4-5ECD-44C4-8C4F-F780C30DE742}" dt="2023-12-07T09:54:39.890" v="2415" actId="1036"/>
          <ac:spMkLst>
            <pc:docMk/>
            <pc:sldMk cId="2947162828" sldId="2147480056"/>
            <ac:spMk id="121" creationId="{10EDE770-9FCE-5512-ACE3-9240DF9916A6}"/>
          </ac:spMkLst>
        </pc:spChg>
        <pc:spChg chg="mod">
          <ac:chgData name="Liang,Dr.,Hongzi (HP Medicine) BII-CN-S" userId="29bc0a18-5096-49d5-ae49-3e5745cfa117" providerId="ADAL" clId="{DBA53BB4-5ECD-44C4-8C4F-F780C30DE742}" dt="2023-12-07T09:54:39.890" v="2415" actId="1036"/>
          <ac:spMkLst>
            <pc:docMk/>
            <pc:sldMk cId="2947162828" sldId="2147480056"/>
            <ac:spMk id="122" creationId="{026EF5D2-6961-1A13-33EE-B9702E0B677B}"/>
          </ac:spMkLst>
        </pc:spChg>
        <pc:spChg chg="mod">
          <ac:chgData name="Liang,Dr.,Hongzi (HP Medicine) BII-CN-S" userId="29bc0a18-5096-49d5-ae49-3e5745cfa117" providerId="ADAL" clId="{DBA53BB4-5ECD-44C4-8C4F-F780C30DE742}" dt="2023-12-07T09:54:39.890" v="2415" actId="1036"/>
          <ac:spMkLst>
            <pc:docMk/>
            <pc:sldMk cId="2947162828" sldId="2147480056"/>
            <ac:spMk id="123" creationId="{3245154A-B5BF-0AAA-8630-8D3485FD82DD}"/>
          </ac:spMkLst>
        </pc:spChg>
        <pc:spChg chg="mod">
          <ac:chgData name="Liang,Dr.,Hongzi (HP Medicine) BII-CN-S" userId="29bc0a18-5096-49d5-ae49-3e5745cfa117" providerId="ADAL" clId="{DBA53BB4-5ECD-44C4-8C4F-F780C30DE742}" dt="2023-12-07T09:54:39.890" v="2415" actId="1036"/>
          <ac:spMkLst>
            <pc:docMk/>
            <pc:sldMk cId="2947162828" sldId="2147480056"/>
            <ac:spMk id="124" creationId="{4C6D2A8B-2732-C775-2043-8D7D49062198}"/>
          </ac:spMkLst>
        </pc:spChg>
        <pc:spChg chg="mod">
          <ac:chgData name="Liang,Dr.,Hongzi (HP Medicine) BII-CN-S" userId="29bc0a18-5096-49d5-ae49-3e5745cfa117" providerId="ADAL" clId="{DBA53BB4-5ECD-44C4-8C4F-F780C30DE742}" dt="2023-12-07T09:54:39.890" v="2415" actId="1036"/>
          <ac:spMkLst>
            <pc:docMk/>
            <pc:sldMk cId="2947162828" sldId="2147480056"/>
            <ac:spMk id="125" creationId="{19D34B14-07A3-7690-9F38-737F85387938}"/>
          </ac:spMkLst>
        </pc:spChg>
        <pc:spChg chg="mod">
          <ac:chgData name="Liang,Dr.,Hongzi (HP Medicine) BII-CN-S" userId="29bc0a18-5096-49d5-ae49-3e5745cfa117" providerId="ADAL" clId="{DBA53BB4-5ECD-44C4-8C4F-F780C30DE742}" dt="2023-12-07T09:50:02.762" v="2230" actId="1035"/>
          <ac:spMkLst>
            <pc:docMk/>
            <pc:sldMk cId="2947162828" sldId="2147480056"/>
            <ac:spMk id="127" creationId="{5D0CE1D5-8EEB-21A4-7FB9-05AAC7E20E94}"/>
          </ac:spMkLst>
        </pc:spChg>
        <pc:spChg chg="mod">
          <ac:chgData name="Liang,Dr.,Hongzi (HP Medicine) BII-CN-S" userId="29bc0a18-5096-49d5-ae49-3e5745cfa117" providerId="ADAL" clId="{DBA53BB4-5ECD-44C4-8C4F-F780C30DE742}" dt="2023-12-07T09:50:02.762" v="2230" actId="1035"/>
          <ac:spMkLst>
            <pc:docMk/>
            <pc:sldMk cId="2947162828" sldId="2147480056"/>
            <ac:spMk id="128" creationId="{47100217-632A-304A-5499-314A2D23B6EB}"/>
          </ac:spMkLst>
        </pc:spChg>
        <pc:spChg chg="mod">
          <ac:chgData name="Liang,Dr.,Hongzi (HP Medicine) BII-CN-S" userId="29bc0a18-5096-49d5-ae49-3e5745cfa117" providerId="ADAL" clId="{DBA53BB4-5ECD-44C4-8C4F-F780C30DE742}" dt="2023-12-07T09:50:02.762" v="2230" actId="1035"/>
          <ac:spMkLst>
            <pc:docMk/>
            <pc:sldMk cId="2947162828" sldId="2147480056"/>
            <ac:spMk id="129" creationId="{2B974F5E-A8F0-9B73-93F0-67A27B4902E6}"/>
          </ac:spMkLst>
        </pc:spChg>
        <pc:spChg chg="mod">
          <ac:chgData name="Liang,Dr.,Hongzi (HP Medicine) BII-CN-S" userId="29bc0a18-5096-49d5-ae49-3e5745cfa117" providerId="ADAL" clId="{DBA53BB4-5ECD-44C4-8C4F-F780C30DE742}" dt="2023-12-07T09:54:39.890" v="2415" actId="1036"/>
          <ac:spMkLst>
            <pc:docMk/>
            <pc:sldMk cId="2947162828" sldId="2147480056"/>
            <ac:spMk id="133" creationId="{BB2C4590-FAF4-3536-8524-5AB5A75BD64E}"/>
          </ac:spMkLst>
        </pc:spChg>
        <pc:spChg chg="mod">
          <ac:chgData name="Liang,Dr.,Hongzi (HP Medicine) BII-CN-S" userId="29bc0a18-5096-49d5-ae49-3e5745cfa117" providerId="ADAL" clId="{DBA53BB4-5ECD-44C4-8C4F-F780C30DE742}" dt="2023-12-07T09:54:39.890" v="2415" actId="1036"/>
          <ac:spMkLst>
            <pc:docMk/>
            <pc:sldMk cId="2947162828" sldId="2147480056"/>
            <ac:spMk id="135" creationId="{954B2EF7-F733-786E-B185-48DB1EF9AAC7}"/>
          </ac:spMkLst>
        </pc:spChg>
        <pc:spChg chg="mod">
          <ac:chgData name="Liang,Dr.,Hongzi (HP Medicine) BII-CN-S" userId="29bc0a18-5096-49d5-ae49-3e5745cfa117" providerId="ADAL" clId="{DBA53BB4-5ECD-44C4-8C4F-F780C30DE742}" dt="2023-12-07T09:54:39.890" v="2415" actId="1036"/>
          <ac:spMkLst>
            <pc:docMk/>
            <pc:sldMk cId="2947162828" sldId="2147480056"/>
            <ac:spMk id="136" creationId="{9F3A4674-3D4B-5912-FE66-00CBEC11EE37}"/>
          </ac:spMkLst>
        </pc:spChg>
        <pc:spChg chg="mod topLvl">
          <ac:chgData name="Liang,Dr.,Hongzi (HP Medicine) BII-CN-S" userId="29bc0a18-5096-49d5-ae49-3e5745cfa117" providerId="ADAL" clId="{DBA53BB4-5ECD-44C4-8C4F-F780C30DE742}" dt="2023-12-07T09:54:39.890" v="2415" actId="1036"/>
          <ac:spMkLst>
            <pc:docMk/>
            <pc:sldMk cId="2947162828" sldId="2147480056"/>
            <ac:spMk id="137" creationId="{E555EB10-BDF9-14FE-3F33-B899C8C44CFD}"/>
          </ac:spMkLst>
        </pc:spChg>
        <pc:spChg chg="mod">
          <ac:chgData name="Liang,Dr.,Hongzi (HP Medicine) BII-CN-S" userId="29bc0a18-5096-49d5-ae49-3e5745cfa117" providerId="ADAL" clId="{DBA53BB4-5ECD-44C4-8C4F-F780C30DE742}" dt="2023-12-07T09:54:39.890" v="2415" actId="1036"/>
          <ac:spMkLst>
            <pc:docMk/>
            <pc:sldMk cId="2947162828" sldId="2147480056"/>
            <ac:spMk id="141" creationId="{7FCD75EF-739D-F45D-5E54-1BAB342EDF17}"/>
          </ac:spMkLst>
        </pc:spChg>
        <pc:spChg chg="mod">
          <ac:chgData name="Liang,Dr.,Hongzi (HP Medicine) BII-CN-S" userId="29bc0a18-5096-49d5-ae49-3e5745cfa117" providerId="ADAL" clId="{DBA53BB4-5ECD-44C4-8C4F-F780C30DE742}" dt="2023-12-07T09:54:39.890" v="2415" actId="1036"/>
          <ac:spMkLst>
            <pc:docMk/>
            <pc:sldMk cId="2947162828" sldId="2147480056"/>
            <ac:spMk id="142" creationId="{81A22CE0-B45C-2C1E-FE55-B86B8532B208}"/>
          </ac:spMkLst>
        </pc:spChg>
        <pc:spChg chg="mod">
          <ac:chgData name="Liang,Dr.,Hongzi (HP Medicine) BII-CN-S" userId="29bc0a18-5096-49d5-ae49-3e5745cfa117" providerId="ADAL" clId="{DBA53BB4-5ECD-44C4-8C4F-F780C30DE742}" dt="2023-12-07T09:54:39.890" v="2415" actId="1036"/>
          <ac:spMkLst>
            <pc:docMk/>
            <pc:sldMk cId="2947162828" sldId="2147480056"/>
            <ac:spMk id="143" creationId="{37FE70F0-89F3-DA08-4347-B2F1311369A7}"/>
          </ac:spMkLst>
        </pc:spChg>
        <pc:spChg chg="mod">
          <ac:chgData name="Liang,Dr.,Hongzi (HP Medicine) BII-CN-S" userId="29bc0a18-5096-49d5-ae49-3e5745cfa117" providerId="ADAL" clId="{DBA53BB4-5ECD-44C4-8C4F-F780C30DE742}" dt="2023-12-07T09:54:39.890" v="2415" actId="1036"/>
          <ac:spMkLst>
            <pc:docMk/>
            <pc:sldMk cId="2947162828" sldId="2147480056"/>
            <ac:spMk id="145" creationId="{A102CA30-2C9A-EBC8-E84B-4E9D47AE89AB}"/>
          </ac:spMkLst>
        </pc:spChg>
        <pc:spChg chg="mod">
          <ac:chgData name="Liang,Dr.,Hongzi (HP Medicine) BII-CN-S" userId="29bc0a18-5096-49d5-ae49-3e5745cfa117" providerId="ADAL" clId="{DBA53BB4-5ECD-44C4-8C4F-F780C30DE742}" dt="2023-12-07T09:54:39.890" v="2415" actId="1036"/>
          <ac:spMkLst>
            <pc:docMk/>
            <pc:sldMk cId="2947162828" sldId="2147480056"/>
            <ac:spMk id="146" creationId="{E5762090-66CD-F49B-ACE5-CE42BDAB1608}"/>
          </ac:spMkLst>
        </pc:spChg>
        <pc:spChg chg="mod">
          <ac:chgData name="Liang,Dr.,Hongzi (HP Medicine) BII-CN-S" userId="29bc0a18-5096-49d5-ae49-3e5745cfa117" providerId="ADAL" clId="{DBA53BB4-5ECD-44C4-8C4F-F780C30DE742}" dt="2023-12-07T09:54:39.890" v="2415" actId="1036"/>
          <ac:spMkLst>
            <pc:docMk/>
            <pc:sldMk cId="2947162828" sldId="2147480056"/>
            <ac:spMk id="147" creationId="{F84F2204-7DC8-61A8-34E3-28463CD579B0}"/>
          </ac:spMkLst>
        </pc:spChg>
        <pc:spChg chg="mod">
          <ac:chgData name="Liang,Dr.,Hongzi (HP Medicine) BII-CN-S" userId="29bc0a18-5096-49d5-ae49-3e5745cfa117" providerId="ADAL" clId="{DBA53BB4-5ECD-44C4-8C4F-F780C30DE742}" dt="2023-12-07T09:54:39.890" v="2415" actId="1036"/>
          <ac:spMkLst>
            <pc:docMk/>
            <pc:sldMk cId="2947162828" sldId="2147480056"/>
            <ac:spMk id="149" creationId="{59614874-6084-756A-037D-0ABF473C4293}"/>
          </ac:spMkLst>
        </pc:spChg>
        <pc:spChg chg="mod">
          <ac:chgData name="Liang,Dr.,Hongzi (HP Medicine) BII-CN-S" userId="29bc0a18-5096-49d5-ae49-3e5745cfa117" providerId="ADAL" clId="{DBA53BB4-5ECD-44C4-8C4F-F780C30DE742}" dt="2023-12-07T09:54:39.890" v="2415" actId="1036"/>
          <ac:spMkLst>
            <pc:docMk/>
            <pc:sldMk cId="2947162828" sldId="2147480056"/>
            <ac:spMk id="150" creationId="{B1C7C9FF-6379-B1EF-5048-A2D43F137137}"/>
          </ac:spMkLst>
        </pc:spChg>
        <pc:spChg chg="mod">
          <ac:chgData name="Liang,Dr.,Hongzi (HP Medicine) BII-CN-S" userId="29bc0a18-5096-49d5-ae49-3e5745cfa117" providerId="ADAL" clId="{DBA53BB4-5ECD-44C4-8C4F-F780C30DE742}" dt="2023-12-07T09:54:39.890" v="2415" actId="1036"/>
          <ac:spMkLst>
            <pc:docMk/>
            <pc:sldMk cId="2947162828" sldId="2147480056"/>
            <ac:spMk id="151" creationId="{3EDEDB38-4DC9-0D39-467F-94A81E25583A}"/>
          </ac:spMkLst>
        </pc:spChg>
        <pc:spChg chg="mod">
          <ac:chgData name="Liang,Dr.,Hongzi (HP Medicine) BII-CN-S" userId="29bc0a18-5096-49d5-ae49-3e5745cfa117" providerId="ADAL" clId="{DBA53BB4-5ECD-44C4-8C4F-F780C30DE742}" dt="2023-12-07T09:54:39.890" v="2415" actId="1036"/>
          <ac:spMkLst>
            <pc:docMk/>
            <pc:sldMk cId="2947162828" sldId="2147480056"/>
            <ac:spMk id="153" creationId="{14ED0A50-E645-DC5B-A17E-EA3662B70B6E}"/>
          </ac:spMkLst>
        </pc:spChg>
        <pc:spChg chg="mod">
          <ac:chgData name="Liang,Dr.,Hongzi (HP Medicine) BII-CN-S" userId="29bc0a18-5096-49d5-ae49-3e5745cfa117" providerId="ADAL" clId="{DBA53BB4-5ECD-44C4-8C4F-F780C30DE742}" dt="2023-12-07T09:54:39.890" v="2415" actId="1036"/>
          <ac:spMkLst>
            <pc:docMk/>
            <pc:sldMk cId="2947162828" sldId="2147480056"/>
            <ac:spMk id="154" creationId="{993BB6CF-9648-5A73-2252-DBC661988A7D}"/>
          </ac:spMkLst>
        </pc:spChg>
        <pc:spChg chg="mod">
          <ac:chgData name="Liang,Dr.,Hongzi (HP Medicine) BII-CN-S" userId="29bc0a18-5096-49d5-ae49-3e5745cfa117" providerId="ADAL" clId="{DBA53BB4-5ECD-44C4-8C4F-F780C30DE742}" dt="2023-12-07T09:54:39.890" v="2415" actId="1036"/>
          <ac:spMkLst>
            <pc:docMk/>
            <pc:sldMk cId="2947162828" sldId="2147480056"/>
            <ac:spMk id="155" creationId="{5FB9DC55-9E6D-246C-E38F-C60D177A0A30}"/>
          </ac:spMkLst>
        </pc:spChg>
        <pc:spChg chg="mod">
          <ac:chgData name="Liang,Dr.,Hongzi (HP Medicine) BII-CN-S" userId="29bc0a18-5096-49d5-ae49-3e5745cfa117" providerId="ADAL" clId="{DBA53BB4-5ECD-44C4-8C4F-F780C30DE742}" dt="2023-12-07T09:54:39.890" v="2415" actId="1036"/>
          <ac:spMkLst>
            <pc:docMk/>
            <pc:sldMk cId="2947162828" sldId="2147480056"/>
            <ac:spMk id="157" creationId="{22A9891C-E4CC-4413-5BBF-D54CA74AFDDA}"/>
          </ac:spMkLst>
        </pc:spChg>
        <pc:spChg chg="mod">
          <ac:chgData name="Liang,Dr.,Hongzi (HP Medicine) BII-CN-S" userId="29bc0a18-5096-49d5-ae49-3e5745cfa117" providerId="ADAL" clId="{DBA53BB4-5ECD-44C4-8C4F-F780C30DE742}" dt="2023-12-07T09:54:39.890" v="2415" actId="1036"/>
          <ac:spMkLst>
            <pc:docMk/>
            <pc:sldMk cId="2947162828" sldId="2147480056"/>
            <ac:spMk id="158" creationId="{60F147B8-1BC4-E230-58F5-7AA159418555}"/>
          </ac:spMkLst>
        </pc:spChg>
        <pc:spChg chg="mod">
          <ac:chgData name="Liang,Dr.,Hongzi (HP Medicine) BII-CN-S" userId="29bc0a18-5096-49d5-ae49-3e5745cfa117" providerId="ADAL" clId="{DBA53BB4-5ECD-44C4-8C4F-F780C30DE742}" dt="2023-12-07T09:54:39.890" v="2415" actId="1036"/>
          <ac:spMkLst>
            <pc:docMk/>
            <pc:sldMk cId="2947162828" sldId="2147480056"/>
            <ac:spMk id="160" creationId="{58B47892-AFF3-8894-34E2-28DD7B8FAF02}"/>
          </ac:spMkLst>
        </pc:spChg>
        <pc:spChg chg="mod">
          <ac:chgData name="Liang,Dr.,Hongzi (HP Medicine) BII-CN-S" userId="29bc0a18-5096-49d5-ae49-3e5745cfa117" providerId="ADAL" clId="{DBA53BB4-5ECD-44C4-8C4F-F780C30DE742}" dt="2023-12-07T09:54:39.890" v="2415" actId="1036"/>
          <ac:spMkLst>
            <pc:docMk/>
            <pc:sldMk cId="2947162828" sldId="2147480056"/>
            <ac:spMk id="161" creationId="{75BF1FDD-1BE2-FDC8-2BA4-D0FCE133B7E2}"/>
          </ac:spMkLst>
        </pc:spChg>
        <pc:spChg chg="del mod">
          <ac:chgData name="Liang,Dr.,Hongzi (HP Medicine) BII-CN-S" userId="29bc0a18-5096-49d5-ae49-3e5745cfa117" providerId="ADAL" clId="{DBA53BB4-5ECD-44C4-8C4F-F780C30DE742}" dt="2023-12-07T09:39:48.344" v="1932" actId="478"/>
          <ac:spMkLst>
            <pc:docMk/>
            <pc:sldMk cId="2947162828" sldId="2147480056"/>
            <ac:spMk id="168" creationId="{FB7EED3F-21DC-EC18-D652-FE3134A79DF8}"/>
          </ac:spMkLst>
        </pc:spChg>
        <pc:spChg chg="mod">
          <ac:chgData name="Liang,Dr.,Hongzi (HP Medicine) BII-CN-S" userId="29bc0a18-5096-49d5-ae49-3e5745cfa117" providerId="ADAL" clId="{DBA53BB4-5ECD-44C4-8C4F-F780C30DE742}" dt="2023-12-07T09:54:20.701" v="2394" actId="1035"/>
          <ac:spMkLst>
            <pc:docMk/>
            <pc:sldMk cId="2947162828" sldId="2147480056"/>
            <ac:spMk id="173" creationId="{D0230058-A506-376D-6568-4029C799D2FA}"/>
          </ac:spMkLst>
        </pc:spChg>
        <pc:spChg chg="mod">
          <ac:chgData name="Liang,Dr.,Hongzi (HP Medicine) BII-CN-S" userId="29bc0a18-5096-49d5-ae49-3e5745cfa117" providerId="ADAL" clId="{DBA53BB4-5ECD-44C4-8C4F-F780C30DE742}" dt="2023-12-07T10:02:03.479" v="2761" actId="1076"/>
          <ac:spMkLst>
            <pc:docMk/>
            <pc:sldMk cId="2947162828" sldId="2147480056"/>
            <ac:spMk id="174" creationId="{5D98C0FA-6B3C-789C-BE19-EAF650C6BAFB}"/>
          </ac:spMkLst>
        </pc:spChg>
        <pc:spChg chg="del mod">
          <ac:chgData name="Liang,Dr.,Hongzi (HP Medicine) BII-CN-S" userId="29bc0a18-5096-49d5-ae49-3e5745cfa117" providerId="ADAL" clId="{DBA53BB4-5ECD-44C4-8C4F-F780C30DE742}" dt="2023-12-07T10:01:55.406" v="2760" actId="478"/>
          <ac:spMkLst>
            <pc:docMk/>
            <pc:sldMk cId="2947162828" sldId="2147480056"/>
            <ac:spMk id="175" creationId="{A2A85036-80F9-2208-3332-C1D0B83631F6}"/>
          </ac:spMkLst>
        </pc:spChg>
        <pc:spChg chg="mod">
          <ac:chgData name="Liang,Dr.,Hongzi (HP Medicine) BII-CN-S" userId="29bc0a18-5096-49d5-ae49-3e5745cfa117" providerId="ADAL" clId="{DBA53BB4-5ECD-44C4-8C4F-F780C30DE742}" dt="2023-12-07T09:31:37.112" v="1697" actId="20577"/>
          <ac:spMkLst>
            <pc:docMk/>
            <pc:sldMk cId="2947162828" sldId="2147480056"/>
            <ac:spMk id="179" creationId="{2C81A73B-06AF-5D5D-573A-DBFE3CDC6D31}"/>
          </ac:spMkLst>
        </pc:spChg>
        <pc:spChg chg="mod">
          <ac:chgData name="Liang,Dr.,Hongzi (HP Medicine) BII-CN-S" userId="29bc0a18-5096-49d5-ae49-3e5745cfa117" providerId="ADAL" clId="{DBA53BB4-5ECD-44C4-8C4F-F780C30DE742}" dt="2023-12-07T09:31:22.492" v="1690"/>
          <ac:spMkLst>
            <pc:docMk/>
            <pc:sldMk cId="2947162828" sldId="2147480056"/>
            <ac:spMk id="181" creationId="{F77E66B8-0686-5614-473F-6D578E7E6267}"/>
          </ac:spMkLst>
        </pc:spChg>
        <pc:spChg chg="mod">
          <ac:chgData name="Liang,Dr.,Hongzi (HP Medicine) BII-CN-S" userId="29bc0a18-5096-49d5-ae49-3e5745cfa117" providerId="ADAL" clId="{DBA53BB4-5ECD-44C4-8C4F-F780C30DE742}" dt="2023-12-07T09:31:22.492" v="1690"/>
          <ac:spMkLst>
            <pc:docMk/>
            <pc:sldMk cId="2947162828" sldId="2147480056"/>
            <ac:spMk id="182" creationId="{E529F760-00F8-5ED1-94F6-D3D1D3514101}"/>
          </ac:spMkLst>
        </pc:spChg>
        <pc:spChg chg="mod">
          <ac:chgData name="Liang,Dr.,Hongzi (HP Medicine) BII-CN-S" userId="29bc0a18-5096-49d5-ae49-3e5745cfa117" providerId="ADAL" clId="{DBA53BB4-5ECD-44C4-8C4F-F780C30DE742}" dt="2023-12-07T09:46:53.067" v="2074" actId="20577"/>
          <ac:spMkLst>
            <pc:docMk/>
            <pc:sldMk cId="2947162828" sldId="2147480056"/>
            <ac:spMk id="183" creationId="{4BB7F0D3-0B58-EF53-C58E-59F59D3AC932}"/>
          </ac:spMkLst>
        </pc:spChg>
        <pc:spChg chg="mod">
          <ac:chgData name="Liang,Dr.,Hongzi (HP Medicine) BII-CN-S" userId="29bc0a18-5096-49d5-ae49-3e5745cfa117" providerId="ADAL" clId="{DBA53BB4-5ECD-44C4-8C4F-F780C30DE742}" dt="2023-12-07T09:32:58.461" v="1747" actId="20577"/>
          <ac:spMkLst>
            <pc:docMk/>
            <pc:sldMk cId="2947162828" sldId="2147480056"/>
            <ac:spMk id="187" creationId="{EF8CCD3A-BBD4-C252-4A3B-785F5E3C3635}"/>
          </ac:spMkLst>
        </pc:spChg>
        <pc:spChg chg="mod">
          <ac:chgData name="Liang,Dr.,Hongzi (HP Medicine) BII-CN-S" userId="29bc0a18-5096-49d5-ae49-3e5745cfa117" providerId="ADAL" clId="{DBA53BB4-5ECD-44C4-8C4F-F780C30DE742}" dt="2023-12-07T09:31:22.492" v="1690"/>
          <ac:spMkLst>
            <pc:docMk/>
            <pc:sldMk cId="2947162828" sldId="2147480056"/>
            <ac:spMk id="188" creationId="{8DF59C2D-3F23-D8CD-F55D-86407808FBCF}"/>
          </ac:spMkLst>
        </pc:spChg>
        <pc:spChg chg="mod">
          <ac:chgData name="Liang,Dr.,Hongzi (HP Medicine) BII-CN-S" userId="29bc0a18-5096-49d5-ae49-3e5745cfa117" providerId="ADAL" clId="{DBA53BB4-5ECD-44C4-8C4F-F780C30DE742}" dt="2023-12-07T09:32:53.424" v="1741" actId="20577"/>
          <ac:spMkLst>
            <pc:docMk/>
            <pc:sldMk cId="2947162828" sldId="2147480056"/>
            <ac:spMk id="189" creationId="{06885144-94F2-EF38-705C-56653AD89C25}"/>
          </ac:spMkLst>
        </pc:spChg>
        <pc:spChg chg="mod">
          <ac:chgData name="Liang,Dr.,Hongzi (HP Medicine) BII-CN-S" userId="29bc0a18-5096-49d5-ae49-3e5745cfa117" providerId="ADAL" clId="{DBA53BB4-5ECD-44C4-8C4F-F780C30DE742}" dt="2023-12-07T09:31:22.492" v="1690"/>
          <ac:spMkLst>
            <pc:docMk/>
            <pc:sldMk cId="2947162828" sldId="2147480056"/>
            <ac:spMk id="191" creationId="{A1503507-D5CC-A8D1-9DB9-E275FD2D87FB}"/>
          </ac:spMkLst>
        </pc:spChg>
        <pc:spChg chg="mod">
          <ac:chgData name="Liang,Dr.,Hongzi (HP Medicine) BII-CN-S" userId="29bc0a18-5096-49d5-ae49-3e5745cfa117" providerId="ADAL" clId="{DBA53BB4-5ECD-44C4-8C4F-F780C30DE742}" dt="2023-12-07T09:31:22.492" v="1690"/>
          <ac:spMkLst>
            <pc:docMk/>
            <pc:sldMk cId="2947162828" sldId="2147480056"/>
            <ac:spMk id="192" creationId="{157A13AA-20A9-38C4-63E6-B592996798EB}"/>
          </ac:spMkLst>
        </pc:spChg>
        <pc:spChg chg="mod">
          <ac:chgData name="Liang,Dr.,Hongzi (HP Medicine) BII-CN-S" userId="29bc0a18-5096-49d5-ae49-3e5745cfa117" providerId="ADAL" clId="{DBA53BB4-5ECD-44C4-8C4F-F780C30DE742}" dt="2023-12-07T09:32:37.697" v="1735" actId="20577"/>
          <ac:spMkLst>
            <pc:docMk/>
            <pc:sldMk cId="2947162828" sldId="2147480056"/>
            <ac:spMk id="193" creationId="{C7D7A8BE-F51B-1226-F578-722C4AF8858D}"/>
          </ac:spMkLst>
        </pc:spChg>
        <pc:spChg chg="mod">
          <ac:chgData name="Liang,Dr.,Hongzi (HP Medicine) BII-CN-S" userId="29bc0a18-5096-49d5-ae49-3e5745cfa117" providerId="ADAL" clId="{DBA53BB4-5ECD-44C4-8C4F-F780C30DE742}" dt="2023-12-07T09:31:22.492" v="1690"/>
          <ac:spMkLst>
            <pc:docMk/>
            <pc:sldMk cId="2947162828" sldId="2147480056"/>
            <ac:spMk id="195" creationId="{B0B8ED69-D7D0-19E1-5F1C-062EF6AE65B5}"/>
          </ac:spMkLst>
        </pc:spChg>
        <pc:spChg chg="mod">
          <ac:chgData name="Liang,Dr.,Hongzi (HP Medicine) BII-CN-S" userId="29bc0a18-5096-49d5-ae49-3e5745cfa117" providerId="ADAL" clId="{DBA53BB4-5ECD-44C4-8C4F-F780C30DE742}" dt="2023-12-07T09:31:22.492" v="1690"/>
          <ac:spMkLst>
            <pc:docMk/>
            <pc:sldMk cId="2947162828" sldId="2147480056"/>
            <ac:spMk id="196" creationId="{27DB10AE-9566-D528-AD7E-F7DA02460752}"/>
          </ac:spMkLst>
        </pc:spChg>
        <pc:spChg chg="add mod">
          <ac:chgData name="Liang,Dr.,Hongzi (HP Medicine) BII-CN-S" userId="29bc0a18-5096-49d5-ae49-3e5745cfa117" providerId="ADAL" clId="{DBA53BB4-5ECD-44C4-8C4F-F780C30DE742}" dt="2023-12-07T09:33:49.355" v="1755" actId="164"/>
          <ac:spMkLst>
            <pc:docMk/>
            <pc:sldMk cId="2947162828" sldId="2147480056"/>
            <ac:spMk id="197" creationId="{BA633D81-F069-4F30-FA4E-659E1CE0E018}"/>
          </ac:spMkLst>
        </pc:spChg>
        <pc:spChg chg="mod topLvl">
          <ac:chgData name="Liang,Dr.,Hongzi (HP Medicine) BII-CN-S" userId="29bc0a18-5096-49d5-ae49-3e5745cfa117" providerId="ADAL" clId="{DBA53BB4-5ECD-44C4-8C4F-F780C30DE742}" dt="2023-12-07T09:40:27.970" v="1939" actId="164"/>
          <ac:spMkLst>
            <pc:docMk/>
            <pc:sldMk cId="2947162828" sldId="2147480056"/>
            <ac:spMk id="201" creationId="{A27F2A5B-6A10-1D47-EC2A-4BC36DFBD48E}"/>
          </ac:spMkLst>
        </pc:spChg>
        <pc:spChg chg="mod">
          <ac:chgData name="Liang,Dr.,Hongzi (HP Medicine) BII-CN-S" userId="29bc0a18-5096-49d5-ae49-3e5745cfa117" providerId="ADAL" clId="{DBA53BB4-5ECD-44C4-8C4F-F780C30DE742}" dt="2023-12-07T09:36:59.338" v="1802" actId="165"/>
          <ac:spMkLst>
            <pc:docMk/>
            <pc:sldMk cId="2947162828" sldId="2147480056"/>
            <ac:spMk id="204" creationId="{CA2F7688-1C74-3863-1F42-27D1E91698BE}"/>
          </ac:spMkLst>
        </pc:spChg>
        <pc:spChg chg="mod">
          <ac:chgData name="Liang,Dr.,Hongzi (HP Medicine) BII-CN-S" userId="29bc0a18-5096-49d5-ae49-3e5745cfa117" providerId="ADAL" clId="{DBA53BB4-5ECD-44C4-8C4F-F780C30DE742}" dt="2023-12-07T09:36:59.338" v="1802" actId="165"/>
          <ac:spMkLst>
            <pc:docMk/>
            <pc:sldMk cId="2947162828" sldId="2147480056"/>
            <ac:spMk id="206" creationId="{6175C7FC-8FB2-8489-2785-C0D9C2E40DBE}"/>
          </ac:spMkLst>
        </pc:spChg>
        <pc:spChg chg="mod">
          <ac:chgData name="Liang,Dr.,Hongzi (HP Medicine) BII-CN-S" userId="29bc0a18-5096-49d5-ae49-3e5745cfa117" providerId="ADAL" clId="{DBA53BB4-5ECD-44C4-8C4F-F780C30DE742}" dt="2023-12-07T09:36:59.338" v="1802" actId="165"/>
          <ac:spMkLst>
            <pc:docMk/>
            <pc:sldMk cId="2947162828" sldId="2147480056"/>
            <ac:spMk id="207" creationId="{75E0A1E0-3075-DD99-E29A-28FBBCD719CD}"/>
          </ac:spMkLst>
        </pc:spChg>
        <pc:spChg chg="mod topLvl">
          <ac:chgData name="Liang,Dr.,Hongzi (HP Medicine) BII-CN-S" userId="29bc0a18-5096-49d5-ae49-3e5745cfa117" providerId="ADAL" clId="{DBA53BB4-5ECD-44C4-8C4F-F780C30DE742}" dt="2023-12-07T09:40:27.970" v="1939" actId="164"/>
          <ac:spMkLst>
            <pc:docMk/>
            <pc:sldMk cId="2947162828" sldId="2147480056"/>
            <ac:spMk id="208" creationId="{A051F7FC-761A-CBF1-8FB0-7CDB61EA2259}"/>
          </ac:spMkLst>
        </pc:spChg>
        <pc:spChg chg="mod">
          <ac:chgData name="Liang,Dr.,Hongzi (HP Medicine) BII-CN-S" userId="29bc0a18-5096-49d5-ae49-3e5745cfa117" providerId="ADAL" clId="{DBA53BB4-5ECD-44C4-8C4F-F780C30DE742}" dt="2023-12-07T09:37:26.779" v="1839" actId="20577"/>
          <ac:spMkLst>
            <pc:docMk/>
            <pc:sldMk cId="2947162828" sldId="2147480056"/>
            <ac:spMk id="212" creationId="{F09B33C7-C8E5-B697-97C5-B9DA1F4A92D2}"/>
          </ac:spMkLst>
        </pc:spChg>
        <pc:spChg chg="mod">
          <ac:chgData name="Liang,Dr.,Hongzi (HP Medicine) BII-CN-S" userId="29bc0a18-5096-49d5-ae49-3e5745cfa117" providerId="ADAL" clId="{DBA53BB4-5ECD-44C4-8C4F-F780C30DE742}" dt="2023-12-07T09:37:06.845" v="1803" actId="165"/>
          <ac:spMkLst>
            <pc:docMk/>
            <pc:sldMk cId="2947162828" sldId="2147480056"/>
            <ac:spMk id="213" creationId="{D801DD69-14B1-4AF9-B28A-F6D84284971D}"/>
          </ac:spMkLst>
        </pc:spChg>
        <pc:spChg chg="mod">
          <ac:chgData name="Liang,Dr.,Hongzi (HP Medicine) BII-CN-S" userId="29bc0a18-5096-49d5-ae49-3e5745cfa117" providerId="ADAL" clId="{DBA53BB4-5ECD-44C4-8C4F-F780C30DE742}" dt="2023-12-07T09:38:24.603" v="1880" actId="20577"/>
          <ac:spMkLst>
            <pc:docMk/>
            <pc:sldMk cId="2947162828" sldId="2147480056"/>
            <ac:spMk id="214" creationId="{BD54D8FA-56C1-B9F3-10E5-5981A02A829C}"/>
          </ac:spMkLst>
        </pc:spChg>
        <pc:spChg chg="mod">
          <ac:chgData name="Liang,Dr.,Hongzi (HP Medicine) BII-CN-S" userId="29bc0a18-5096-49d5-ae49-3e5745cfa117" providerId="ADAL" clId="{DBA53BB4-5ECD-44C4-8C4F-F780C30DE742}" dt="2023-12-07T09:37:06.845" v="1803" actId="165"/>
          <ac:spMkLst>
            <pc:docMk/>
            <pc:sldMk cId="2947162828" sldId="2147480056"/>
            <ac:spMk id="216" creationId="{A2B008BD-EB63-EEFD-6378-131B7F30FF63}"/>
          </ac:spMkLst>
        </pc:spChg>
        <pc:spChg chg="mod">
          <ac:chgData name="Liang,Dr.,Hongzi (HP Medicine) BII-CN-S" userId="29bc0a18-5096-49d5-ae49-3e5745cfa117" providerId="ADAL" clId="{DBA53BB4-5ECD-44C4-8C4F-F780C30DE742}" dt="2023-12-07T09:37:06.845" v="1803" actId="165"/>
          <ac:spMkLst>
            <pc:docMk/>
            <pc:sldMk cId="2947162828" sldId="2147480056"/>
            <ac:spMk id="217" creationId="{B9B9A37E-60D4-59D7-87C6-0858B361237C}"/>
          </ac:spMkLst>
        </pc:spChg>
        <pc:spChg chg="mod">
          <ac:chgData name="Liang,Dr.,Hongzi (HP Medicine) BII-CN-S" userId="29bc0a18-5096-49d5-ae49-3e5745cfa117" providerId="ADAL" clId="{DBA53BB4-5ECD-44C4-8C4F-F780C30DE742}" dt="2023-12-07T09:38:59.636" v="1923" actId="20577"/>
          <ac:spMkLst>
            <pc:docMk/>
            <pc:sldMk cId="2947162828" sldId="2147480056"/>
            <ac:spMk id="218" creationId="{A7D20A20-35CD-85A3-5BBE-B69AB9FB2143}"/>
          </ac:spMkLst>
        </pc:spChg>
        <pc:spChg chg="mod">
          <ac:chgData name="Liang,Dr.,Hongzi (HP Medicine) BII-CN-S" userId="29bc0a18-5096-49d5-ae49-3e5745cfa117" providerId="ADAL" clId="{DBA53BB4-5ECD-44C4-8C4F-F780C30DE742}" dt="2023-12-07T09:37:06.845" v="1803" actId="165"/>
          <ac:spMkLst>
            <pc:docMk/>
            <pc:sldMk cId="2947162828" sldId="2147480056"/>
            <ac:spMk id="220" creationId="{7D168CCE-B857-7162-FFC6-7A93027EBA63}"/>
          </ac:spMkLst>
        </pc:spChg>
        <pc:spChg chg="mod">
          <ac:chgData name="Liang,Dr.,Hongzi (HP Medicine) BII-CN-S" userId="29bc0a18-5096-49d5-ae49-3e5745cfa117" providerId="ADAL" clId="{DBA53BB4-5ECD-44C4-8C4F-F780C30DE742}" dt="2023-12-07T09:37:06.845" v="1803" actId="165"/>
          <ac:spMkLst>
            <pc:docMk/>
            <pc:sldMk cId="2947162828" sldId="2147480056"/>
            <ac:spMk id="221" creationId="{581C1EFA-CDAD-C1BC-194C-E87F24B19568}"/>
          </ac:spMkLst>
        </pc:spChg>
        <pc:spChg chg="mod topLvl">
          <ac:chgData name="Liang,Dr.,Hongzi (HP Medicine) BII-CN-S" userId="29bc0a18-5096-49d5-ae49-3e5745cfa117" providerId="ADAL" clId="{DBA53BB4-5ECD-44C4-8C4F-F780C30DE742}" dt="2023-12-07T09:59:47.151" v="2651" actId="1036"/>
          <ac:spMkLst>
            <pc:docMk/>
            <pc:sldMk cId="2947162828" sldId="2147480056"/>
            <ac:spMk id="225" creationId="{306C2D8D-C609-DBBD-1D35-0BDAB57ED1A3}"/>
          </ac:spMkLst>
        </pc:spChg>
        <pc:spChg chg="mod">
          <ac:chgData name="Liang,Dr.,Hongzi (HP Medicine) BII-CN-S" userId="29bc0a18-5096-49d5-ae49-3e5745cfa117" providerId="ADAL" clId="{DBA53BB4-5ECD-44C4-8C4F-F780C30DE742}" dt="2023-12-07T09:55:55.083" v="2421" actId="165"/>
          <ac:spMkLst>
            <pc:docMk/>
            <pc:sldMk cId="2947162828" sldId="2147480056"/>
            <ac:spMk id="228" creationId="{884B3766-354F-2128-CABC-97C0CF4FF9DA}"/>
          </ac:spMkLst>
        </pc:spChg>
        <pc:spChg chg="mod">
          <ac:chgData name="Liang,Dr.,Hongzi (HP Medicine) BII-CN-S" userId="29bc0a18-5096-49d5-ae49-3e5745cfa117" providerId="ADAL" clId="{DBA53BB4-5ECD-44C4-8C4F-F780C30DE742}" dt="2023-12-07T09:55:55.083" v="2421" actId="165"/>
          <ac:spMkLst>
            <pc:docMk/>
            <pc:sldMk cId="2947162828" sldId="2147480056"/>
            <ac:spMk id="230" creationId="{43D2AC5E-347A-CBA5-750D-9B63ABBC4837}"/>
          </ac:spMkLst>
        </pc:spChg>
        <pc:spChg chg="mod">
          <ac:chgData name="Liang,Dr.,Hongzi (HP Medicine) BII-CN-S" userId="29bc0a18-5096-49d5-ae49-3e5745cfa117" providerId="ADAL" clId="{DBA53BB4-5ECD-44C4-8C4F-F780C30DE742}" dt="2023-12-07T09:55:55.083" v="2421" actId="165"/>
          <ac:spMkLst>
            <pc:docMk/>
            <pc:sldMk cId="2947162828" sldId="2147480056"/>
            <ac:spMk id="231" creationId="{9E1AE0D7-C507-6DB1-D9CE-DF95C2723EFA}"/>
          </ac:spMkLst>
        </pc:spChg>
        <pc:spChg chg="mod topLvl">
          <ac:chgData name="Liang,Dr.,Hongzi (HP Medicine) BII-CN-S" userId="29bc0a18-5096-49d5-ae49-3e5745cfa117" providerId="ADAL" clId="{DBA53BB4-5ECD-44C4-8C4F-F780C30DE742}" dt="2023-12-07T09:59:47.151" v="2651" actId="1036"/>
          <ac:spMkLst>
            <pc:docMk/>
            <pc:sldMk cId="2947162828" sldId="2147480056"/>
            <ac:spMk id="232" creationId="{76930A5F-1F17-99F2-7D03-1BFCFD573C1F}"/>
          </ac:spMkLst>
        </pc:spChg>
        <pc:spChg chg="mod">
          <ac:chgData name="Liang,Dr.,Hongzi (HP Medicine) BII-CN-S" userId="29bc0a18-5096-49d5-ae49-3e5745cfa117" providerId="ADAL" clId="{DBA53BB4-5ECD-44C4-8C4F-F780C30DE742}" dt="2023-12-07T09:57:43.133" v="2485" actId="20577"/>
          <ac:spMkLst>
            <pc:docMk/>
            <pc:sldMk cId="2947162828" sldId="2147480056"/>
            <ac:spMk id="236" creationId="{EFC03A13-1C08-A24F-84B1-60FCE8C2779A}"/>
          </ac:spMkLst>
        </pc:spChg>
        <pc:spChg chg="mod">
          <ac:chgData name="Liang,Dr.,Hongzi (HP Medicine) BII-CN-S" userId="29bc0a18-5096-49d5-ae49-3e5745cfa117" providerId="ADAL" clId="{DBA53BB4-5ECD-44C4-8C4F-F780C30DE742}" dt="2023-12-07T09:56:01.642" v="2422" actId="165"/>
          <ac:spMkLst>
            <pc:docMk/>
            <pc:sldMk cId="2947162828" sldId="2147480056"/>
            <ac:spMk id="237" creationId="{24E5D197-9795-8449-9C77-4EF0C6DBF00A}"/>
          </ac:spMkLst>
        </pc:spChg>
        <pc:spChg chg="mod">
          <ac:chgData name="Liang,Dr.,Hongzi (HP Medicine) BII-CN-S" userId="29bc0a18-5096-49d5-ae49-3e5745cfa117" providerId="ADAL" clId="{DBA53BB4-5ECD-44C4-8C4F-F780C30DE742}" dt="2023-12-07T09:56:16.139" v="2436" actId="20577"/>
          <ac:spMkLst>
            <pc:docMk/>
            <pc:sldMk cId="2947162828" sldId="2147480056"/>
            <ac:spMk id="238" creationId="{F8F21453-0A0D-20FE-FC8C-CA272925A16B}"/>
          </ac:spMkLst>
        </pc:spChg>
        <pc:spChg chg="mod">
          <ac:chgData name="Liang,Dr.,Hongzi (HP Medicine) BII-CN-S" userId="29bc0a18-5096-49d5-ae49-3e5745cfa117" providerId="ADAL" clId="{DBA53BB4-5ECD-44C4-8C4F-F780C30DE742}" dt="2023-12-07T09:56:01.642" v="2422" actId="165"/>
          <ac:spMkLst>
            <pc:docMk/>
            <pc:sldMk cId="2947162828" sldId="2147480056"/>
            <ac:spMk id="240" creationId="{ACB38E05-C6AB-FC88-F9EB-2AB8DECD1191}"/>
          </ac:spMkLst>
        </pc:spChg>
        <pc:spChg chg="mod">
          <ac:chgData name="Liang,Dr.,Hongzi (HP Medicine) BII-CN-S" userId="29bc0a18-5096-49d5-ae49-3e5745cfa117" providerId="ADAL" clId="{DBA53BB4-5ECD-44C4-8C4F-F780C30DE742}" dt="2023-12-07T09:56:01.642" v="2422" actId="165"/>
          <ac:spMkLst>
            <pc:docMk/>
            <pc:sldMk cId="2947162828" sldId="2147480056"/>
            <ac:spMk id="241" creationId="{5759941C-08EA-3810-5CBC-E9FDC0828E91}"/>
          </ac:spMkLst>
        </pc:spChg>
        <pc:spChg chg="mod">
          <ac:chgData name="Liang,Dr.,Hongzi (HP Medicine) BII-CN-S" userId="29bc0a18-5096-49d5-ae49-3e5745cfa117" providerId="ADAL" clId="{DBA53BB4-5ECD-44C4-8C4F-F780C30DE742}" dt="2023-12-07T09:56:01.642" v="2422" actId="165"/>
          <ac:spMkLst>
            <pc:docMk/>
            <pc:sldMk cId="2947162828" sldId="2147480056"/>
            <ac:spMk id="242" creationId="{49AE1F46-3DE3-E9B5-4479-A73916ADF623}"/>
          </ac:spMkLst>
        </pc:spChg>
        <pc:spChg chg="mod">
          <ac:chgData name="Liang,Dr.,Hongzi (HP Medicine) BII-CN-S" userId="29bc0a18-5096-49d5-ae49-3e5745cfa117" providerId="ADAL" clId="{DBA53BB4-5ECD-44C4-8C4F-F780C30DE742}" dt="2023-12-07T09:56:01.642" v="2422" actId="165"/>
          <ac:spMkLst>
            <pc:docMk/>
            <pc:sldMk cId="2947162828" sldId="2147480056"/>
            <ac:spMk id="244" creationId="{0B169253-1D90-35B3-87C4-17DD05589616}"/>
          </ac:spMkLst>
        </pc:spChg>
        <pc:spChg chg="mod">
          <ac:chgData name="Liang,Dr.,Hongzi (HP Medicine) BII-CN-S" userId="29bc0a18-5096-49d5-ae49-3e5745cfa117" providerId="ADAL" clId="{DBA53BB4-5ECD-44C4-8C4F-F780C30DE742}" dt="2023-12-07T09:56:01.642" v="2422" actId="165"/>
          <ac:spMkLst>
            <pc:docMk/>
            <pc:sldMk cId="2947162828" sldId="2147480056"/>
            <ac:spMk id="245" creationId="{C1A99BEF-FA27-E707-590B-38FCFCB941AE}"/>
          </ac:spMkLst>
        </pc:spChg>
        <pc:spChg chg="mod topLvl">
          <ac:chgData name="Liang,Dr.,Hongzi (HP Medicine) BII-CN-S" userId="29bc0a18-5096-49d5-ae49-3e5745cfa117" providerId="ADAL" clId="{DBA53BB4-5ECD-44C4-8C4F-F780C30DE742}" dt="2023-12-07T09:59:47.151" v="2651" actId="1036"/>
          <ac:spMkLst>
            <pc:docMk/>
            <pc:sldMk cId="2947162828" sldId="2147480056"/>
            <ac:spMk id="247" creationId="{70E63EA9-A7E0-7709-822E-B044E60D3020}"/>
          </ac:spMkLst>
        </pc:spChg>
        <pc:spChg chg="mod topLvl">
          <ac:chgData name="Liang,Dr.,Hongzi (HP Medicine) BII-CN-S" userId="29bc0a18-5096-49d5-ae49-3e5745cfa117" providerId="ADAL" clId="{DBA53BB4-5ECD-44C4-8C4F-F780C30DE742}" dt="2023-12-07T09:59:47.151" v="2651" actId="1036"/>
          <ac:spMkLst>
            <pc:docMk/>
            <pc:sldMk cId="2947162828" sldId="2147480056"/>
            <ac:spMk id="252" creationId="{03F35F8D-B999-35C6-8FA4-3F7EACF21BD8}"/>
          </ac:spMkLst>
        </pc:spChg>
        <pc:spChg chg="mod">
          <ac:chgData name="Liang,Dr.,Hongzi (HP Medicine) BII-CN-S" userId="29bc0a18-5096-49d5-ae49-3e5745cfa117" providerId="ADAL" clId="{DBA53BB4-5ECD-44C4-8C4F-F780C30DE742}" dt="2023-12-07T09:58:12.561" v="2533" actId="165"/>
          <ac:spMkLst>
            <pc:docMk/>
            <pc:sldMk cId="2947162828" sldId="2147480056"/>
            <ac:spMk id="253" creationId="{88EFB86A-077F-335E-B898-C09718FCEF27}"/>
          </ac:spMkLst>
        </pc:spChg>
        <pc:spChg chg="mod">
          <ac:chgData name="Liang,Dr.,Hongzi (HP Medicine) BII-CN-S" userId="29bc0a18-5096-49d5-ae49-3e5745cfa117" providerId="ADAL" clId="{DBA53BB4-5ECD-44C4-8C4F-F780C30DE742}" dt="2023-12-07T09:58:12.561" v="2533" actId="165"/>
          <ac:spMkLst>
            <pc:docMk/>
            <pc:sldMk cId="2947162828" sldId="2147480056"/>
            <ac:spMk id="255" creationId="{9BF6C0E0-E4B5-B814-3E17-27AB1CFAC635}"/>
          </ac:spMkLst>
        </pc:spChg>
        <pc:spChg chg="mod">
          <ac:chgData name="Liang,Dr.,Hongzi (HP Medicine) BII-CN-S" userId="29bc0a18-5096-49d5-ae49-3e5745cfa117" providerId="ADAL" clId="{DBA53BB4-5ECD-44C4-8C4F-F780C30DE742}" dt="2023-12-07T09:58:12.561" v="2533" actId="165"/>
          <ac:spMkLst>
            <pc:docMk/>
            <pc:sldMk cId="2947162828" sldId="2147480056"/>
            <ac:spMk id="256" creationId="{31B09E3E-20BE-693D-3300-1ADE6FB9F7B4}"/>
          </ac:spMkLst>
        </pc:spChg>
        <pc:spChg chg="mod">
          <ac:chgData name="Liang,Dr.,Hongzi (HP Medicine) BII-CN-S" userId="29bc0a18-5096-49d5-ae49-3e5745cfa117" providerId="ADAL" clId="{DBA53BB4-5ECD-44C4-8C4F-F780C30DE742}" dt="2023-12-07T09:59:12.929" v="2590" actId="20577"/>
          <ac:spMkLst>
            <pc:docMk/>
            <pc:sldMk cId="2947162828" sldId="2147480056"/>
            <ac:spMk id="257" creationId="{3214338A-8AEA-FA61-8C92-628B2928FBDA}"/>
          </ac:spMkLst>
        </pc:spChg>
        <pc:spChg chg="mod">
          <ac:chgData name="Liang,Dr.,Hongzi (HP Medicine) BII-CN-S" userId="29bc0a18-5096-49d5-ae49-3e5745cfa117" providerId="ADAL" clId="{DBA53BB4-5ECD-44C4-8C4F-F780C30DE742}" dt="2023-12-07T09:58:12.561" v="2533" actId="165"/>
          <ac:spMkLst>
            <pc:docMk/>
            <pc:sldMk cId="2947162828" sldId="2147480056"/>
            <ac:spMk id="258" creationId="{55BBE57A-09BE-8821-1A8F-F8039156D2D3}"/>
          </ac:spMkLst>
        </pc:spChg>
        <pc:spChg chg="mod">
          <ac:chgData name="Liang,Dr.,Hongzi (HP Medicine) BII-CN-S" userId="29bc0a18-5096-49d5-ae49-3e5745cfa117" providerId="ADAL" clId="{DBA53BB4-5ECD-44C4-8C4F-F780C30DE742}" dt="2023-12-07T09:58:26.985" v="2551" actId="20577"/>
          <ac:spMkLst>
            <pc:docMk/>
            <pc:sldMk cId="2947162828" sldId="2147480056"/>
            <ac:spMk id="259" creationId="{2BB8AB28-3D46-8D84-1086-682C1D20E8CA}"/>
          </ac:spMkLst>
        </pc:spChg>
        <pc:spChg chg="mod">
          <ac:chgData name="Liang,Dr.,Hongzi (HP Medicine) BII-CN-S" userId="29bc0a18-5096-49d5-ae49-3e5745cfa117" providerId="ADAL" clId="{DBA53BB4-5ECD-44C4-8C4F-F780C30DE742}" dt="2023-12-07T09:58:12.561" v="2533" actId="165"/>
          <ac:spMkLst>
            <pc:docMk/>
            <pc:sldMk cId="2947162828" sldId="2147480056"/>
            <ac:spMk id="261" creationId="{6FC64C71-4546-4F62-B028-BA2AAD39FAF4}"/>
          </ac:spMkLst>
        </pc:spChg>
        <pc:spChg chg="mod">
          <ac:chgData name="Liang,Dr.,Hongzi (HP Medicine) BII-CN-S" userId="29bc0a18-5096-49d5-ae49-3e5745cfa117" providerId="ADAL" clId="{DBA53BB4-5ECD-44C4-8C4F-F780C30DE742}" dt="2023-12-07T09:58:12.561" v="2533" actId="165"/>
          <ac:spMkLst>
            <pc:docMk/>
            <pc:sldMk cId="2947162828" sldId="2147480056"/>
            <ac:spMk id="262" creationId="{7AA9390A-352A-79B8-C968-70FC7C05939B}"/>
          </ac:spMkLst>
        </pc:spChg>
        <pc:spChg chg="mod">
          <ac:chgData name="Liang,Dr.,Hongzi (HP Medicine) BII-CN-S" userId="29bc0a18-5096-49d5-ae49-3e5745cfa117" providerId="ADAL" clId="{DBA53BB4-5ECD-44C4-8C4F-F780C30DE742}" dt="2023-12-07T09:58:12.561" v="2533" actId="165"/>
          <ac:spMkLst>
            <pc:docMk/>
            <pc:sldMk cId="2947162828" sldId="2147480056"/>
            <ac:spMk id="263" creationId="{C3ADFDE3-6D11-750C-EFB7-CCB2D2A9CECB}"/>
          </ac:spMkLst>
        </pc:spChg>
        <pc:spChg chg="mod">
          <ac:chgData name="Liang,Dr.,Hongzi (HP Medicine) BII-CN-S" userId="29bc0a18-5096-49d5-ae49-3e5745cfa117" providerId="ADAL" clId="{DBA53BB4-5ECD-44C4-8C4F-F780C30DE742}" dt="2023-12-07T09:58:12.561" v="2533" actId="165"/>
          <ac:spMkLst>
            <pc:docMk/>
            <pc:sldMk cId="2947162828" sldId="2147480056"/>
            <ac:spMk id="265" creationId="{829BDBD7-FE97-F96F-5D65-0AD8E5A0CBAA}"/>
          </ac:spMkLst>
        </pc:spChg>
        <pc:spChg chg="mod">
          <ac:chgData name="Liang,Dr.,Hongzi (HP Medicine) BII-CN-S" userId="29bc0a18-5096-49d5-ae49-3e5745cfa117" providerId="ADAL" clId="{DBA53BB4-5ECD-44C4-8C4F-F780C30DE742}" dt="2023-12-07T09:58:12.561" v="2533" actId="165"/>
          <ac:spMkLst>
            <pc:docMk/>
            <pc:sldMk cId="2947162828" sldId="2147480056"/>
            <ac:spMk id="266" creationId="{4B409FBA-E05C-17A7-4317-DC762B0715C5}"/>
          </ac:spMkLst>
        </pc:spChg>
        <pc:grpChg chg="mod">
          <ac:chgData name="Liang,Dr.,Hongzi (HP Medicine) BII-CN-S" userId="29bc0a18-5096-49d5-ae49-3e5745cfa117" providerId="ADAL" clId="{DBA53BB4-5ECD-44C4-8C4F-F780C30DE742}" dt="2023-12-07T09:29:12.001" v="1685" actId="1038"/>
          <ac:grpSpMkLst>
            <pc:docMk/>
            <pc:sldMk cId="2947162828" sldId="2147480056"/>
            <ac:grpSpMk id="10" creationId="{37EF8CD2-7D51-DBE0-0476-A9199020F2B3}"/>
          </ac:grpSpMkLst>
        </pc:grpChg>
        <pc:grpChg chg="mod">
          <ac:chgData name="Liang,Dr.,Hongzi (HP Medicine) BII-CN-S" userId="29bc0a18-5096-49d5-ae49-3e5745cfa117" providerId="ADAL" clId="{DBA53BB4-5ECD-44C4-8C4F-F780C30DE742}" dt="2023-12-07T09:54:20.701" v="2394" actId="1035"/>
          <ac:grpSpMkLst>
            <pc:docMk/>
            <pc:sldMk cId="2947162828" sldId="2147480056"/>
            <ac:grpSpMk id="18" creationId="{4A15FE75-79AF-2415-6BB3-6B818E77904D}"/>
          </ac:grpSpMkLst>
        </pc:grpChg>
        <pc:grpChg chg="mod">
          <ac:chgData name="Liang,Dr.,Hongzi (HP Medicine) BII-CN-S" userId="29bc0a18-5096-49d5-ae49-3e5745cfa117" providerId="ADAL" clId="{DBA53BB4-5ECD-44C4-8C4F-F780C30DE742}" dt="2023-12-07T09:54:20.701" v="2394" actId="1035"/>
          <ac:grpSpMkLst>
            <pc:docMk/>
            <pc:sldMk cId="2947162828" sldId="2147480056"/>
            <ac:grpSpMk id="24" creationId="{C43B89D6-1611-26AA-7073-49F0C752FB3F}"/>
          </ac:grpSpMkLst>
        </pc:grpChg>
        <pc:grpChg chg="mod">
          <ac:chgData name="Liang,Dr.,Hongzi (HP Medicine) BII-CN-S" userId="29bc0a18-5096-49d5-ae49-3e5745cfa117" providerId="ADAL" clId="{DBA53BB4-5ECD-44C4-8C4F-F780C30DE742}" dt="2023-12-07T09:54:20.701" v="2394" actId="1035"/>
          <ac:grpSpMkLst>
            <pc:docMk/>
            <pc:sldMk cId="2947162828" sldId="2147480056"/>
            <ac:grpSpMk id="27" creationId="{8091BA40-124F-0AE0-F304-04AECC1B52A4}"/>
          </ac:grpSpMkLst>
        </pc:grpChg>
        <pc:grpChg chg="mod">
          <ac:chgData name="Liang,Dr.,Hongzi (HP Medicine) BII-CN-S" userId="29bc0a18-5096-49d5-ae49-3e5745cfa117" providerId="ADAL" clId="{DBA53BB4-5ECD-44C4-8C4F-F780C30DE742}" dt="2023-12-07T09:54:20.701" v="2394" actId="1035"/>
          <ac:grpSpMkLst>
            <pc:docMk/>
            <pc:sldMk cId="2947162828" sldId="2147480056"/>
            <ac:grpSpMk id="32" creationId="{E0EA8284-CF1E-44D3-BA98-4CEB6179D7D3}"/>
          </ac:grpSpMkLst>
        </pc:grpChg>
        <pc:grpChg chg="mod">
          <ac:chgData name="Liang,Dr.,Hongzi (HP Medicine) BII-CN-S" userId="29bc0a18-5096-49d5-ae49-3e5745cfa117" providerId="ADAL" clId="{DBA53BB4-5ECD-44C4-8C4F-F780C30DE742}" dt="2023-12-07T09:54:20.701" v="2394" actId="1035"/>
          <ac:grpSpMkLst>
            <pc:docMk/>
            <pc:sldMk cId="2947162828" sldId="2147480056"/>
            <ac:grpSpMk id="54" creationId="{1C397D20-87DD-276B-F2A4-81A78E33A5E2}"/>
          </ac:grpSpMkLst>
        </pc:grpChg>
        <pc:grpChg chg="del">
          <ac:chgData name="Liang,Dr.,Hongzi (HP Medicine) BII-CN-S" userId="29bc0a18-5096-49d5-ae49-3e5745cfa117" providerId="ADAL" clId="{DBA53BB4-5ECD-44C4-8C4F-F780C30DE742}" dt="2023-12-07T09:30:19.681" v="1687" actId="478"/>
          <ac:grpSpMkLst>
            <pc:docMk/>
            <pc:sldMk cId="2947162828" sldId="2147480056"/>
            <ac:grpSpMk id="60" creationId="{91B2BA05-6EE1-E8FA-D3E8-60F36DDD3A5C}"/>
          </ac:grpSpMkLst>
        </pc:grpChg>
        <pc:grpChg chg="del">
          <ac:chgData name="Liang,Dr.,Hongzi (HP Medicine) BII-CN-S" userId="29bc0a18-5096-49d5-ae49-3e5745cfa117" providerId="ADAL" clId="{DBA53BB4-5ECD-44C4-8C4F-F780C30DE742}" dt="2023-12-07T09:30:22.561" v="1688" actId="478"/>
          <ac:grpSpMkLst>
            <pc:docMk/>
            <pc:sldMk cId="2947162828" sldId="2147480056"/>
            <ac:grpSpMk id="86" creationId="{BD83F94B-2053-AEA2-8E8A-FEEB04F88119}"/>
          </ac:grpSpMkLst>
        </pc:grpChg>
        <pc:grpChg chg="mod">
          <ac:chgData name="Liang,Dr.,Hongzi (HP Medicine) BII-CN-S" userId="29bc0a18-5096-49d5-ae49-3e5745cfa117" providerId="ADAL" clId="{DBA53BB4-5ECD-44C4-8C4F-F780C30DE742}" dt="2023-12-07T09:54:39.890" v="2415" actId="1036"/>
          <ac:grpSpMkLst>
            <pc:docMk/>
            <pc:sldMk cId="2947162828" sldId="2147480056"/>
            <ac:grpSpMk id="119" creationId="{9738A826-15BA-A8AB-562A-7725BC9738F2}"/>
          </ac:grpSpMkLst>
        </pc:grpChg>
        <pc:grpChg chg="del mod">
          <ac:chgData name="Liang,Dr.,Hongzi (HP Medicine) BII-CN-S" userId="29bc0a18-5096-49d5-ae49-3e5745cfa117" providerId="ADAL" clId="{DBA53BB4-5ECD-44C4-8C4F-F780C30DE742}" dt="2023-12-07T09:54:08.094" v="2378" actId="478"/>
          <ac:grpSpMkLst>
            <pc:docMk/>
            <pc:sldMk cId="2947162828" sldId="2147480056"/>
            <ac:grpSpMk id="126" creationId="{03DDCA4F-C1D2-C3DA-D39E-4CE4681E6BC5}"/>
          </ac:grpSpMkLst>
        </pc:grpChg>
        <pc:grpChg chg="del mod">
          <ac:chgData name="Liang,Dr.,Hongzi (HP Medicine) BII-CN-S" userId="29bc0a18-5096-49d5-ae49-3e5745cfa117" providerId="ADAL" clId="{DBA53BB4-5ECD-44C4-8C4F-F780C30DE742}" dt="2023-12-07T09:52:27.661" v="2247" actId="165"/>
          <ac:grpSpMkLst>
            <pc:docMk/>
            <pc:sldMk cId="2947162828" sldId="2147480056"/>
            <ac:grpSpMk id="130" creationId="{375C562B-15E0-9127-EB86-B99571618592}"/>
          </ac:grpSpMkLst>
        </pc:grpChg>
        <pc:grpChg chg="del mod topLvl">
          <ac:chgData name="Liang,Dr.,Hongzi (HP Medicine) BII-CN-S" userId="29bc0a18-5096-49d5-ae49-3e5745cfa117" providerId="ADAL" clId="{DBA53BB4-5ECD-44C4-8C4F-F780C30DE742}" dt="2023-12-07T09:52:32.244" v="2248" actId="165"/>
          <ac:grpSpMkLst>
            <pc:docMk/>
            <pc:sldMk cId="2947162828" sldId="2147480056"/>
            <ac:grpSpMk id="131" creationId="{9BF207DB-13C9-BA8E-CE2F-B173C52416EE}"/>
          </ac:grpSpMkLst>
        </pc:grpChg>
        <pc:grpChg chg="mod topLvl">
          <ac:chgData name="Liang,Dr.,Hongzi (HP Medicine) BII-CN-S" userId="29bc0a18-5096-49d5-ae49-3e5745cfa117" providerId="ADAL" clId="{DBA53BB4-5ECD-44C4-8C4F-F780C30DE742}" dt="2023-12-07T09:54:39.890" v="2415" actId="1036"/>
          <ac:grpSpMkLst>
            <pc:docMk/>
            <pc:sldMk cId="2947162828" sldId="2147480056"/>
            <ac:grpSpMk id="132" creationId="{A67D4E4E-267F-30BA-6C16-52D0D12210D8}"/>
          </ac:grpSpMkLst>
        </pc:grpChg>
        <pc:grpChg chg="mod">
          <ac:chgData name="Liang,Dr.,Hongzi (HP Medicine) BII-CN-S" userId="29bc0a18-5096-49d5-ae49-3e5745cfa117" providerId="ADAL" clId="{DBA53BB4-5ECD-44C4-8C4F-F780C30DE742}" dt="2023-12-07T09:54:39.890" v="2415" actId="1036"/>
          <ac:grpSpMkLst>
            <pc:docMk/>
            <pc:sldMk cId="2947162828" sldId="2147480056"/>
            <ac:grpSpMk id="134" creationId="{1DD01AF2-A6A6-9685-EB5D-B93B216D6A75}"/>
          </ac:grpSpMkLst>
        </pc:grpChg>
        <pc:grpChg chg="mod topLvl">
          <ac:chgData name="Liang,Dr.,Hongzi (HP Medicine) BII-CN-S" userId="29bc0a18-5096-49d5-ae49-3e5745cfa117" providerId="ADAL" clId="{DBA53BB4-5ECD-44C4-8C4F-F780C30DE742}" dt="2023-12-07T09:54:39.890" v="2415" actId="1036"/>
          <ac:grpSpMkLst>
            <pc:docMk/>
            <pc:sldMk cId="2947162828" sldId="2147480056"/>
            <ac:grpSpMk id="138" creationId="{607AC8AE-7893-78FD-3A6A-AD5CC04CFD09}"/>
          </ac:grpSpMkLst>
        </pc:grpChg>
        <pc:grpChg chg="mod topLvl">
          <ac:chgData name="Liang,Dr.,Hongzi (HP Medicine) BII-CN-S" userId="29bc0a18-5096-49d5-ae49-3e5745cfa117" providerId="ADAL" clId="{DBA53BB4-5ECD-44C4-8C4F-F780C30DE742}" dt="2023-12-07T09:54:39.890" v="2415" actId="1036"/>
          <ac:grpSpMkLst>
            <pc:docMk/>
            <pc:sldMk cId="2947162828" sldId="2147480056"/>
            <ac:grpSpMk id="139" creationId="{C43D777B-B042-9FA2-F196-EBC9E02303B4}"/>
          </ac:grpSpMkLst>
        </pc:grpChg>
        <pc:grpChg chg="mod topLvl">
          <ac:chgData name="Liang,Dr.,Hongzi (HP Medicine) BII-CN-S" userId="29bc0a18-5096-49d5-ae49-3e5745cfa117" providerId="ADAL" clId="{DBA53BB4-5ECD-44C4-8C4F-F780C30DE742}" dt="2023-12-07T09:54:39.890" v="2415" actId="1036"/>
          <ac:grpSpMkLst>
            <pc:docMk/>
            <pc:sldMk cId="2947162828" sldId="2147480056"/>
            <ac:grpSpMk id="140" creationId="{8504C6F6-0F5A-B056-7911-1E6D78141BF6}"/>
          </ac:grpSpMkLst>
        </pc:grpChg>
        <pc:grpChg chg="mod">
          <ac:chgData name="Liang,Dr.,Hongzi (HP Medicine) BII-CN-S" userId="29bc0a18-5096-49d5-ae49-3e5745cfa117" providerId="ADAL" clId="{DBA53BB4-5ECD-44C4-8C4F-F780C30DE742}" dt="2023-12-07T09:54:39.890" v="2415" actId="1036"/>
          <ac:grpSpMkLst>
            <pc:docMk/>
            <pc:sldMk cId="2947162828" sldId="2147480056"/>
            <ac:grpSpMk id="144" creationId="{C810A86C-E74E-B426-EF4E-EF5E361373F2}"/>
          </ac:grpSpMkLst>
        </pc:grpChg>
        <pc:grpChg chg="mod">
          <ac:chgData name="Liang,Dr.,Hongzi (HP Medicine) BII-CN-S" userId="29bc0a18-5096-49d5-ae49-3e5745cfa117" providerId="ADAL" clId="{DBA53BB4-5ECD-44C4-8C4F-F780C30DE742}" dt="2023-12-07T09:54:39.890" v="2415" actId="1036"/>
          <ac:grpSpMkLst>
            <pc:docMk/>
            <pc:sldMk cId="2947162828" sldId="2147480056"/>
            <ac:grpSpMk id="148" creationId="{E879C1A6-2302-8420-B94A-FFADD7CAE8DA}"/>
          </ac:grpSpMkLst>
        </pc:grpChg>
        <pc:grpChg chg="mod">
          <ac:chgData name="Liang,Dr.,Hongzi (HP Medicine) BII-CN-S" userId="29bc0a18-5096-49d5-ae49-3e5745cfa117" providerId="ADAL" clId="{DBA53BB4-5ECD-44C4-8C4F-F780C30DE742}" dt="2023-12-07T09:54:39.890" v="2415" actId="1036"/>
          <ac:grpSpMkLst>
            <pc:docMk/>
            <pc:sldMk cId="2947162828" sldId="2147480056"/>
            <ac:grpSpMk id="152" creationId="{1884D85F-464E-1FDA-C2F8-8E9F1266BDDD}"/>
          </ac:grpSpMkLst>
        </pc:grpChg>
        <pc:grpChg chg="mod">
          <ac:chgData name="Liang,Dr.,Hongzi (HP Medicine) BII-CN-S" userId="29bc0a18-5096-49d5-ae49-3e5745cfa117" providerId="ADAL" clId="{DBA53BB4-5ECD-44C4-8C4F-F780C30DE742}" dt="2023-12-07T09:54:39.890" v="2415" actId="1036"/>
          <ac:grpSpMkLst>
            <pc:docMk/>
            <pc:sldMk cId="2947162828" sldId="2147480056"/>
            <ac:grpSpMk id="159" creationId="{B3E9B2AD-DBDD-304F-58FE-66C281E2CEBF}"/>
          </ac:grpSpMkLst>
        </pc:grpChg>
        <pc:grpChg chg="del">
          <ac:chgData name="Liang,Dr.,Hongzi (HP Medicine) BII-CN-S" userId="29bc0a18-5096-49d5-ae49-3e5745cfa117" providerId="ADAL" clId="{DBA53BB4-5ECD-44C4-8C4F-F780C30DE742}" dt="2023-12-07T09:39:53.458" v="1933" actId="478"/>
          <ac:grpSpMkLst>
            <pc:docMk/>
            <pc:sldMk cId="2947162828" sldId="2147480056"/>
            <ac:grpSpMk id="162" creationId="{1D04A34B-BCB8-3C43-0FF4-592E13C51D9F}"/>
          </ac:grpSpMkLst>
        </pc:grpChg>
        <pc:grpChg chg="del">
          <ac:chgData name="Liang,Dr.,Hongzi (HP Medicine) BII-CN-S" userId="29bc0a18-5096-49d5-ae49-3e5745cfa117" providerId="ADAL" clId="{DBA53BB4-5ECD-44C4-8C4F-F780C30DE742}" dt="2023-12-07T09:39:53.458" v="1933" actId="478"/>
          <ac:grpSpMkLst>
            <pc:docMk/>
            <pc:sldMk cId="2947162828" sldId="2147480056"/>
            <ac:grpSpMk id="165" creationId="{B5F48F1B-B5BC-9E86-A9B1-523A2938289A}"/>
          </ac:grpSpMkLst>
        </pc:grpChg>
        <pc:grpChg chg="mod">
          <ac:chgData name="Liang,Dr.,Hongzi (HP Medicine) BII-CN-S" userId="29bc0a18-5096-49d5-ae49-3e5745cfa117" providerId="ADAL" clId="{DBA53BB4-5ECD-44C4-8C4F-F780C30DE742}" dt="2023-12-07T09:54:20.701" v="2394" actId="1035"/>
          <ac:grpSpMkLst>
            <pc:docMk/>
            <pc:sldMk cId="2947162828" sldId="2147480056"/>
            <ac:grpSpMk id="169" creationId="{4BE5E403-1260-2BFC-D125-76AF8932052F}"/>
          </ac:grpSpMkLst>
        </pc:grpChg>
        <pc:grpChg chg="add mod">
          <ac:chgData name="Liang,Dr.,Hongzi (HP Medicine) BII-CN-S" userId="29bc0a18-5096-49d5-ae49-3e5745cfa117" providerId="ADAL" clId="{DBA53BB4-5ECD-44C4-8C4F-F780C30DE742}" dt="2023-12-07T09:33:49.355" v="1755" actId="164"/>
          <ac:grpSpMkLst>
            <pc:docMk/>
            <pc:sldMk cId="2947162828" sldId="2147480056"/>
            <ac:grpSpMk id="176" creationId="{36C4CF8F-1BE1-48DC-CBE3-2781B4097F0B}"/>
          </ac:grpSpMkLst>
        </pc:grpChg>
        <pc:grpChg chg="mod">
          <ac:chgData name="Liang,Dr.,Hongzi (HP Medicine) BII-CN-S" userId="29bc0a18-5096-49d5-ae49-3e5745cfa117" providerId="ADAL" clId="{DBA53BB4-5ECD-44C4-8C4F-F780C30DE742}" dt="2023-12-07T09:31:22.492" v="1690"/>
          <ac:grpSpMkLst>
            <pc:docMk/>
            <pc:sldMk cId="2947162828" sldId="2147480056"/>
            <ac:grpSpMk id="177" creationId="{58B1626B-33A2-21E3-EDA9-17797486F6C0}"/>
          </ac:grpSpMkLst>
        </pc:grpChg>
        <pc:grpChg chg="mod">
          <ac:chgData name="Liang,Dr.,Hongzi (HP Medicine) BII-CN-S" userId="29bc0a18-5096-49d5-ae49-3e5745cfa117" providerId="ADAL" clId="{DBA53BB4-5ECD-44C4-8C4F-F780C30DE742}" dt="2023-12-07T09:31:22.492" v="1690"/>
          <ac:grpSpMkLst>
            <pc:docMk/>
            <pc:sldMk cId="2947162828" sldId="2147480056"/>
            <ac:grpSpMk id="178" creationId="{DD86F3AE-A046-EA8A-44C2-EFC7B64CDBBA}"/>
          </ac:grpSpMkLst>
        </pc:grpChg>
        <pc:grpChg chg="mod">
          <ac:chgData name="Liang,Dr.,Hongzi (HP Medicine) BII-CN-S" userId="29bc0a18-5096-49d5-ae49-3e5745cfa117" providerId="ADAL" clId="{DBA53BB4-5ECD-44C4-8C4F-F780C30DE742}" dt="2023-12-07T09:31:22.492" v="1690"/>
          <ac:grpSpMkLst>
            <pc:docMk/>
            <pc:sldMk cId="2947162828" sldId="2147480056"/>
            <ac:grpSpMk id="180" creationId="{6650390B-69E4-E1C2-069E-117658305A24}"/>
          </ac:grpSpMkLst>
        </pc:grpChg>
        <pc:grpChg chg="mod">
          <ac:chgData name="Liang,Dr.,Hongzi (HP Medicine) BII-CN-S" userId="29bc0a18-5096-49d5-ae49-3e5745cfa117" providerId="ADAL" clId="{DBA53BB4-5ECD-44C4-8C4F-F780C30DE742}" dt="2023-12-07T09:31:22.492" v="1690"/>
          <ac:grpSpMkLst>
            <pc:docMk/>
            <pc:sldMk cId="2947162828" sldId="2147480056"/>
            <ac:grpSpMk id="184" creationId="{C6A3FE7D-365A-2CCD-D16B-FE6FC1BD1ECA}"/>
          </ac:grpSpMkLst>
        </pc:grpChg>
        <pc:grpChg chg="mod">
          <ac:chgData name="Liang,Dr.,Hongzi (HP Medicine) BII-CN-S" userId="29bc0a18-5096-49d5-ae49-3e5745cfa117" providerId="ADAL" clId="{DBA53BB4-5ECD-44C4-8C4F-F780C30DE742}" dt="2023-12-07T09:31:22.492" v="1690"/>
          <ac:grpSpMkLst>
            <pc:docMk/>
            <pc:sldMk cId="2947162828" sldId="2147480056"/>
            <ac:grpSpMk id="185" creationId="{38551AC4-DA2D-F527-F65B-248EC2DAF07F}"/>
          </ac:grpSpMkLst>
        </pc:grpChg>
        <pc:grpChg chg="mod">
          <ac:chgData name="Liang,Dr.,Hongzi (HP Medicine) BII-CN-S" userId="29bc0a18-5096-49d5-ae49-3e5745cfa117" providerId="ADAL" clId="{DBA53BB4-5ECD-44C4-8C4F-F780C30DE742}" dt="2023-12-07T09:31:22.492" v="1690"/>
          <ac:grpSpMkLst>
            <pc:docMk/>
            <pc:sldMk cId="2947162828" sldId="2147480056"/>
            <ac:grpSpMk id="186" creationId="{3F004CFF-B9E4-23CD-76F1-7FD35EDCEA49}"/>
          </ac:grpSpMkLst>
        </pc:grpChg>
        <pc:grpChg chg="mod">
          <ac:chgData name="Liang,Dr.,Hongzi (HP Medicine) BII-CN-S" userId="29bc0a18-5096-49d5-ae49-3e5745cfa117" providerId="ADAL" clId="{DBA53BB4-5ECD-44C4-8C4F-F780C30DE742}" dt="2023-12-07T09:31:22.492" v="1690"/>
          <ac:grpSpMkLst>
            <pc:docMk/>
            <pc:sldMk cId="2947162828" sldId="2147480056"/>
            <ac:grpSpMk id="190" creationId="{89A60628-1A37-5327-2B94-9350F76D110A}"/>
          </ac:grpSpMkLst>
        </pc:grpChg>
        <pc:grpChg chg="mod">
          <ac:chgData name="Liang,Dr.,Hongzi (HP Medicine) BII-CN-S" userId="29bc0a18-5096-49d5-ae49-3e5745cfa117" providerId="ADAL" clId="{DBA53BB4-5ECD-44C4-8C4F-F780C30DE742}" dt="2023-12-07T09:31:22.492" v="1690"/>
          <ac:grpSpMkLst>
            <pc:docMk/>
            <pc:sldMk cId="2947162828" sldId="2147480056"/>
            <ac:grpSpMk id="194" creationId="{13A96CD6-34FC-94F2-9CE4-8940F2D3750F}"/>
          </ac:grpSpMkLst>
        </pc:grpChg>
        <pc:grpChg chg="add mod">
          <ac:chgData name="Liang,Dr.,Hongzi (HP Medicine) BII-CN-S" userId="29bc0a18-5096-49d5-ae49-3e5745cfa117" providerId="ADAL" clId="{DBA53BB4-5ECD-44C4-8C4F-F780C30DE742}" dt="2023-12-07T09:54:20.701" v="2394" actId="1035"/>
          <ac:grpSpMkLst>
            <pc:docMk/>
            <pc:sldMk cId="2947162828" sldId="2147480056"/>
            <ac:grpSpMk id="198" creationId="{829B97D8-1A06-BC24-7865-92A61508041D}"/>
          </ac:grpSpMkLst>
        </pc:grpChg>
        <pc:grpChg chg="add del mod">
          <ac:chgData name="Liang,Dr.,Hongzi (HP Medicine) BII-CN-S" userId="29bc0a18-5096-49d5-ae49-3e5745cfa117" providerId="ADAL" clId="{DBA53BB4-5ECD-44C4-8C4F-F780C30DE742}" dt="2023-12-07T09:36:54.468" v="1801" actId="165"/>
          <ac:grpSpMkLst>
            <pc:docMk/>
            <pc:sldMk cId="2947162828" sldId="2147480056"/>
            <ac:grpSpMk id="199" creationId="{84B3C14B-8C2D-59CC-09A1-C93875DB7E8B}"/>
          </ac:grpSpMkLst>
        </pc:grpChg>
        <pc:grpChg chg="del mod topLvl">
          <ac:chgData name="Liang,Dr.,Hongzi (HP Medicine) BII-CN-S" userId="29bc0a18-5096-49d5-ae49-3e5745cfa117" providerId="ADAL" clId="{DBA53BB4-5ECD-44C4-8C4F-F780C30DE742}" dt="2023-12-07T09:36:59.338" v="1802" actId="165"/>
          <ac:grpSpMkLst>
            <pc:docMk/>
            <pc:sldMk cId="2947162828" sldId="2147480056"/>
            <ac:grpSpMk id="200" creationId="{DD6CC1C7-E58C-DC68-AAF3-CBE084C4FDAF}"/>
          </ac:grpSpMkLst>
        </pc:grpChg>
        <pc:grpChg chg="del mod topLvl">
          <ac:chgData name="Liang,Dr.,Hongzi (HP Medicine) BII-CN-S" userId="29bc0a18-5096-49d5-ae49-3e5745cfa117" providerId="ADAL" clId="{DBA53BB4-5ECD-44C4-8C4F-F780C30DE742}" dt="2023-12-07T09:37:06.845" v="1803" actId="165"/>
          <ac:grpSpMkLst>
            <pc:docMk/>
            <pc:sldMk cId="2947162828" sldId="2147480056"/>
            <ac:grpSpMk id="202" creationId="{6A8E68BD-91DF-440A-DF3A-5F05513A2906}"/>
          </ac:grpSpMkLst>
        </pc:grpChg>
        <pc:grpChg chg="mod topLvl">
          <ac:chgData name="Liang,Dr.,Hongzi (HP Medicine) BII-CN-S" userId="29bc0a18-5096-49d5-ae49-3e5745cfa117" providerId="ADAL" clId="{DBA53BB4-5ECD-44C4-8C4F-F780C30DE742}" dt="2023-12-07T09:40:27.970" v="1939" actId="164"/>
          <ac:grpSpMkLst>
            <pc:docMk/>
            <pc:sldMk cId="2947162828" sldId="2147480056"/>
            <ac:grpSpMk id="203" creationId="{B21C6501-BEC4-A03F-7073-BE8CE3191064}"/>
          </ac:grpSpMkLst>
        </pc:grpChg>
        <pc:grpChg chg="mod">
          <ac:chgData name="Liang,Dr.,Hongzi (HP Medicine) BII-CN-S" userId="29bc0a18-5096-49d5-ae49-3e5745cfa117" providerId="ADAL" clId="{DBA53BB4-5ECD-44C4-8C4F-F780C30DE742}" dt="2023-12-07T09:36:59.338" v="1802" actId="165"/>
          <ac:grpSpMkLst>
            <pc:docMk/>
            <pc:sldMk cId="2947162828" sldId="2147480056"/>
            <ac:grpSpMk id="205" creationId="{292964AE-D834-CA98-2CDA-3459DA4A9A89}"/>
          </ac:grpSpMkLst>
        </pc:grpChg>
        <pc:grpChg chg="mod topLvl">
          <ac:chgData name="Liang,Dr.,Hongzi (HP Medicine) BII-CN-S" userId="29bc0a18-5096-49d5-ae49-3e5745cfa117" providerId="ADAL" clId="{DBA53BB4-5ECD-44C4-8C4F-F780C30DE742}" dt="2023-12-07T09:40:27.970" v="1939" actId="164"/>
          <ac:grpSpMkLst>
            <pc:docMk/>
            <pc:sldMk cId="2947162828" sldId="2147480056"/>
            <ac:grpSpMk id="209" creationId="{C336FFEF-4117-87B4-0E1B-09AE89779039}"/>
          </ac:grpSpMkLst>
        </pc:grpChg>
        <pc:grpChg chg="mod topLvl">
          <ac:chgData name="Liang,Dr.,Hongzi (HP Medicine) BII-CN-S" userId="29bc0a18-5096-49d5-ae49-3e5745cfa117" providerId="ADAL" clId="{DBA53BB4-5ECD-44C4-8C4F-F780C30DE742}" dt="2023-12-07T09:40:27.970" v="1939" actId="164"/>
          <ac:grpSpMkLst>
            <pc:docMk/>
            <pc:sldMk cId="2947162828" sldId="2147480056"/>
            <ac:grpSpMk id="210" creationId="{B17D96B4-7A07-EF3A-E12D-4E1429635B35}"/>
          </ac:grpSpMkLst>
        </pc:grpChg>
        <pc:grpChg chg="mod topLvl">
          <ac:chgData name="Liang,Dr.,Hongzi (HP Medicine) BII-CN-S" userId="29bc0a18-5096-49d5-ae49-3e5745cfa117" providerId="ADAL" clId="{DBA53BB4-5ECD-44C4-8C4F-F780C30DE742}" dt="2023-12-07T09:40:27.970" v="1939" actId="164"/>
          <ac:grpSpMkLst>
            <pc:docMk/>
            <pc:sldMk cId="2947162828" sldId="2147480056"/>
            <ac:grpSpMk id="211" creationId="{AE64190B-4989-8CB2-C529-984B0FDE61AA}"/>
          </ac:grpSpMkLst>
        </pc:grpChg>
        <pc:grpChg chg="mod">
          <ac:chgData name="Liang,Dr.,Hongzi (HP Medicine) BII-CN-S" userId="29bc0a18-5096-49d5-ae49-3e5745cfa117" providerId="ADAL" clId="{DBA53BB4-5ECD-44C4-8C4F-F780C30DE742}" dt="2023-12-07T09:37:06.845" v="1803" actId="165"/>
          <ac:grpSpMkLst>
            <pc:docMk/>
            <pc:sldMk cId="2947162828" sldId="2147480056"/>
            <ac:grpSpMk id="215" creationId="{5C9AAC81-329D-B3D9-60B5-CF29FB3FA9F5}"/>
          </ac:grpSpMkLst>
        </pc:grpChg>
        <pc:grpChg chg="mod">
          <ac:chgData name="Liang,Dr.,Hongzi (HP Medicine) BII-CN-S" userId="29bc0a18-5096-49d5-ae49-3e5745cfa117" providerId="ADAL" clId="{DBA53BB4-5ECD-44C4-8C4F-F780C30DE742}" dt="2023-12-07T09:37:06.845" v="1803" actId="165"/>
          <ac:grpSpMkLst>
            <pc:docMk/>
            <pc:sldMk cId="2947162828" sldId="2147480056"/>
            <ac:grpSpMk id="219" creationId="{DFC831CA-19A7-1380-A301-A37C87D0B8D7}"/>
          </ac:grpSpMkLst>
        </pc:grpChg>
        <pc:grpChg chg="add mod">
          <ac:chgData name="Liang,Dr.,Hongzi (HP Medicine) BII-CN-S" userId="29bc0a18-5096-49d5-ae49-3e5745cfa117" providerId="ADAL" clId="{DBA53BB4-5ECD-44C4-8C4F-F780C30DE742}" dt="2023-12-07T09:54:20.701" v="2394" actId="1035"/>
          <ac:grpSpMkLst>
            <pc:docMk/>
            <pc:sldMk cId="2947162828" sldId="2147480056"/>
            <ac:grpSpMk id="222" creationId="{A21D1B62-2C75-6BF5-7C1A-1191E5916E1F}"/>
          </ac:grpSpMkLst>
        </pc:grpChg>
        <pc:grpChg chg="add del mod">
          <ac:chgData name="Liang,Dr.,Hongzi (HP Medicine) BII-CN-S" userId="29bc0a18-5096-49d5-ae49-3e5745cfa117" providerId="ADAL" clId="{DBA53BB4-5ECD-44C4-8C4F-F780C30DE742}" dt="2023-12-07T09:55:42.902" v="2418" actId="165"/>
          <ac:grpSpMkLst>
            <pc:docMk/>
            <pc:sldMk cId="2947162828" sldId="2147480056"/>
            <ac:grpSpMk id="223" creationId="{39CFC7F3-DA68-7B1B-9662-C7CB44786B01}"/>
          </ac:grpSpMkLst>
        </pc:grpChg>
        <pc:grpChg chg="del mod topLvl">
          <ac:chgData name="Liang,Dr.,Hongzi (HP Medicine) BII-CN-S" userId="29bc0a18-5096-49d5-ae49-3e5745cfa117" providerId="ADAL" clId="{DBA53BB4-5ECD-44C4-8C4F-F780C30DE742}" dt="2023-12-07T09:55:55.083" v="2421" actId="165"/>
          <ac:grpSpMkLst>
            <pc:docMk/>
            <pc:sldMk cId="2947162828" sldId="2147480056"/>
            <ac:grpSpMk id="224" creationId="{61BEBB1E-ED6C-5DB1-99D3-1EAFEBB024AF}"/>
          </ac:grpSpMkLst>
        </pc:grpChg>
        <pc:grpChg chg="del mod topLvl">
          <ac:chgData name="Liang,Dr.,Hongzi (HP Medicine) BII-CN-S" userId="29bc0a18-5096-49d5-ae49-3e5745cfa117" providerId="ADAL" clId="{DBA53BB4-5ECD-44C4-8C4F-F780C30DE742}" dt="2023-12-07T09:56:01.642" v="2422" actId="165"/>
          <ac:grpSpMkLst>
            <pc:docMk/>
            <pc:sldMk cId="2947162828" sldId="2147480056"/>
            <ac:grpSpMk id="226" creationId="{E4F9981B-714A-0415-D513-DC3B2A720B9E}"/>
          </ac:grpSpMkLst>
        </pc:grpChg>
        <pc:grpChg chg="mod topLvl">
          <ac:chgData name="Liang,Dr.,Hongzi (HP Medicine) BII-CN-S" userId="29bc0a18-5096-49d5-ae49-3e5745cfa117" providerId="ADAL" clId="{DBA53BB4-5ECD-44C4-8C4F-F780C30DE742}" dt="2023-12-07T09:59:47.151" v="2651" actId="1036"/>
          <ac:grpSpMkLst>
            <pc:docMk/>
            <pc:sldMk cId="2947162828" sldId="2147480056"/>
            <ac:grpSpMk id="227" creationId="{CBA6DA44-B514-A6EA-28EC-CFB055A20803}"/>
          </ac:grpSpMkLst>
        </pc:grpChg>
        <pc:grpChg chg="mod">
          <ac:chgData name="Liang,Dr.,Hongzi (HP Medicine) BII-CN-S" userId="29bc0a18-5096-49d5-ae49-3e5745cfa117" providerId="ADAL" clId="{DBA53BB4-5ECD-44C4-8C4F-F780C30DE742}" dt="2023-12-07T09:55:55.083" v="2421" actId="165"/>
          <ac:grpSpMkLst>
            <pc:docMk/>
            <pc:sldMk cId="2947162828" sldId="2147480056"/>
            <ac:grpSpMk id="229" creationId="{49A50302-1184-F7E3-2FD2-7370570B4B22}"/>
          </ac:grpSpMkLst>
        </pc:grpChg>
        <pc:grpChg chg="mod topLvl">
          <ac:chgData name="Liang,Dr.,Hongzi (HP Medicine) BII-CN-S" userId="29bc0a18-5096-49d5-ae49-3e5745cfa117" providerId="ADAL" clId="{DBA53BB4-5ECD-44C4-8C4F-F780C30DE742}" dt="2023-12-07T09:59:47.151" v="2651" actId="1036"/>
          <ac:grpSpMkLst>
            <pc:docMk/>
            <pc:sldMk cId="2947162828" sldId="2147480056"/>
            <ac:grpSpMk id="233" creationId="{F2E442C9-7A21-FC02-DAB8-86739FB1CC33}"/>
          </ac:grpSpMkLst>
        </pc:grpChg>
        <pc:grpChg chg="mod topLvl">
          <ac:chgData name="Liang,Dr.,Hongzi (HP Medicine) BII-CN-S" userId="29bc0a18-5096-49d5-ae49-3e5745cfa117" providerId="ADAL" clId="{DBA53BB4-5ECD-44C4-8C4F-F780C30DE742}" dt="2023-12-07T09:59:47.151" v="2651" actId="1036"/>
          <ac:grpSpMkLst>
            <pc:docMk/>
            <pc:sldMk cId="2947162828" sldId="2147480056"/>
            <ac:grpSpMk id="234" creationId="{21C5A660-D6C3-189C-B45D-6F9B3B132B77}"/>
          </ac:grpSpMkLst>
        </pc:grpChg>
        <pc:grpChg chg="mod topLvl">
          <ac:chgData name="Liang,Dr.,Hongzi (HP Medicine) BII-CN-S" userId="29bc0a18-5096-49d5-ae49-3e5745cfa117" providerId="ADAL" clId="{DBA53BB4-5ECD-44C4-8C4F-F780C30DE742}" dt="2023-12-07T09:59:47.151" v="2651" actId="1036"/>
          <ac:grpSpMkLst>
            <pc:docMk/>
            <pc:sldMk cId="2947162828" sldId="2147480056"/>
            <ac:grpSpMk id="235" creationId="{677877EA-E2C2-B76B-5F7B-8505A84C4369}"/>
          </ac:grpSpMkLst>
        </pc:grpChg>
        <pc:grpChg chg="mod">
          <ac:chgData name="Liang,Dr.,Hongzi (HP Medicine) BII-CN-S" userId="29bc0a18-5096-49d5-ae49-3e5745cfa117" providerId="ADAL" clId="{DBA53BB4-5ECD-44C4-8C4F-F780C30DE742}" dt="2023-12-07T09:56:01.642" v="2422" actId="165"/>
          <ac:grpSpMkLst>
            <pc:docMk/>
            <pc:sldMk cId="2947162828" sldId="2147480056"/>
            <ac:grpSpMk id="239" creationId="{47DF35D8-C357-453C-9A54-8ED80DFAACCF}"/>
          </ac:grpSpMkLst>
        </pc:grpChg>
        <pc:grpChg chg="mod">
          <ac:chgData name="Liang,Dr.,Hongzi (HP Medicine) BII-CN-S" userId="29bc0a18-5096-49d5-ae49-3e5745cfa117" providerId="ADAL" clId="{DBA53BB4-5ECD-44C4-8C4F-F780C30DE742}" dt="2023-12-07T09:56:01.642" v="2422" actId="165"/>
          <ac:grpSpMkLst>
            <pc:docMk/>
            <pc:sldMk cId="2947162828" sldId="2147480056"/>
            <ac:grpSpMk id="243" creationId="{6C5F84BC-CC81-0545-73F9-3DD5E8004EE6}"/>
          </ac:grpSpMkLst>
        </pc:grpChg>
        <pc:grpChg chg="add del mod">
          <ac:chgData name="Liang,Dr.,Hongzi (HP Medicine) BII-CN-S" userId="29bc0a18-5096-49d5-ae49-3e5745cfa117" providerId="ADAL" clId="{DBA53BB4-5ECD-44C4-8C4F-F780C30DE742}" dt="2023-12-07T09:58:12.561" v="2533" actId="165"/>
          <ac:grpSpMkLst>
            <pc:docMk/>
            <pc:sldMk cId="2947162828" sldId="2147480056"/>
            <ac:grpSpMk id="246" creationId="{8515529A-C0FB-AE67-D622-723CBAECF19F}"/>
          </ac:grpSpMkLst>
        </pc:grpChg>
        <pc:grpChg chg="mod topLvl">
          <ac:chgData name="Liang,Dr.,Hongzi (HP Medicine) BII-CN-S" userId="29bc0a18-5096-49d5-ae49-3e5745cfa117" providerId="ADAL" clId="{DBA53BB4-5ECD-44C4-8C4F-F780C30DE742}" dt="2023-12-07T09:59:47.151" v="2651" actId="1036"/>
          <ac:grpSpMkLst>
            <pc:docMk/>
            <pc:sldMk cId="2947162828" sldId="2147480056"/>
            <ac:grpSpMk id="248" creationId="{D7645853-8EB2-546E-DDFB-353F08755614}"/>
          </ac:grpSpMkLst>
        </pc:grpChg>
        <pc:grpChg chg="mod topLvl">
          <ac:chgData name="Liang,Dr.,Hongzi (HP Medicine) BII-CN-S" userId="29bc0a18-5096-49d5-ae49-3e5745cfa117" providerId="ADAL" clId="{DBA53BB4-5ECD-44C4-8C4F-F780C30DE742}" dt="2023-12-07T09:59:47.151" v="2651" actId="1036"/>
          <ac:grpSpMkLst>
            <pc:docMk/>
            <pc:sldMk cId="2947162828" sldId="2147480056"/>
            <ac:grpSpMk id="249" creationId="{19BDED31-B0C8-8F5A-0ABD-3E45EC3D4BCE}"/>
          </ac:grpSpMkLst>
        </pc:grpChg>
        <pc:grpChg chg="mod topLvl">
          <ac:chgData name="Liang,Dr.,Hongzi (HP Medicine) BII-CN-S" userId="29bc0a18-5096-49d5-ae49-3e5745cfa117" providerId="ADAL" clId="{DBA53BB4-5ECD-44C4-8C4F-F780C30DE742}" dt="2023-12-07T09:59:47.151" v="2651" actId="1036"/>
          <ac:grpSpMkLst>
            <pc:docMk/>
            <pc:sldMk cId="2947162828" sldId="2147480056"/>
            <ac:grpSpMk id="250" creationId="{A798AD21-74B3-F30F-C373-A53DDA39AE12}"/>
          </ac:grpSpMkLst>
        </pc:grpChg>
        <pc:grpChg chg="mod topLvl">
          <ac:chgData name="Liang,Dr.,Hongzi (HP Medicine) BII-CN-S" userId="29bc0a18-5096-49d5-ae49-3e5745cfa117" providerId="ADAL" clId="{DBA53BB4-5ECD-44C4-8C4F-F780C30DE742}" dt="2023-12-07T09:59:47.151" v="2651" actId="1036"/>
          <ac:grpSpMkLst>
            <pc:docMk/>
            <pc:sldMk cId="2947162828" sldId="2147480056"/>
            <ac:grpSpMk id="251" creationId="{A398F6F9-612A-9AB4-1D06-70172C288D83}"/>
          </ac:grpSpMkLst>
        </pc:grpChg>
        <pc:grpChg chg="mod">
          <ac:chgData name="Liang,Dr.,Hongzi (HP Medicine) BII-CN-S" userId="29bc0a18-5096-49d5-ae49-3e5745cfa117" providerId="ADAL" clId="{DBA53BB4-5ECD-44C4-8C4F-F780C30DE742}" dt="2023-12-07T09:58:12.561" v="2533" actId="165"/>
          <ac:grpSpMkLst>
            <pc:docMk/>
            <pc:sldMk cId="2947162828" sldId="2147480056"/>
            <ac:grpSpMk id="254" creationId="{C239F4A4-66B3-B173-D2C4-544A8BFD62B7}"/>
          </ac:grpSpMkLst>
        </pc:grpChg>
        <pc:grpChg chg="mod">
          <ac:chgData name="Liang,Dr.,Hongzi (HP Medicine) BII-CN-S" userId="29bc0a18-5096-49d5-ae49-3e5745cfa117" providerId="ADAL" clId="{DBA53BB4-5ECD-44C4-8C4F-F780C30DE742}" dt="2023-12-07T09:58:12.561" v="2533" actId="165"/>
          <ac:grpSpMkLst>
            <pc:docMk/>
            <pc:sldMk cId="2947162828" sldId="2147480056"/>
            <ac:grpSpMk id="260" creationId="{31B0D114-C0DE-0D99-9CFA-45AE43B68A0E}"/>
          </ac:grpSpMkLst>
        </pc:grpChg>
        <pc:grpChg chg="mod">
          <ac:chgData name="Liang,Dr.,Hongzi (HP Medicine) BII-CN-S" userId="29bc0a18-5096-49d5-ae49-3e5745cfa117" providerId="ADAL" clId="{DBA53BB4-5ECD-44C4-8C4F-F780C30DE742}" dt="2023-12-07T09:58:12.561" v="2533" actId="165"/>
          <ac:grpSpMkLst>
            <pc:docMk/>
            <pc:sldMk cId="2947162828" sldId="2147480056"/>
            <ac:grpSpMk id="264" creationId="{11583E60-1EA2-C674-2252-98E6E052D5CF}"/>
          </ac:grpSpMkLst>
        </pc:grpChg>
        <pc:grpChg chg="add del mod">
          <ac:chgData name="Liang,Dr.,Hongzi (HP Medicine) BII-CN-S" userId="29bc0a18-5096-49d5-ae49-3e5745cfa117" providerId="ADAL" clId="{DBA53BB4-5ECD-44C4-8C4F-F780C30DE742}" dt="2023-12-07T09:55:50.702" v="2420" actId="165"/>
          <ac:grpSpMkLst>
            <pc:docMk/>
            <pc:sldMk cId="2947162828" sldId="2147480056"/>
            <ac:grpSpMk id="267" creationId="{AC622978-2163-5CD3-4BA2-2A66B23C560C}"/>
          </ac:grpSpMkLst>
        </pc:grpChg>
        <pc:graphicFrameChg chg="mod modGraphic">
          <ac:chgData name="Liang,Dr.,Hongzi (HP Medicine) BII-CN-S" userId="29bc0a18-5096-49d5-ae49-3e5745cfa117" providerId="ADAL" clId="{DBA53BB4-5ECD-44C4-8C4F-F780C30DE742}" dt="2023-12-07T09:54:20.701" v="2394" actId="1035"/>
          <ac:graphicFrameMkLst>
            <pc:docMk/>
            <pc:sldMk cId="2947162828" sldId="2147480056"/>
            <ac:graphicFrameMk id="3" creationId="{94E820F1-E289-29BF-A969-E06252FC994D}"/>
          </ac:graphicFrameMkLst>
        </pc:graphicFrameChg>
        <pc:picChg chg="mod">
          <ac:chgData name="Liang,Dr.,Hongzi (HP Medicine) BII-CN-S" userId="29bc0a18-5096-49d5-ae49-3e5745cfa117" providerId="ADAL" clId="{DBA53BB4-5ECD-44C4-8C4F-F780C30DE742}" dt="2023-12-07T09:54:20.701" v="2394" actId="1035"/>
          <ac:picMkLst>
            <pc:docMk/>
            <pc:sldMk cId="2947162828" sldId="2147480056"/>
            <ac:picMk id="8" creationId="{1A1F6232-1BE0-B20C-B7B3-D12613621CE8}"/>
          </ac:picMkLst>
        </pc:picChg>
        <pc:picChg chg="mod">
          <ac:chgData name="Liang,Dr.,Hongzi (HP Medicine) BII-CN-S" userId="29bc0a18-5096-49d5-ae49-3e5745cfa117" providerId="ADAL" clId="{DBA53BB4-5ECD-44C4-8C4F-F780C30DE742}" dt="2023-12-07T09:54:39.890" v="2415" actId="1036"/>
          <ac:picMkLst>
            <pc:docMk/>
            <pc:sldMk cId="2947162828" sldId="2147480056"/>
            <ac:picMk id="9" creationId="{E0C44770-F4B2-6125-8E35-E2EBE20229B4}"/>
          </ac:picMkLst>
        </pc:picChg>
        <pc:picChg chg="mod">
          <ac:chgData name="Liang,Dr.,Hongzi (HP Medicine) BII-CN-S" userId="29bc0a18-5096-49d5-ae49-3e5745cfa117" providerId="ADAL" clId="{DBA53BB4-5ECD-44C4-8C4F-F780C30DE742}" dt="2023-12-07T09:53:36.299" v="2377" actId="1035"/>
          <ac:picMkLst>
            <pc:docMk/>
            <pc:sldMk cId="2947162828" sldId="2147480056"/>
            <ac:picMk id="14" creationId="{89B7852D-2CCA-6100-84CE-308E0998B116}"/>
          </ac:picMkLst>
        </pc:picChg>
        <pc:cxnChg chg="mod">
          <ac:chgData name="Liang,Dr.,Hongzi (HP Medicine) BII-CN-S" userId="29bc0a18-5096-49d5-ae49-3e5745cfa117" providerId="ADAL" clId="{DBA53BB4-5ECD-44C4-8C4F-F780C30DE742}" dt="2023-12-07T09:54:20.701" v="2394" actId="1035"/>
          <ac:cxnSpMkLst>
            <pc:docMk/>
            <pc:sldMk cId="2947162828" sldId="2147480056"/>
            <ac:cxnSpMk id="4" creationId="{652F821F-ED7F-509E-F8F8-72C833A5FA16}"/>
          </ac:cxnSpMkLst>
        </pc:cxnChg>
        <pc:cxnChg chg="mod">
          <ac:chgData name="Liang,Dr.,Hongzi (HP Medicine) BII-CN-S" userId="29bc0a18-5096-49d5-ae49-3e5745cfa117" providerId="ADAL" clId="{DBA53BB4-5ECD-44C4-8C4F-F780C30DE742}" dt="2023-12-07T09:54:20.701" v="2394" actId="1035"/>
          <ac:cxnSpMkLst>
            <pc:docMk/>
            <pc:sldMk cId="2947162828" sldId="2147480056"/>
            <ac:cxnSpMk id="58" creationId="{BBF75F11-8159-BC91-E02B-7D99B6E8B4C8}"/>
          </ac:cxnSpMkLst>
        </pc:cxnChg>
        <pc:cxnChg chg="mod">
          <ac:chgData name="Liang,Dr.,Hongzi (HP Medicine) BII-CN-S" userId="29bc0a18-5096-49d5-ae49-3e5745cfa117" providerId="ADAL" clId="{DBA53BB4-5ECD-44C4-8C4F-F780C30DE742}" dt="2023-12-07T09:54:39.890" v="2415" actId="1036"/>
          <ac:cxnSpMkLst>
            <pc:docMk/>
            <pc:sldMk cId="2947162828" sldId="2147480056"/>
            <ac:cxnSpMk id="156" creationId="{2467253C-DB57-EBDC-33D3-6A03A23D93B4}"/>
          </ac:cxnSpMkLst>
        </pc:cxnChg>
        <pc:cxnChg chg="mod">
          <ac:chgData name="Liang,Dr.,Hongzi (HP Medicine) BII-CN-S" userId="29bc0a18-5096-49d5-ae49-3e5745cfa117" providerId="ADAL" clId="{DBA53BB4-5ECD-44C4-8C4F-F780C30DE742}" dt="2023-12-07T09:54:20.701" v="2394" actId="1035"/>
          <ac:cxnSpMkLst>
            <pc:docMk/>
            <pc:sldMk cId="2947162828" sldId="2147480056"/>
            <ac:cxnSpMk id="172" creationId="{B9030A56-B74F-79F3-C041-B1C2DACDDD79}"/>
          </ac:cxnSpMkLst>
        </pc:cxnChg>
      </pc:sldChg>
      <pc:sldMasterChg chg="del delSldLayout">
        <pc:chgData name="Liang,Dr.,Hongzi (HP Medicine) BII-CN-S" userId="29bc0a18-5096-49d5-ae49-3e5745cfa117" providerId="ADAL" clId="{DBA53BB4-5ECD-44C4-8C4F-F780C30DE742}" dt="2023-12-07T07:10:17.871" v="53" actId="47"/>
        <pc:sldMasterMkLst>
          <pc:docMk/>
          <pc:sldMasterMk cId="2638717404" sldId="2147484744"/>
        </pc:sldMasterMkLst>
        <pc:sldLayoutChg chg="del">
          <pc:chgData name="Liang,Dr.,Hongzi (HP Medicine) BII-CN-S" userId="29bc0a18-5096-49d5-ae49-3e5745cfa117" providerId="ADAL" clId="{DBA53BB4-5ECD-44C4-8C4F-F780C30DE742}" dt="2023-12-07T07:10:17.871" v="53" actId="47"/>
          <pc:sldLayoutMkLst>
            <pc:docMk/>
            <pc:sldMasterMk cId="2638717404" sldId="2147484744"/>
            <pc:sldLayoutMk cId="3892988432" sldId="2147484745"/>
          </pc:sldLayoutMkLst>
        </pc:sldLayoutChg>
        <pc:sldLayoutChg chg="del">
          <pc:chgData name="Liang,Dr.,Hongzi (HP Medicine) BII-CN-S" userId="29bc0a18-5096-49d5-ae49-3e5745cfa117" providerId="ADAL" clId="{DBA53BB4-5ECD-44C4-8C4F-F780C30DE742}" dt="2023-12-07T07:10:17.871" v="53" actId="47"/>
          <pc:sldLayoutMkLst>
            <pc:docMk/>
            <pc:sldMasterMk cId="2638717404" sldId="2147484744"/>
            <pc:sldLayoutMk cId="2203982874" sldId="2147484746"/>
          </pc:sldLayoutMkLst>
        </pc:sldLayoutChg>
        <pc:sldLayoutChg chg="del">
          <pc:chgData name="Liang,Dr.,Hongzi (HP Medicine) BII-CN-S" userId="29bc0a18-5096-49d5-ae49-3e5745cfa117" providerId="ADAL" clId="{DBA53BB4-5ECD-44C4-8C4F-F780C30DE742}" dt="2023-12-07T07:10:17.871" v="53" actId="47"/>
          <pc:sldLayoutMkLst>
            <pc:docMk/>
            <pc:sldMasterMk cId="2638717404" sldId="2147484744"/>
            <pc:sldLayoutMk cId="3360054710" sldId="2147484747"/>
          </pc:sldLayoutMkLst>
        </pc:sldLayoutChg>
        <pc:sldLayoutChg chg="del">
          <pc:chgData name="Liang,Dr.,Hongzi (HP Medicine) BII-CN-S" userId="29bc0a18-5096-49d5-ae49-3e5745cfa117" providerId="ADAL" clId="{DBA53BB4-5ECD-44C4-8C4F-F780C30DE742}" dt="2023-12-07T07:10:17.871" v="53" actId="47"/>
          <pc:sldLayoutMkLst>
            <pc:docMk/>
            <pc:sldMasterMk cId="2638717404" sldId="2147484744"/>
            <pc:sldLayoutMk cId="876120770" sldId="2147484748"/>
          </pc:sldLayoutMkLst>
        </pc:sldLayoutChg>
        <pc:sldLayoutChg chg="del">
          <pc:chgData name="Liang,Dr.,Hongzi (HP Medicine) BII-CN-S" userId="29bc0a18-5096-49d5-ae49-3e5745cfa117" providerId="ADAL" clId="{DBA53BB4-5ECD-44C4-8C4F-F780C30DE742}" dt="2023-12-07T07:10:17.871" v="53" actId="47"/>
          <pc:sldLayoutMkLst>
            <pc:docMk/>
            <pc:sldMasterMk cId="2638717404" sldId="2147484744"/>
            <pc:sldLayoutMk cId="1696525709" sldId="2147484749"/>
          </pc:sldLayoutMkLst>
        </pc:sldLayoutChg>
        <pc:sldLayoutChg chg="del">
          <pc:chgData name="Liang,Dr.,Hongzi (HP Medicine) BII-CN-S" userId="29bc0a18-5096-49d5-ae49-3e5745cfa117" providerId="ADAL" clId="{DBA53BB4-5ECD-44C4-8C4F-F780C30DE742}" dt="2023-12-07T07:10:17.871" v="53" actId="47"/>
          <pc:sldLayoutMkLst>
            <pc:docMk/>
            <pc:sldMasterMk cId="2638717404" sldId="2147484744"/>
            <pc:sldLayoutMk cId="1676683951" sldId="2147484750"/>
          </pc:sldLayoutMkLst>
        </pc:sldLayoutChg>
        <pc:sldLayoutChg chg="del">
          <pc:chgData name="Liang,Dr.,Hongzi (HP Medicine) BII-CN-S" userId="29bc0a18-5096-49d5-ae49-3e5745cfa117" providerId="ADAL" clId="{DBA53BB4-5ECD-44C4-8C4F-F780C30DE742}" dt="2023-12-07T07:10:17.871" v="53" actId="47"/>
          <pc:sldLayoutMkLst>
            <pc:docMk/>
            <pc:sldMasterMk cId="2638717404" sldId="2147484744"/>
            <pc:sldLayoutMk cId="3952204764" sldId="2147484751"/>
          </pc:sldLayoutMkLst>
        </pc:sldLayoutChg>
        <pc:sldLayoutChg chg="del">
          <pc:chgData name="Liang,Dr.,Hongzi (HP Medicine) BII-CN-S" userId="29bc0a18-5096-49d5-ae49-3e5745cfa117" providerId="ADAL" clId="{DBA53BB4-5ECD-44C4-8C4F-F780C30DE742}" dt="2023-12-07T07:10:17.871" v="53" actId="47"/>
          <pc:sldLayoutMkLst>
            <pc:docMk/>
            <pc:sldMasterMk cId="2638717404" sldId="2147484744"/>
            <pc:sldLayoutMk cId="1741224897" sldId="2147484752"/>
          </pc:sldLayoutMkLst>
        </pc:sldLayoutChg>
      </pc:sldMasterChg>
      <pc:sldMasterChg chg="delSldLayout">
        <pc:chgData name="Liang,Dr.,Hongzi (HP Medicine) BII-CN-S" userId="29bc0a18-5096-49d5-ae49-3e5745cfa117" providerId="ADAL" clId="{DBA53BB4-5ECD-44C4-8C4F-F780C30DE742}" dt="2023-12-07T09:00:20.286" v="1421" actId="47"/>
        <pc:sldMasterMkLst>
          <pc:docMk/>
          <pc:sldMasterMk cId="3192804383" sldId="2147484753"/>
        </pc:sldMasterMkLst>
        <pc:sldLayoutChg chg="del">
          <pc:chgData name="Liang,Dr.,Hongzi (HP Medicine) BII-CN-S" userId="29bc0a18-5096-49d5-ae49-3e5745cfa117" providerId="ADAL" clId="{DBA53BB4-5ECD-44C4-8C4F-F780C30DE742}" dt="2023-12-07T09:00:20.286" v="1421" actId="47"/>
          <pc:sldLayoutMkLst>
            <pc:docMk/>
            <pc:sldMasterMk cId="3192804383" sldId="2147484753"/>
            <pc:sldLayoutMk cId="4120469089" sldId="2147484764"/>
          </pc:sldLayoutMkLst>
        </pc:sldLayoutChg>
      </pc:sldMasterChg>
      <pc:sldMasterChg chg="del delSldLayout">
        <pc:chgData name="Liang,Dr.,Hongzi (HP Medicine) BII-CN-S" userId="29bc0a18-5096-49d5-ae49-3e5745cfa117" providerId="ADAL" clId="{DBA53BB4-5ECD-44C4-8C4F-F780C30DE742}" dt="2023-12-07T09:15:47.768" v="1626" actId="47"/>
        <pc:sldMasterMkLst>
          <pc:docMk/>
          <pc:sldMasterMk cId="704598242" sldId="2147484765"/>
        </pc:sldMasterMkLst>
        <pc:sldLayoutChg chg="del">
          <pc:chgData name="Liang,Dr.,Hongzi (HP Medicine) BII-CN-S" userId="29bc0a18-5096-49d5-ae49-3e5745cfa117" providerId="ADAL" clId="{DBA53BB4-5ECD-44C4-8C4F-F780C30DE742}" dt="2023-12-07T09:15:47.768" v="1626" actId="47"/>
          <pc:sldLayoutMkLst>
            <pc:docMk/>
            <pc:sldMasterMk cId="704598242" sldId="2147484765"/>
            <pc:sldLayoutMk cId="1727473566" sldId="2147484766"/>
          </pc:sldLayoutMkLst>
        </pc:sldLayoutChg>
        <pc:sldLayoutChg chg="del">
          <pc:chgData name="Liang,Dr.,Hongzi (HP Medicine) BII-CN-S" userId="29bc0a18-5096-49d5-ae49-3e5745cfa117" providerId="ADAL" clId="{DBA53BB4-5ECD-44C4-8C4F-F780C30DE742}" dt="2023-12-07T09:15:47.768" v="1626" actId="47"/>
          <pc:sldLayoutMkLst>
            <pc:docMk/>
            <pc:sldMasterMk cId="704598242" sldId="2147484765"/>
            <pc:sldLayoutMk cId="418146347" sldId="2147484767"/>
          </pc:sldLayoutMkLst>
        </pc:sldLayoutChg>
        <pc:sldLayoutChg chg="del">
          <pc:chgData name="Liang,Dr.,Hongzi (HP Medicine) BII-CN-S" userId="29bc0a18-5096-49d5-ae49-3e5745cfa117" providerId="ADAL" clId="{DBA53BB4-5ECD-44C4-8C4F-F780C30DE742}" dt="2023-12-07T09:15:47.768" v="1626" actId="47"/>
          <pc:sldLayoutMkLst>
            <pc:docMk/>
            <pc:sldMasterMk cId="704598242" sldId="2147484765"/>
            <pc:sldLayoutMk cId="3763115138" sldId="2147484768"/>
          </pc:sldLayoutMkLst>
        </pc:sldLayoutChg>
        <pc:sldLayoutChg chg="del">
          <pc:chgData name="Liang,Dr.,Hongzi (HP Medicine) BII-CN-S" userId="29bc0a18-5096-49d5-ae49-3e5745cfa117" providerId="ADAL" clId="{DBA53BB4-5ECD-44C4-8C4F-F780C30DE742}" dt="2023-12-07T09:15:47.768" v="1626" actId="47"/>
          <pc:sldLayoutMkLst>
            <pc:docMk/>
            <pc:sldMasterMk cId="704598242" sldId="2147484765"/>
            <pc:sldLayoutMk cId="991154752" sldId="2147484769"/>
          </pc:sldLayoutMkLst>
        </pc:sldLayoutChg>
        <pc:sldLayoutChg chg="del">
          <pc:chgData name="Liang,Dr.,Hongzi (HP Medicine) BII-CN-S" userId="29bc0a18-5096-49d5-ae49-3e5745cfa117" providerId="ADAL" clId="{DBA53BB4-5ECD-44C4-8C4F-F780C30DE742}" dt="2023-12-07T09:15:47.768" v="1626" actId="47"/>
          <pc:sldLayoutMkLst>
            <pc:docMk/>
            <pc:sldMasterMk cId="704598242" sldId="2147484765"/>
            <pc:sldLayoutMk cId="456674852" sldId="2147484770"/>
          </pc:sldLayoutMkLst>
        </pc:sldLayoutChg>
        <pc:sldLayoutChg chg="del">
          <pc:chgData name="Liang,Dr.,Hongzi (HP Medicine) BII-CN-S" userId="29bc0a18-5096-49d5-ae49-3e5745cfa117" providerId="ADAL" clId="{DBA53BB4-5ECD-44C4-8C4F-F780C30DE742}" dt="2023-12-07T09:15:47.768" v="1626" actId="47"/>
          <pc:sldLayoutMkLst>
            <pc:docMk/>
            <pc:sldMasterMk cId="704598242" sldId="2147484765"/>
            <pc:sldLayoutMk cId="3421258131" sldId="2147484771"/>
          </pc:sldLayoutMkLst>
        </pc:sldLayoutChg>
        <pc:sldLayoutChg chg="del">
          <pc:chgData name="Liang,Dr.,Hongzi (HP Medicine) BII-CN-S" userId="29bc0a18-5096-49d5-ae49-3e5745cfa117" providerId="ADAL" clId="{DBA53BB4-5ECD-44C4-8C4F-F780C30DE742}" dt="2023-12-07T09:15:47.768" v="1626" actId="47"/>
          <pc:sldLayoutMkLst>
            <pc:docMk/>
            <pc:sldMasterMk cId="704598242" sldId="2147484765"/>
            <pc:sldLayoutMk cId="4192198397" sldId="2147484772"/>
          </pc:sldLayoutMkLst>
        </pc:sldLayoutChg>
      </pc:sldMasterChg>
    </pc:docChg>
  </pc:docChgLst>
  <pc:docChgLst>
    <pc:chgData name="Liang,Dr.,Hongzi (HP Medicine) BII-CN-S" userId="29bc0a18-5096-49d5-ae49-3e5745cfa117" providerId="ADAL" clId="{8BAD5562-7040-4645-BB95-86BFFC7FEAA3}"/>
    <pc:docChg chg="undo custSel addSld delSld modSld sldOrd">
      <pc:chgData name="Liang,Dr.,Hongzi (HP Medicine) BII-CN-S" userId="29bc0a18-5096-49d5-ae49-3e5745cfa117" providerId="ADAL" clId="{8BAD5562-7040-4645-BB95-86BFFC7FEAA3}" dt="2024-01-18T05:15:38.390" v="83" actId="47"/>
      <pc:docMkLst>
        <pc:docMk/>
      </pc:docMkLst>
      <pc:sldChg chg="addSp delSp modSp mod">
        <pc:chgData name="Liang,Dr.,Hongzi (HP Medicine) BII-CN-S" userId="29bc0a18-5096-49d5-ae49-3e5745cfa117" providerId="ADAL" clId="{8BAD5562-7040-4645-BB95-86BFFC7FEAA3}" dt="2024-01-11T09:12:12.151" v="72" actId="1036"/>
        <pc:sldMkLst>
          <pc:docMk/>
          <pc:sldMk cId="1993514314" sldId="299"/>
        </pc:sldMkLst>
        <pc:spChg chg="mod">
          <ac:chgData name="Liang,Dr.,Hongzi (HP Medicine) BII-CN-S" userId="29bc0a18-5096-49d5-ae49-3e5745cfa117" providerId="ADAL" clId="{8BAD5562-7040-4645-BB95-86BFFC7FEAA3}" dt="2024-01-11T09:12:12.151" v="72" actId="1036"/>
          <ac:spMkLst>
            <pc:docMk/>
            <pc:sldMk cId="1993514314" sldId="299"/>
            <ac:spMk id="2" creationId="{10AF1C9F-4E3A-2EC0-397E-59F3BDE1B38C}"/>
          </ac:spMkLst>
        </pc:spChg>
        <pc:spChg chg="del mod">
          <ac:chgData name="Liang,Dr.,Hongzi (HP Medicine) BII-CN-S" userId="29bc0a18-5096-49d5-ae49-3e5745cfa117" providerId="ADAL" clId="{8BAD5562-7040-4645-BB95-86BFFC7FEAA3}" dt="2024-01-11T09:11:59.969" v="55" actId="478"/>
          <ac:spMkLst>
            <pc:docMk/>
            <pc:sldMk cId="1993514314" sldId="299"/>
            <ac:spMk id="4" creationId="{C1744066-4979-55AD-5BEA-7BF5ECE49160}"/>
          </ac:spMkLst>
        </pc:spChg>
        <pc:spChg chg="add del mod">
          <ac:chgData name="Liang,Dr.,Hongzi (HP Medicine) BII-CN-S" userId="29bc0a18-5096-49d5-ae49-3e5745cfa117" providerId="ADAL" clId="{8BAD5562-7040-4645-BB95-86BFFC7FEAA3}" dt="2024-01-11T09:12:04.445" v="56" actId="478"/>
          <ac:spMkLst>
            <pc:docMk/>
            <pc:sldMk cId="1993514314" sldId="299"/>
            <ac:spMk id="8" creationId="{1BF07C53-D32B-C6FB-4C44-6144FC397375}"/>
          </ac:spMkLst>
        </pc:spChg>
        <pc:graphicFrameChg chg="mod">
          <ac:chgData name="Liang,Dr.,Hongzi (HP Medicine) BII-CN-S" userId="29bc0a18-5096-49d5-ae49-3e5745cfa117" providerId="ADAL" clId="{8BAD5562-7040-4645-BB95-86BFFC7FEAA3}" dt="2024-01-11T09:10:21.046" v="27"/>
          <ac:graphicFrameMkLst>
            <pc:docMk/>
            <pc:sldMk cId="1993514314" sldId="299"/>
            <ac:graphicFrameMk id="7" creationId="{CAAF8E8F-E025-4A12-E2E4-B5DBAEB9C765}"/>
          </ac:graphicFrameMkLst>
        </pc:graphicFrameChg>
      </pc:sldChg>
      <pc:sldChg chg="del">
        <pc:chgData name="Liang,Dr.,Hongzi (HP Medicine) BII-CN-S" userId="29bc0a18-5096-49d5-ae49-3e5745cfa117" providerId="ADAL" clId="{8BAD5562-7040-4645-BB95-86BFFC7FEAA3}" dt="2024-01-18T05:15:38.390" v="83" actId="47"/>
        <pc:sldMkLst>
          <pc:docMk/>
          <pc:sldMk cId="3260843142" sldId="1060"/>
        </pc:sldMkLst>
      </pc:sldChg>
      <pc:sldChg chg="modSp mod">
        <pc:chgData name="Liang,Dr.,Hongzi (HP Medicine) BII-CN-S" userId="29bc0a18-5096-49d5-ae49-3e5745cfa117" providerId="ADAL" clId="{8BAD5562-7040-4645-BB95-86BFFC7FEAA3}" dt="2024-01-11T15:20:37.851" v="81" actId="20577"/>
        <pc:sldMkLst>
          <pc:docMk/>
          <pc:sldMk cId="2947162828" sldId="2147480056"/>
        </pc:sldMkLst>
        <pc:spChg chg="mod">
          <ac:chgData name="Liang,Dr.,Hongzi (HP Medicine) BII-CN-S" userId="29bc0a18-5096-49d5-ae49-3e5745cfa117" providerId="ADAL" clId="{8BAD5562-7040-4645-BB95-86BFFC7FEAA3}" dt="2024-01-11T15:20:37.851" v="81" actId="20577"/>
          <ac:spMkLst>
            <pc:docMk/>
            <pc:sldMk cId="2947162828" sldId="2147480056"/>
            <ac:spMk id="173" creationId="{D0230058-A506-376D-6568-4029C799D2FA}"/>
          </ac:spMkLst>
        </pc:spChg>
      </pc:sldChg>
      <pc:sldChg chg="del">
        <pc:chgData name="Liang,Dr.,Hongzi (HP Medicine) BII-CN-S" userId="29bc0a18-5096-49d5-ae49-3e5745cfa117" providerId="ADAL" clId="{8BAD5562-7040-4645-BB95-86BFFC7FEAA3}" dt="2024-01-11T09:11:12.408" v="28" actId="2696"/>
        <pc:sldMkLst>
          <pc:docMk/>
          <pc:sldMk cId="2155738706" sldId="2147480058"/>
        </pc:sldMkLst>
      </pc:sldChg>
      <pc:sldChg chg="modSp mod">
        <pc:chgData name="Liang,Dr.,Hongzi (HP Medicine) BII-CN-S" userId="29bc0a18-5096-49d5-ae49-3e5745cfa117" providerId="ADAL" clId="{8BAD5562-7040-4645-BB95-86BFFC7FEAA3}" dt="2024-01-11T09:00:52.370" v="2" actId="13926"/>
        <pc:sldMkLst>
          <pc:docMk/>
          <pc:sldMk cId="1458240650" sldId="2147480063"/>
        </pc:sldMkLst>
        <pc:graphicFrameChg chg="modGraphic">
          <ac:chgData name="Liang,Dr.,Hongzi (HP Medicine) BII-CN-S" userId="29bc0a18-5096-49d5-ae49-3e5745cfa117" providerId="ADAL" clId="{8BAD5562-7040-4645-BB95-86BFFC7FEAA3}" dt="2024-01-11T09:00:52.370" v="2" actId="13926"/>
          <ac:graphicFrameMkLst>
            <pc:docMk/>
            <pc:sldMk cId="1458240650" sldId="2147480063"/>
            <ac:graphicFrameMk id="19" creationId="{2867D72B-A130-6827-B506-15D81EEE355D}"/>
          </ac:graphicFrameMkLst>
        </pc:graphicFrameChg>
      </pc:sldChg>
      <pc:sldChg chg="modSp mod">
        <pc:chgData name="Liang,Dr.,Hongzi (HP Medicine) BII-CN-S" userId="29bc0a18-5096-49d5-ae49-3e5745cfa117" providerId="ADAL" clId="{8BAD5562-7040-4645-BB95-86BFFC7FEAA3}" dt="2024-01-11T15:20:19.228" v="79" actId="20577"/>
        <pc:sldMkLst>
          <pc:docMk/>
          <pc:sldMk cId="2073496715" sldId="2147480065"/>
        </pc:sldMkLst>
        <pc:spChg chg="mod">
          <ac:chgData name="Liang,Dr.,Hongzi (HP Medicine) BII-CN-S" userId="29bc0a18-5096-49d5-ae49-3e5745cfa117" providerId="ADAL" clId="{8BAD5562-7040-4645-BB95-86BFFC7FEAA3}" dt="2024-01-11T15:20:19.228" v="79" actId="20577"/>
          <ac:spMkLst>
            <pc:docMk/>
            <pc:sldMk cId="2073496715" sldId="2147480065"/>
            <ac:spMk id="150" creationId="{E4CE13DB-A789-A60E-6D93-5396540DABC5}"/>
          </ac:spMkLst>
        </pc:spChg>
      </pc:sldChg>
      <pc:sldChg chg="ord">
        <pc:chgData name="Liang,Dr.,Hongzi (HP Medicine) BII-CN-S" userId="29bc0a18-5096-49d5-ae49-3e5745cfa117" providerId="ADAL" clId="{8BAD5562-7040-4645-BB95-86BFFC7FEAA3}" dt="2024-01-11T09:18:00.602" v="74"/>
        <pc:sldMkLst>
          <pc:docMk/>
          <pc:sldMk cId="2649659099" sldId="2147480070"/>
        </pc:sldMkLst>
      </pc:sldChg>
      <pc:sldChg chg="add">
        <pc:chgData name="Liang,Dr.,Hongzi (HP Medicine) BII-CN-S" userId="29bc0a18-5096-49d5-ae49-3e5745cfa117" providerId="ADAL" clId="{8BAD5562-7040-4645-BB95-86BFFC7FEAA3}" dt="2024-01-18T05:14:42.543" v="82"/>
        <pc:sldMkLst>
          <pc:docMk/>
          <pc:sldMk cId="2068814007" sldId="2147480071"/>
        </pc:sldMkLst>
      </pc:sldChg>
    </pc:docChg>
  </pc:docChgLst>
  <pc:docChgLst>
    <pc:chgData name="Dai,Dr.,Chris (HP Medicine) BII-CN-S" userId="3e58a745-3dd4-4a16-bba7-0132b90feb2d" providerId="ADAL" clId="{B43DBCC1-E4EC-4E8B-B958-C5750BB78E97}"/>
    <pc:docChg chg="delSld modSld delMainMaster">
      <pc:chgData name="Dai,Dr.,Chris (HP Medicine) BII-CN-S" userId="3e58a745-3dd4-4a16-bba7-0132b90feb2d" providerId="ADAL" clId="{B43DBCC1-E4EC-4E8B-B958-C5750BB78E97}" dt="2023-12-08T05:23:01.323" v="66" actId="1076"/>
      <pc:docMkLst>
        <pc:docMk/>
      </pc:docMkLst>
      <pc:sldChg chg="del">
        <pc:chgData name="Dai,Dr.,Chris (HP Medicine) BII-CN-S" userId="3e58a745-3dd4-4a16-bba7-0132b90feb2d" providerId="ADAL" clId="{B43DBCC1-E4EC-4E8B-B958-C5750BB78E97}" dt="2023-12-08T03:04:19.881" v="0" actId="47"/>
        <pc:sldMkLst>
          <pc:docMk/>
          <pc:sldMk cId="831008360" sldId="2147480013"/>
        </pc:sldMkLst>
      </pc:sldChg>
      <pc:sldChg chg="del">
        <pc:chgData name="Dai,Dr.,Chris (HP Medicine) BII-CN-S" userId="3e58a745-3dd4-4a16-bba7-0132b90feb2d" providerId="ADAL" clId="{B43DBCC1-E4EC-4E8B-B958-C5750BB78E97}" dt="2023-12-08T03:04:19.881" v="0" actId="47"/>
        <pc:sldMkLst>
          <pc:docMk/>
          <pc:sldMk cId="1101569393" sldId="2147480014"/>
        </pc:sldMkLst>
      </pc:sldChg>
      <pc:sldChg chg="del">
        <pc:chgData name="Dai,Dr.,Chris (HP Medicine) BII-CN-S" userId="3e58a745-3dd4-4a16-bba7-0132b90feb2d" providerId="ADAL" clId="{B43DBCC1-E4EC-4E8B-B958-C5750BB78E97}" dt="2023-12-08T03:04:19.881" v="0" actId="47"/>
        <pc:sldMkLst>
          <pc:docMk/>
          <pc:sldMk cId="1935068847" sldId="2147480015"/>
        </pc:sldMkLst>
      </pc:sldChg>
      <pc:sldChg chg="del">
        <pc:chgData name="Dai,Dr.,Chris (HP Medicine) BII-CN-S" userId="3e58a745-3dd4-4a16-bba7-0132b90feb2d" providerId="ADAL" clId="{B43DBCC1-E4EC-4E8B-B958-C5750BB78E97}" dt="2023-12-08T03:04:19.881" v="0" actId="47"/>
        <pc:sldMkLst>
          <pc:docMk/>
          <pc:sldMk cId="122818098" sldId="2147480016"/>
        </pc:sldMkLst>
      </pc:sldChg>
      <pc:sldChg chg="del">
        <pc:chgData name="Dai,Dr.,Chris (HP Medicine) BII-CN-S" userId="3e58a745-3dd4-4a16-bba7-0132b90feb2d" providerId="ADAL" clId="{B43DBCC1-E4EC-4E8B-B958-C5750BB78E97}" dt="2023-12-08T03:04:19.881" v="0" actId="47"/>
        <pc:sldMkLst>
          <pc:docMk/>
          <pc:sldMk cId="2878148223" sldId="2147480017"/>
        </pc:sldMkLst>
      </pc:sldChg>
      <pc:sldChg chg="del">
        <pc:chgData name="Dai,Dr.,Chris (HP Medicine) BII-CN-S" userId="3e58a745-3dd4-4a16-bba7-0132b90feb2d" providerId="ADAL" clId="{B43DBCC1-E4EC-4E8B-B958-C5750BB78E97}" dt="2023-12-08T03:04:19.881" v="0" actId="47"/>
        <pc:sldMkLst>
          <pc:docMk/>
          <pc:sldMk cId="3748481175" sldId="2147480018"/>
        </pc:sldMkLst>
      </pc:sldChg>
      <pc:sldChg chg="del">
        <pc:chgData name="Dai,Dr.,Chris (HP Medicine) BII-CN-S" userId="3e58a745-3dd4-4a16-bba7-0132b90feb2d" providerId="ADAL" clId="{B43DBCC1-E4EC-4E8B-B958-C5750BB78E97}" dt="2023-12-08T03:04:19.881" v="0" actId="47"/>
        <pc:sldMkLst>
          <pc:docMk/>
          <pc:sldMk cId="2930591938" sldId="2147480019"/>
        </pc:sldMkLst>
      </pc:sldChg>
      <pc:sldChg chg="del">
        <pc:chgData name="Dai,Dr.,Chris (HP Medicine) BII-CN-S" userId="3e58a745-3dd4-4a16-bba7-0132b90feb2d" providerId="ADAL" clId="{B43DBCC1-E4EC-4E8B-B958-C5750BB78E97}" dt="2023-12-08T03:04:19.881" v="0" actId="47"/>
        <pc:sldMkLst>
          <pc:docMk/>
          <pc:sldMk cId="1441453890" sldId="2147480021"/>
        </pc:sldMkLst>
      </pc:sldChg>
      <pc:sldChg chg="modSp mod">
        <pc:chgData name="Dai,Dr.,Chris (HP Medicine) BII-CN-S" userId="3e58a745-3dd4-4a16-bba7-0132b90feb2d" providerId="ADAL" clId="{B43DBCC1-E4EC-4E8B-B958-C5750BB78E97}" dt="2023-12-08T04:56:18.005" v="63" actId="20577"/>
        <pc:sldMkLst>
          <pc:docMk/>
          <pc:sldMk cId="1075251224" sldId="2147480033"/>
        </pc:sldMkLst>
        <pc:spChg chg="mod">
          <ac:chgData name="Dai,Dr.,Chris (HP Medicine) BII-CN-S" userId="3e58a745-3dd4-4a16-bba7-0132b90feb2d" providerId="ADAL" clId="{B43DBCC1-E4EC-4E8B-B958-C5750BB78E97}" dt="2023-12-08T04:56:18.005" v="63" actId="20577"/>
          <ac:spMkLst>
            <pc:docMk/>
            <pc:sldMk cId="1075251224" sldId="2147480033"/>
            <ac:spMk id="77" creationId="{26AE5677-427C-5BCB-7CA4-E749DE68249A}"/>
          </ac:spMkLst>
        </pc:spChg>
        <pc:spChg chg="mod">
          <ac:chgData name="Dai,Dr.,Chris (HP Medicine) BII-CN-S" userId="3e58a745-3dd4-4a16-bba7-0132b90feb2d" providerId="ADAL" clId="{B43DBCC1-E4EC-4E8B-B958-C5750BB78E97}" dt="2023-12-08T04:54:05.426" v="40" actId="20577"/>
          <ac:spMkLst>
            <pc:docMk/>
            <pc:sldMk cId="1075251224" sldId="2147480033"/>
            <ac:spMk id="88" creationId="{74278673-51B3-D359-1C57-9CC65237AD91}"/>
          </ac:spMkLst>
        </pc:spChg>
        <pc:graphicFrameChg chg="modGraphic">
          <ac:chgData name="Dai,Dr.,Chris (HP Medicine) BII-CN-S" userId="3e58a745-3dd4-4a16-bba7-0132b90feb2d" providerId="ADAL" clId="{B43DBCC1-E4EC-4E8B-B958-C5750BB78E97}" dt="2023-12-08T04:54:35.591" v="46" actId="20577"/>
          <ac:graphicFrameMkLst>
            <pc:docMk/>
            <pc:sldMk cId="1075251224" sldId="2147480033"/>
            <ac:graphicFrameMk id="86" creationId="{F02AFA9D-09DC-1A9E-E3DB-DB391ADA9C65}"/>
          </ac:graphicFrameMkLst>
        </pc:graphicFrameChg>
      </pc:sldChg>
      <pc:sldChg chg="modSp mod">
        <pc:chgData name="Dai,Dr.,Chris (HP Medicine) BII-CN-S" userId="3e58a745-3dd4-4a16-bba7-0132b90feb2d" providerId="ADAL" clId="{B43DBCC1-E4EC-4E8B-B958-C5750BB78E97}" dt="2023-12-08T05:23:01.323" v="66" actId="1076"/>
        <pc:sldMkLst>
          <pc:docMk/>
          <pc:sldMk cId="40737555" sldId="2147480057"/>
        </pc:sldMkLst>
        <pc:spChg chg="mod">
          <ac:chgData name="Dai,Dr.,Chris (HP Medicine) BII-CN-S" userId="3e58a745-3dd4-4a16-bba7-0132b90feb2d" providerId="ADAL" clId="{B43DBCC1-E4EC-4E8B-B958-C5750BB78E97}" dt="2023-12-08T05:22:13.041" v="64" actId="1076"/>
          <ac:spMkLst>
            <pc:docMk/>
            <pc:sldMk cId="40737555" sldId="2147480057"/>
            <ac:spMk id="65" creationId="{1E6770FE-FAA0-9CEB-131A-579533706E40}"/>
          </ac:spMkLst>
        </pc:spChg>
        <pc:spChg chg="mod">
          <ac:chgData name="Dai,Dr.,Chris (HP Medicine) BII-CN-S" userId="3e58a745-3dd4-4a16-bba7-0132b90feb2d" providerId="ADAL" clId="{B43DBCC1-E4EC-4E8B-B958-C5750BB78E97}" dt="2023-12-08T05:22:13.041" v="64" actId="1076"/>
          <ac:spMkLst>
            <pc:docMk/>
            <pc:sldMk cId="40737555" sldId="2147480057"/>
            <ac:spMk id="67" creationId="{89034745-704B-AB73-AF12-CAF0D3247C1F}"/>
          </ac:spMkLst>
        </pc:spChg>
        <pc:spChg chg="mod">
          <ac:chgData name="Dai,Dr.,Chris (HP Medicine) BII-CN-S" userId="3e58a745-3dd4-4a16-bba7-0132b90feb2d" providerId="ADAL" clId="{B43DBCC1-E4EC-4E8B-B958-C5750BB78E97}" dt="2023-12-08T05:22:13.041" v="64" actId="1076"/>
          <ac:spMkLst>
            <pc:docMk/>
            <pc:sldMk cId="40737555" sldId="2147480057"/>
            <ac:spMk id="68" creationId="{BB9A97F6-7B2A-CBB1-0DE2-4679DC2C0AB5}"/>
          </ac:spMkLst>
        </pc:spChg>
        <pc:grpChg chg="mod">
          <ac:chgData name="Dai,Dr.,Chris (HP Medicine) BII-CN-S" userId="3e58a745-3dd4-4a16-bba7-0132b90feb2d" providerId="ADAL" clId="{B43DBCC1-E4EC-4E8B-B958-C5750BB78E97}" dt="2023-12-08T05:22:13.041" v="64" actId="1076"/>
          <ac:grpSpMkLst>
            <pc:docMk/>
            <pc:sldMk cId="40737555" sldId="2147480057"/>
            <ac:grpSpMk id="31" creationId="{4C8487D4-AB41-EDE8-E754-52666EBDA965}"/>
          </ac:grpSpMkLst>
        </pc:grpChg>
        <pc:grpChg chg="mod">
          <ac:chgData name="Dai,Dr.,Chris (HP Medicine) BII-CN-S" userId="3e58a745-3dd4-4a16-bba7-0132b90feb2d" providerId="ADAL" clId="{B43DBCC1-E4EC-4E8B-B958-C5750BB78E97}" dt="2023-12-08T05:22:13.041" v="64" actId="1076"/>
          <ac:grpSpMkLst>
            <pc:docMk/>
            <pc:sldMk cId="40737555" sldId="2147480057"/>
            <ac:grpSpMk id="64" creationId="{72A838E5-049D-7447-1513-3D3511F9AC7A}"/>
          </ac:grpSpMkLst>
        </pc:grpChg>
        <pc:grpChg chg="mod">
          <ac:chgData name="Dai,Dr.,Chris (HP Medicine) BII-CN-S" userId="3e58a745-3dd4-4a16-bba7-0132b90feb2d" providerId="ADAL" clId="{B43DBCC1-E4EC-4E8B-B958-C5750BB78E97}" dt="2023-12-08T05:22:57.589" v="65" actId="1076"/>
          <ac:grpSpMkLst>
            <pc:docMk/>
            <pc:sldMk cId="40737555" sldId="2147480057"/>
            <ac:grpSpMk id="115" creationId="{76215E7A-E30A-29F9-3B5C-17FC009A2625}"/>
          </ac:grpSpMkLst>
        </pc:grpChg>
        <pc:picChg chg="mod">
          <ac:chgData name="Dai,Dr.,Chris (HP Medicine) BII-CN-S" userId="3e58a745-3dd4-4a16-bba7-0132b90feb2d" providerId="ADAL" clId="{B43DBCC1-E4EC-4E8B-B958-C5750BB78E97}" dt="2023-12-08T03:05:06.857" v="17" actId="1036"/>
          <ac:picMkLst>
            <pc:docMk/>
            <pc:sldMk cId="40737555" sldId="2147480057"/>
            <ac:picMk id="79" creationId="{5B70EB1D-0A57-369D-1864-931A3446C5FE}"/>
          </ac:picMkLst>
        </pc:picChg>
        <pc:picChg chg="mod">
          <ac:chgData name="Dai,Dr.,Chris (HP Medicine) BII-CN-S" userId="3e58a745-3dd4-4a16-bba7-0132b90feb2d" providerId="ADAL" clId="{B43DBCC1-E4EC-4E8B-B958-C5750BB78E97}" dt="2023-12-08T05:23:01.323" v="66" actId="1076"/>
          <ac:picMkLst>
            <pc:docMk/>
            <pc:sldMk cId="40737555" sldId="2147480057"/>
            <ac:picMk id="83" creationId="{9177744B-4E4A-CE43-2F98-73AF470BBBCA}"/>
          </ac:picMkLst>
        </pc:picChg>
        <pc:cxnChg chg="mod">
          <ac:chgData name="Dai,Dr.,Chris (HP Medicine) BII-CN-S" userId="3e58a745-3dd4-4a16-bba7-0132b90feb2d" providerId="ADAL" clId="{B43DBCC1-E4EC-4E8B-B958-C5750BB78E97}" dt="2023-12-08T05:22:13.041" v="64" actId="1076"/>
          <ac:cxnSpMkLst>
            <pc:docMk/>
            <pc:sldMk cId="40737555" sldId="2147480057"/>
            <ac:cxnSpMk id="66" creationId="{09A78C51-5219-B11F-CA29-260D2F85BDD9}"/>
          </ac:cxnSpMkLst>
        </pc:cxnChg>
      </pc:sldChg>
      <pc:sldMasterChg chg="del delSldLayout">
        <pc:chgData name="Dai,Dr.,Chris (HP Medicine) BII-CN-S" userId="3e58a745-3dd4-4a16-bba7-0132b90feb2d" providerId="ADAL" clId="{B43DBCC1-E4EC-4E8B-B958-C5750BB78E97}" dt="2023-12-08T03:04:19.881" v="0" actId="47"/>
        <pc:sldMasterMkLst>
          <pc:docMk/>
          <pc:sldMasterMk cId="4226497963" sldId="2147484912"/>
        </pc:sldMasterMkLst>
        <pc:sldLayoutChg chg="del">
          <pc:chgData name="Dai,Dr.,Chris (HP Medicine) BII-CN-S" userId="3e58a745-3dd4-4a16-bba7-0132b90feb2d" providerId="ADAL" clId="{B43DBCC1-E4EC-4E8B-B958-C5750BB78E97}" dt="2023-12-08T03:04:19.881" v="0" actId="47"/>
          <pc:sldLayoutMkLst>
            <pc:docMk/>
            <pc:sldMasterMk cId="4226497963" sldId="2147484912"/>
            <pc:sldLayoutMk cId="2809298926" sldId="2147484913"/>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2334312705" sldId="2147484914"/>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2019584486" sldId="2147484915"/>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205447736" sldId="2147484916"/>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3682953902" sldId="2147484917"/>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3581755357" sldId="2147484918"/>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3514167180" sldId="2147484919"/>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1175942986" sldId="2147484920"/>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821009281" sldId="2147484921"/>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2129380454" sldId="2147484922"/>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124834530" sldId="2147484923"/>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784191861" sldId="2147484924"/>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507411566" sldId="2147484925"/>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3307384591" sldId="2147484926"/>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786749720" sldId="2147484927"/>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2586678567" sldId="2147484928"/>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3739503559" sldId="2147484929"/>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3560385642" sldId="2147484930"/>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1398579585" sldId="2147484931"/>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1405256022" sldId="2147484932"/>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2219419937" sldId="2147484933"/>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3153400265" sldId="2147484934"/>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2553271760" sldId="2147484935"/>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1836475542" sldId="2147484936"/>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327404035" sldId="2147484937"/>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2263119467" sldId="2147484938"/>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1425202473" sldId="2147484939"/>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1110009080" sldId="2147484940"/>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2771657600" sldId="2147484941"/>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2518049518" sldId="2147484942"/>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809129222" sldId="2147484943"/>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2866282626" sldId="2147484944"/>
          </pc:sldLayoutMkLst>
        </pc:sldLayoutChg>
        <pc:sldLayoutChg chg="del">
          <pc:chgData name="Dai,Dr.,Chris (HP Medicine) BII-CN-S" userId="3e58a745-3dd4-4a16-bba7-0132b90feb2d" providerId="ADAL" clId="{B43DBCC1-E4EC-4E8B-B958-C5750BB78E97}" dt="2023-12-08T03:04:19.881" v="0" actId="47"/>
          <pc:sldLayoutMkLst>
            <pc:docMk/>
            <pc:sldMasterMk cId="4226497963" sldId="2147484912"/>
            <pc:sldLayoutMk cId="1623321415" sldId="2147484945"/>
          </pc:sldLayoutMkLst>
        </pc:sldLayoutChg>
      </pc:sldMasterChg>
    </pc:docChg>
  </pc:docChgLst>
  <pc:docChgLst>
    <pc:chgData name="Xue,Nick (HP Med Affairs) BII-CN-S" userId="ffcf8106-b8a5-4477-9fcd-3abbfcb5a5a5" providerId="ADAL" clId="{E8FC097A-BFAB-4207-80F2-E256735E4F95}"/>
    <pc:docChg chg="undo custSel modSld">
      <pc:chgData name="Xue,Nick (HP Med Affairs) BII-CN-S" userId="ffcf8106-b8a5-4477-9fcd-3abbfcb5a5a5" providerId="ADAL" clId="{E8FC097A-BFAB-4207-80F2-E256735E4F95}" dt="2024-04-24T06:56:22.073" v="626" actId="114"/>
      <pc:docMkLst>
        <pc:docMk/>
      </pc:docMkLst>
      <pc:sldChg chg="modSp mod">
        <pc:chgData name="Xue,Nick (HP Med Affairs) BII-CN-S" userId="ffcf8106-b8a5-4477-9fcd-3abbfcb5a5a5" providerId="ADAL" clId="{E8FC097A-BFAB-4207-80F2-E256735E4F95}" dt="2024-04-24T06:55:58.396" v="624" actId="20577"/>
        <pc:sldMkLst>
          <pc:docMk/>
          <pc:sldMk cId="3404696861" sldId="2147480029"/>
        </pc:sldMkLst>
        <pc:spChg chg="mod">
          <ac:chgData name="Xue,Nick (HP Med Affairs) BII-CN-S" userId="ffcf8106-b8a5-4477-9fcd-3abbfcb5a5a5" providerId="ADAL" clId="{E8FC097A-BFAB-4207-80F2-E256735E4F95}" dt="2024-04-24T06:54:25.469" v="596" actId="13926"/>
          <ac:spMkLst>
            <pc:docMk/>
            <pc:sldMk cId="3404696861" sldId="2147480029"/>
            <ac:spMk id="52" creationId="{7DEDBBD9-73B8-5F23-8BC7-4611B9940727}"/>
          </ac:spMkLst>
        </pc:spChg>
        <pc:spChg chg="mod">
          <ac:chgData name="Xue,Nick (HP Med Affairs) BII-CN-S" userId="ffcf8106-b8a5-4477-9fcd-3abbfcb5a5a5" providerId="ADAL" clId="{E8FC097A-BFAB-4207-80F2-E256735E4F95}" dt="2024-04-24T06:55:58.396" v="624" actId="20577"/>
          <ac:spMkLst>
            <pc:docMk/>
            <pc:sldMk cId="3404696861" sldId="2147480029"/>
            <ac:spMk id="70" creationId="{3ACE82E8-3B59-6E73-F253-D1E82A41EC5B}"/>
          </ac:spMkLst>
        </pc:spChg>
        <pc:spChg chg="mod">
          <ac:chgData name="Xue,Nick (HP Med Affairs) BII-CN-S" userId="ffcf8106-b8a5-4477-9fcd-3abbfcb5a5a5" providerId="ADAL" clId="{E8FC097A-BFAB-4207-80F2-E256735E4F95}" dt="2024-04-24T06:10:27.738" v="400" actId="20577"/>
          <ac:spMkLst>
            <pc:docMk/>
            <pc:sldMk cId="3404696861" sldId="2147480029"/>
            <ac:spMk id="72" creationId="{8DAC030B-D761-AD3B-58EF-E5CA15F3D245}"/>
          </ac:spMkLst>
        </pc:spChg>
      </pc:sldChg>
      <pc:sldChg chg="addSp modSp mod">
        <pc:chgData name="Xue,Nick (HP Med Affairs) BII-CN-S" userId="ffcf8106-b8a5-4477-9fcd-3abbfcb5a5a5" providerId="ADAL" clId="{E8FC097A-BFAB-4207-80F2-E256735E4F95}" dt="2024-04-24T06:56:22.073" v="626" actId="114"/>
        <pc:sldMkLst>
          <pc:docMk/>
          <pc:sldMk cId="2818196506" sldId="2147480030"/>
        </pc:sldMkLst>
        <pc:spChg chg="add mod">
          <ac:chgData name="Xue,Nick (HP Med Affairs) BII-CN-S" userId="ffcf8106-b8a5-4477-9fcd-3abbfcb5a5a5" providerId="ADAL" clId="{E8FC097A-BFAB-4207-80F2-E256735E4F95}" dt="2024-04-24T06:49:38.408" v="595" actId="1076"/>
          <ac:spMkLst>
            <pc:docMk/>
            <pc:sldMk cId="2818196506" sldId="2147480030"/>
            <ac:spMk id="14" creationId="{FB3B6C82-D0E0-E14E-D9A8-BCA099612808}"/>
          </ac:spMkLst>
        </pc:spChg>
        <pc:spChg chg="mod">
          <ac:chgData name="Xue,Nick (HP Med Affairs) BII-CN-S" userId="ffcf8106-b8a5-4477-9fcd-3abbfcb5a5a5" providerId="ADAL" clId="{E8FC097A-BFAB-4207-80F2-E256735E4F95}" dt="2024-04-24T06:56:18.693" v="625" actId="114"/>
          <ac:spMkLst>
            <pc:docMk/>
            <pc:sldMk cId="2818196506" sldId="2147480030"/>
            <ac:spMk id="28" creationId="{2B4740A8-3A29-DAAA-7D20-D1BCE0BC6F7B}"/>
          </ac:spMkLst>
        </pc:spChg>
        <pc:spChg chg="mod">
          <ac:chgData name="Xue,Nick (HP Med Affairs) BII-CN-S" userId="ffcf8106-b8a5-4477-9fcd-3abbfcb5a5a5" providerId="ADAL" clId="{E8FC097A-BFAB-4207-80F2-E256735E4F95}" dt="2024-04-24T06:49:13.461" v="592" actId="20577"/>
          <ac:spMkLst>
            <pc:docMk/>
            <pc:sldMk cId="2818196506" sldId="2147480030"/>
            <ac:spMk id="39" creationId="{00BE7D5A-DC46-EC5F-E129-368FA8A34966}"/>
          </ac:spMkLst>
        </pc:spChg>
        <pc:spChg chg="mod">
          <ac:chgData name="Xue,Nick (HP Med Affairs) BII-CN-S" userId="ffcf8106-b8a5-4477-9fcd-3abbfcb5a5a5" providerId="ADAL" clId="{E8FC097A-BFAB-4207-80F2-E256735E4F95}" dt="2024-04-24T06:56:22.073" v="626" actId="114"/>
          <ac:spMkLst>
            <pc:docMk/>
            <pc:sldMk cId="2818196506" sldId="2147480030"/>
            <ac:spMk id="46" creationId="{ECBF7688-1FE8-01A4-FAED-4E3612838520}"/>
          </ac:spMkLst>
        </pc:spChg>
        <pc:picChg chg="add mod">
          <ac:chgData name="Xue,Nick (HP Med Affairs) BII-CN-S" userId="ffcf8106-b8a5-4477-9fcd-3abbfcb5a5a5" providerId="ADAL" clId="{E8FC097A-BFAB-4207-80F2-E256735E4F95}" dt="2024-04-24T02:10:46.908" v="128"/>
          <ac:picMkLst>
            <pc:docMk/>
            <pc:sldMk cId="2818196506" sldId="2147480030"/>
            <ac:picMk id="12" creationId="{B274FD16-3D48-04E6-0743-4E7B4026C0FA}"/>
          </ac:picMkLst>
        </pc:picChg>
      </pc:sldChg>
      <pc:sldChg chg="modSp mod">
        <pc:chgData name="Xue,Nick (HP Med Affairs) BII-CN-S" userId="ffcf8106-b8a5-4477-9fcd-3abbfcb5a5a5" providerId="ADAL" clId="{E8FC097A-BFAB-4207-80F2-E256735E4F95}" dt="2024-04-24T05:31:10.614" v="233" actId="20577"/>
        <pc:sldMkLst>
          <pc:docMk/>
          <pc:sldMk cId="1965380288" sldId="2147481656"/>
        </pc:sldMkLst>
        <pc:graphicFrameChg chg="modGraphic">
          <ac:chgData name="Xue,Nick (HP Med Affairs) BII-CN-S" userId="ffcf8106-b8a5-4477-9fcd-3abbfcb5a5a5" providerId="ADAL" clId="{E8FC097A-BFAB-4207-80F2-E256735E4F95}" dt="2024-04-24T05:31:10.614" v="233" actId="20577"/>
          <ac:graphicFrameMkLst>
            <pc:docMk/>
            <pc:sldMk cId="1965380288" sldId="2147481656"/>
            <ac:graphicFrameMk id="19" creationId="{2867D72B-A130-6827-B506-15D81EEE355D}"/>
          </ac:graphicFrameMkLst>
        </pc:graphicFrameChg>
      </pc:sldChg>
      <pc:sldChg chg="modSp mod">
        <pc:chgData name="Xue,Nick (HP Med Affairs) BII-CN-S" userId="ffcf8106-b8a5-4477-9fcd-3abbfcb5a5a5" providerId="ADAL" clId="{E8FC097A-BFAB-4207-80F2-E256735E4F95}" dt="2024-04-24T06:07:52.248" v="314" actId="20577"/>
        <pc:sldMkLst>
          <pc:docMk/>
          <pc:sldMk cId="3568533602" sldId="2147481667"/>
        </pc:sldMkLst>
        <pc:spChg chg="mod">
          <ac:chgData name="Xue,Nick (HP Med Affairs) BII-CN-S" userId="ffcf8106-b8a5-4477-9fcd-3abbfcb5a5a5" providerId="ADAL" clId="{E8FC097A-BFAB-4207-80F2-E256735E4F95}" dt="2024-04-24T06:07:52.248" v="314" actId="20577"/>
          <ac:spMkLst>
            <pc:docMk/>
            <pc:sldMk cId="3568533602" sldId="2147481667"/>
            <ac:spMk id="4" creationId="{FADE3D58-B86F-4646-9036-477A3D6B497F}"/>
          </ac:spMkLst>
        </pc:spChg>
        <pc:spChg chg="mod">
          <ac:chgData name="Xue,Nick (HP Med Affairs) BII-CN-S" userId="ffcf8106-b8a5-4477-9fcd-3abbfcb5a5a5" providerId="ADAL" clId="{E8FC097A-BFAB-4207-80F2-E256735E4F95}" dt="2024-04-24T01:36:54.511" v="12" actId="20577"/>
          <ac:spMkLst>
            <pc:docMk/>
            <pc:sldMk cId="3568533602" sldId="2147481667"/>
            <ac:spMk id="66" creationId="{0FB47982-0B8E-56F8-B823-C9FDA579B600}"/>
          </ac:spMkLst>
        </pc:spChg>
      </pc:sldChg>
      <pc:sldChg chg="addSp delSp modSp mod">
        <pc:chgData name="Xue,Nick (HP Med Affairs) BII-CN-S" userId="ffcf8106-b8a5-4477-9fcd-3abbfcb5a5a5" providerId="ADAL" clId="{E8FC097A-BFAB-4207-80F2-E256735E4F95}" dt="2024-04-24T06:55:25.069" v="620" actId="14100"/>
        <pc:sldMkLst>
          <pc:docMk/>
          <pc:sldMk cId="2655749749" sldId="2147482014"/>
        </pc:sldMkLst>
        <pc:spChg chg="del mod">
          <ac:chgData name="Xue,Nick (HP Med Affairs) BII-CN-S" userId="ffcf8106-b8a5-4477-9fcd-3abbfcb5a5a5" providerId="ADAL" clId="{E8FC097A-BFAB-4207-80F2-E256735E4F95}" dt="2024-04-24T02:27:37.298" v="212"/>
          <ac:spMkLst>
            <pc:docMk/>
            <pc:sldMk cId="2655749749" sldId="2147482014"/>
            <ac:spMk id="23" creationId="{4C430E98-1F59-6065-D21C-735F14B59322}"/>
          </ac:spMkLst>
        </pc:spChg>
        <pc:spChg chg="add mod">
          <ac:chgData name="Xue,Nick (HP Med Affairs) BII-CN-S" userId="ffcf8106-b8a5-4477-9fcd-3abbfcb5a5a5" providerId="ADAL" clId="{E8FC097A-BFAB-4207-80F2-E256735E4F95}" dt="2024-04-24T06:03:42.428" v="294" actId="1035"/>
          <ac:spMkLst>
            <pc:docMk/>
            <pc:sldMk cId="2655749749" sldId="2147482014"/>
            <ac:spMk id="59" creationId="{AECAF734-2B1E-7533-630F-EAFE24EC48EA}"/>
          </ac:spMkLst>
        </pc:spChg>
        <pc:spChg chg="mod">
          <ac:chgData name="Xue,Nick (HP Med Affairs) BII-CN-S" userId="ffcf8106-b8a5-4477-9fcd-3abbfcb5a5a5" providerId="ADAL" clId="{E8FC097A-BFAB-4207-80F2-E256735E4F95}" dt="2024-04-24T06:55:25.069" v="620" actId="14100"/>
          <ac:spMkLst>
            <pc:docMk/>
            <pc:sldMk cId="2655749749" sldId="2147482014"/>
            <ac:spMk id="67" creationId="{160B291A-EBF6-0D51-57E1-E0529B9F277B}"/>
          </ac:spMkLst>
        </pc:spChg>
      </pc:sldChg>
      <pc:sldChg chg="modSp mod">
        <pc:chgData name="Xue,Nick (HP Med Affairs) BII-CN-S" userId="ffcf8106-b8a5-4477-9fcd-3abbfcb5a5a5" providerId="ADAL" clId="{E8FC097A-BFAB-4207-80F2-E256735E4F95}" dt="2024-04-24T06:02:34.724" v="246" actId="20577"/>
        <pc:sldMkLst>
          <pc:docMk/>
          <pc:sldMk cId="2803922455" sldId="2147482017"/>
        </pc:sldMkLst>
        <pc:graphicFrameChg chg="modGraphic">
          <ac:chgData name="Xue,Nick (HP Med Affairs) BII-CN-S" userId="ffcf8106-b8a5-4477-9fcd-3abbfcb5a5a5" providerId="ADAL" clId="{E8FC097A-BFAB-4207-80F2-E256735E4F95}" dt="2024-04-24T06:02:34.724" v="246" actId="20577"/>
          <ac:graphicFrameMkLst>
            <pc:docMk/>
            <pc:sldMk cId="2803922455" sldId="2147482017"/>
            <ac:graphicFrameMk id="7" creationId="{970948B9-C2BE-FD39-0F3B-6435D7CE9438}"/>
          </ac:graphicFrameMkLst>
        </pc:graphicFrameChg>
      </pc:sldChg>
    </pc:docChg>
  </pc:docChgLst>
  <pc:docChgLst>
    <pc:chgData name="Dai,Dr.,Chris (HP Medicine) BII-CN-S" userId="3e58a745-3dd4-4a16-bba7-0132b90feb2d" providerId="ADAL" clId="{030823CD-86C0-45FF-AE08-3F1F5C96466C}"/>
    <pc:docChg chg="undo redo custSel addSld delSld modSld addMainMaster delMainMaster">
      <pc:chgData name="Dai,Dr.,Chris (HP Medicine) BII-CN-S" userId="3e58a745-3dd4-4a16-bba7-0132b90feb2d" providerId="ADAL" clId="{030823CD-86C0-45FF-AE08-3F1F5C96466C}" dt="2023-11-14T01:08:47.460" v="1531" actId="47"/>
      <pc:docMkLst>
        <pc:docMk/>
      </pc:docMkLst>
      <pc:sldChg chg="add del">
        <pc:chgData name="Dai,Dr.,Chris (HP Medicine) BII-CN-S" userId="3e58a745-3dd4-4a16-bba7-0132b90feb2d" providerId="ADAL" clId="{030823CD-86C0-45FF-AE08-3F1F5C96466C}" dt="2023-11-13T06:05:40.579" v="2" actId="47"/>
        <pc:sldMkLst>
          <pc:docMk/>
          <pc:sldMk cId="2985877493" sldId="9813"/>
        </pc:sldMkLst>
      </pc:sldChg>
      <pc:sldChg chg="modSp mod">
        <pc:chgData name="Dai,Dr.,Chris (HP Medicine) BII-CN-S" userId="3e58a745-3dd4-4a16-bba7-0132b90feb2d" providerId="ADAL" clId="{030823CD-86C0-45FF-AE08-3F1F5C96466C}" dt="2023-11-13T09:49:34.222" v="1489" actId="208"/>
        <pc:sldMkLst>
          <pc:docMk/>
          <pc:sldMk cId="831008360" sldId="2147480013"/>
        </pc:sldMkLst>
        <pc:spChg chg="mod">
          <ac:chgData name="Dai,Dr.,Chris (HP Medicine) BII-CN-S" userId="3e58a745-3dd4-4a16-bba7-0132b90feb2d" providerId="ADAL" clId="{030823CD-86C0-45FF-AE08-3F1F5C96466C}" dt="2023-11-13T09:49:34.222" v="1489" actId="208"/>
          <ac:spMkLst>
            <pc:docMk/>
            <pc:sldMk cId="831008360" sldId="2147480013"/>
            <ac:spMk id="46" creationId="{FF151C82-CF01-D6AB-759C-151FC0D8E179}"/>
          </ac:spMkLst>
        </pc:spChg>
      </pc:sldChg>
      <pc:sldChg chg="modSp mod">
        <pc:chgData name="Dai,Dr.,Chris (HP Medicine) BII-CN-S" userId="3e58a745-3dd4-4a16-bba7-0132b90feb2d" providerId="ADAL" clId="{030823CD-86C0-45FF-AE08-3F1F5C96466C}" dt="2023-11-14T00:05:57.895" v="1497" actId="20577"/>
        <pc:sldMkLst>
          <pc:docMk/>
          <pc:sldMk cId="1101569393" sldId="2147480014"/>
        </pc:sldMkLst>
        <pc:spChg chg="mod">
          <ac:chgData name="Dai,Dr.,Chris (HP Medicine) BII-CN-S" userId="3e58a745-3dd4-4a16-bba7-0132b90feb2d" providerId="ADAL" clId="{030823CD-86C0-45FF-AE08-3F1F5C96466C}" dt="2023-11-13T07:55:24.304" v="1209" actId="1036"/>
          <ac:spMkLst>
            <pc:docMk/>
            <pc:sldMk cId="1101569393" sldId="2147480014"/>
            <ac:spMk id="5" creationId="{F6FA9CCB-3398-F6CF-657E-D2493DD3D567}"/>
          </ac:spMkLst>
        </pc:spChg>
        <pc:spChg chg="mod">
          <ac:chgData name="Dai,Dr.,Chris (HP Medicine) BII-CN-S" userId="3e58a745-3dd4-4a16-bba7-0132b90feb2d" providerId="ADAL" clId="{030823CD-86C0-45FF-AE08-3F1F5C96466C}" dt="2023-11-13T07:55:24.304" v="1209" actId="1036"/>
          <ac:spMkLst>
            <pc:docMk/>
            <pc:sldMk cId="1101569393" sldId="2147480014"/>
            <ac:spMk id="10" creationId="{2105EB4F-8917-5DE1-4DA1-0F25510F2A8F}"/>
          </ac:spMkLst>
        </pc:spChg>
        <pc:spChg chg="mod">
          <ac:chgData name="Dai,Dr.,Chris (HP Medicine) BII-CN-S" userId="3e58a745-3dd4-4a16-bba7-0132b90feb2d" providerId="ADAL" clId="{030823CD-86C0-45FF-AE08-3F1F5C96466C}" dt="2023-11-13T07:55:24.304" v="1209" actId="1036"/>
          <ac:spMkLst>
            <pc:docMk/>
            <pc:sldMk cId="1101569393" sldId="2147480014"/>
            <ac:spMk id="11" creationId="{392F5196-9F44-B16F-0EF7-FAB1F9C00BA3}"/>
          </ac:spMkLst>
        </pc:spChg>
        <pc:spChg chg="mod">
          <ac:chgData name="Dai,Dr.,Chris (HP Medicine) BII-CN-S" userId="3e58a745-3dd4-4a16-bba7-0132b90feb2d" providerId="ADAL" clId="{030823CD-86C0-45FF-AE08-3F1F5C96466C}" dt="2023-11-13T07:55:24.304" v="1209" actId="1036"/>
          <ac:spMkLst>
            <pc:docMk/>
            <pc:sldMk cId="1101569393" sldId="2147480014"/>
            <ac:spMk id="12" creationId="{9D61B597-974B-54E5-BD85-56B18E90FCF2}"/>
          </ac:spMkLst>
        </pc:spChg>
        <pc:spChg chg="mod">
          <ac:chgData name="Dai,Dr.,Chris (HP Medicine) BII-CN-S" userId="3e58a745-3dd4-4a16-bba7-0132b90feb2d" providerId="ADAL" clId="{030823CD-86C0-45FF-AE08-3F1F5C96466C}" dt="2023-11-13T07:55:24.304" v="1209" actId="1036"/>
          <ac:spMkLst>
            <pc:docMk/>
            <pc:sldMk cId="1101569393" sldId="2147480014"/>
            <ac:spMk id="13" creationId="{45D33F23-E261-971F-21E7-C8FBF8C5B5B5}"/>
          </ac:spMkLst>
        </pc:spChg>
        <pc:spChg chg="mod">
          <ac:chgData name="Dai,Dr.,Chris (HP Medicine) BII-CN-S" userId="3e58a745-3dd4-4a16-bba7-0132b90feb2d" providerId="ADAL" clId="{030823CD-86C0-45FF-AE08-3F1F5C96466C}" dt="2023-11-13T07:55:24.304" v="1209" actId="1036"/>
          <ac:spMkLst>
            <pc:docMk/>
            <pc:sldMk cId="1101569393" sldId="2147480014"/>
            <ac:spMk id="14" creationId="{2425FAA6-0B8A-3165-2B67-EDDB705C1D9E}"/>
          </ac:spMkLst>
        </pc:spChg>
        <pc:spChg chg="mod">
          <ac:chgData name="Dai,Dr.,Chris (HP Medicine) BII-CN-S" userId="3e58a745-3dd4-4a16-bba7-0132b90feb2d" providerId="ADAL" clId="{030823CD-86C0-45FF-AE08-3F1F5C96466C}" dt="2023-11-13T07:55:24.304" v="1209" actId="1036"/>
          <ac:spMkLst>
            <pc:docMk/>
            <pc:sldMk cId="1101569393" sldId="2147480014"/>
            <ac:spMk id="15" creationId="{0BA9AABE-5773-D7BF-A65D-F299233716E2}"/>
          </ac:spMkLst>
        </pc:spChg>
        <pc:spChg chg="mod">
          <ac:chgData name="Dai,Dr.,Chris (HP Medicine) BII-CN-S" userId="3e58a745-3dd4-4a16-bba7-0132b90feb2d" providerId="ADAL" clId="{030823CD-86C0-45FF-AE08-3F1F5C96466C}" dt="2023-11-13T07:55:24.304" v="1209" actId="1036"/>
          <ac:spMkLst>
            <pc:docMk/>
            <pc:sldMk cId="1101569393" sldId="2147480014"/>
            <ac:spMk id="16" creationId="{2892C146-2AF7-DE03-A679-39068A7462E8}"/>
          </ac:spMkLst>
        </pc:spChg>
        <pc:spChg chg="mod">
          <ac:chgData name="Dai,Dr.,Chris (HP Medicine) BII-CN-S" userId="3e58a745-3dd4-4a16-bba7-0132b90feb2d" providerId="ADAL" clId="{030823CD-86C0-45FF-AE08-3F1F5C96466C}" dt="2023-11-13T07:55:24.304" v="1209" actId="1036"/>
          <ac:spMkLst>
            <pc:docMk/>
            <pc:sldMk cId="1101569393" sldId="2147480014"/>
            <ac:spMk id="18" creationId="{11588CA9-EA3B-4B0A-2649-A24F25F003B6}"/>
          </ac:spMkLst>
        </pc:spChg>
        <pc:spChg chg="mod">
          <ac:chgData name="Dai,Dr.,Chris (HP Medicine) BII-CN-S" userId="3e58a745-3dd4-4a16-bba7-0132b90feb2d" providerId="ADAL" clId="{030823CD-86C0-45FF-AE08-3F1F5C96466C}" dt="2023-11-13T07:55:24.304" v="1209" actId="1036"/>
          <ac:spMkLst>
            <pc:docMk/>
            <pc:sldMk cId="1101569393" sldId="2147480014"/>
            <ac:spMk id="19" creationId="{B311B571-1677-A8F6-4156-0D5110C4FB32}"/>
          </ac:spMkLst>
        </pc:spChg>
        <pc:spChg chg="mod">
          <ac:chgData name="Dai,Dr.,Chris (HP Medicine) BII-CN-S" userId="3e58a745-3dd4-4a16-bba7-0132b90feb2d" providerId="ADAL" clId="{030823CD-86C0-45FF-AE08-3F1F5C96466C}" dt="2023-11-13T07:55:24.304" v="1209" actId="1036"/>
          <ac:spMkLst>
            <pc:docMk/>
            <pc:sldMk cId="1101569393" sldId="2147480014"/>
            <ac:spMk id="21" creationId="{C2FD9C4E-1F3F-53DA-DFED-1C87D1D7D962}"/>
          </ac:spMkLst>
        </pc:spChg>
        <pc:spChg chg="mod">
          <ac:chgData name="Dai,Dr.,Chris (HP Medicine) BII-CN-S" userId="3e58a745-3dd4-4a16-bba7-0132b90feb2d" providerId="ADAL" clId="{030823CD-86C0-45FF-AE08-3F1F5C96466C}" dt="2023-11-13T07:55:24.304" v="1209" actId="1036"/>
          <ac:spMkLst>
            <pc:docMk/>
            <pc:sldMk cId="1101569393" sldId="2147480014"/>
            <ac:spMk id="25" creationId="{C4A5A9EC-3C28-8EC3-ECAF-8EB5C6A920EF}"/>
          </ac:spMkLst>
        </pc:spChg>
        <pc:spChg chg="mod">
          <ac:chgData name="Dai,Dr.,Chris (HP Medicine) BII-CN-S" userId="3e58a745-3dd4-4a16-bba7-0132b90feb2d" providerId="ADAL" clId="{030823CD-86C0-45FF-AE08-3F1F5C96466C}" dt="2023-11-13T07:55:24.304" v="1209" actId="1036"/>
          <ac:spMkLst>
            <pc:docMk/>
            <pc:sldMk cId="1101569393" sldId="2147480014"/>
            <ac:spMk id="26" creationId="{6FC49449-3107-D9EB-6B5B-4026737784E5}"/>
          </ac:spMkLst>
        </pc:spChg>
        <pc:spChg chg="mod">
          <ac:chgData name="Dai,Dr.,Chris (HP Medicine) BII-CN-S" userId="3e58a745-3dd4-4a16-bba7-0132b90feb2d" providerId="ADAL" clId="{030823CD-86C0-45FF-AE08-3F1F5C96466C}" dt="2023-11-13T07:55:24.304" v="1209" actId="1036"/>
          <ac:spMkLst>
            <pc:docMk/>
            <pc:sldMk cId="1101569393" sldId="2147480014"/>
            <ac:spMk id="27" creationId="{DCE8448E-BD96-4266-8BB7-1D115482E47A}"/>
          </ac:spMkLst>
        </pc:spChg>
        <pc:spChg chg="mod">
          <ac:chgData name="Dai,Dr.,Chris (HP Medicine) BII-CN-S" userId="3e58a745-3dd4-4a16-bba7-0132b90feb2d" providerId="ADAL" clId="{030823CD-86C0-45FF-AE08-3F1F5C96466C}" dt="2023-11-13T07:55:24.304" v="1209" actId="1036"/>
          <ac:spMkLst>
            <pc:docMk/>
            <pc:sldMk cId="1101569393" sldId="2147480014"/>
            <ac:spMk id="28" creationId="{392C8F6E-D9E4-E39D-143A-13174CC779AF}"/>
          </ac:spMkLst>
        </pc:spChg>
        <pc:spChg chg="mod">
          <ac:chgData name="Dai,Dr.,Chris (HP Medicine) BII-CN-S" userId="3e58a745-3dd4-4a16-bba7-0132b90feb2d" providerId="ADAL" clId="{030823CD-86C0-45FF-AE08-3F1F5C96466C}" dt="2023-11-13T07:55:24.304" v="1209" actId="1036"/>
          <ac:spMkLst>
            <pc:docMk/>
            <pc:sldMk cId="1101569393" sldId="2147480014"/>
            <ac:spMk id="29" creationId="{167F6954-A4AE-E396-3A75-89C55704BA7A}"/>
          </ac:spMkLst>
        </pc:spChg>
        <pc:spChg chg="mod">
          <ac:chgData name="Dai,Dr.,Chris (HP Medicine) BII-CN-S" userId="3e58a745-3dd4-4a16-bba7-0132b90feb2d" providerId="ADAL" clId="{030823CD-86C0-45FF-AE08-3F1F5C96466C}" dt="2023-11-13T07:55:24.304" v="1209" actId="1036"/>
          <ac:spMkLst>
            <pc:docMk/>
            <pc:sldMk cId="1101569393" sldId="2147480014"/>
            <ac:spMk id="30" creationId="{4C728A92-1C08-7C97-78C1-36EF2720CA46}"/>
          </ac:spMkLst>
        </pc:spChg>
        <pc:spChg chg="mod">
          <ac:chgData name="Dai,Dr.,Chris (HP Medicine) BII-CN-S" userId="3e58a745-3dd4-4a16-bba7-0132b90feb2d" providerId="ADAL" clId="{030823CD-86C0-45FF-AE08-3F1F5C96466C}" dt="2023-11-13T07:55:24.304" v="1209" actId="1036"/>
          <ac:spMkLst>
            <pc:docMk/>
            <pc:sldMk cId="1101569393" sldId="2147480014"/>
            <ac:spMk id="31" creationId="{B937959F-312F-8F3F-EA50-CC82E3531A65}"/>
          </ac:spMkLst>
        </pc:spChg>
        <pc:spChg chg="mod">
          <ac:chgData name="Dai,Dr.,Chris (HP Medicine) BII-CN-S" userId="3e58a745-3dd4-4a16-bba7-0132b90feb2d" providerId="ADAL" clId="{030823CD-86C0-45FF-AE08-3F1F5C96466C}" dt="2023-11-13T07:55:56.550" v="1214" actId="1076"/>
          <ac:spMkLst>
            <pc:docMk/>
            <pc:sldMk cId="1101569393" sldId="2147480014"/>
            <ac:spMk id="32" creationId="{E7E49A9E-C654-DFAE-99E3-58FBAA4FFD7F}"/>
          </ac:spMkLst>
        </pc:spChg>
        <pc:spChg chg="mod">
          <ac:chgData name="Dai,Dr.,Chris (HP Medicine) BII-CN-S" userId="3e58a745-3dd4-4a16-bba7-0132b90feb2d" providerId="ADAL" clId="{030823CD-86C0-45FF-AE08-3F1F5C96466C}" dt="2023-11-14T00:05:57.895" v="1497" actId="20577"/>
          <ac:spMkLst>
            <pc:docMk/>
            <pc:sldMk cId="1101569393" sldId="2147480014"/>
            <ac:spMk id="34" creationId="{E06C2F04-EE45-8814-CDCD-1DDE01A52502}"/>
          </ac:spMkLst>
        </pc:spChg>
        <pc:spChg chg="mod">
          <ac:chgData name="Dai,Dr.,Chris (HP Medicine) BII-CN-S" userId="3e58a745-3dd4-4a16-bba7-0132b90feb2d" providerId="ADAL" clId="{030823CD-86C0-45FF-AE08-3F1F5C96466C}" dt="2023-11-13T07:55:24.304" v="1209" actId="1036"/>
          <ac:spMkLst>
            <pc:docMk/>
            <pc:sldMk cId="1101569393" sldId="2147480014"/>
            <ac:spMk id="36" creationId="{49FD7EF5-D1AB-966A-E29E-EF9FA25F3ABD}"/>
          </ac:spMkLst>
        </pc:spChg>
        <pc:spChg chg="mod">
          <ac:chgData name="Dai,Dr.,Chris (HP Medicine) BII-CN-S" userId="3e58a745-3dd4-4a16-bba7-0132b90feb2d" providerId="ADAL" clId="{030823CD-86C0-45FF-AE08-3F1F5C96466C}" dt="2023-11-13T07:55:24.304" v="1209" actId="1036"/>
          <ac:spMkLst>
            <pc:docMk/>
            <pc:sldMk cId="1101569393" sldId="2147480014"/>
            <ac:spMk id="37" creationId="{E938AB9F-D30C-8437-628D-4D9CF8FDF087}"/>
          </ac:spMkLst>
        </pc:spChg>
        <pc:spChg chg="mod">
          <ac:chgData name="Dai,Dr.,Chris (HP Medicine) BII-CN-S" userId="3e58a745-3dd4-4a16-bba7-0132b90feb2d" providerId="ADAL" clId="{030823CD-86C0-45FF-AE08-3F1F5C96466C}" dt="2023-11-13T07:55:24.304" v="1209" actId="1036"/>
          <ac:spMkLst>
            <pc:docMk/>
            <pc:sldMk cId="1101569393" sldId="2147480014"/>
            <ac:spMk id="38" creationId="{4059F363-EA1A-2B10-2A4F-6BDD81812CAB}"/>
          </ac:spMkLst>
        </pc:spChg>
        <pc:spChg chg="mod">
          <ac:chgData name="Dai,Dr.,Chris (HP Medicine) BII-CN-S" userId="3e58a745-3dd4-4a16-bba7-0132b90feb2d" providerId="ADAL" clId="{030823CD-86C0-45FF-AE08-3F1F5C96466C}" dt="2023-11-13T07:55:24.304" v="1209" actId="1036"/>
          <ac:spMkLst>
            <pc:docMk/>
            <pc:sldMk cId="1101569393" sldId="2147480014"/>
            <ac:spMk id="43" creationId="{2F16DBC7-BF82-93B1-FD7E-A25660919F57}"/>
          </ac:spMkLst>
        </pc:spChg>
        <pc:spChg chg="mod">
          <ac:chgData name="Dai,Dr.,Chris (HP Medicine) BII-CN-S" userId="3e58a745-3dd4-4a16-bba7-0132b90feb2d" providerId="ADAL" clId="{030823CD-86C0-45FF-AE08-3F1F5C96466C}" dt="2023-11-13T07:55:24.304" v="1209" actId="1036"/>
          <ac:spMkLst>
            <pc:docMk/>
            <pc:sldMk cId="1101569393" sldId="2147480014"/>
            <ac:spMk id="44" creationId="{B3C3C971-4090-F287-2129-C0D4C5BDD12D}"/>
          </ac:spMkLst>
        </pc:spChg>
        <pc:spChg chg="mod">
          <ac:chgData name="Dai,Dr.,Chris (HP Medicine) BII-CN-S" userId="3e58a745-3dd4-4a16-bba7-0132b90feb2d" providerId="ADAL" clId="{030823CD-86C0-45FF-AE08-3F1F5C96466C}" dt="2023-11-13T07:55:24.304" v="1209" actId="1036"/>
          <ac:spMkLst>
            <pc:docMk/>
            <pc:sldMk cId="1101569393" sldId="2147480014"/>
            <ac:spMk id="45" creationId="{9B339345-C53C-21E3-E662-42C2A2D09635}"/>
          </ac:spMkLst>
        </pc:spChg>
        <pc:spChg chg="mod">
          <ac:chgData name="Dai,Dr.,Chris (HP Medicine) BII-CN-S" userId="3e58a745-3dd4-4a16-bba7-0132b90feb2d" providerId="ADAL" clId="{030823CD-86C0-45FF-AE08-3F1F5C96466C}" dt="2023-11-13T07:55:24.304" v="1209" actId="1036"/>
          <ac:spMkLst>
            <pc:docMk/>
            <pc:sldMk cId="1101569393" sldId="2147480014"/>
            <ac:spMk id="46" creationId="{98CB8574-8DB7-054C-3175-930A049A0D36}"/>
          </ac:spMkLst>
        </pc:spChg>
        <pc:spChg chg="mod">
          <ac:chgData name="Dai,Dr.,Chris (HP Medicine) BII-CN-S" userId="3e58a745-3dd4-4a16-bba7-0132b90feb2d" providerId="ADAL" clId="{030823CD-86C0-45FF-AE08-3F1F5C96466C}" dt="2023-11-13T07:55:24.304" v="1209" actId="1036"/>
          <ac:spMkLst>
            <pc:docMk/>
            <pc:sldMk cId="1101569393" sldId="2147480014"/>
            <ac:spMk id="47" creationId="{B2B2CA18-0BE6-B8F6-46A2-AE19EE8704F8}"/>
          </ac:spMkLst>
        </pc:spChg>
        <pc:spChg chg="mod">
          <ac:chgData name="Dai,Dr.,Chris (HP Medicine) BII-CN-S" userId="3e58a745-3dd4-4a16-bba7-0132b90feb2d" providerId="ADAL" clId="{030823CD-86C0-45FF-AE08-3F1F5C96466C}" dt="2023-11-13T07:55:24.304" v="1209" actId="1036"/>
          <ac:spMkLst>
            <pc:docMk/>
            <pc:sldMk cId="1101569393" sldId="2147480014"/>
            <ac:spMk id="48" creationId="{97406B0E-D7E6-B768-E389-DB999452FFE3}"/>
          </ac:spMkLst>
        </pc:spChg>
        <pc:spChg chg="mod">
          <ac:chgData name="Dai,Dr.,Chris (HP Medicine) BII-CN-S" userId="3e58a745-3dd4-4a16-bba7-0132b90feb2d" providerId="ADAL" clId="{030823CD-86C0-45FF-AE08-3F1F5C96466C}" dt="2023-11-13T07:55:24.304" v="1209" actId="1036"/>
          <ac:spMkLst>
            <pc:docMk/>
            <pc:sldMk cId="1101569393" sldId="2147480014"/>
            <ac:spMk id="57" creationId="{2E48C996-5284-4EC4-6276-1F52597FECF6}"/>
          </ac:spMkLst>
        </pc:spChg>
        <pc:spChg chg="mod">
          <ac:chgData name="Dai,Dr.,Chris (HP Medicine) BII-CN-S" userId="3e58a745-3dd4-4a16-bba7-0132b90feb2d" providerId="ADAL" clId="{030823CD-86C0-45FF-AE08-3F1F5C96466C}" dt="2023-11-13T07:55:24.304" v="1209" actId="1036"/>
          <ac:spMkLst>
            <pc:docMk/>
            <pc:sldMk cId="1101569393" sldId="2147480014"/>
            <ac:spMk id="58" creationId="{8C8AC3DB-8139-8C3B-B05C-05DCD2EB0605}"/>
          </ac:spMkLst>
        </pc:spChg>
        <pc:spChg chg="mod">
          <ac:chgData name="Dai,Dr.,Chris (HP Medicine) BII-CN-S" userId="3e58a745-3dd4-4a16-bba7-0132b90feb2d" providerId="ADAL" clId="{030823CD-86C0-45FF-AE08-3F1F5C96466C}" dt="2023-11-13T07:55:24.304" v="1209" actId="1036"/>
          <ac:spMkLst>
            <pc:docMk/>
            <pc:sldMk cId="1101569393" sldId="2147480014"/>
            <ac:spMk id="60" creationId="{6B9030E3-3C49-CC13-ECD3-3C026AFFBCC3}"/>
          </ac:spMkLst>
        </pc:spChg>
        <pc:spChg chg="mod">
          <ac:chgData name="Dai,Dr.,Chris (HP Medicine) BII-CN-S" userId="3e58a745-3dd4-4a16-bba7-0132b90feb2d" providerId="ADAL" clId="{030823CD-86C0-45FF-AE08-3F1F5C96466C}" dt="2023-11-13T07:55:24.304" v="1209" actId="1036"/>
          <ac:spMkLst>
            <pc:docMk/>
            <pc:sldMk cId="1101569393" sldId="2147480014"/>
            <ac:spMk id="69" creationId="{359A216F-0990-64E9-84AF-7F2A915C85F3}"/>
          </ac:spMkLst>
        </pc:spChg>
        <pc:spChg chg="mod">
          <ac:chgData name="Dai,Dr.,Chris (HP Medicine) BII-CN-S" userId="3e58a745-3dd4-4a16-bba7-0132b90feb2d" providerId="ADAL" clId="{030823CD-86C0-45FF-AE08-3F1F5C96466C}" dt="2023-11-13T07:55:24.304" v="1209" actId="1036"/>
          <ac:spMkLst>
            <pc:docMk/>
            <pc:sldMk cId="1101569393" sldId="2147480014"/>
            <ac:spMk id="70" creationId="{EF886D6F-1217-52AA-7816-02F0C0EAE7AB}"/>
          </ac:spMkLst>
        </pc:spChg>
        <pc:spChg chg="mod">
          <ac:chgData name="Dai,Dr.,Chris (HP Medicine) BII-CN-S" userId="3e58a745-3dd4-4a16-bba7-0132b90feb2d" providerId="ADAL" clId="{030823CD-86C0-45FF-AE08-3F1F5C96466C}" dt="2023-11-13T09:49:27.673" v="1487" actId="208"/>
          <ac:spMkLst>
            <pc:docMk/>
            <pc:sldMk cId="1101569393" sldId="2147480014"/>
            <ac:spMk id="78" creationId="{91332A9C-7A62-6211-5D8D-63B38DC269D8}"/>
          </ac:spMkLst>
        </pc:spChg>
        <pc:grpChg chg="mod">
          <ac:chgData name="Dai,Dr.,Chris (HP Medicine) BII-CN-S" userId="3e58a745-3dd4-4a16-bba7-0132b90feb2d" providerId="ADAL" clId="{030823CD-86C0-45FF-AE08-3F1F5C96466C}" dt="2023-11-13T07:55:24.304" v="1209" actId="1036"/>
          <ac:grpSpMkLst>
            <pc:docMk/>
            <pc:sldMk cId="1101569393" sldId="2147480014"/>
            <ac:grpSpMk id="17" creationId="{3CC9E8B3-78CE-D5C2-B574-31242702EE21}"/>
          </ac:grpSpMkLst>
        </pc:grpChg>
        <pc:grpChg chg="mod">
          <ac:chgData name="Dai,Dr.,Chris (HP Medicine) BII-CN-S" userId="3e58a745-3dd4-4a16-bba7-0132b90feb2d" providerId="ADAL" clId="{030823CD-86C0-45FF-AE08-3F1F5C96466C}" dt="2023-11-13T07:55:24.304" v="1209" actId="1036"/>
          <ac:grpSpMkLst>
            <pc:docMk/>
            <pc:sldMk cId="1101569393" sldId="2147480014"/>
            <ac:grpSpMk id="20" creationId="{ACB33E4B-6EE5-EF6C-26BE-8B9ED9ED80E8}"/>
          </ac:grpSpMkLst>
        </pc:grpChg>
        <pc:grpChg chg="mod">
          <ac:chgData name="Dai,Dr.,Chris (HP Medicine) BII-CN-S" userId="3e58a745-3dd4-4a16-bba7-0132b90feb2d" providerId="ADAL" clId="{030823CD-86C0-45FF-AE08-3F1F5C96466C}" dt="2023-11-13T07:56:02.208" v="1215" actId="1076"/>
          <ac:grpSpMkLst>
            <pc:docMk/>
            <pc:sldMk cId="1101569393" sldId="2147480014"/>
            <ac:grpSpMk id="39" creationId="{431B778B-4DCC-2D5A-14C0-F97238265FB4}"/>
          </ac:grpSpMkLst>
        </pc:grpChg>
        <pc:grpChg chg="mod">
          <ac:chgData name="Dai,Dr.,Chris (HP Medicine) BII-CN-S" userId="3e58a745-3dd4-4a16-bba7-0132b90feb2d" providerId="ADAL" clId="{030823CD-86C0-45FF-AE08-3F1F5C96466C}" dt="2023-11-13T07:55:24.304" v="1209" actId="1036"/>
          <ac:grpSpMkLst>
            <pc:docMk/>
            <pc:sldMk cId="1101569393" sldId="2147480014"/>
            <ac:grpSpMk id="42" creationId="{D7D0F6B1-721E-3590-3282-91CDC65F83C5}"/>
          </ac:grpSpMkLst>
        </pc:grpChg>
        <pc:grpChg chg="mod">
          <ac:chgData name="Dai,Dr.,Chris (HP Medicine) BII-CN-S" userId="3e58a745-3dd4-4a16-bba7-0132b90feb2d" providerId="ADAL" clId="{030823CD-86C0-45FF-AE08-3F1F5C96466C}" dt="2023-11-13T07:55:24.304" v="1209" actId="1036"/>
          <ac:grpSpMkLst>
            <pc:docMk/>
            <pc:sldMk cId="1101569393" sldId="2147480014"/>
            <ac:grpSpMk id="55" creationId="{71CE5C9C-0DCC-9A86-B3D8-CC1149385549}"/>
          </ac:grpSpMkLst>
        </pc:grpChg>
        <pc:grpChg chg="mod">
          <ac:chgData name="Dai,Dr.,Chris (HP Medicine) BII-CN-S" userId="3e58a745-3dd4-4a16-bba7-0132b90feb2d" providerId="ADAL" clId="{030823CD-86C0-45FF-AE08-3F1F5C96466C}" dt="2023-11-13T07:55:24.304" v="1209" actId="1036"/>
          <ac:grpSpMkLst>
            <pc:docMk/>
            <pc:sldMk cId="1101569393" sldId="2147480014"/>
            <ac:grpSpMk id="56" creationId="{0EBB1CF7-E9BA-1338-F951-45429ADE82B2}"/>
          </ac:grpSpMkLst>
        </pc:grpChg>
        <pc:grpChg chg="mod">
          <ac:chgData name="Dai,Dr.,Chris (HP Medicine) BII-CN-S" userId="3e58a745-3dd4-4a16-bba7-0132b90feb2d" providerId="ADAL" clId="{030823CD-86C0-45FF-AE08-3F1F5C96466C}" dt="2023-11-13T07:55:24.304" v="1209" actId="1036"/>
          <ac:grpSpMkLst>
            <pc:docMk/>
            <pc:sldMk cId="1101569393" sldId="2147480014"/>
            <ac:grpSpMk id="59" creationId="{A4A5DE4C-86C4-78F4-AD04-958A5490FC71}"/>
          </ac:grpSpMkLst>
        </pc:grpChg>
        <pc:grpChg chg="mod">
          <ac:chgData name="Dai,Dr.,Chris (HP Medicine) BII-CN-S" userId="3e58a745-3dd4-4a16-bba7-0132b90feb2d" providerId="ADAL" clId="{030823CD-86C0-45FF-AE08-3F1F5C96466C}" dt="2023-11-13T07:55:24.304" v="1209" actId="1036"/>
          <ac:grpSpMkLst>
            <pc:docMk/>
            <pc:sldMk cId="1101569393" sldId="2147480014"/>
            <ac:grpSpMk id="68" creationId="{8E0DB76F-8547-B05B-3BD0-3693025A165E}"/>
          </ac:grpSpMkLst>
        </pc:grpChg>
        <pc:picChg chg="mod">
          <ac:chgData name="Dai,Dr.,Chris (HP Medicine) BII-CN-S" userId="3e58a745-3dd4-4a16-bba7-0132b90feb2d" providerId="ADAL" clId="{030823CD-86C0-45FF-AE08-3F1F5C96466C}" dt="2023-11-13T07:55:24.304" v="1209" actId="1036"/>
          <ac:picMkLst>
            <pc:docMk/>
            <pc:sldMk cId="1101569393" sldId="2147480014"/>
            <ac:picMk id="61" creationId="{843F4C1E-1B7D-1CDE-EAAC-4A089E5B3293}"/>
          </ac:picMkLst>
        </pc:picChg>
        <pc:cxnChg chg="mod">
          <ac:chgData name="Dai,Dr.,Chris (HP Medicine) BII-CN-S" userId="3e58a745-3dd4-4a16-bba7-0132b90feb2d" providerId="ADAL" clId="{030823CD-86C0-45FF-AE08-3F1F5C96466C}" dt="2023-11-13T07:55:17.736" v="1193" actId="1076"/>
          <ac:cxnSpMkLst>
            <pc:docMk/>
            <pc:sldMk cId="1101569393" sldId="2147480014"/>
            <ac:cxnSpMk id="3" creationId="{CC578037-E112-12E4-BF22-ED17B58C9C6B}"/>
          </ac:cxnSpMkLst>
        </pc:cxnChg>
        <pc:cxnChg chg="mod">
          <ac:chgData name="Dai,Dr.,Chris (HP Medicine) BII-CN-S" userId="3e58a745-3dd4-4a16-bba7-0132b90feb2d" providerId="ADAL" clId="{030823CD-86C0-45FF-AE08-3F1F5C96466C}" dt="2023-11-13T07:55:24.304" v="1209" actId="1036"/>
          <ac:cxnSpMkLst>
            <pc:docMk/>
            <pc:sldMk cId="1101569393" sldId="2147480014"/>
            <ac:cxnSpMk id="22" creationId="{7F910B48-042A-5A90-A076-786BF1E2FCD1}"/>
          </ac:cxnSpMkLst>
        </pc:cxnChg>
        <pc:cxnChg chg="mod">
          <ac:chgData name="Dai,Dr.,Chris (HP Medicine) BII-CN-S" userId="3e58a745-3dd4-4a16-bba7-0132b90feb2d" providerId="ADAL" clId="{030823CD-86C0-45FF-AE08-3F1F5C96466C}" dt="2023-11-13T07:55:24.304" v="1209" actId="1036"/>
          <ac:cxnSpMkLst>
            <pc:docMk/>
            <pc:sldMk cId="1101569393" sldId="2147480014"/>
            <ac:cxnSpMk id="23" creationId="{1AD5CAF3-5649-6C98-2304-0DE4C0025E85}"/>
          </ac:cxnSpMkLst>
        </pc:cxnChg>
        <pc:cxnChg chg="mod">
          <ac:chgData name="Dai,Dr.,Chris (HP Medicine) BII-CN-S" userId="3e58a745-3dd4-4a16-bba7-0132b90feb2d" providerId="ADAL" clId="{030823CD-86C0-45FF-AE08-3F1F5C96466C}" dt="2023-11-13T07:55:24.304" v="1209" actId="1036"/>
          <ac:cxnSpMkLst>
            <pc:docMk/>
            <pc:sldMk cId="1101569393" sldId="2147480014"/>
            <ac:cxnSpMk id="24" creationId="{9A61AFA1-458E-CF1D-F18C-0BAA3E4D1B4C}"/>
          </ac:cxnSpMkLst>
        </pc:cxnChg>
        <pc:cxnChg chg="mod">
          <ac:chgData name="Dai,Dr.,Chris (HP Medicine) BII-CN-S" userId="3e58a745-3dd4-4a16-bba7-0132b90feb2d" providerId="ADAL" clId="{030823CD-86C0-45FF-AE08-3F1F5C96466C}" dt="2023-11-13T07:55:24.304" v="1209" actId="1036"/>
          <ac:cxnSpMkLst>
            <pc:docMk/>
            <pc:sldMk cId="1101569393" sldId="2147480014"/>
            <ac:cxnSpMk id="35" creationId="{1340ABB9-FCAB-7C7C-3BDB-DEEACB209751}"/>
          </ac:cxnSpMkLst>
        </pc:cxnChg>
        <pc:cxnChg chg="mod">
          <ac:chgData name="Dai,Dr.,Chris (HP Medicine) BII-CN-S" userId="3e58a745-3dd4-4a16-bba7-0132b90feb2d" providerId="ADAL" clId="{030823CD-86C0-45FF-AE08-3F1F5C96466C}" dt="2023-11-13T07:55:24.304" v="1209" actId="1036"/>
          <ac:cxnSpMkLst>
            <pc:docMk/>
            <pc:sldMk cId="1101569393" sldId="2147480014"/>
            <ac:cxnSpMk id="49" creationId="{962439E6-17F3-D142-06A9-D7E6A0B8AA9A}"/>
          </ac:cxnSpMkLst>
        </pc:cxnChg>
      </pc:sldChg>
      <pc:sldChg chg="add del">
        <pc:chgData name="Dai,Dr.,Chris (HP Medicine) BII-CN-S" userId="3e58a745-3dd4-4a16-bba7-0132b90feb2d" providerId="ADAL" clId="{030823CD-86C0-45FF-AE08-3F1F5C96466C}" dt="2023-11-13T06:05:40.579" v="2" actId="47"/>
        <pc:sldMkLst>
          <pc:docMk/>
          <pc:sldMk cId="1644419758" sldId="2147480014"/>
        </pc:sldMkLst>
      </pc:sldChg>
      <pc:sldChg chg="modSp mod">
        <pc:chgData name="Dai,Dr.,Chris (HP Medicine) BII-CN-S" userId="3e58a745-3dd4-4a16-bba7-0132b90feb2d" providerId="ADAL" clId="{030823CD-86C0-45FF-AE08-3F1F5C96466C}" dt="2023-11-14T00:05:47.359" v="1496" actId="14100"/>
        <pc:sldMkLst>
          <pc:docMk/>
          <pc:sldMk cId="1935068847" sldId="2147480015"/>
        </pc:sldMkLst>
        <pc:spChg chg="mod">
          <ac:chgData name="Dai,Dr.,Chris (HP Medicine) BII-CN-S" userId="3e58a745-3dd4-4a16-bba7-0132b90feb2d" providerId="ADAL" clId="{030823CD-86C0-45FF-AE08-3F1F5C96466C}" dt="2023-11-14T00:05:47.359" v="1496" actId="14100"/>
          <ac:spMkLst>
            <pc:docMk/>
            <pc:sldMk cId="1935068847" sldId="2147480015"/>
            <ac:spMk id="12" creationId="{E853305C-D59E-1023-2C92-0066072A861B}"/>
          </ac:spMkLst>
        </pc:spChg>
        <pc:spChg chg="mod">
          <ac:chgData name="Dai,Dr.,Chris (HP Medicine) BII-CN-S" userId="3e58a745-3dd4-4a16-bba7-0132b90feb2d" providerId="ADAL" clId="{030823CD-86C0-45FF-AE08-3F1F5C96466C}" dt="2023-11-13T09:49:20.109" v="1485" actId="208"/>
          <ac:spMkLst>
            <pc:docMk/>
            <pc:sldMk cId="1935068847" sldId="2147480015"/>
            <ac:spMk id="67" creationId="{20A40DAA-60D9-97AE-E564-0A5E05E2D857}"/>
          </ac:spMkLst>
        </pc:spChg>
        <pc:grpChg chg="mod">
          <ac:chgData name="Dai,Dr.,Chris (HP Medicine) BII-CN-S" userId="3e58a745-3dd4-4a16-bba7-0132b90feb2d" providerId="ADAL" clId="{030823CD-86C0-45FF-AE08-3F1F5C96466C}" dt="2023-11-13T07:56:09.765" v="1216" actId="1076"/>
          <ac:grpSpMkLst>
            <pc:docMk/>
            <pc:sldMk cId="1935068847" sldId="2147480015"/>
            <ac:grpSpMk id="8" creationId="{A823E1E9-265E-DC14-1C3A-6B209CBC22EA}"/>
          </ac:grpSpMkLst>
        </pc:grpChg>
      </pc:sldChg>
      <pc:sldChg chg="modSp mod">
        <pc:chgData name="Dai,Dr.,Chris (HP Medicine) BII-CN-S" userId="3e58a745-3dd4-4a16-bba7-0132b90feb2d" providerId="ADAL" clId="{030823CD-86C0-45FF-AE08-3F1F5C96466C}" dt="2023-11-13T09:49:15.134" v="1484" actId="208"/>
        <pc:sldMkLst>
          <pc:docMk/>
          <pc:sldMk cId="122818098" sldId="2147480016"/>
        </pc:sldMkLst>
        <pc:spChg chg="mod">
          <ac:chgData name="Dai,Dr.,Chris (HP Medicine) BII-CN-S" userId="3e58a745-3dd4-4a16-bba7-0132b90feb2d" providerId="ADAL" clId="{030823CD-86C0-45FF-AE08-3F1F5C96466C}" dt="2023-11-13T09:49:15.134" v="1484" actId="208"/>
          <ac:spMkLst>
            <pc:docMk/>
            <pc:sldMk cId="122818098" sldId="2147480016"/>
            <ac:spMk id="60" creationId="{301815FF-7564-5425-46BB-9C7E7A418286}"/>
          </ac:spMkLst>
        </pc:spChg>
        <pc:grpChg chg="mod">
          <ac:chgData name="Dai,Dr.,Chris (HP Medicine) BII-CN-S" userId="3e58a745-3dd4-4a16-bba7-0132b90feb2d" providerId="ADAL" clId="{030823CD-86C0-45FF-AE08-3F1F5C96466C}" dt="2023-11-13T07:52:59.261" v="1144" actId="1076"/>
          <ac:grpSpMkLst>
            <pc:docMk/>
            <pc:sldMk cId="122818098" sldId="2147480016"/>
            <ac:grpSpMk id="8" creationId="{C4621F60-30C7-348A-AA38-CDC67018A272}"/>
          </ac:grpSpMkLst>
        </pc:grpChg>
        <pc:cxnChg chg="mod">
          <ac:chgData name="Dai,Dr.,Chris (HP Medicine) BII-CN-S" userId="3e58a745-3dd4-4a16-bba7-0132b90feb2d" providerId="ADAL" clId="{030823CD-86C0-45FF-AE08-3F1F5C96466C}" dt="2023-11-13T07:54:04.766" v="1165" actId="208"/>
          <ac:cxnSpMkLst>
            <pc:docMk/>
            <pc:sldMk cId="122818098" sldId="2147480016"/>
            <ac:cxnSpMk id="34" creationId="{323F0017-2044-CA1A-C5D3-A0C5AF404E7D}"/>
          </ac:cxnSpMkLst>
        </pc:cxnChg>
      </pc:sldChg>
      <pc:sldChg chg="modSp mod">
        <pc:chgData name="Dai,Dr.,Chris (HP Medicine) BII-CN-S" userId="3e58a745-3dd4-4a16-bba7-0132b90feb2d" providerId="ADAL" clId="{030823CD-86C0-45FF-AE08-3F1F5C96466C}" dt="2023-11-14T00:05:32.858" v="1492" actId="20577"/>
        <pc:sldMkLst>
          <pc:docMk/>
          <pc:sldMk cId="2878148223" sldId="2147480017"/>
        </pc:sldMkLst>
        <pc:spChg chg="mod">
          <ac:chgData name="Dai,Dr.,Chris (HP Medicine) BII-CN-S" userId="3e58a745-3dd4-4a16-bba7-0132b90feb2d" providerId="ADAL" clId="{030823CD-86C0-45FF-AE08-3F1F5C96466C}" dt="2023-11-14T00:05:32.858" v="1492" actId="20577"/>
          <ac:spMkLst>
            <pc:docMk/>
            <pc:sldMk cId="2878148223" sldId="2147480017"/>
            <ac:spMk id="59" creationId="{24FBC0E0-2245-EE63-2F4A-49CDDFF36F75}"/>
          </ac:spMkLst>
        </pc:spChg>
        <pc:grpChg chg="mod">
          <ac:chgData name="Dai,Dr.,Chris (HP Medicine) BII-CN-S" userId="3e58a745-3dd4-4a16-bba7-0132b90feb2d" providerId="ADAL" clId="{030823CD-86C0-45FF-AE08-3F1F5C96466C}" dt="2023-11-13T07:52:53.246" v="1143" actId="1076"/>
          <ac:grpSpMkLst>
            <pc:docMk/>
            <pc:sldMk cId="2878148223" sldId="2147480017"/>
            <ac:grpSpMk id="60" creationId="{560D808D-73B8-99DC-C3BF-0F8E72FCABFB}"/>
          </ac:grpSpMkLst>
        </pc:grpChg>
      </pc:sldChg>
      <pc:sldChg chg="addSp delSp modSp mod">
        <pc:chgData name="Dai,Dr.,Chris (HP Medicine) BII-CN-S" userId="3e58a745-3dd4-4a16-bba7-0132b90feb2d" providerId="ADAL" clId="{030823CD-86C0-45FF-AE08-3F1F5C96466C}" dt="2023-11-13T09:35:04.928" v="1412" actId="20577"/>
        <pc:sldMkLst>
          <pc:docMk/>
          <pc:sldMk cId="3748481175" sldId="2147480018"/>
        </pc:sldMkLst>
        <pc:spChg chg="add del mod">
          <ac:chgData name="Dai,Dr.,Chris (HP Medicine) BII-CN-S" userId="3e58a745-3dd4-4a16-bba7-0132b90feb2d" providerId="ADAL" clId="{030823CD-86C0-45FF-AE08-3F1F5C96466C}" dt="2023-11-13T07:46:47.783" v="1080" actId="478"/>
          <ac:spMkLst>
            <pc:docMk/>
            <pc:sldMk cId="3748481175" sldId="2147480018"/>
            <ac:spMk id="4" creationId="{5F436241-79F0-390F-DB38-F50D08947FF1}"/>
          </ac:spMkLst>
        </pc:spChg>
        <pc:spChg chg="mod">
          <ac:chgData name="Dai,Dr.,Chris (HP Medicine) BII-CN-S" userId="3e58a745-3dd4-4a16-bba7-0132b90feb2d" providerId="ADAL" clId="{030823CD-86C0-45FF-AE08-3F1F5C96466C}" dt="2023-11-13T07:49:36.937" v="1081" actId="207"/>
          <ac:spMkLst>
            <pc:docMk/>
            <pc:sldMk cId="3748481175" sldId="2147480018"/>
            <ac:spMk id="8" creationId="{79B0F7C6-3608-9ABC-7B4B-79B242AD1D12}"/>
          </ac:spMkLst>
        </pc:spChg>
        <pc:spChg chg="mod">
          <ac:chgData name="Dai,Dr.,Chris (HP Medicine) BII-CN-S" userId="3e58a745-3dd4-4a16-bba7-0132b90feb2d" providerId="ADAL" clId="{030823CD-86C0-45FF-AE08-3F1F5C96466C}" dt="2023-11-13T09:18:01.311" v="1400" actId="1038"/>
          <ac:spMkLst>
            <pc:docMk/>
            <pc:sldMk cId="3748481175" sldId="2147480018"/>
            <ac:spMk id="9" creationId="{C2FC20C8-79A2-1000-4FAF-6A3E16E3F2D0}"/>
          </ac:spMkLst>
        </pc:spChg>
        <pc:spChg chg="mod">
          <ac:chgData name="Dai,Dr.,Chris (HP Medicine) BII-CN-S" userId="3e58a745-3dd4-4a16-bba7-0132b90feb2d" providerId="ADAL" clId="{030823CD-86C0-45FF-AE08-3F1F5C96466C}" dt="2023-11-13T09:18:01.311" v="1400" actId="1038"/>
          <ac:spMkLst>
            <pc:docMk/>
            <pc:sldMk cId="3748481175" sldId="2147480018"/>
            <ac:spMk id="10" creationId="{20C05572-6A3C-82F5-AF14-EB5092C1979A}"/>
          </ac:spMkLst>
        </pc:spChg>
        <pc:spChg chg="mod">
          <ac:chgData name="Dai,Dr.,Chris (HP Medicine) BII-CN-S" userId="3e58a745-3dd4-4a16-bba7-0132b90feb2d" providerId="ADAL" clId="{030823CD-86C0-45FF-AE08-3F1F5C96466C}" dt="2023-11-13T09:05:00.609" v="1381" actId="1038"/>
          <ac:spMkLst>
            <pc:docMk/>
            <pc:sldMk cId="3748481175" sldId="2147480018"/>
            <ac:spMk id="16" creationId="{938D698E-F081-7F79-842B-CA2BAEF5FF3F}"/>
          </ac:spMkLst>
        </pc:spChg>
        <pc:spChg chg="mod">
          <ac:chgData name="Dai,Dr.,Chris (HP Medicine) BII-CN-S" userId="3e58a745-3dd4-4a16-bba7-0132b90feb2d" providerId="ADAL" clId="{030823CD-86C0-45FF-AE08-3F1F5C96466C}" dt="2023-11-13T09:04:53.359" v="1377" actId="1036"/>
          <ac:spMkLst>
            <pc:docMk/>
            <pc:sldMk cId="3748481175" sldId="2147480018"/>
            <ac:spMk id="65" creationId="{1E6770FE-FAA0-9CEB-131A-579533706E40}"/>
          </ac:spMkLst>
        </pc:spChg>
        <pc:spChg chg="mod">
          <ac:chgData name="Dai,Dr.,Chris (HP Medicine) BII-CN-S" userId="3e58a745-3dd4-4a16-bba7-0132b90feb2d" providerId="ADAL" clId="{030823CD-86C0-45FF-AE08-3F1F5C96466C}" dt="2023-11-13T09:19:31.342" v="1401" actId="207"/>
          <ac:spMkLst>
            <pc:docMk/>
            <pc:sldMk cId="3748481175" sldId="2147480018"/>
            <ac:spMk id="67" creationId="{89034745-704B-AB73-AF12-CAF0D3247C1F}"/>
          </ac:spMkLst>
        </pc:spChg>
        <pc:spChg chg="mod">
          <ac:chgData name="Dai,Dr.,Chris (HP Medicine) BII-CN-S" userId="3e58a745-3dd4-4a16-bba7-0132b90feb2d" providerId="ADAL" clId="{030823CD-86C0-45FF-AE08-3F1F5C96466C}" dt="2023-11-13T09:05:41.525" v="1399" actId="1076"/>
          <ac:spMkLst>
            <pc:docMk/>
            <pc:sldMk cId="3748481175" sldId="2147480018"/>
            <ac:spMk id="68" creationId="{BB9A97F6-7B2A-CBB1-0DE2-4679DC2C0AB5}"/>
          </ac:spMkLst>
        </pc:spChg>
        <pc:spChg chg="mod">
          <ac:chgData name="Dai,Dr.,Chris (HP Medicine) BII-CN-S" userId="3e58a745-3dd4-4a16-bba7-0132b90feb2d" providerId="ADAL" clId="{030823CD-86C0-45FF-AE08-3F1F5C96466C}" dt="2023-11-13T07:51:45.999" v="1138" actId="1035"/>
          <ac:spMkLst>
            <pc:docMk/>
            <pc:sldMk cId="3748481175" sldId="2147480018"/>
            <ac:spMk id="71" creationId="{AB70E62A-D107-B6C4-FE65-7A0759A29610}"/>
          </ac:spMkLst>
        </pc:spChg>
        <pc:spChg chg="mod">
          <ac:chgData name="Dai,Dr.,Chris (HP Medicine) BII-CN-S" userId="3e58a745-3dd4-4a16-bba7-0132b90feb2d" providerId="ADAL" clId="{030823CD-86C0-45FF-AE08-3F1F5C96466C}" dt="2023-11-13T07:51:45.999" v="1138" actId="1035"/>
          <ac:spMkLst>
            <pc:docMk/>
            <pc:sldMk cId="3748481175" sldId="2147480018"/>
            <ac:spMk id="72" creationId="{A184613D-C5A9-0AEE-6A16-42155158C33C}"/>
          </ac:spMkLst>
        </pc:spChg>
        <pc:spChg chg="add del mod">
          <ac:chgData name="Dai,Dr.,Chris (HP Medicine) BII-CN-S" userId="3e58a745-3dd4-4a16-bba7-0132b90feb2d" providerId="ADAL" clId="{030823CD-86C0-45FF-AE08-3F1F5C96466C}" dt="2023-11-13T07:46:44.800" v="1079" actId="478"/>
          <ac:spMkLst>
            <pc:docMk/>
            <pc:sldMk cId="3748481175" sldId="2147480018"/>
            <ac:spMk id="80" creationId="{A18BD335-1D62-AE39-36D2-CECCAEC071B5}"/>
          </ac:spMkLst>
        </pc:spChg>
        <pc:spChg chg="add del mod">
          <ac:chgData name="Dai,Dr.,Chris (HP Medicine) BII-CN-S" userId="3e58a745-3dd4-4a16-bba7-0132b90feb2d" providerId="ADAL" clId="{030823CD-86C0-45FF-AE08-3F1F5C96466C}" dt="2023-11-13T07:46:21.877" v="1077" actId="478"/>
          <ac:spMkLst>
            <pc:docMk/>
            <pc:sldMk cId="3748481175" sldId="2147480018"/>
            <ac:spMk id="81" creationId="{0452FE1C-4DC6-163A-056A-7864954F6AFD}"/>
          </ac:spMkLst>
        </pc:spChg>
        <pc:spChg chg="mod">
          <ac:chgData name="Dai,Dr.,Chris (HP Medicine) BII-CN-S" userId="3e58a745-3dd4-4a16-bba7-0132b90feb2d" providerId="ADAL" clId="{030823CD-86C0-45FF-AE08-3F1F5C96466C}" dt="2023-11-13T09:35:04.928" v="1412" actId="20577"/>
          <ac:spMkLst>
            <pc:docMk/>
            <pc:sldMk cId="3748481175" sldId="2147480018"/>
            <ac:spMk id="95" creationId="{C9D221D1-DF30-DFD5-0F36-CEF230DFEDC1}"/>
          </ac:spMkLst>
        </pc:spChg>
        <pc:spChg chg="mod">
          <ac:chgData name="Dai,Dr.,Chris (HP Medicine) BII-CN-S" userId="3e58a745-3dd4-4a16-bba7-0132b90feb2d" providerId="ADAL" clId="{030823CD-86C0-45FF-AE08-3F1F5C96466C}" dt="2023-11-13T07:51:01.505" v="1123" actId="1037"/>
          <ac:spMkLst>
            <pc:docMk/>
            <pc:sldMk cId="3748481175" sldId="2147480018"/>
            <ac:spMk id="119" creationId="{7ABED43E-3A59-FED6-6F43-5CD54E2D96AF}"/>
          </ac:spMkLst>
        </pc:spChg>
        <pc:spChg chg="mod">
          <ac:chgData name="Dai,Dr.,Chris (HP Medicine) BII-CN-S" userId="3e58a745-3dd4-4a16-bba7-0132b90feb2d" providerId="ADAL" clId="{030823CD-86C0-45FF-AE08-3F1F5C96466C}" dt="2023-11-13T07:50:58.574" v="1119" actId="1038"/>
          <ac:spMkLst>
            <pc:docMk/>
            <pc:sldMk cId="3748481175" sldId="2147480018"/>
            <ac:spMk id="120" creationId="{020F1302-3822-358B-2604-4142BA901C78}"/>
          </ac:spMkLst>
        </pc:spChg>
        <pc:spChg chg="mod">
          <ac:chgData name="Dai,Dr.,Chris (HP Medicine) BII-CN-S" userId="3e58a745-3dd4-4a16-bba7-0132b90feb2d" providerId="ADAL" clId="{030823CD-86C0-45FF-AE08-3F1F5C96466C}" dt="2023-11-13T09:03:57.490" v="1357" actId="1076"/>
          <ac:spMkLst>
            <pc:docMk/>
            <pc:sldMk cId="3748481175" sldId="2147480018"/>
            <ac:spMk id="134" creationId="{D4CC09BE-FF02-45E9-ED20-0A6D90EBE4FA}"/>
          </ac:spMkLst>
        </pc:spChg>
        <pc:grpChg chg="mod">
          <ac:chgData name="Dai,Dr.,Chris (HP Medicine) BII-CN-S" userId="3e58a745-3dd4-4a16-bba7-0132b90feb2d" providerId="ADAL" clId="{030823CD-86C0-45FF-AE08-3F1F5C96466C}" dt="2023-11-13T09:04:53.359" v="1377" actId="1036"/>
          <ac:grpSpMkLst>
            <pc:docMk/>
            <pc:sldMk cId="3748481175" sldId="2147480018"/>
            <ac:grpSpMk id="31" creationId="{4C8487D4-AB41-EDE8-E754-52666EBDA965}"/>
          </ac:grpSpMkLst>
        </pc:grpChg>
        <pc:grpChg chg="mod">
          <ac:chgData name="Dai,Dr.,Chris (HP Medicine) BII-CN-S" userId="3e58a745-3dd4-4a16-bba7-0132b90feb2d" providerId="ADAL" clId="{030823CD-86C0-45FF-AE08-3F1F5C96466C}" dt="2023-11-13T09:04:53.359" v="1377" actId="1036"/>
          <ac:grpSpMkLst>
            <pc:docMk/>
            <pc:sldMk cId="3748481175" sldId="2147480018"/>
            <ac:grpSpMk id="64" creationId="{72A838E5-049D-7447-1513-3D3511F9AC7A}"/>
          </ac:grpSpMkLst>
        </pc:grpChg>
        <pc:cxnChg chg="mod">
          <ac:chgData name="Dai,Dr.,Chris (HP Medicine) BII-CN-S" userId="3e58a745-3dd4-4a16-bba7-0132b90feb2d" providerId="ADAL" clId="{030823CD-86C0-45FF-AE08-3F1F5C96466C}" dt="2023-11-13T09:04:53.359" v="1377" actId="1036"/>
          <ac:cxnSpMkLst>
            <pc:docMk/>
            <pc:sldMk cId="3748481175" sldId="2147480018"/>
            <ac:cxnSpMk id="66" creationId="{09A78C51-5219-B11F-CA29-260D2F85BDD9}"/>
          </ac:cxnSpMkLst>
        </pc:cxnChg>
        <pc:cxnChg chg="mod">
          <ac:chgData name="Dai,Dr.,Chris (HP Medicine) BII-CN-S" userId="3e58a745-3dd4-4a16-bba7-0132b90feb2d" providerId="ADAL" clId="{030823CD-86C0-45FF-AE08-3F1F5C96466C}" dt="2023-11-13T07:51:37.839" v="1129" actId="14100"/>
          <ac:cxnSpMkLst>
            <pc:docMk/>
            <pc:sldMk cId="3748481175" sldId="2147480018"/>
            <ac:cxnSpMk id="70" creationId="{68EE4575-4B86-8282-2324-839F18E5210F}"/>
          </ac:cxnSpMkLst>
        </pc:cxnChg>
      </pc:sldChg>
      <pc:sldChg chg="mod modShow">
        <pc:chgData name="Dai,Dr.,Chris (HP Medicine) BII-CN-S" userId="3e58a745-3dd4-4a16-bba7-0132b90feb2d" providerId="ADAL" clId="{030823CD-86C0-45FF-AE08-3F1F5C96466C}" dt="2023-11-14T00:05:22.220" v="1491" actId="729"/>
        <pc:sldMkLst>
          <pc:docMk/>
          <pc:sldMk cId="2930591938" sldId="2147480019"/>
        </pc:sldMkLst>
      </pc:sldChg>
      <pc:sldChg chg="delSp modSp del mod">
        <pc:chgData name="Dai,Dr.,Chris (HP Medicine) BII-CN-S" userId="3e58a745-3dd4-4a16-bba7-0132b90feb2d" providerId="ADAL" clId="{030823CD-86C0-45FF-AE08-3F1F5C96466C}" dt="2023-11-13T07:04:35.391" v="593" actId="47"/>
        <pc:sldMkLst>
          <pc:docMk/>
          <pc:sldMk cId="2897495891" sldId="2147480020"/>
        </pc:sldMkLst>
        <pc:spChg chg="mod">
          <ac:chgData name="Dai,Dr.,Chris (HP Medicine) BII-CN-S" userId="3e58a745-3dd4-4a16-bba7-0132b90feb2d" providerId="ADAL" clId="{030823CD-86C0-45FF-AE08-3F1F5C96466C}" dt="2023-11-13T06:59:44.303" v="444" actId="20577"/>
          <ac:spMkLst>
            <pc:docMk/>
            <pc:sldMk cId="2897495891" sldId="2147480020"/>
            <ac:spMk id="4" creationId="{DC654EC4-7ABA-E62A-07D0-718E4C71382E}"/>
          </ac:spMkLst>
        </pc:spChg>
        <pc:spChg chg="del">
          <ac:chgData name="Dai,Dr.,Chris (HP Medicine) BII-CN-S" userId="3e58a745-3dd4-4a16-bba7-0132b90feb2d" providerId="ADAL" clId="{030823CD-86C0-45FF-AE08-3F1F5C96466C}" dt="2023-11-13T06:59:14.747" v="440" actId="478"/>
          <ac:spMkLst>
            <pc:docMk/>
            <pc:sldMk cId="2897495891" sldId="2147480020"/>
            <ac:spMk id="5" creationId="{2AE1BE79-D440-7FCE-A638-FA32579D0186}"/>
          </ac:spMkLst>
        </pc:spChg>
      </pc:sldChg>
      <pc:sldChg chg="addSp delSp modSp mod">
        <pc:chgData name="Dai,Dr.,Chris (HP Medicine) BII-CN-S" userId="3e58a745-3dd4-4a16-bba7-0132b90feb2d" providerId="ADAL" clId="{030823CD-86C0-45FF-AE08-3F1F5C96466C}" dt="2023-11-14T00:25:45.017" v="1530" actId="207"/>
        <pc:sldMkLst>
          <pc:docMk/>
          <pc:sldMk cId="1441453890" sldId="2147480021"/>
        </pc:sldMkLst>
        <pc:spChg chg="add del mod">
          <ac:chgData name="Dai,Dr.,Chris (HP Medicine) BII-CN-S" userId="3e58a745-3dd4-4a16-bba7-0132b90feb2d" providerId="ADAL" clId="{030823CD-86C0-45FF-AE08-3F1F5C96466C}" dt="2023-11-14T00:11:23.080" v="1516" actId="478"/>
          <ac:spMkLst>
            <pc:docMk/>
            <pc:sldMk cId="1441453890" sldId="2147480021"/>
            <ac:spMk id="9" creationId="{07919CFF-4C1E-1DD3-03A3-144D6B91C000}"/>
          </ac:spMkLst>
        </pc:spChg>
        <pc:spChg chg="del mod">
          <ac:chgData name="Dai,Dr.,Chris (HP Medicine) BII-CN-S" userId="3e58a745-3dd4-4a16-bba7-0132b90feb2d" providerId="ADAL" clId="{030823CD-86C0-45FF-AE08-3F1F5C96466C}" dt="2023-11-13T06:16:55.402" v="189" actId="478"/>
          <ac:spMkLst>
            <pc:docMk/>
            <pc:sldMk cId="1441453890" sldId="2147480021"/>
            <ac:spMk id="9" creationId="{EE0817B2-97CF-2BB1-93B8-A2A46C8EAABF}"/>
          </ac:spMkLst>
        </pc:spChg>
        <pc:spChg chg="add mod">
          <ac:chgData name="Dai,Dr.,Chris (HP Medicine) BII-CN-S" userId="3e58a745-3dd4-4a16-bba7-0132b90feb2d" providerId="ADAL" clId="{030823CD-86C0-45FF-AE08-3F1F5C96466C}" dt="2023-11-14T00:15:46.679" v="1528" actId="1076"/>
          <ac:spMkLst>
            <pc:docMk/>
            <pc:sldMk cId="1441453890" sldId="2147480021"/>
            <ac:spMk id="11" creationId="{F46BDBF9-9E45-1786-BE66-FFB8B9961C53}"/>
          </ac:spMkLst>
        </pc:spChg>
        <pc:spChg chg="mod">
          <ac:chgData name="Dai,Dr.,Chris (HP Medicine) BII-CN-S" userId="3e58a745-3dd4-4a16-bba7-0132b90feb2d" providerId="ADAL" clId="{030823CD-86C0-45FF-AE08-3F1F5C96466C}" dt="2023-11-13T06:54:02.149" v="370" actId="6549"/>
          <ac:spMkLst>
            <pc:docMk/>
            <pc:sldMk cId="1441453890" sldId="2147480021"/>
            <ac:spMk id="20" creationId="{D4A09083-16B9-33EF-A1BE-0FEF531B85E9}"/>
          </ac:spMkLst>
        </pc:spChg>
        <pc:spChg chg="mod">
          <ac:chgData name="Dai,Dr.,Chris (HP Medicine) BII-CN-S" userId="3e58a745-3dd4-4a16-bba7-0132b90feb2d" providerId="ADAL" clId="{030823CD-86C0-45FF-AE08-3F1F5C96466C}" dt="2023-11-13T07:42:22.084" v="1063" actId="1076"/>
          <ac:spMkLst>
            <pc:docMk/>
            <pc:sldMk cId="1441453890" sldId="2147480021"/>
            <ac:spMk id="28" creationId="{29EE032C-B6A2-4956-80CE-0CEB9DEF0A49}"/>
          </ac:spMkLst>
        </pc:spChg>
        <pc:spChg chg="mod">
          <ac:chgData name="Dai,Dr.,Chris (HP Medicine) BII-CN-S" userId="3e58a745-3dd4-4a16-bba7-0132b90feb2d" providerId="ADAL" clId="{030823CD-86C0-45FF-AE08-3F1F5C96466C}" dt="2023-11-13T07:06:13.906" v="614" actId="1036"/>
          <ac:spMkLst>
            <pc:docMk/>
            <pc:sldMk cId="1441453890" sldId="2147480021"/>
            <ac:spMk id="38" creationId="{456F02E3-01D5-E543-75F4-A5A796B12781}"/>
          </ac:spMkLst>
        </pc:spChg>
        <pc:spChg chg="mod">
          <ac:chgData name="Dai,Dr.,Chris (HP Medicine) BII-CN-S" userId="3e58a745-3dd4-4a16-bba7-0132b90feb2d" providerId="ADAL" clId="{030823CD-86C0-45FF-AE08-3F1F5C96466C}" dt="2023-11-13T07:06:13.906" v="614" actId="1036"/>
          <ac:spMkLst>
            <pc:docMk/>
            <pc:sldMk cId="1441453890" sldId="2147480021"/>
            <ac:spMk id="39" creationId="{04A8CD4C-8373-EF23-8BD6-02355D01DBE7}"/>
          </ac:spMkLst>
        </pc:spChg>
        <pc:spChg chg="mod">
          <ac:chgData name="Dai,Dr.,Chris (HP Medicine) BII-CN-S" userId="3e58a745-3dd4-4a16-bba7-0132b90feb2d" providerId="ADAL" clId="{030823CD-86C0-45FF-AE08-3F1F5C96466C}" dt="2023-11-13T07:06:13.906" v="614" actId="1036"/>
          <ac:spMkLst>
            <pc:docMk/>
            <pc:sldMk cId="1441453890" sldId="2147480021"/>
            <ac:spMk id="40" creationId="{129B0E5A-E7E6-72E3-AC0A-6FE1D0BF0625}"/>
          </ac:spMkLst>
        </pc:spChg>
        <pc:spChg chg="mod">
          <ac:chgData name="Dai,Dr.,Chris (HP Medicine) BII-CN-S" userId="3e58a745-3dd4-4a16-bba7-0132b90feb2d" providerId="ADAL" clId="{030823CD-86C0-45FF-AE08-3F1F5C96466C}" dt="2023-11-13T07:06:13.906" v="614" actId="1036"/>
          <ac:spMkLst>
            <pc:docMk/>
            <pc:sldMk cId="1441453890" sldId="2147480021"/>
            <ac:spMk id="41" creationId="{4449A667-153A-2EE4-191F-46BCA2F0E7B4}"/>
          </ac:spMkLst>
        </pc:spChg>
        <pc:spChg chg="mod">
          <ac:chgData name="Dai,Dr.,Chris (HP Medicine) BII-CN-S" userId="3e58a745-3dd4-4a16-bba7-0132b90feb2d" providerId="ADAL" clId="{030823CD-86C0-45FF-AE08-3F1F5C96466C}" dt="2023-11-13T07:06:13.906" v="614" actId="1036"/>
          <ac:spMkLst>
            <pc:docMk/>
            <pc:sldMk cId="1441453890" sldId="2147480021"/>
            <ac:spMk id="42" creationId="{DABBC13B-2438-4A04-531D-7079E33E0D2A}"/>
          </ac:spMkLst>
        </pc:spChg>
        <pc:spChg chg="mod">
          <ac:chgData name="Dai,Dr.,Chris (HP Medicine) BII-CN-S" userId="3e58a745-3dd4-4a16-bba7-0132b90feb2d" providerId="ADAL" clId="{030823CD-86C0-45FF-AE08-3F1F5C96466C}" dt="2023-11-13T07:06:13.906" v="614" actId="1036"/>
          <ac:spMkLst>
            <pc:docMk/>
            <pc:sldMk cId="1441453890" sldId="2147480021"/>
            <ac:spMk id="43" creationId="{2B2C025A-E85A-9F00-7EB0-2E7EC8715CF2}"/>
          </ac:spMkLst>
        </pc:spChg>
        <pc:spChg chg="mod">
          <ac:chgData name="Dai,Dr.,Chris (HP Medicine) BII-CN-S" userId="3e58a745-3dd4-4a16-bba7-0132b90feb2d" providerId="ADAL" clId="{030823CD-86C0-45FF-AE08-3F1F5C96466C}" dt="2023-11-13T07:06:13.906" v="614" actId="1036"/>
          <ac:spMkLst>
            <pc:docMk/>
            <pc:sldMk cId="1441453890" sldId="2147480021"/>
            <ac:spMk id="44" creationId="{541E44FD-B116-E0B1-0042-0E9C31BB123C}"/>
          </ac:spMkLst>
        </pc:spChg>
        <pc:spChg chg="mod">
          <ac:chgData name="Dai,Dr.,Chris (HP Medicine) BII-CN-S" userId="3e58a745-3dd4-4a16-bba7-0132b90feb2d" providerId="ADAL" clId="{030823CD-86C0-45FF-AE08-3F1F5C96466C}" dt="2023-11-13T07:06:13.906" v="614" actId="1036"/>
          <ac:spMkLst>
            <pc:docMk/>
            <pc:sldMk cId="1441453890" sldId="2147480021"/>
            <ac:spMk id="46" creationId="{DCDF7C48-10C3-68EB-5538-C158096EED34}"/>
          </ac:spMkLst>
        </pc:spChg>
        <pc:spChg chg="mod">
          <ac:chgData name="Dai,Dr.,Chris (HP Medicine) BII-CN-S" userId="3e58a745-3dd4-4a16-bba7-0132b90feb2d" providerId="ADAL" clId="{030823CD-86C0-45FF-AE08-3F1F5C96466C}" dt="2023-11-13T07:06:13.906" v="614" actId="1036"/>
          <ac:spMkLst>
            <pc:docMk/>
            <pc:sldMk cId="1441453890" sldId="2147480021"/>
            <ac:spMk id="47" creationId="{D2B81A79-B124-7D2F-DE4C-4B1FD9A05F0E}"/>
          </ac:spMkLst>
        </pc:spChg>
        <pc:spChg chg="mod">
          <ac:chgData name="Dai,Dr.,Chris (HP Medicine) BII-CN-S" userId="3e58a745-3dd4-4a16-bba7-0132b90feb2d" providerId="ADAL" clId="{030823CD-86C0-45FF-AE08-3F1F5C96466C}" dt="2023-11-13T07:06:13.906" v="614" actId="1036"/>
          <ac:spMkLst>
            <pc:docMk/>
            <pc:sldMk cId="1441453890" sldId="2147480021"/>
            <ac:spMk id="49" creationId="{E9D11AFD-A649-CA8F-3DB2-69D6128A21F7}"/>
          </ac:spMkLst>
        </pc:spChg>
        <pc:spChg chg="mod">
          <ac:chgData name="Dai,Dr.,Chris (HP Medicine) BII-CN-S" userId="3e58a745-3dd4-4a16-bba7-0132b90feb2d" providerId="ADAL" clId="{030823CD-86C0-45FF-AE08-3F1F5C96466C}" dt="2023-11-13T07:06:13.906" v="614" actId="1036"/>
          <ac:spMkLst>
            <pc:docMk/>
            <pc:sldMk cId="1441453890" sldId="2147480021"/>
            <ac:spMk id="50" creationId="{61AA2983-2FFE-B877-4B61-529294A3C91A}"/>
          </ac:spMkLst>
        </pc:spChg>
        <pc:spChg chg="mod">
          <ac:chgData name="Dai,Dr.,Chris (HP Medicine) BII-CN-S" userId="3e58a745-3dd4-4a16-bba7-0132b90feb2d" providerId="ADAL" clId="{030823CD-86C0-45FF-AE08-3F1F5C96466C}" dt="2023-11-13T07:06:13.906" v="614" actId="1036"/>
          <ac:spMkLst>
            <pc:docMk/>
            <pc:sldMk cId="1441453890" sldId="2147480021"/>
            <ac:spMk id="54" creationId="{55EB8F2E-322E-CDCE-22FD-4D2FBDFFE321}"/>
          </ac:spMkLst>
        </pc:spChg>
        <pc:spChg chg="mod">
          <ac:chgData name="Dai,Dr.,Chris (HP Medicine) BII-CN-S" userId="3e58a745-3dd4-4a16-bba7-0132b90feb2d" providerId="ADAL" clId="{030823CD-86C0-45FF-AE08-3F1F5C96466C}" dt="2023-11-13T07:06:13.906" v="614" actId="1036"/>
          <ac:spMkLst>
            <pc:docMk/>
            <pc:sldMk cId="1441453890" sldId="2147480021"/>
            <ac:spMk id="55" creationId="{AD7DF63A-6847-68E9-1CF1-39EAB2463FD7}"/>
          </ac:spMkLst>
        </pc:spChg>
        <pc:spChg chg="mod">
          <ac:chgData name="Dai,Dr.,Chris (HP Medicine) BII-CN-S" userId="3e58a745-3dd4-4a16-bba7-0132b90feb2d" providerId="ADAL" clId="{030823CD-86C0-45FF-AE08-3F1F5C96466C}" dt="2023-11-13T07:06:13.906" v="614" actId="1036"/>
          <ac:spMkLst>
            <pc:docMk/>
            <pc:sldMk cId="1441453890" sldId="2147480021"/>
            <ac:spMk id="59" creationId="{7D51949B-048F-3C8B-3C90-A268E63B6732}"/>
          </ac:spMkLst>
        </pc:spChg>
        <pc:spChg chg="mod">
          <ac:chgData name="Dai,Dr.,Chris (HP Medicine) BII-CN-S" userId="3e58a745-3dd4-4a16-bba7-0132b90feb2d" providerId="ADAL" clId="{030823CD-86C0-45FF-AE08-3F1F5C96466C}" dt="2023-11-13T07:06:13.906" v="614" actId="1036"/>
          <ac:spMkLst>
            <pc:docMk/>
            <pc:sldMk cId="1441453890" sldId="2147480021"/>
            <ac:spMk id="70" creationId="{B2F705AC-69B8-E770-C88F-DF614CBE77C7}"/>
          </ac:spMkLst>
        </pc:spChg>
        <pc:spChg chg="mod">
          <ac:chgData name="Dai,Dr.,Chris (HP Medicine) BII-CN-S" userId="3e58a745-3dd4-4a16-bba7-0132b90feb2d" providerId="ADAL" clId="{030823CD-86C0-45FF-AE08-3F1F5C96466C}" dt="2023-11-13T07:06:13.906" v="614" actId="1036"/>
          <ac:spMkLst>
            <pc:docMk/>
            <pc:sldMk cId="1441453890" sldId="2147480021"/>
            <ac:spMk id="76" creationId="{CEC4044B-E518-E5DC-4FB2-51CD7771BE49}"/>
          </ac:spMkLst>
        </pc:spChg>
        <pc:spChg chg="mod">
          <ac:chgData name="Dai,Dr.,Chris (HP Medicine) BII-CN-S" userId="3e58a745-3dd4-4a16-bba7-0132b90feb2d" providerId="ADAL" clId="{030823CD-86C0-45FF-AE08-3F1F5C96466C}" dt="2023-11-14T00:25:45.017" v="1530" actId="207"/>
          <ac:spMkLst>
            <pc:docMk/>
            <pc:sldMk cId="1441453890" sldId="2147480021"/>
            <ac:spMk id="77" creationId="{26AE5677-427C-5BCB-7CA4-E749DE68249A}"/>
          </ac:spMkLst>
        </pc:spChg>
        <pc:spChg chg="add del mod">
          <ac:chgData name="Dai,Dr.,Chris (HP Medicine) BII-CN-S" userId="3e58a745-3dd4-4a16-bba7-0132b90feb2d" providerId="ADAL" clId="{030823CD-86C0-45FF-AE08-3F1F5C96466C}" dt="2023-11-13T08:39:55.668" v="1298" actId="20577"/>
          <ac:spMkLst>
            <pc:docMk/>
            <pc:sldMk cId="1441453890" sldId="2147480021"/>
            <ac:spMk id="78" creationId="{3A375D69-7840-95C0-830D-FAD5A7F12AB5}"/>
          </ac:spMkLst>
        </pc:spChg>
        <pc:spChg chg="add del">
          <ac:chgData name="Dai,Dr.,Chris (HP Medicine) BII-CN-S" userId="3e58a745-3dd4-4a16-bba7-0132b90feb2d" providerId="ADAL" clId="{030823CD-86C0-45FF-AE08-3F1F5C96466C}" dt="2023-11-13T06:55:21.680" v="388" actId="478"/>
          <ac:spMkLst>
            <pc:docMk/>
            <pc:sldMk cId="1441453890" sldId="2147480021"/>
            <ac:spMk id="83" creationId="{577DB524-6A94-32CF-3CB8-4B17BDCD9FB8}"/>
          </ac:spMkLst>
        </pc:spChg>
        <pc:spChg chg="del">
          <ac:chgData name="Dai,Dr.,Chris (HP Medicine) BII-CN-S" userId="3e58a745-3dd4-4a16-bba7-0132b90feb2d" providerId="ADAL" clId="{030823CD-86C0-45FF-AE08-3F1F5C96466C}" dt="2023-11-13T06:08:10.617" v="10" actId="478"/>
          <ac:spMkLst>
            <pc:docMk/>
            <pc:sldMk cId="1441453890" sldId="2147480021"/>
            <ac:spMk id="85" creationId="{0431DB5F-EB46-DA79-29E0-328606CD2DEC}"/>
          </ac:spMkLst>
        </pc:spChg>
        <pc:spChg chg="add del mod">
          <ac:chgData name="Dai,Dr.,Chris (HP Medicine) BII-CN-S" userId="3e58a745-3dd4-4a16-bba7-0132b90feb2d" providerId="ADAL" clId="{030823CD-86C0-45FF-AE08-3F1F5C96466C}" dt="2023-11-14T00:11:35.195" v="1518" actId="478"/>
          <ac:spMkLst>
            <pc:docMk/>
            <pc:sldMk cId="1441453890" sldId="2147480021"/>
            <ac:spMk id="87" creationId="{0BE4DCEA-28FB-B1DB-6CAD-1E6792A6C739}"/>
          </ac:spMkLst>
        </pc:spChg>
        <pc:spChg chg="add mod">
          <ac:chgData name="Dai,Dr.,Chris (HP Medicine) BII-CN-S" userId="3e58a745-3dd4-4a16-bba7-0132b90feb2d" providerId="ADAL" clId="{030823CD-86C0-45FF-AE08-3F1F5C96466C}" dt="2023-11-13T07:42:16.346" v="1062" actId="1037"/>
          <ac:spMkLst>
            <pc:docMk/>
            <pc:sldMk cId="1441453890" sldId="2147480021"/>
            <ac:spMk id="88" creationId="{74278673-51B3-D359-1C57-9CC65237AD91}"/>
          </ac:spMkLst>
        </pc:spChg>
        <pc:grpChg chg="mod">
          <ac:chgData name="Dai,Dr.,Chris (HP Medicine) BII-CN-S" userId="3e58a745-3dd4-4a16-bba7-0132b90feb2d" providerId="ADAL" clId="{030823CD-86C0-45FF-AE08-3F1F5C96466C}" dt="2023-11-13T07:06:13.906" v="614" actId="1036"/>
          <ac:grpSpMkLst>
            <pc:docMk/>
            <pc:sldMk cId="1441453890" sldId="2147480021"/>
            <ac:grpSpMk id="45" creationId="{F0E2B289-5F02-85AF-9AA7-AD254A2884A7}"/>
          </ac:grpSpMkLst>
        </pc:grpChg>
        <pc:grpChg chg="mod">
          <ac:chgData name="Dai,Dr.,Chris (HP Medicine) BII-CN-S" userId="3e58a745-3dd4-4a16-bba7-0132b90feb2d" providerId="ADAL" clId="{030823CD-86C0-45FF-AE08-3F1F5C96466C}" dt="2023-11-13T07:06:13.906" v="614" actId="1036"/>
          <ac:grpSpMkLst>
            <pc:docMk/>
            <pc:sldMk cId="1441453890" sldId="2147480021"/>
            <ac:grpSpMk id="48" creationId="{93DA2F33-5063-CD8D-DB05-EF76F1F11530}"/>
          </ac:grpSpMkLst>
        </pc:grpChg>
        <pc:graphicFrameChg chg="mod modGraphic">
          <ac:chgData name="Dai,Dr.,Chris (HP Medicine) BII-CN-S" userId="3e58a745-3dd4-4a16-bba7-0132b90feb2d" providerId="ADAL" clId="{030823CD-86C0-45FF-AE08-3F1F5C96466C}" dt="2023-11-14T00:10:03.101" v="1500"/>
          <ac:graphicFrameMkLst>
            <pc:docMk/>
            <pc:sldMk cId="1441453890" sldId="2147480021"/>
            <ac:graphicFrameMk id="6" creationId="{C4EC3719-820E-02F4-400A-B3A41001C013}"/>
          </ac:graphicFrameMkLst>
        </pc:graphicFrameChg>
        <pc:graphicFrameChg chg="mod ord modGraphic">
          <ac:chgData name="Dai,Dr.,Chris (HP Medicine) BII-CN-S" userId="3e58a745-3dd4-4a16-bba7-0132b90feb2d" providerId="ADAL" clId="{030823CD-86C0-45FF-AE08-3F1F5C96466C}" dt="2023-11-14T00:25:36.349" v="1529" actId="207"/>
          <ac:graphicFrameMkLst>
            <pc:docMk/>
            <pc:sldMk cId="1441453890" sldId="2147480021"/>
            <ac:graphicFrameMk id="86" creationId="{F02AFA9D-09DC-1A9E-E3DB-DB391ADA9C65}"/>
          </ac:graphicFrameMkLst>
        </pc:graphicFrameChg>
        <pc:picChg chg="add mod ord">
          <ac:chgData name="Dai,Dr.,Chris (HP Medicine) BII-CN-S" userId="3e58a745-3dd4-4a16-bba7-0132b90feb2d" providerId="ADAL" clId="{030823CD-86C0-45FF-AE08-3F1F5C96466C}" dt="2023-11-13T07:42:16.346" v="1062" actId="1037"/>
          <ac:picMkLst>
            <pc:docMk/>
            <pc:sldMk cId="1441453890" sldId="2147480021"/>
            <ac:picMk id="4" creationId="{3154D554-57A2-CA18-6FED-2AF77CDADEB4}"/>
          </ac:picMkLst>
        </pc:picChg>
        <pc:picChg chg="add mod">
          <ac:chgData name="Dai,Dr.,Chris (HP Medicine) BII-CN-S" userId="3e58a745-3dd4-4a16-bba7-0132b90feb2d" providerId="ADAL" clId="{030823CD-86C0-45FF-AE08-3F1F5C96466C}" dt="2023-11-13T07:42:16.346" v="1062" actId="1037"/>
          <ac:picMkLst>
            <pc:docMk/>
            <pc:sldMk cId="1441453890" sldId="2147480021"/>
            <ac:picMk id="10" creationId="{7F1AC2A8-53BA-79C3-F935-60EB02CFB3EC}"/>
          </ac:picMkLst>
        </pc:picChg>
        <pc:picChg chg="del">
          <ac:chgData name="Dai,Dr.,Chris (HP Medicine) BII-CN-S" userId="3e58a745-3dd4-4a16-bba7-0132b90feb2d" providerId="ADAL" clId="{030823CD-86C0-45FF-AE08-3F1F5C96466C}" dt="2023-11-13T06:22:33.119" v="322" actId="478"/>
          <ac:picMkLst>
            <pc:docMk/>
            <pc:sldMk cId="1441453890" sldId="2147480021"/>
            <ac:picMk id="11" creationId="{B01B6187-C9AA-325F-E67B-9576CE0C4F17}"/>
          </ac:picMkLst>
        </pc:picChg>
        <pc:picChg chg="add mod">
          <ac:chgData name="Dai,Dr.,Chris (HP Medicine) BII-CN-S" userId="3e58a745-3dd4-4a16-bba7-0132b90feb2d" providerId="ADAL" clId="{030823CD-86C0-45FF-AE08-3F1F5C96466C}" dt="2023-11-13T07:42:16.346" v="1062" actId="1037"/>
          <ac:picMkLst>
            <pc:docMk/>
            <pc:sldMk cId="1441453890" sldId="2147480021"/>
            <ac:picMk id="52" creationId="{95AD2559-31CE-5277-FB6F-4B307433EE61}"/>
          </ac:picMkLst>
        </pc:picChg>
        <pc:picChg chg="del">
          <ac:chgData name="Dai,Dr.,Chris (HP Medicine) BII-CN-S" userId="3e58a745-3dd4-4a16-bba7-0132b90feb2d" providerId="ADAL" clId="{030823CD-86C0-45FF-AE08-3F1F5C96466C}" dt="2023-11-13T06:22:33.119" v="322" actId="478"/>
          <ac:picMkLst>
            <pc:docMk/>
            <pc:sldMk cId="1441453890" sldId="2147480021"/>
            <ac:picMk id="81" creationId="{A36270EA-7970-7577-9597-2AD214BEDF21}"/>
          </ac:picMkLst>
        </pc:picChg>
        <pc:picChg chg="mod ord">
          <ac:chgData name="Dai,Dr.,Chris (HP Medicine) BII-CN-S" userId="3e58a745-3dd4-4a16-bba7-0132b90feb2d" providerId="ADAL" clId="{030823CD-86C0-45FF-AE08-3F1F5C96466C}" dt="2023-11-13T07:42:16.346" v="1062" actId="1037"/>
          <ac:picMkLst>
            <pc:docMk/>
            <pc:sldMk cId="1441453890" sldId="2147480021"/>
            <ac:picMk id="82" creationId="{CF996ADB-B79D-BA63-8EAF-270CBFE913B1}"/>
          </ac:picMkLst>
        </pc:picChg>
        <pc:picChg chg="del mod ord">
          <ac:chgData name="Dai,Dr.,Chris (HP Medicine) BII-CN-S" userId="3e58a745-3dd4-4a16-bba7-0132b90feb2d" providerId="ADAL" clId="{030823CD-86C0-45FF-AE08-3F1F5C96466C}" dt="2023-11-13T06:43:48.493" v="337" actId="478"/>
          <ac:picMkLst>
            <pc:docMk/>
            <pc:sldMk cId="1441453890" sldId="2147480021"/>
            <ac:picMk id="84" creationId="{2BBB7D1D-E5B3-AD0B-40C6-011DA193BB89}"/>
          </ac:picMkLst>
        </pc:picChg>
        <pc:cxnChg chg="mod">
          <ac:chgData name="Dai,Dr.,Chris (HP Medicine) BII-CN-S" userId="3e58a745-3dd4-4a16-bba7-0132b90feb2d" providerId="ADAL" clId="{030823CD-86C0-45FF-AE08-3F1F5C96466C}" dt="2023-11-13T07:06:13.906" v="614" actId="1036"/>
          <ac:cxnSpMkLst>
            <pc:docMk/>
            <pc:sldMk cId="1441453890" sldId="2147480021"/>
            <ac:cxnSpMk id="56" creationId="{BE01B06D-FB39-A8C0-BE57-67EE433082D2}"/>
          </ac:cxnSpMkLst>
        </pc:cxnChg>
        <pc:cxnChg chg="mod">
          <ac:chgData name="Dai,Dr.,Chris (HP Medicine) BII-CN-S" userId="3e58a745-3dd4-4a16-bba7-0132b90feb2d" providerId="ADAL" clId="{030823CD-86C0-45FF-AE08-3F1F5C96466C}" dt="2023-11-13T07:42:32.712" v="1064" actId="14100"/>
          <ac:cxnSpMkLst>
            <pc:docMk/>
            <pc:sldMk cId="1441453890" sldId="2147480021"/>
            <ac:cxnSpMk id="72" creationId="{17E80A7E-9CBD-7FE0-E679-586E71362664}"/>
          </ac:cxnSpMkLst>
        </pc:cxnChg>
      </pc:sldChg>
      <pc:sldChg chg="add del">
        <pc:chgData name="Dai,Dr.,Chris (HP Medicine) BII-CN-S" userId="3e58a745-3dd4-4a16-bba7-0132b90feb2d" providerId="ADAL" clId="{030823CD-86C0-45FF-AE08-3F1F5C96466C}" dt="2023-11-13T06:05:40.579" v="2" actId="47"/>
        <pc:sldMkLst>
          <pc:docMk/>
          <pc:sldMk cId="3450873561" sldId="2147480026"/>
        </pc:sldMkLst>
      </pc:sldChg>
      <pc:sldChg chg="add del">
        <pc:chgData name="Dai,Dr.,Chris (HP Medicine) BII-CN-S" userId="3e58a745-3dd4-4a16-bba7-0132b90feb2d" providerId="ADAL" clId="{030823CD-86C0-45FF-AE08-3F1F5C96466C}" dt="2023-11-13T06:05:40.579" v="2" actId="47"/>
        <pc:sldMkLst>
          <pc:docMk/>
          <pc:sldMk cId="2571015109" sldId="2147480027"/>
        </pc:sldMkLst>
      </pc:sldChg>
      <pc:sldChg chg="add del">
        <pc:chgData name="Dai,Dr.,Chris (HP Medicine) BII-CN-S" userId="3e58a745-3dd4-4a16-bba7-0132b90feb2d" providerId="ADAL" clId="{030823CD-86C0-45FF-AE08-3F1F5C96466C}" dt="2023-11-13T06:05:40.579" v="2" actId="47"/>
        <pc:sldMkLst>
          <pc:docMk/>
          <pc:sldMk cId="264307271" sldId="2147480028"/>
        </pc:sldMkLst>
      </pc:sldChg>
      <pc:sldChg chg="add del">
        <pc:chgData name="Dai,Dr.,Chris (HP Medicine) BII-CN-S" userId="3e58a745-3dd4-4a16-bba7-0132b90feb2d" providerId="ADAL" clId="{030823CD-86C0-45FF-AE08-3F1F5C96466C}" dt="2023-11-13T06:05:40.579" v="2" actId="47"/>
        <pc:sldMkLst>
          <pc:docMk/>
          <pc:sldMk cId="3404696861" sldId="2147480029"/>
        </pc:sldMkLst>
      </pc:sldChg>
      <pc:sldChg chg="add del">
        <pc:chgData name="Dai,Dr.,Chris (HP Medicine) BII-CN-S" userId="3e58a745-3dd4-4a16-bba7-0132b90feb2d" providerId="ADAL" clId="{030823CD-86C0-45FF-AE08-3F1F5C96466C}" dt="2023-11-13T06:05:40.579" v="2" actId="47"/>
        <pc:sldMkLst>
          <pc:docMk/>
          <pc:sldMk cId="2818196506" sldId="2147480030"/>
        </pc:sldMkLst>
      </pc:sldChg>
      <pc:sldChg chg="add del">
        <pc:chgData name="Dai,Dr.,Chris (HP Medicine) BII-CN-S" userId="3e58a745-3dd4-4a16-bba7-0132b90feb2d" providerId="ADAL" clId="{030823CD-86C0-45FF-AE08-3F1F5C96466C}" dt="2023-11-13T06:05:40.579" v="2" actId="47"/>
        <pc:sldMkLst>
          <pc:docMk/>
          <pc:sldMk cId="3828956331" sldId="2147480031"/>
        </pc:sldMkLst>
      </pc:sldChg>
      <pc:sldChg chg="add del">
        <pc:chgData name="Dai,Dr.,Chris (HP Medicine) BII-CN-S" userId="3e58a745-3dd4-4a16-bba7-0132b90feb2d" providerId="ADAL" clId="{030823CD-86C0-45FF-AE08-3F1F5C96466C}" dt="2023-11-13T06:05:40.579" v="2" actId="47"/>
        <pc:sldMkLst>
          <pc:docMk/>
          <pc:sldMk cId="2303469543" sldId="2147480032"/>
        </pc:sldMkLst>
      </pc:sldChg>
      <pc:sldChg chg="addSp delSp modSp new del mod modShow">
        <pc:chgData name="Dai,Dr.,Chris (HP Medicine) BII-CN-S" userId="3e58a745-3dd4-4a16-bba7-0132b90feb2d" providerId="ADAL" clId="{030823CD-86C0-45FF-AE08-3F1F5C96466C}" dt="2023-11-14T01:08:47.460" v="1531" actId="47"/>
        <pc:sldMkLst>
          <pc:docMk/>
          <pc:sldMk cId="1756793698" sldId="2147480049"/>
        </pc:sldMkLst>
        <pc:spChg chg="add del">
          <ac:chgData name="Dai,Dr.,Chris (HP Medicine) BII-CN-S" userId="3e58a745-3dd4-4a16-bba7-0132b90feb2d" providerId="ADAL" clId="{030823CD-86C0-45FF-AE08-3F1F5C96466C}" dt="2023-11-13T07:00:16.613" v="451"/>
          <ac:spMkLst>
            <pc:docMk/>
            <pc:sldMk cId="1756793698" sldId="2147480049"/>
            <ac:spMk id="2" creationId="{5FCB269B-3700-6502-8821-26A3E6A8CA34}"/>
          </ac:spMkLst>
        </pc:spChg>
        <pc:spChg chg="del">
          <ac:chgData name="Dai,Dr.,Chris (HP Medicine) BII-CN-S" userId="3e58a745-3dd4-4a16-bba7-0132b90feb2d" providerId="ADAL" clId="{030823CD-86C0-45FF-AE08-3F1F5C96466C}" dt="2023-11-13T07:01:09.762" v="545" actId="478"/>
          <ac:spMkLst>
            <pc:docMk/>
            <pc:sldMk cId="1756793698" sldId="2147480049"/>
            <ac:spMk id="3" creationId="{9EF7CD41-FCCA-B3BE-02E8-6722D75C58CF}"/>
          </ac:spMkLst>
        </pc:spChg>
        <pc:spChg chg="del">
          <ac:chgData name="Dai,Dr.,Chris (HP Medicine) BII-CN-S" userId="3e58a745-3dd4-4a16-bba7-0132b90feb2d" providerId="ADAL" clId="{030823CD-86C0-45FF-AE08-3F1F5C96466C}" dt="2023-11-13T07:00:01.116" v="446" actId="478"/>
          <ac:spMkLst>
            <pc:docMk/>
            <pc:sldMk cId="1756793698" sldId="2147480049"/>
            <ac:spMk id="4" creationId="{2399C5E8-5405-A670-ECF0-E25F6FF1E8A5}"/>
          </ac:spMkLst>
        </pc:spChg>
        <pc:spChg chg="add del mod">
          <ac:chgData name="Dai,Dr.,Chris (HP Medicine) BII-CN-S" userId="3e58a745-3dd4-4a16-bba7-0132b90feb2d" providerId="ADAL" clId="{030823CD-86C0-45FF-AE08-3F1F5C96466C}" dt="2023-11-13T07:00:14.166" v="449"/>
          <ac:spMkLst>
            <pc:docMk/>
            <pc:sldMk cId="1756793698" sldId="2147480049"/>
            <ac:spMk id="6" creationId="{D42E5A31-A319-976C-2399-A0E557CCDD48}"/>
          </ac:spMkLst>
        </pc:spChg>
        <pc:spChg chg="add mod">
          <ac:chgData name="Dai,Dr.,Chris (HP Medicine) BII-CN-S" userId="3e58a745-3dd4-4a16-bba7-0132b90feb2d" providerId="ADAL" clId="{030823CD-86C0-45FF-AE08-3F1F5C96466C}" dt="2023-11-13T07:01:03.179" v="543" actId="20577"/>
          <ac:spMkLst>
            <pc:docMk/>
            <pc:sldMk cId="1756793698" sldId="2147480049"/>
            <ac:spMk id="7" creationId="{4C413653-D656-0B31-B5FC-C1AB57C8678F}"/>
          </ac:spMkLst>
        </pc:spChg>
        <pc:spChg chg="add mod">
          <ac:chgData name="Dai,Dr.,Chris (HP Medicine) BII-CN-S" userId="3e58a745-3dd4-4a16-bba7-0132b90feb2d" providerId="ADAL" clId="{030823CD-86C0-45FF-AE08-3F1F5C96466C}" dt="2023-11-13T07:05:11.822" v="600" actId="1076"/>
          <ac:spMkLst>
            <pc:docMk/>
            <pc:sldMk cId="1756793698" sldId="2147480049"/>
            <ac:spMk id="9" creationId="{A18FD81B-5502-60F4-BBCA-3EA88122622F}"/>
          </ac:spMkLst>
        </pc:spChg>
        <pc:picChg chg="add mod">
          <ac:chgData name="Dai,Dr.,Chris (HP Medicine) BII-CN-S" userId="3e58a745-3dd4-4a16-bba7-0132b90feb2d" providerId="ADAL" clId="{030823CD-86C0-45FF-AE08-3F1F5C96466C}" dt="2023-11-13T07:05:09.342" v="599" actId="14100"/>
          <ac:picMkLst>
            <pc:docMk/>
            <pc:sldMk cId="1756793698" sldId="2147480049"/>
            <ac:picMk id="8" creationId="{8EAC606C-78E1-104B-A89A-F9CF57D0C068}"/>
          </ac:picMkLst>
        </pc:picChg>
      </pc:sldChg>
      <pc:sldMasterChg chg="add del addSldLayout delSldLayout">
        <pc:chgData name="Dai,Dr.,Chris (HP Medicine) BII-CN-S" userId="3e58a745-3dd4-4a16-bba7-0132b90feb2d" providerId="ADAL" clId="{030823CD-86C0-45FF-AE08-3F1F5C96466C}" dt="2023-11-13T06:05:40.579" v="2" actId="47"/>
        <pc:sldMasterMkLst>
          <pc:docMk/>
          <pc:sldMasterMk cId="2990855549" sldId="2147484843"/>
        </pc:sldMasterMkLst>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3721761377" sldId="2147484844"/>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855884049" sldId="2147484845"/>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830068209" sldId="2147484846"/>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1780016947" sldId="2147484847"/>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3380151715" sldId="2147484848"/>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422499790" sldId="2147484849"/>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1514242743" sldId="2147484850"/>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4217160586" sldId="2147484851"/>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1338575285" sldId="2147484852"/>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1692285239" sldId="2147484853"/>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2424794990" sldId="2147484854"/>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3607424828" sldId="2147484855"/>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1857720999" sldId="2147484856"/>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1492714008" sldId="2147484857"/>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197156441" sldId="2147484858"/>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2058497395" sldId="2147484859"/>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2524466084" sldId="2147484860"/>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252647899" sldId="2147484861"/>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3106910852" sldId="2147484862"/>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3232855474" sldId="2147484863"/>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3316263814" sldId="2147484864"/>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156156551" sldId="2147484865"/>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2983016927" sldId="2147484866"/>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1427315529" sldId="2147484867"/>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1797839711" sldId="2147484868"/>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646741982" sldId="2147484869"/>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2616008207" sldId="2147484870"/>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3961456675" sldId="2147484871"/>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883618346" sldId="2147484872"/>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3496858451" sldId="2147484873"/>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433767250" sldId="2147484874"/>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543406121" sldId="2147484875"/>
          </pc:sldLayoutMkLst>
        </pc:sldLayoutChg>
        <pc:sldLayoutChg chg="add del">
          <pc:chgData name="Dai,Dr.,Chris (HP Medicine) BII-CN-S" userId="3e58a745-3dd4-4a16-bba7-0132b90feb2d" providerId="ADAL" clId="{030823CD-86C0-45FF-AE08-3F1F5C96466C}" dt="2023-11-13T06:05:40.579" v="2" actId="47"/>
          <pc:sldLayoutMkLst>
            <pc:docMk/>
            <pc:sldMasterMk cId="2990855549" sldId="2147484843"/>
            <pc:sldLayoutMk cId="598909916" sldId="2147484876"/>
          </pc:sldLayoutMkLst>
        </pc:sldLayoutChg>
      </pc:sldMasterChg>
    </pc:docChg>
  </pc:docChgLst>
  <pc:docChgLst>
    <pc:chgData name="Liang,Dr.,Hongzi (HP Medicine) BII-CN-S" userId="29bc0a18-5096-49d5-ae49-3e5745cfa117" providerId="ADAL" clId="{23447273-D4F3-4FED-9D11-DDE7F9A3EB58}"/>
    <pc:docChg chg="modSld">
      <pc:chgData name="Liang,Dr.,Hongzi (HP Medicine) BII-CN-S" userId="29bc0a18-5096-49d5-ae49-3e5745cfa117" providerId="ADAL" clId="{23447273-D4F3-4FED-9D11-DDE7F9A3EB58}" dt="2023-11-07T02:53:08.556" v="7" actId="20577"/>
      <pc:docMkLst>
        <pc:docMk/>
      </pc:docMkLst>
      <pc:sldChg chg="modSp mod">
        <pc:chgData name="Liang,Dr.,Hongzi (HP Medicine) BII-CN-S" userId="29bc0a18-5096-49d5-ae49-3e5745cfa117" providerId="ADAL" clId="{23447273-D4F3-4FED-9D11-DDE7F9A3EB58}" dt="2023-11-07T02:53:08.556" v="7" actId="20577"/>
        <pc:sldMkLst>
          <pc:docMk/>
          <pc:sldMk cId="1341461315" sldId="431"/>
        </pc:sldMkLst>
        <pc:spChg chg="mod">
          <ac:chgData name="Liang,Dr.,Hongzi (HP Medicine) BII-CN-S" userId="29bc0a18-5096-49d5-ae49-3e5745cfa117" providerId="ADAL" clId="{23447273-D4F3-4FED-9D11-DDE7F9A3EB58}" dt="2023-11-07T02:53:08.556" v="7" actId="20577"/>
          <ac:spMkLst>
            <pc:docMk/>
            <pc:sldMk cId="1341461315" sldId="431"/>
            <ac:spMk id="5" creationId="{00000000-0000-0000-0000-000000000000}"/>
          </ac:spMkLst>
        </pc:spChg>
      </pc:sldChg>
    </pc:docChg>
  </pc:docChgLst>
  <pc:docChgLst>
    <pc:chgData name="Hu,Dr.,Juno (HP Medicine) BII-CN-S" userId="57526551-c803-4e03-85b5-ab25fa8a0904" providerId="ADAL" clId="{756C4EDA-9821-46CF-968A-C50186DC8938}"/>
    <pc:docChg chg="custSel addSld delSld modSld delMainMaster">
      <pc:chgData name="Hu,Dr.,Juno (HP Medicine) BII-CN-S" userId="57526551-c803-4e03-85b5-ab25fa8a0904" providerId="ADAL" clId="{756C4EDA-9821-46CF-968A-C50186DC8938}" dt="2024-04-22T01:23:03.858" v="12" actId="47"/>
      <pc:docMkLst>
        <pc:docMk/>
      </pc:docMkLst>
      <pc:sldChg chg="del">
        <pc:chgData name="Hu,Dr.,Juno (HP Medicine) BII-CN-S" userId="57526551-c803-4e03-85b5-ab25fa8a0904" providerId="ADAL" clId="{756C4EDA-9821-46CF-968A-C50186DC8938}" dt="2024-04-22T01:21:32.515" v="1" actId="47"/>
        <pc:sldMkLst>
          <pc:docMk/>
          <pc:sldMk cId="2985877493" sldId="9813"/>
        </pc:sldMkLst>
      </pc:sldChg>
      <pc:sldChg chg="del">
        <pc:chgData name="Hu,Dr.,Juno (HP Medicine) BII-CN-S" userId="57526551-c803-4e03-85b5-ab25fa8a0904" providerId="ADAL" clId="{756C4EDA-9821-46CF-968A-C50186DC8938}" dt="2024-04-22T01:21:34.413" v="3" actId="47"/>
        <pc:sldMkLst>
          <pc:docMk/>
          <pc:sldMk cId="4063460144" sldId="2145705917"/>
        </pc:sldMkLst>
      </pc:sldChg>
      <pc:sldChg chg="del">
        <pc:chgData name="Hu,Dr.,Juno (HP Medicine) BII-CN-S" userId="57526551-c803-4e03-85b5-ab25fa8a0904" providerId="ADAL" clId="{756C4EDA-9821-46CF-968A-C50186DC8938}" dt="2024-04-22T01:21:33.397" v="2" actId="47"/>
        <pc:sldMkLst>
          <pc:docMk/>
          <pc:sldMk cId="2238557511" sldId="2147479994"/>
        </pc:sldMkLst>
      </pc:sldChg>
      <pc:sldChg chg="del">
        <pc:chgData name="Hu,Dr.,Juno (HP Medicine) BII-CN-S" userId="57526551-c803-4e03-85b5-ab25fa8a0904" providerId="ADAL" clId="{756C4EDA-9821-46CF-968A-C50186DC8938}" dt="2024-04-22T01:21:35.428" v="4" actId="47"/>
        <pc:sldMkLst>
          <pc:docMk/>
          <pc:sldMk cId="264307271" sldId="2147480028"/>
        </pc:sldMkLst>
      </pc:sldChg>
      <pc:sldChg chg="del">
        <pc:chgData name="Hu,Dr.,Juno (HP Medicine) BII-CN-S" userId="57526551-c803-4e03-85b5-ab25fa8a0904" providerId="ADAL" clId="{756C4EDA-9821-46CF-968A-C50186DC8938}" dt="2024-04-22T01:21:36.505" v="5" actId="47"/>
        <pc:sldMkLst>
          <pc:docMk/>
          <pc:sldMk cId="830672128" sldId="2147481660"/>
        </pc:sldMkLst>
      </pc:sldChg>
      <pc:sldChg chg="add">
        <pc:chgData name="Hu,Dr.,Juno (HP Medicine) BII-CN-S" userId="57526551-c803-4e03-85b5-ab25fa8a0904" providerId="ADAL" clId="{756C4EDA-9821-46CF-968A-C50186DC8938}" dt="2024-04-22T01:21:28.317" v="0"/>
        <pc:sldMkLst>
          <pc:docMk/>
          <pc:sldMk cId="3568533602" sldId="2147481667"/>
        </pc:sldMkLst>
      </pc:sldChg>
      <pc:sldChg chg="add del">
        <pc:chgData name="Hu,Dr.,Juno (HP Medicine) BII-CN-S" userId="57526551-c803-4e03-85b5-ab25fa8a0904" providerId="ADAL" clId="{756C4EDA-9821-46CF-968A-C50186DC8938}" dt="2024-04-22T01:23:03.858" v="12" actId="47"/>
        <pc:sldMkLst>
          <pc:docMk/>
          <pc:sldMk cId="108736345" sldId="2147481668"/>
        </pc:sldMkLst>
      </pc:sldChg>
      <pc:sldChg chg="add">
        <pc:chgData name="Hu,Dr.,Juno (HP Medicine) BII-CN-S" userId="57526551-c803-4e03-85b5-ab25fa8a0904" providerId="ADAL" clId="{756C4EDA-9821-46CF-968A-C50186DC8938}" dt="2024-04-22T01:21:28.317" v="0"/>
        <pc:sldMkLst>
          <pc:docMk/>
          <pc:sldMk cId="2031471405" sldId="2147482013"/>
        </pc:sldMkLst>
      </pc:sldChg>
      <pc:sldChg chg="add">
        <pc:chgData name="Hu,Dr.,Juno (HP Medicine) BII-CN-S" userId="57526551-c803-4e03-85b5-ab25fa8a0904" providerId="ADAL" clId="{756C4EDA-9821-46CF-968A-C50186DC8938}" dt="2024-04-22T01:21:28.317" v="0"/>
        <pc:sldMkLst>
          <pc:docMk/>
          <pc:sldMk cId="2655749749" sldId="2147482014"/>
        </pc:sldMkLst>
      </pc:sldChg>
      <pc:sldChg chg="add">
        <pc:chgData name="Hu,Dr.,Juno (HP Medicine) BII-CN-S" userId="57526551-c803-4e03-85b5-ab25fa8a0904" providerId="ADAL" clId="{756C4EDA-9821-46CF-968A-C50186DC8938}" dt="2024-04-22T01:21:28.317" v="0"/>
        <pc:sldMkLst>
          <pc:docMk/>
          <pc:sldMk cId="4035657346" sldId="2147482015"/>
        </pc:sldMkLst>
      </pc:sldChg>
      <pc:sldChg chg="new del">
        <pc:chgData name="Hu,Dr.,Juno (HP Medicine) BII-CN-S" userId="57526551-c803-4e03-85b5-ab25fa8a0904" providerId="ADAL" clId="{756C4EDA-9821-46CF-968A-C50186DC8938}" dt="2024-04-22T01:22:49.003" v="8" actId="47"/>
        <pc:sldMkLst>
          <pc:docMk/>
          <pc:sldMk cId="650237045" sldId="2147482016"/>
        </pc:sldMkLst>
      </pc:sldChg>
      <pc:sldChg chg="addSp delSp modSp new mod">
        <pc:chgData name="Hu,Dr.,Juno (HP Medicine) BII-CN-S" userId="57526551-c803-4e03-85b5-ab25fa8a0904" providerId="ADAL" clId="{756C4EDA-9821-46CF-968A-C50186DC8938}" dt="2024-04-22T01:23:01.531" v="11"/>
        <pc:sldMkLst>
          <pc:docMk/>
          <pc:sldMk cId="2803922455" sldId="2147482017"/>
        </pc:sldMkLst>
        <pc:spChg chg="mod">
          <ac:chgData name="Hu,Dr.,Juno (HP Medicine) BII-CN-S" userId="57526551-c803-4e03-85b5-ab25fa8a0904" providerId="ADAL" clId="{756C4EDA-9821-46CF-968A-C50186DC8938}" dt="2024-04-22T01:23:01.531" v="11"/>
          <ac:spMkLst>
            <pc:docMk/>
            <pc:sldMk cId="2803922455" sldId="2147482017"/>
            <ac:spMk id="2" creationId="{66319A33-5F8D-1BE4-F842-ECCC126E4498}"/>
          </ac:spMkLst>
        </pc:spChg>
        <pc:spChg chg="del">
          <ac:chgData name="Hu,Dr.,Juno (HP Medicine) BII-CN-S" userId="57526551-c803-4e03-85b5-ab25fa8a0904" providerId="ADAL" clId="{756C4EDA-9821-46CF-968A-C50186DC8938}" dt="2024-04-22T01:22:56.209" v="10" actId="478"/>
          <ac:spMkLst>
            <pc:docMk/>
            <pc:sldMk cId="2803922455" sldId="2147482017"/>
            <ac:spMk id="3" creationId="{13885B3F-1298-138A-55F6-8D04CA71974B}"/>
          </ac:spMkLst>
        </pc:spChg>
        <pc:graphicFrameChg chg="add mod">
          <ac:chgData name="Hu,Dr.,Juno (HP Medicine) BII-CN-S" userId="57526551-c803-4e03-85b5-ab25fa8a0904" providerId="ADAL" clId="{756C4EDA-9821-46CF-968A-C50186DC8938}" dt="2024-04-22T01:22:53.720" v="9"/>
          <ac:graphicFrameMkLst>
            <pc:docMk/>
            <pc:sldMk cId="2803922455" sldId="2147482017"/>
            <ac:graphicFrameMk id="7" creationId="{970948B9-C2BE-FD39-0F3B-6435D7CE9438}"/>
          </ac:graphicFrameMkLst>
        </pc:graphicFrameChg>
      </pc:sldChg>
      <pc:sldMasterChg chg="delSldLayout">
        <pc:chgData name="Hu,Dr.,Juno (HP Medicine) BII-CN-S" userId="57526551-c803-4e03-85b5-ab25fa8a0904" providerId="ADAL" clId="{756C4EDA-9821-46CF-968A-C50186DC8938}" dt="2024-04-22T01:23:03.858" v="12" actId="47"/>
        <pc:sldMasterMkLst>
          <pc:docMk/>
          <pc:sldMasterMk cId="2211166772" sldId="2147484877"/>
        </pc:sldMasterMkLst>
        <pc:sldLayoutChg chg="del">
          <pc:chgData name="Hu,Dr.,Juno (HP Medicine) BII-CN-S" userId="57526551-c803-4e03-85b5-ab25fa8a0904" providerId="ADAL" clId="{756C4EDA-9821-46CF-968A-C50186DC8938}" dt="2024-04-22T01:23:03.858" v="12" actId="47"/>
          <pc:sldLayoutMkLst>
            <pc:docMk/>
            <pc:sldMasterMk cId="2211166772" sldId="2147484877"/>
            <pc:sldLayoutMk cId="1381786625" sldId="2147485177"/>
          </pc:sldLayoutMkLst>
        </pc:sldLayoutChg>
      </pc:sldMasterChg>
      <pc:sldMasterChg chg="del delSldLayout">
        <pc:chgData name="Hu,Dr.,Juno (HP Medicine) BII-CN-S" userId="57526551-c803-4e03-85b5-ab25fa8a0904" providerId="ADAL" clId="{756C4EDA-9821-46CF-968A-C50186DC8938}" dt="2024-04-22T01:21:33.397" v="2" actId="47"/>
        <pc:sldMasterMkLst>
          <pc:docMk/>
          <pc:sldMasterMk cId="2224919198" sldId="2147485063"/>
        </pc:sldMasterMkLst>
        <pc:sldLayoutChg chg="del">
          <pc:chgData name="Hu,Dr.,Juno (HP Medicine) BII-CN-S" userId="57526551-c803-4e03-85b5-ab25fa8a0904" providerId="ADAL" clId="{756C4EDA-9821-46CF-968A-C50186DC8938}" dt="2024-04-22T01:21:33.397" v="2" actId="47"/>
          <pc:sldLayoutMkLst>
            <pc:docMk/>
            <pc:sldMasterMk cId="2224919198" sldId="2147485063"/>
            <pc:sldLayoutMk cId="4048946322" sldId="2147485064"/>
          </pc:sldLayoutMkLst>
        </pc:sldLayoutChg>
      </pc:sldMasterChg>
    </pc:docChg>
  </pc:docChgLst>
  <pc:docChgLst>
    <pc:chgData name="Liu,Dr.,Meiruo (HP Medicine) BII-CN-S" userId="ece9aa16-5bba-4d2f-b200-019c8e2ba0a0" providerId="ADAL" clId="{81D3F754-4307-4C68-82D5-1997BF3280E3}"/>
    <pc:docChg chg="addSld delSld modSld sldOrd delMainMaster">
      <pc:chgData name="Liu,Dr.,Meiruo (HP Medicine) BII-CN-S" userId="ece9aa16-5bba-4d2f-b200-019c8e2ba0a0" providerId="ADAL" clId="{81D3F754-4307-4C68-82D5-1997BF3280E3}" dt="2024-04-24T14:38:15.188" v="98" actId="47"/>
      <pc:docMkLst>
        <pc:docMk/>
      </pc:docMkLst>
      <pc:sldChg chg="modSp mod">
        <pc:chgData name="Liu,Dr.,Meiruo (HP Medicine) BII-CN-S" userId="ece9aa16-5bba-4d2f-b200-019c8e2ba0a0" providerId="ADAL" clId="{81D3F754-4307-4C68-82D5-1997BF3280E3}" dt="2024-04-24T05:24:30.219" v="97" actId="20577"/>
        <pc:sldMkLst>
          <pc:docMk/>
          <pc:sldMk cId="1341461315" sldId="431"/>
        </pc:sldMkLst>
        <pc:spChg chg="mod">
          <ac:chgData name="Liu,Dr.,Meiruo (HP Medicine) BII-CN-S" userId="ece9aa16-5bba-4d2f-b200-019c8e2ba0a0" providerId="ADAL" clId="{81D3F754-4307-4C68-82D5-1997BF3280E3}" dt="2024-04-24T05:24:30.219" v="97" actId="20577"/>
          <ac:spMkLst>
            <pc:docMk/>
            <pc:sldMk cId="1341461315" sldId="431"/>
            <ac:spMk id="5" creationId="{00000000-0000-0000-0000-000000000000}"/>
          </ac:spMkLst>
        </pc:spChg>
      </pc:sldChg>
      <pc:sldChg chg="add del">
        <pc:chgData name="Liu,Dr.,Meiruo (HP Medicine) BII-CN-S" userId="ece9aa16-5bba-4d2f-b200-019c8e2ba0a0" providerId="ADAL" clId="{81D3F754-4307-4C68-82D5-1997BF3280E3}" dt="2024-04-24T14:38:15.188" v="98" actId="47"/>
        <pc:sldMkLst>
          <pc:docMk/>
          <pc:sldMk cId="3582141505" sldId="2147476061"/>
        </pc:sldMkLst>
      </pc:sldChg>
      <pc:sldChg chg="add del">
        <pc:chgData name="Liu,Dr.,Meiruo (HP Medicine) BII-CN-S" userId="ece9aa16-5bba-4d2f-b200-019c8e2ba0a0" providerId="ADAL" clId="{81D3F754-4307-4C68-82D5-1997BF3280E3}" dt="2024-04-24T14:38:15.188" v="98" actId="47"/>
        <pc:sldMkLst>
          <pc:docMk/>
          <pc:sldMk cId="1602159886" sldId="2147476068"/>
        </pc:sldMkLst>
      </pc:sldChg>
      <pc:sldChg chg="add del">
        <pc:chgData name="Liu,Dr.,Meiruo (HP Medicine) BII-CN-S" userId="ece9aa16-5bba-4d2f-b200-019c8e2ba0a0" providerId="ADAL" clId="{81D3F754-4307-4C68-82D5-1997BF3280E3}" dt="2024-04-24T14:38:15.188" v="98" actId="47"/>
        <pc:sldMkLst>
          <pc:docMk/>
          <pc:sldMk cId="1517498991" sldId="2147476071"/>
        </pc:sldMkLst>
      </pc:sldChg>
      <pc:sldChg chg="add del setBg">
        <pc:chgData name="Liu,Dr.,Meiruo (HP Medicine) BII-CN-S" userId="ece9aa16-5bba-4d2f-b200-019c8e2ba0a0" providerId="ADAL" clId="{81D3F754-4307-4C68-82D5-1997BF3280E3}" dt="2024-04-24T14:38:15.188" v="98" actId="47"/>
        <pc:sldMkLst>
          <pc:docMk/>
          <pc:sldMk cId="3139659021" sldId="2147476077"/>
        </pc:sldMkLst>
      </pc:sldChg>
      <pc:sldChg chg="add del">
        <pc:chgData name="Liu,Dr.,Meiruo (HP Medicine) BII-CN-S" userId="ece9aa16-5bba-4d2f-b200-019c8e2ba0a0" providerId="ADAL" clId="{81D3F754-4307-4C68-82D5-1997BF3280E3}" dt="2024-04-24T14:38:15.188" v="98" actId="47"/>
        <pc:sldMkLst>
          <pc:docMk/>
          <pc:sldMk cId="1780830367" sldId="2147476078"/>
        </pc:sldMkLst>
      </pc:sldChg>
      <pc:sldChg chg="ord">
        <pc:chgData name="Liu,Dr.,Meiruo (HP Medicine) BII-CN-S" userId="ece9aa16-5bba-4d2f-b200-019c8e2ba0a0" providerId="ADAL" clId="{81D3F754-4307-4C68-82D5-1997BF3280E3}" dt="2024-04-24T02:25:38.317" v="71"/>
        <pc:sldMkLst>
          <pc:docMk/>
          <pc:sldMk cId="1657489626" sldId="2147479595"/>
        </pc:sldMkLst>
      </pc:sldChg>
      <pc:sldChg chg="modSp mod ord">
        <pc:chgData name="Liu,Dr.,Meiruo (HP Medicine) BII-CN-S" userId="ece9aa16-5bba-4d2f-b200-019c8e2ba0a0" providerId="ADAL" clId="{81D3F754-4307-4C68-82D5-1997BF3280E3}" dt="2024-04-24T02:26:07.271" v="73" actId="20577"/>
        <pc:sldMkLst>
          <pc:docMk/>
          <pc:sldMk cId="2828716542" sldId="2147480057"/>
        </pc:sldMkLst>
        <pc:spChg chg="mod">
          <ac:chgData name="Liu,Dr.,Meiruo (HP Medicine) BII-CN-S" userId="ece9aa16-5bba-4d2f-b200-019c8e2ba0a0" providerId="ADAL" clId="{81D3F754-4307-4C68-82D5-1997BF3280E3}" dt="2024-04-24T02:26:07.271" v="73" actId="20577"/>
          <ac:spMkLst>
            <pc:docMk/>
            <pc:sldMk cId="2828716542" sldId="2147480057"/>
            <ac:spMk id="5" creationId="{526F568A-28FF-435A-3C92-305353D9C750}"/>
          </ac:spMkLst>
        </pc:spChg>
      </pc:sldChg>
      <pc:sldChg chg="modSp mod">
        <pc:chgData name="Liu,Dr.,Meiruo (HP Medicine) BII-CN-S" userId="ece9aa16-5bba-4d2f-b200-019c8e2ba0a0" providerId="ADAL" clId="{81D3F754-4307-4C68-82D5-1997BF3280E3}" dt="2024-04-24T02:19:09.581" v="61" actId="20577"/>
        <pc:sldMkLst>
          <pc:docMk/>
          <pc:sldMk cId="3568533602" sldId="2147481667"/>
        </pc:sldMkLst>
        <pc:spChg chg="mod">
          <ac:chgData name="Liu,Dr.,Meiruo (HP Medicine) BII-CN-S" userId="ece9aa16-5bba-4d2f-b200-019c8e2ba0a0" providerId="ADAL" clId="{81D3F754-4307-4C68-82D5-1997BF3280E3}" dt="2024-04-24T02:19:09.581" v="61" actId="20577"/>
          <ac:spMkLst>
            <pc:docMk/>
            <pc:sldMk cId="3568533602" sldId="2147481667"/>
            <ac:spMk id="4" creationId="{FADE3D58-B86F-4646-9036-477A3D6B497F}"/>
          </ac:spMkLst>
        </pc:spChg>
        <pc:spChg chg="mod">
          <ac:chgData name="Liu,Dr.,Meiruo (HP Medicine) BII-CN-S" userId="ece9aa16-5bba-4d2f-b200-019c8e2ba0a0" providerId="ADAL" clId="{81D3F754-4307-4C68-82D5-1997BF3280E3}" dt="2024-04-24T02:17:31.303" v="37" actId="20577"/>
          <ac:spMkLst>
            <pc:docMk/>
            <pc:sldMk cId="3568533602" sldId="2147481667"/>
            <ac:spMk id="66" creationId="{0FB47982-0B8E-56F8-B823-C9FDA579B600}"/>
          </ac:spMkLst>
        </pc:spChg>
      </pc:sldChg>
      <pc:sldChg chg="del">
        <pc:chgData name="Liu,Dr.,Meiruo (HP Medicine) BII-CN-S" userId="ece9aa16-5bba-4d2f-b200-019c8e2ba0a0" providerId="ADAL" clId="{81D3F754-4307-4C68-82D5-1997BF3280E3}" dt="2024-04-24T02:13:33.902" v="0" actId="47"/>
        <pc:sldMkLst>
          <pc:docMk/>
          <pc:sldMk cId="2761352286" sldId="2147482007"/>
        </pc:sldMkLst>
      </pc:sldChg>
      <pc:sldChg chg="addSp modSp mod">
        <pc:chgData name="Liu,Dr.,Meiruo (HP Medicine) BII-CN-S" userId="ece9aa16-5bba-4d2f-b200-019c8e2ba0a0" providerId="ADAL" clId="{81D3F754-4307-4C68-82D5-1997BF3280E3}" dt="2024-04-24T02:24:09.438" v="69" actId="20577"/>
        <pc:sldMkLst>
          <pc:docMk/>
          <pc:sldMk cId="2655749749" sldId="2147482014"/>
        </pc:sldMkLst>
        <pc:spChg chg="add mod">
          <ac:chgData name="Liu,Dr.,Meiruo (HP Medicine) BII-CN-S" userId="ece9aa16-5bba-4d2f-b200-019c8e2ba0a0" providerId="ADAL" clId="{81D3F754-4307-4C68-82D5-1997BF3280E3}" dt="2024-04-24T02:24:09.438" v="69" actId="20577"/>
          <ac:spMkLst>
            <pc:docMk/>
            <pc:sldMk cId="2655749749" sldId="2147482014"/>
            <ac:spMk id="23" creationId="{4C430E98-1F59-6065-D21C-735F14B59322}"/>
          </ac:spMkLst>
        </pc:spChg>
      </pc:sldChg>
      <pc:sldChg chg="mod modShow">
        <pc:chgData name="Liu,Dr.,Meiruo (HP Medicine) BII-CN-S" userId="ece9aa16-5bba-4d2f-b200-019c8e2ba0a0" providerId="ADAL" clId="{81D3F754-4307-4C68-82D5-1997BF3280E3}" dt="2024-04-24T02:23:28.596" v="64" actId="729"/>
        <pc:sldMkLst>
          <pc:docMk/>
          <pc:sldMk cId="4035657346" sldId="2147482015"/>
        </pc:sldMkLst>
      </pc:sldChg>
      <pc:sldChg chg="modSp mod">
        <pc:chgData name="Liu,Dr.,Meiruo (HP Medicine) BII-CN-S" userId="ece9aa16-5bba-4d2f-b200-019c8e2ba0a0" providerId="ADAL" clId="{81D3F754-4307-4C68-82D5-1997BF3280E3}" dt="2024-04-24T02:22:30.658" v="63" actId="20577"/>
        <pc:sldMkLst>
          <pc:docMk/>
          <pc:sldMk cId="2803922455" sldId="2147482017"/>
        </pc:sldMkLst>
        <pc:graphicFrameChg chg="mod modGraphic">
          <ac:chgData name="Liu,Dr.,Meiruo (HP Medicine) BII-CN-S" userId="ece9aa16-5bba-4d2f-b200-019c8e2ba0a0" providerId="ADAL" clId="{81D3F754-4307-4C68-82D5-1997BF3280E3}" dt="2024-04-24T02:22:30.658" v="63" actId="20577"/>
          <ac:graphicFrameMkLst>
            <pc:docMk/>
            <pc:sldMk cId="2803922455" sldId="2147482017"/>
            <ac:graphicFrameMk id="7" creationId="{970948B9-C2BE-FD39-0F3B-6435D7CE9438}"/>
          </ac:graphicFrameMkLst>
        </pc:graphicFrameChg>
      </pc:sldChg>
      <pc:sldChg chg="del">
        <pc:chgData name="Liu,Dr.,Meiruo (HP Medicine) BII-CN-S" userId="ece9aa16-5bba-4d2f-b200-019c8e2ba0a0" providerId="ADAL" clId="{81D3F754-4307-4C68-82D5-1997BF3280E3}" dt="2024-04-24T14:38:15.188" v="98" actId="47"/>
        <pc:sldMkLst>
          <pc:docMk/>
          <pc:sldMk cId="2538718583" sldId="2147482018"/>
        </pc:sldMkLst>
      </pc:sldChg>
      <pc:sldChg chg="modSp mod">
        <pc:chgData name="Liu,Dr.,Meiruo (HP Medicine) BII-CN-S" userId="ece9aa16-5bba-4d2f-b200-019c8e2ba0a0" providerId="ADAL" clId="{81D3F754-4307-4C68-82D5-1997BF3280E3}" dt="2024-04-24T02:15:51.200" v="17" actId="20577"/>
        <pc:sldMkLst>
          <pc:docMk/>
          <pc:sldMk cId="1420886874" sldId="2147482019"/>
        </pc:sldMkLst>
        <pc:spChg chg="mod">
          <ac:chgData name="Liu,Dr.,Meiruo (HP Medicine) BII-CN-S" userId="ece9aa16-5bba-4d2f-b200-019c8e2ba0a0" providerId="ADAL" clId="{81D3F754-4307-4C68-82D5-1997BF3280E3}" dt="2024-04-24T02:15:51.200" v="17" actId="20577"/>
          <ac:spMkLst>
            <pc:docMk/>
            <pc:sldMk cId="1420886874" sldId="2147482019"/>
            <ac:spMk id="47" creationId="{9EFF6EE9-B24B-A296-210C-CFF807BBA75C}"/>
          </ac:spMkLst>
        </pc:spChg>
      </pc:sldChg>
      <pc:sldMasterChg chg="delSldLayout">
        <pc:chgData name="Liu,Dr.,Meiruo (HP Medicine) BII-CN-S" userId="ece9aa16-5bba-4d2f-b200-019c8e2ba0a0" providerId="ADAL" clId="{81D3F754-4307-4C68-82D5-1997BF3280E3}" dt="2024-04-24T02:13:33.902" v="0" actId="47"/>
        <pc:sldMasterMkLst>
          <pc:docMk/>
          <pc:sldMasterMk cId="2211166772" sldId="2147484877"/>
        </pc:sldMasterMkLst>
        <pc:sldLayoutChg chg="del">
          <pc:chgData name="Liu,Dr.,Meiruo (HP Medicine) BII-CN-S" userId="ece9aa16-5bba-4d2f-b200-019c8e2ba0a0" providerId="ADAL" clId="{81D3F754-4307-4C68-82D5-1997BF3280E3}" dt="2024-04-24T02:13:33.902" v="0" actId="47"/>
          <pc:sldLayoutMkLst>
            <pc:docMk/>
            <pc:sldMasterMk cId="2211166772" sldId="2147484877"/>
            <pc:sldLayoutMk cId="1517311399" sldId="2147484911"/>
          </pc:sldLayoutMkLst>
        </pc:sldLayoutChg>
      </pc:sldMasterChg>
      <pc:sldMasterChg chg="del delSldLayout">
        <pc:chgData name="Liu,Dr.,Meiruo (HP Medicine) BII-CN-S" userId="ece9aa16-5bba-4d2f-b200-019c8e2ba0a0" providerId="ADAL" clId="{81D3F754-4307-4C68-82D5-1997BF3280E3}" dt="2024-04-24T14:38:15.188" v="98" actId="47"/>
        <pc:sldMasterMkLst>
          <pc:docMk/>
          <pc:sldMasterMk cId="2737924439" sldId="2147485177"/>
        </pc:sldMasterMkLst>
        <pc:sldLayoutChg chg="del">
          <pc:chgData name="Liu,Dr.,Meiruo (HP Medicine) BII-CN-S" userId="ece9aa16-5bba-4d2f-b200-019c8e2ba0a0" providerId="ADAL" clId="{81D3F754-4307-4C68-82D5-1997BF3280E3}" dt="2024-04-24T14:38:15.188" v="98" actId="47"/>
          <pc:sldLayoutMkLst>
            <pc:docMk/>
            <pc:sldMasterMk cId="2737924439" sldId="2147485177"/>
            <pc:sldLayoutMk cId="2101637852" sldId="2147485178"/>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3950756042" sldId="2147485179"/>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1023771885" sldId="2147485180"/>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2704072135" sldId="2147485181"/>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4175836678" sldId="2147485182"/>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198238961" sldId="2147485183"/>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1446368591" sldId="2147485184"/>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541851324" sldId="2147485185"/>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55741561" sldId="2147485186"/>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3562335843" sldId="2147485187"/>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133767362" sldId="2147485188"/>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4137356463" sldId="2147485189"/>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630927778" sldId="2147485190"/>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3949118328" sldId="2147485191"/>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2399876972" sldId="2147485192"/>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2339487464" sldId="2147485193"/>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1216249" sldId="2147485194"/>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374461747" sldId="2147485195"/>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557356336" sldId="2147485196"/>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2829271794" sldId="2147485197"/>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407983810" sldId="2147485198"/>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959149164" sldId="2147485199"/>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2768631969" sldId="2147485200"/>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3115755085" sldId="2147485201"/>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383293105" sldId="2147485202"/>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4216962647" sldId="2147485203"/>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3980409586" sldId="2147485204"/>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1673084990" sldId="2147485205"/>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844313217" sldId="2147485206"/>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3719580770" sldId="2147485207"/>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115637864" sldId="2147485208"/>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2867508017" sldId="2147485209"/>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1465858210" sldId="2147485210"/>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2635197712" sldId="2147485211"/>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1084790312" sldId="2147485212"/>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245638256" sldId="2147485213"/>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2038301210" sldId="2147485214"/>
          </pc:sldLayoutMkLst>
        </pc:sldLayoutChg>
        <pc:sldLayoutChg chg="del">
          <pc:chgData name="Liu,Dr.,Meiruo (HP Medicine) BII-CN-S" userId="ece9aa16-5bba-4d2f-b200-019c8e2ba0a0" providerId="ADAL" clId="{81D3F754-4307-4C68-82D5-1997BF3280E3}" dt="2024-04-24T14:38:15.188" v="98" actId="47"/>
          <pc:sldLayoutMkLst>
            <pc:docMk/>
            <pc:sldMasterMk cId="2737924439" sldId="2147485177"/>
            <pc:sldLayoutMk cId="297437800" sldId="2147485215"/>
          </pc:sldLayoutMkLst>
        </pc:sldLayoutChg>
      </pc:sldMasterChg>
    </pc:docChg>
  </pc:docChgLst>
  <pc:docChgLst>
    <pc:chgData name="Zhu,Donglei (HP Medicine) BII-CN-S" userId="1b17fa8b-a8cf-4b07-a3b3-65040d469537" providerId="ADAL" clId="{2CDC49E2-C632-47BE-99B6-19FDF929E8FA}"/>
    <pc:docChg chg="undo custSel addSld delSld modSld sldOrd delMainMaster">
      <pc:chgData name="Zhu,Donglei (HP Medicine) BII-CN-S" userId="1b17fa8b-a8cf-4b07-a3b3-65040d469537" providerId="ADAL" clId="{2CDC49E2-C632-47BE-99B6-19FDF929E8FA}" dt="2024-04-25T01:33:51.550" v="609" actId="1076"/>
      <pc:docMkLst>
        <pc:docMk/>
      </pc:docMkLst>
      <pc:sldChg chg="del">
        <pc:chgData name="Zhu,Donglei (HP Medicine) BII-CN-S" userId="1b17fa8b-a8cf-4b07-a3b3-65040d469537" providerId="ADAL" clId="{2CDC49E2-C632-47BE-99B6-19FDF929E8FA}" dt="2024-04-24T02:24:26.993" v="416" actId="47"/>
        <pc:sldMkLst>
          <pc:docMk/>
          <pc:sldMk cId="3665703081" sldId="2435"/>
        </pc:sldMkLst>
      </pc:sldChg>
      <pc:sldChg chg="modSp mod">
        <pc:chgData name="Zhu,Donglei (HP Medicine) BII-CN-S" userId="1b17fa8b-a8cf-4b07-a3b3-65040d469537" providerId="ADAL" clId="{2CDC49E2-C632-47BE-99B6-19FDF929E8FA}" dt="2024-04-24T02:21:40.612" v="414" actId="20577"/>
        <pc:sldMkLst>
          <pc:docMk/>
          <pc:sldMk cId="2828716542" sldId="2147480057"/>
        </pc:sldMkLst>
        <pc:spChg chg="mod">
          <ac:chgData name="Zhu,Donglei (HP Medicine) BII-CN-S" userId="1b17fa8b-a8cf-4b07-a3b3-65040d469537" providerId="ADAL" clId="{2CDC49E2-C632-47BE-99B6-19FDF929E8FA}" dt="2024-04-24T02:19:51.607" v="377"/>
          <ac:spMkLst>
            <pc:docMk/>
            <pc:sldMk cId="2828716542" sldId="2147480057"/>
            <ac:spMk id="5" creationId="{526F568A-28FF-435A-3C92-305353D9C750}"/>
          </ac:spMkLst>
        </pc:spChg>
        <pc:spChg chg="mod">
          <ac:chgData name="Zhu,Donglei (HP Medicine) BII-CN-S" userId="1b17fa8b-a8cf-4b07-a3b3-65040d469537" providerId="ADAL" clId="{2CDC49E2-C632-47BE-99B6-19FDF929E8FA}" dt="2024-04-24T02:21:40.612" v="414" actId="20577"/>
          <ac:spMkLst>
            <pc:docMk/>
            <pc:sldMk cId="2828716542" sldId="2147480057"/>
            <ac:spMk id="60" creationId="{DF7A1461-85AA-8AA0-6B99-F8B317C86D96}"/>
          </ac:spMkLst>
        </pc:spChg>
        <pc:grpChg chg="mod">
          <ac:chgData name="Zhu,Donglei (HP Medicine) BII-CN-S" userId="1b17fa8b-a8cf-4b07-a3b3-65040d469537" providerId="ADAL" clId="{2CDC49E2-C632-47BE-99B6-19FDF929E8FA}" dt="2024-04-24T02:20:17.236" v="410" actId="1038"/>
          <ac:grpSpMkLst>
            <pc:docMk/>
            <pc:sldMk cId="2828716542" sldId="2147480057"/>
            <ac:grpSpMk id="10" creationId="{37EF8CD2-7D51-DBE0-0476-A9199020F2B3}"/>
          </ac:grpSpMkLst>
        </pc:grpChg>
      </pc:sldChg>
      <pc:sldChg chg="modSp mod">
        <pc:chgData name="Zhu,Donglei (HP Medicine) BII-CN-S" userId="1b17fa8b-a8cf-4b07-a3b3-65040d469537" providerId="ADAL" clId="{2CDC49E2-C632-47BE-99B6-19FDF929E8FA}" dt="2024-04-23T13:36:18.328" v="77" actId="1037"/>
        <pc:sldMkLst>
          <pc:docMk/>
          <pc:sldMk cId="2073496715" sldId="2147480065"/>
        </pc:sldMkLst>
        <pc:spChg chg="mod">
          <ac:chgData name="Zhu,Donglei (HP Medicine) BII-CN-S" userId="1b17fa8b-a8cf-4b07-a3b3-65040d469537" providerId="ADAL" clId="{2CDC49E2-C632-47BE-99B6-19FDF929E8FA}" dt="2024-04-23T13:34:43.181" v="30" actId="20577"/>
          <ac:spMkLst>
            <pc:docMk/>
            <pc:sldMk cId="2073496715" sldId="2147480065"/>
            <ac:spMk id="3" creationId="{88E83040-0606-612C-E90D-6190F09FC8E2}"/>
          </ac:spMkLst>
        </pc:spChg>
        <pc:grpChg chg="mod">
          <ac:chgData name="Zhu,Donglei (HP Medicine) BII-CN-S" userId="1b17fa8b-a8cf-4b07-a3b3-65040d469537" providerId="ADAL" clId="{2CDC49E2-C632-47BE-99B6-19FDF929E8FA}" dt="2024-04-23T13:35:57.825" v="67" actId="1038"/>
          <ac:grpSpMkLst>
            <pc:docMk/>
            <pc:sldMk cId="2073496715" sldId="2147480065"/>
            <ac:grpSpMk id="21" creationId="{E3CF8100-D9C2-B8EA-A6D9-9DB9FC52C453}"/>
          </ac:grpSpMkLst>
        </pc:grpChg>
        <pc:grpChg chg="mod">
          <ac:chgData name="Zhu,Donglei (HP Medicine) BII-CN-S" userId="1b17fa8b-a8cf-4b07-a3b3-65040d469537" providerId="ADAL" clId="{2CDC49E2-C632-47BE-99B6-19FDF929E8FA}" dt="2024-04-23T13:36:18.328" v="77" actId="1037"/>
          <ac:grpSpMkLst>
            <pc:docMk/>
            <pc:sldMk cId="2073496715" sldId="2147480065"/>
            <ac:grpSpMk id="120" creationId="{BCA14B3F-2DA3-C312-8A6C-11EAF0913E9D}"/>
          </ac:grpSpMkLst>
        </pc:grpChg>
      </pc:sldChg>
      <pc:sldChg chg="del">
        <pc:chgData name="Zhu,Donglei (HP Medicine) BII-CN-S" userId="1b17fa8b-a8cf-4b07-a3b3-65040d469537" providerId="ADAL" clId="{2CDC49E2-C632-47BE-99B6-19FDF929E8FA}" dt="2024-04-24T02:24:22.043" v="415" actId="47"/>
        <pc:sldMkLst>
          <pc:docMk/>
          <pc:sldMk cId="1523981717" sldId="2147480416"/>
        </pc:sldMkLst>
      </pc:sldChg>
      <pc:sldChg chg="modSp mod">
        <pc:chgData name="Zhu,Donglei (HP Medicine) BII-CN-S" userId="1b17fa8b-a8cf-4b07-a3b3-65040d469537" providerId="ADAL" clId="{2CDC49E2-C632-47BE-99B6-19FDF929E8FA}" dt="2024-04-23T13:31:39.305" v="26" actId="1038"/>
        <pc:sldMkLst>
          <pc:docMk/>
          <pc:sldMk cId="939860254" sldId="2147481657"/>
        </pc:sldMkLst>
        <pc:spChg chg="mod">
          <ac:chgData name="Zhu,Donglei (HP Medicine) BII-CN-S" userId="1b17fa8b-a8cf-4b07-a3b3-65040d469537" providerId="ADAL" clId="{2CDC49E2-C632-47BE-99B6-19FDF929E8FA}" dt="2024-04-23T13:31:28.231" v="0" actId="20577"/>
          <ac:spMkLst>
            <pc:docMk/>
            <pc:sldMk cId="939860254" sldId="2147481657"/>
            <ac:spMk id="4" creationId="{8538A4E3-1352-1998-2AA5-9D82D645BEF8}"/>
          </ac:spMkLst>
        </pc:spChg>
        <pc:grpChg chg="mod">
          <ac:chgData name="Zhu,Donglei (HP Medicine) BII-CN-S" userId="1b17fa8b-a8cf-4b07-a3b3-65040d469537" providerId="ADAL" clId="{2CDC49E2-C632-47BE-99B6-19FDF929E8FA}" dt="2024-04-23T13:31:39.305" v="26" actId="1038"/>
          <ac:grpSpMkLst>
            <pc:docMk/>
            <pc:sldMk cId="939860254" sldId="2147481657"/>
            <ac:grpSpMk id="95" creationId="{E329B003-0A66-4BF0-20F8-C428525F8774}"/>
          </ac:grpSpMkLst>
        </pc:grpChg>
      </pc:sldChg>
      <pc:sldChg chg="del">
        <pc:chgData name="Zhu,Donglei (HP Medicine) BII-CN-S" userId="1b17fa8b-a8cf-4b07-a3b3-65040d469537" providerId="ADAL" clId="{2CDC49E2-C632-47BE-99B6-19FDF929E8FA}" dt="2024-04-23T13:37:23.677" v="81" actId="47"/>
        <pc:sldMkLst>
          <pc:docMk/>
          <pc:sldMk cId="3993710423" sldId="2147481658"/>
        </pc:sldMkLst>
      </pc:sldChg>
      <pc:sldChg chg="modSp del mod">
        <pc:chgData name="Zhu,Donglei (HP Medicine) BII-CN-S" userId="1b17fa8b-a8cf-4b07-a3b3-65040d469537" providerId="ADAL" clId="{2CDC49E2-C632-47BE-99B6-19FDF929E8FA}" dt="2024-04-23T13:48:36.324" v="353" actId="47"/>
        <pc:sldMkLst>
          <pc:docMk/>
          <pc:sldMk cId="3786095831" sldId="2147481659"/>
        </pc:sldMkLst>
        <pc:spChg chg="mod">
          <ac:chgData name="Zhu,Donglei (HP Medicine) BII-CN-S" userId="1b17fa8b-a8cf-4b07-a3b3-65040d469537" providerId="ADAL" clId="{2CDC49E2-C632-47BE-99B6-19FDF929E8FA}" dt="2024-04-23T13:41:48.944" v="185" actId="20577"/>
          <ac:spMkLst>
            <pc:docMk/>
            <pc:sldMk cId="3786095831" sldId="2147481659"/>
            <ac:spMk id="41" creationId="{98160812-E041-2B5B-029F-F46B899269C1}"/>
          </ac:spMkLst>
        </pc:spChg>
        <pc:grpChg chg="mod">
          <ac:chgData name="Zhu,Donglei (HP Medicine) BII-CN-S" userId="1b17fa8b-a8cf-4b07-a3b3-65040d469537" providerId="ADAL" clId="{2CDC49E2-C632-47BE-99B6-19FDF929E8FA}" dt="2024-04-23T13:37:37.269" v="107" actId="1037"/>
          <ac:grpSpMkLst>
            <pc:docMk/>
            <pc:sldMk cId="3786095831" sldId="2147481659"/>
            <ac:grpSpMk id="13" creationId="{D17A31BC-0171-2DA9-9A33-617F8A52679D}"/>
          </ac:grpSpMkLst>
        </pc:grpChg>
      </pc:sldChg>
      <pc:sldChg chg="del">
        <pc:chgData name="Zhu,Donglei (HP Medicine) BII-CN-S" userId="1b17fa8b-a8cf-4b07-a3b3-65040d469537" providerId="ADAL" clId="{2CDC49E2-C632-47BE-99B6-19FDF929E8FA}" dt="2024-04-24T02:24:30.810" v="418" actId="47"/>
        <pc:sldMkLst>
          <pc:docMk/>
          <pc:sldMk cId="2656378969" sldId="2147481661"/>
        </pc:sldMkLst>
      </pc:sldChg>
      <pc:sldChg chg="del">
        <pc:chgData name="Zhu,Donglei (HP Medicine) BII-CN-S" userId="1b17fa8b-a8cf-4b07-a3b3-65040d469537" providerId="ADAL" clId="{2CDC49E2-C632-47BE-99B6-19FDF929E8FA}" dt="2024-04-24T02:24:29.650" v="417" actId="47"/>
        <pc:sldMkLst>
          <pc:docMk/>
          <pc:sldMk cId="1039155247" sldId="2147481662"/>
        </pc:sldMkLst>
      </pc:sldChg>
      <pc:sldChg chg="add ord">
        <pc:chgData name="Zhu,Donglei (HP Medicine) BII-CN-S" userId="1b17fa8b-a8cf-4b07-a3b3-65040d469537" providerId="ADAL" clId="{2CDC49E2-C632-47BE-99B6-19FDF929E8FA}" dt="2024-04-23T13:37:17.865" v="80"/>
        <pc:sldMkLst>
          <pc:docMk/>
          <pc:sldMk cId="2761352286" sldId="2147482007"/>
        </pc:sldMkLst>
      </pc:sldChg>
      <pc:sldChg chg="addSp modSp add mod">
        <pc:chgData name="Zhu,Donglei (HP Medicine) BII-CN-S" userId="1b17fa8b-a8cf-4b07-a3b3-65040d469537" providerId="ADAL" clId="{2CDC49E2-C632-47BE-99B6-19FDF929E8FA}" dt="2024-04-25T01:33:51.550" v="609" actId="1076"/>
        <pc:sldMkLst>
          <pc:docMk/>
          <pc:sldMk cId="1420886874" sldId="2147482019"/>
        </pc:sldMkLst>
        <pc:spChg chg="mod">
          <ac:chgData name="Zhu,Donglei (HP Medicine) BII-CN-S" userId="1b17fa8b-a8cf-4b07-a3b3-65040d469537" providerId="ADAL" clId="{2CDC49E2-C632-47BE-99B6-19FDF929E8FA}" dt="2024-04-23T13:43:43.687" v="299" actId="1035"/>
          <ac:spMkLst>
            <pc:docMk/>
            <pc:sldMk cId="1420886874" sldId="2147482019"/>
            <ac:spMk id="26" creationId="{D6BC4ACC-2152-58F9-65EF-E31D45DD1A15}"/>
          </ac:spMkLst>
        </pc:spChg>
        <pc:spChg chg="mod">
          <ac:chgData name="Zhu,Donglei (HP Medicine) BII-CN-S" userId="1b17fa8b-a8cf-4b07-a3b3-65040d469537" providerId="ADAL" clId="{2CDC49E2-C632-47BE-99B6-19FDF929E8FA}" dt="2024-04-23T13:43:43.687" v="299" actId="1035"/>
          <ac:spMkLst>
            <pc:docMk/>
            <pc:sldMk cId="1420886874" sldId="2147482019"/>
            <ac:spMk id="28" creationId="{2785A23E-E5EB-7D37-13BB-D152323E1C99}"/>
          </ac:spMkLst>
        </pc:spChg>
        <pc:spChg chg="mod">
          <ac:chgData name="Zhu,Donglei (HP Medicine) BII-CN-S" userId="1b17fa8b-a8cf-4b07-a3b3-65040d469537" providerId="ADAL" clId="{2CDC49E2-C632-47BE-99B6-19FDF929E8FA}" dt="2024-04-23T13:43:43.687" v="299" actId="1035"/>
          <ac:spMkLst>
            <pc:docMk/>
            <pc:sldMk cId="1420886874" sldId="2147482019"/>
            <ac:spMk id="29" creationId="{33731B99-30B4-4EE4-AFBF-F7D12E1D5B08}"/>
          </ac:spMkLst>
        </pc:spChg>
        <pc:spChg chg="mod">
          <ac:chgData name="Zhu,Donglei (HP Medicine) BII-CN-S" userId="1b17fa8b-a8cf-4b07-a3b3-65040d469537" providerId="ADAL" clId="{2CDC49E2-C632-47BE-99B6-19FDF929E8FA}" dt="2024-04-23T13:43:43.687" v="299" actId="1035"/>
          <ac:spMkLst>
            <pc:docMk/>
            <pc:sldMk cId="1420886874" sldId="2147482019"/>
            <ac:spMk id="33" creationId="{9A660FB5-2F95-6809-D9C8-8B68253230E3}"/>
          </ac:spMkLst>
        </pc:spChg>
        <pc:spChg chg="mod">
          <ac:chgData name="Zhu,Donglei (HP Medicine) BII-CN-S" userId="1b17fa8b-a8cf-4b07-a3b3-65040d469537" providerId="ADAL" clId="{2CDC49E2-C632-47BE-99B6-19FDF929E8FA}" dt="2024-04-23T13:43:43.687" v="299" actId="1035"/>
          <ac:spMkLst>
            <pc:docMk/>
            <pc:sldMk cId="1420886874" sldId="2147482019"/>
            <ac:spMk id="41" creationId="{2975E559-592B-8F4A-5579-00DAC5D1AEBA}"/>
          </ac:spMkLst>
        </pc:spChg>
        <pc:spChg chg="mod">
          <ac:chgData name="Zhu,Donglei (HP Medicine) BII-CN-S" userId="1b17fa8b-a8cf-4b07-a3b3-65040d469537" providerId="ADAL" clId="{2CDC49E2-C632-47BE-99B6-19FDF929E8FA}" dt="2024-04-23T13:43:43.687" v="299" actId="1035"/>
          <ac:spMkLst>
            <pc:docMk/>
            <pc:sldMk cId="1420886874" sldId="2147482019"/>
            <ac:spMk id="42" creationId="{7AE2EB56-D235-86A6-9818-563FB02F572E}"/>
          </ac:spMkLst>
        </pc:spChg>
        <pc:spChg chg="mod">
          <ac:chgData name="Zhu,Donglei (HP Medicine) BII-CN-S" userId="1b17fa8b-a8cf-4b07-a3b3-65040d469537" providerId="ADAL" clId="{2CDC49E2-C632-47BE-99B6-19FDF929E8FA}" dt="2024-04-23T13:43:43.687" v="299" actId="1035"/>
          <ac:spMkLst>
            <pc:docMk/>
            <pc:sldMk cId="1420886874" sldId="2147482019"/>
            <ac:spMk id="43" creationId="{D07FC279-EA7E-CC85-3C67-8388BF315100}"/>
          </ac:spMkLst>
        </pc:spChg>
        <pc:spChg chg="mod">
          <ac:chgData name="Zhu,Donglei (HP Medicine) BII-CN-S" userId="1b17fa8b-a8cf-4b07-a3b3-65040d469537" providerId="ADAL" clId="{2CDC49E2-C632-47BE-99B6-19FDF929E8FA}" dt="2024-04-23T13:43:43.687" v="299" actId="1035"/>
          <ac:spMkLst>
            <pc:docMk/>
            <pc:sldMk cId="1420886874" sldId="2147482019"/>
            <ac:spMk id="47" creationId="{9EFF6EE9-B24B-A296-210C-CFF807BBA75C}"/>
          </ac:spMkLst>
        </pc:spChg>
        <pc:spChg chg="mod">
          <ac:chgData name="Zhu,Donglei (HP Medicine) BII-CN-S" userId="1b17fa8b-a8cf-4b07-a3b3-65040d469537" providerId="ADAL" clId="{2CDC49E2-C632-47BE-99B6-19FDF929E8FA}" dt="2024-04-23T13:43:43.687" v="299" actId="1035"/>
          <ac:spMkLst>
            <pc:docMk/>
            <pc:sldMk cId="1420886874" sldId="2147482019"/>
            <ac:spMk id="48" creationId="{3D951BAB-08CC-7B16-DA71-5BDB2ADBDFD2}"/>
          </ac:spMkLst>
        </pc:spChg>
        <pc:spChg chg="mod">
          <ac:chgData name="Zhu,Donglei (HP Medicine) BII-CN-S" userId="1b17fa8b-a8cf-4b07-a3b3-65040d469537" providerId="ADAL" clId="{2CDC49E2-C632-47BE-99B6-19FDF929E8FA}" dt="2024-04-23T13:43:43.687" v="299" actId="1035"/>
          <ac:spMkLst>
            <pc:docMk/>
            <pc:sldMk cId="1420886874" sldId="2147482019"/>
            <ac:spMk id="49" creationId="{40045FAA-20F9-4476-D7B7-30334C6B7BAD}"/>
          </ac:spMkLst>
        </pc:spChg>
        <pc:spChg chg="mod">
          <ac:chgData name="Zhu,Donglei (HP Medicine) BII-CN-S" userId="1b17fa8b-a8cf-4b07-a3b3-65040d469537" providerId="ADAL" clId="{2CDC49E2-C632-47BE-99B6-19FDF929E8FA}" dt="2024-04-23T13:43:43.687" v="299" actId="1035"/>
          <ac:spMkLst>
            <pc:docMk/>
            <pc:sldMk cId="1420886874" sldId="2147482019"/>
            <ac:spMk id="50" creationId="{5328BE84-6E75-2ED8-8F0F-58232AB72BFA}"/>
          </ac:spMkLst>
        </pc:spChg>
        <pc:spChg chg="add mod">
          <ac:chgData name="Zhu,Donglei (HP Medicine) BII-CN-S" userId="1b17fa8b-a8cf-4b07-a3b3-65040d469537" providerId="ADAL" clId="{2CDC49E2-C632-47BE-99B6-19FDF929E8FA}" dt="2024-04-25T01:33:51.550" v="609" actId="1076"/>
          <ac:spMkLst>
            <pc:docMk/>
            <pc:sldMk cId="1420886874" sldId="2147482019"/>
            <ac:spMk id="51" creationId="{2CCF0ABC-7261-EC6C-49A5-615688B55C07}"/>
          </ac:spMkLst>
        </pc:spChg>
        <pc:spChg chg="mod">
          <ac:chgData name="Zhu,Donglei (HP Medicine) BII-CN-S" userId="1b17fa8b-a8cf-4b07-a3b3-65040d469537" providerId="ADAL" clId="{2CDC49E2-C632-47BE-99B6-19FDF929E8FA}" dt="2024-04-23T13:43:43.687" v="299" actId="1035"/>
          <ac:spMkLst>
            <pc:docMk/>
            <pc:sldMk cId="1420886874" sldId="2147482019"/>
            <ac:spMk id="54" creationId="{E0B501F9-9077-B759-46FB-7AB07B2E28FB}"/>
          </ac:spMkLst>
        </pc:spChg>
        <pc:spChg chg="mod">
          <ac:chgData name="Zhu,Donglei (HP Medicine) BII-CN-S" userId="1b17fa8b-a8cf-4b07-a3b3-65040d469537" providerId="ADAL" clId="{2CDC49E2-C632-47BE-99B6-19FDF929E8FA}" dt="2024-04-23T13:43:43.687" v="299" actId="1035"/>
          <ac:spMkLst>
            <pc:docMk/>
            <pc:sldMk cId="1420886874" sldId="2147482019"/>
            <ac:spMk id="75" creationId="{CC993A48-25DB-0DB5-5106-3BFD6B15B5F8}"/>
          </ac:spMkLst>
        </pc:spChg>
        <pc:spChg chg="mod">
          <ac:chgData name="Zhu,Donglei (HP Medicine) BII-CN-S" userId="1b17fa8b-a8cf-4b07-a3b3-65040d469537" providerId="ADAL" clId="{2CDC49E2-C632-47BE-99B6-19FDF929E8FA}" dt="2024-04-23T13:43:43.687" v="299" actId="1035"/>
          <ac:spMkLst>
            <pc:docMk/>
            <pc:sldMk cId="1420886874" sldId="2147482019"/>
            <ac:spMk id="76" creationId="{28E54CCD-4EC6-B55E-AD99-B78E4B6DC7A9}"/>
          </ac:spMkLst>
        </pc:spChg>
        <pc:spChg chg="mod">
          <ac:chgData name="Zhu,Donglei (HP Medicine) BII-CN-S" userId="1b17fa8b-a8cf-4b07-a3b3-65040d469537" providerId="ADAL" clId="{2CDC49E2-C632-47BE-99B6-19FDF929E8FA}" dt="2024-04-23T13:43:43.687" v="299" actId="1035"/>
          <ac:spMkLst>
            <pc:docMk/>
            <pc:sldMk cId="1420886874" sldId="2147482019"/>
            <ac:spMk id="77" creationId="{9949C35E-F320-EE6F-F7DD-7BE23A03636A}"/>
          </ac:spMkLst>
        </pc:spChg>
        <pc:spChg chg="mod">
          <ac:chgData name="Zhu,Donglei (HP Medicine) BII-CN-S" userId="1b17fa8b-a8cf-4b07-a3b3-65040d469537" providerId="ADAL" clId="{2CDC49E2-C632-47BE-99B6-19FDF929E8FA}" dt="2024-04-23T13:43:43.687" v="299" actId="1035"/>
          <ac:spMkLst>
            <pc:docMk/>
            <pc:sldMk cId="1420886874" sldId="2147482019"/>
            <ac:spMk id="78" creationId="{6CD7EC66-C296-A687-C549-11A061DD4904}"/>
          </ac:spMkLst>
        </pc:spChg>
        <pc:spChg chg="mod">
          <ac:chgData name="Zhu,Donglei (HP Medicine) BII-CN-S" userId="1b17fa8b-a8cf-4b07-a3b3-65040d469537" providerId="ADAL" clId="{2CDC49E2-C632-47BE-99B6-19FDF929E8FA}" dt="2024-04-23T13:43:43.687" v="299" actId="1035"/>
          <ac:spMkLst>
            <pc:docMk/>
            <pc:sldMk cId="1420886874" sldId="2147482019"/>
            <ac:spMk id="79" creationId="{B4C7B7B3-BFA0-0C93-0F51-A6D42D0306C2}"/>
          </ac:spMkLst>
        </pc:spChg>
        <pc:spChg chg="mod">
          <ac:chgData name="Zhu,Donglei (HP Medicine) BII-CN-S" userId="1b17fa8b-a8cf-4b07-a3b3-65040d469537" providerId="ADAL" clId="{2CDC49E2-C632-47BE-99B6-19FDF929E8FA}" dt="2024-04-23T13:43:43.687" v="299" actId="1035"/>
          <ac:spMkLst>
            <pc:docMk/>
            <pc:sldMk cId="1420886874" sldId="2147482019"/>
            <ac:spMk id="80" creationId="{F9BF2B07-3B96-DEEC-5C62-E3F127783C8B}"/>
          </ac:spMkLst>
        </pc:spChg>
        <pc:spChg chg="mod">
          <ac:chgData name="Zhu,Donglei (HP Medicine) BII-CN-S" userId="1b17fa8b-a8cf-4b07-a3b3-65040d469537" providerId="ADAL" clId="{2CDC49E2-C632-47BE-99B6-19FDF929E8FA}" dt="2024-04-23T13:43:43.687" v="299" actId="1035"/>
          <ac:spMkLst>
            <pc:docMk/>
            <pc:sldMk cId="1420886874" sldId="2147482019"/>
            <ac:spMk id="83" creationId="{B8BF9DB5-A396-7AF5-1C96-3E0B583C261A}"/>
          </ac:spMkLst>
        </pc:spChg>
        <pc:spChg chg="mod">
          <ac:chgData name="Zhu,Donglei (HP Medicine) BII-CN-S" userId="1b17fa8b-a8cf-4b07-a3b3-65040d469537" providerId="ADAL" clId="{2CDC49E2-C632-47BE-99B6-19FDF929E8FA}" dt="2024-04-23T13:43:43.687" v="299" actId="1035"/>
          <ac:spMkLst>
            <pc:docMk/>
            <pc:sldMk cId="1420886874" sldId="2147482019"/>
            <ac:spMk id="88" creationId="{F3109C4B-EDA5-7E35-FCAB-A96549D32FF4}"/>
          </ac:spMkLst>
        </pc:spChg>
        <pc:spChg chg="mod">
          <ac:chgData name="Zhu,Donglei (HP Medicine) BII-CN-S" userId="1b17fa8b-a8cf-4b07-a3b3-65040d469537" providerId="ADAL" clId="{2CDC49E2-C632-47BE-99B6-19FDF929E8FA}" dt="2024-04-23T13:43:43.687" v="299" actId="1035"/>
          <ac:spMkLst>
            <pc:docMk/>
            <pc:sldMk cId="1420886874" sldId="2147482019"/>
            <ac:spMk id="93" creationId="{BE05389C-0B52-E75A-D420-106E48305ECC}"/>
          </ac:spMkLst>
        </pc:spChg>
        <pc:spChg chg="mod">
          <ac:chgData name="Zhu,Donglei (HP Medicine) BII-CN-S" userId="1b17fa8b-a8cf-4b07-a3b3-65040d469537" providerId="ADAL" clId="{2CDC49E2-C632-47BE-99B6-19FDF929E8FA}" dt="2024-04-23T13:43:43.687" v="299" actId="1035"/>
          <ac:spMkLst>
            <pc:docMk/>
            <pc:sldMk cId="1420886874" sldId="2147482019"/>
            <ac:spMk id="94" creationId="{8B89D469-315F-04B7-A5BB-BCEF3C101FFF}"/>
          </ac:spMkLst>
        </pc:spChg>
        <pc:spChg chg="mod">
          <ac:chgData name="Zhu,Donglei (HP Medicine) BII-CN-S" userId="1b17fa8b-a8cf-4b07-a3b3-65040d469537" providerId="ADAL" clId="{2CDC49E2-C632-47BE-99B6-19FDF929E8FA}" dt="2024-04-23T13:43:43.687" v="299" actId="1035"/>
          <ac:spMkLst>
            <pc:docMk/>
            <pc:sldMk cId="1420886874" sldId="2147482019"/>
            <ac:spMk id="95" creationId="{6CA6D3F0-19ED-8E7B-8294-773F210A2A50}"/>
          </ac:spMkLst>
        </pc:spChg>
        <pc:spChg chg="mod">
          <ac:chgData name="Zhu,Donglei (HP Medicine) BII-CN-S" userId="1b17fa8b-a8cf-4b07-a3b3-65040d469537" providerId="ADAL" clId="{2CDC49E2-C632-47BE-99B6-19FDF929E8FA}" dt="2024-04-23T13:43:43.687" v="299" actId="1035"/>
          <ac:spMkLst>
            <pc:docMk/>
            <pc:sldMk cId="1420886874" sldId="2147482019"/>
            <ac:spMk id="96" creationId="{501A5BA6-5020-60C5-6466-E43A7C5E327D}"/>
          </ac:spMkLst>
        </pc:spChg>
        <pc:spChg chg="mod">
          <ac:chgData name="Zhu,Donglei (HP Medicine) BII-CN-S" userId="1b17fa8b-a8cf-4b07-a3b3-65040d469537" providerId="ADAL" clId="{2CDC49E2-C632-47BE-99B6-19FDF929E8FA}" dt="2024-04-23T13:43:43.687" v="299" actId="1035"/>
          <ac:spMkLst>
            <pc:docMk/>
            <pc:sldMk cId="1420886874" sldId="2147482019"/>
            <ac:spMk id="97" creationId="{09A9E68F-3E87-9FBB-EFCA-92C635379806}"/>
          </ac:spMkLst>
        </pc:spChg>
        <pc:spChg chg="mod">
          <ac:chgData name="Zhu,Donglei (HP Medicine) BII-CN-S" userId="1b17fa8b-a8cf-4b07-a3b3-65040d469537" providerId="ADAL" clId="{2CDC49E2-C632-47BE-99B6-19FDF929E8FA}" dt="2024-04-23T13:43:43.687" v="299" actId="1035"/>
          <ac:spMkLst>
            <pc:docMk/>
            <pc:sldMk cId="1420886874" sldId="2147482019"/>
            <ac:spMk id="98" creationId="{AD5F338F-D5F2-35CB-11E0-28AF06E199D2}"/>
          </ac:spMkLst>
        </pc:spChg>
        <pc:spChg chg="mod">
          <ac:chgData name="Zhu,Donglei (HP Medicine) BII-CN-S" userId="1b17fa8b-a8cf-4b07-a3b3-65040d469537" providerId="ADAL" clId="{2CDC49E2-C632-47BE-99B6-19FDF929E8FA}" dt="2024-04-23T13:43:43.687" v="299" actId="1035"/>
          <ac:spMkLst>
            <pc:docMk/>
            <pc:sldMk cId="1420886874" sldId="2147482019"/>
            <ac:spMk id="99" creationId="{10FD3772-9472-B0AD-8A20-A554D1F2F940}"/>
          </ac:spMkLst>
        </pc:spChg>
        <pc:spChg chg="mod">
          <ac:chgData name="Zhu,Donglei (HP Medicine) BII-CN-S" userId="1b17fa8b-a8cf-4b07-a3b3-65040d469537" providerId="ADAL" clId="{2CDC49E2-C632-47BE-99B6-19FDF929E8FA}" dt="2024-04-23T13:43:43.687" v="299" actId="1035"/>
          <ac:spMkLst>
            <pc:docMk/>
            <pc:sldMk cId="1420886874" sldId="2147482019"/>
            <ac:spMk id="100" creationId="{4DB30BC8-0624-7498-9FCC-FDBE118F373E}"/>
          </ac:spMkLst>
        </pc:spChg>
        <pc:grpChg chg="mod">
          <ac:chgData name="Zhu,Donglei (HP Medicine) BII-CN-S" userId="1b17fa8b-a8cf-4b07-a3b3-65040d469537" providerId="ADAL" clId="{2CDC49E2-C632-47BE-99B6-19FDF929E8FA}" dt="2024-04-23T13:43:43.687" v="299" actId="1035"/>
          <ac:grpSpMkLst>
            <pc:docMk/>
            <pc:sldMk cId="1420886874" sldId="2147482019"/>
            <ac:grpSpMk id="3" creationId="{89F30B41-E184-2626-45EB-24E4DB84C2B7}"/>
          </ac:grpSpMkLst>
        </pc:grpChg>
        <pc:grpChg chg="mod">
          <ac:chgData name="Zhu,Donglei (HP Medicine) BII-CN-S" userId="1b17fa8b-a8cf-4b07-a3b3-65040d469537" providerId="ADAL" clId="{2CDC49E2-C632-47BE-99B6-19FDF929E8FA}" dt="2024-04-23T13:43:43.687" v="299" actId="1035"/>
          <ac:grpSpMkLst>
            <pc:docMk/>
            <pc:sldMk cId="1420886874" sldId="2147482019"/>
            <ac:grpSpMk id="81" creationId="{BEAC8BE2-A38C-74D2-8982-FB2E319E882F}"/>
          </ac:grpSpMkLst>
        </pc:grpChg>
        <pc:grpChg chg="mod">
          <ac:chgData name="Zhu,Donglei (HP Medicine) BII-CN-S" userId="1b17fa8b-a8cf-4b07-a3b3-65040d469537" providerId="ADAL" clId="{2CDC49E2-C632-47BE-99B6-19FDF929E8FA}" dt="2024-04-23T13:43:43.687" v="299" actId="1035"/>
          <ac:grpSpMkLst>
            <pc:docMk/>
            <pc:sldMk cId="1420886874" sldId="2147482019"/>
            <ac:grpSpMk id="82" creationId="{2958DA11-D19E-C9E8-2F9D-C6DF7FDA7075}"/>
          </ac:grpSpMkLst>
        </pc:grpChg>
        <pc:grpChg chg="mod">
          <ac:chgData name="Zhu,Donglei (HP Medicine) BII-CN-S" userId="1b17fa8b-a8cf-4b07-a3b3-65040d469537" providerId="ADAL" clId="{2CDC49E2-C632-47BE-99B6-19FDF929E8FA}" dt="2024-04-23T13:43:43.687" v="299" actId="1035"/>
          <ac:grpSpMkLst>
            <pc:docMk/>
            <pc:sldMk cId="1420886874" sldId="2147482019"/>
            <ac:grpSpMk id="84" creationId="{03DFB3F3-64C6-55EE-0FA0-757A4D5539AF}"/>
          </ac:grpSpMkLst>
        </pc:grpChg>
        <pc:grpChg chg="mod">
          <ac:chgData name="Zhu,Donglei (HP Medicine) BII-CN-S" userId="1b17fa8b-a8cf-4b07-a3b3-65040d469537" providerId="ADAL" clId="{2CDC49E2-C632-47BE-99B6-19FDF929E8FA}" dt="2024-04-23T13:43:43.687" v="299" actId="1035"/>
          <ac:grpSpMkLst>
            <pc:docMk/>
            <pc:sldMk cId="1420886874" sldId="2147482019"/>
            <ac:grpSpMk id="85" creationId="{EF75FDFA-501B-9DA4-A1DD-50BE38D7B8B3}"/>
          </ac:grpSpMkLst>
        </pc:grpChg>
        <pc:picChg chg="mod">
          <ac:chgData name="Zhu,Donglei (HP Medicine) BII-CN-S" userId="1b17fa8b-a8cf-4b07-a3b3-65040d469537" providerId="ADAL" clId="{2CDC49E2-C632-47BE-99B6-19FDF929E8FA}" dt="2024-04-23T13:43:43.687" v="299" actId="1035"/>
          <ac:picMkLst>
            <pc:docMk/>
            <pc:sldMk cId="1420886874" sldId="2147482019"/>
            <ac:picMk id="12" creationId="{82D24007-1E51-E581-0B58-8B4B00AF7650}"/>
          </ac:picMkLst>
        </pc:picChg>
        <pc:cxnChg chg="mod">
          <ac:chgData name="Zhu,Donglei (HP Medicine) BII-CN-S" userId="1b17fa8b-a8cf-4b07-a3b3-65040d469537" providerId="ADAL" clId="{2CDC49E2-C632-47BE-99B6-19FDF929E8FA}" dt="2024-04-23T13:43:32.326" v="270" actId="1036"/>
          <ac:cxnSpMkLst>
            <pc:docMk/>
            <pc:sldMk cId="1420886874" sldId="2147482019"/>
            <ac:cxnSpMk id="7" creationId="{4A1E90E9-AE12-7C8A-D4A5-29AB916A661A}"/>
          </ac:cxnSpMkLst>
        </pc:cxnChg>
      </pc:sldChg>
      <pc:sldChg chg="addSp delSp modSp new mod ord">
        <pc:chgData name="Zhu,Donglei (HP Medicine) BII-CN-S" userId="1b17fa8b-a8cf-4b07-a3b3-65040d469537" providerId="ADAL" clId="{2CDC49E2-C632-47BE-99B6-19FDF929E8FA}" dt="2024-04-25T01:27:19.594" v="607" actId="20577"/>
        <pc:sldMkLst>
          <pc:docMk/>
          <pc:sldMk cId="2502429109" sldId="2147482020"/>
        </pc:sldMkLst>
        <pc:spChg chg="del mod">
          <ac:chgData name="Zhu,Donglei (HP Medicine) BII-CN-S" userId="1b17fa8b-a8cf-4b07-a3b3-65040d469537" providerId="ADAL" clId="{2CDC49E2-C632-47BE-99B6-19FDF929E8FA}" dt="2024-04-24T12:57:51.727" v="424" actId="478"/>
          <ac:spMkLst>
            <pc:docMk/>
            <pc:sldMk cId="2502429109" sldId="2147482020"/>
            <ac:spMk id="3" creationId="{34A29101-4BC6-6D6E-E651-6175D66781CA}"/>
          </ac:spMkLst>
        </pc:spChg>
        <pc:spChg chg="del">
          <ac:chgData name="Zhu,Donglei (HP Medicine) BII-CN-S" userId="1b17fa8b-a8cf-4b07-a3b3-65040d469537" providerId="ADAL" clId="{2CDC49E2-C632-47BE-99B6-19FDF929E8FA}" dt="2024-04-24T12:57:45.313" v="422" actId="478"/>
          <ac:spMkLst>
            <pc:docMk/>
            <pc:sldMk cId="2502429109" sldId="2147482020"/>
            <ac:spMk id="4" creationId="{9AABDCBE-6E4D-1D14-8BA7-250D90DB66A1}"/>
          </ac:spMkLst>
        </pc:spChg>
        <pc:spChg chg="add mod">
          <ac:chgData name="Zhu,Donglei (HP Medicine) BII-CN-S" userId="1b17fa8b-a8cf-4b07-a3b3-65040d469537" providerId="ADAL" clId="{2CDC49E2-C632-47BE-99B6-19FDF929E8FA}" dt="2024-04-25T01:27:19.594" v="607" actId="20577"/>
          <ac:spMkLst>
            <pc:docMk/>
            <pc:sldMk cId="2502429109" sldId="2147482020"/>
            <ac:spMk id="7" creationId="{A71E0749-095B-5C48-85CD-BD228F0E8F23}"/>
          </ac:spMkLst>
        </pc:spChg>
        <pc:picChg chg="add mod modCrop">
          <ac:chgData name="Zhu,Donglei (HP Medicine) BII-CN-S" userId="1b17fa8b-a8cf-4b07-a3b3-65040d469537" providerId="ADAL" clId="{2CDC49E2-C632-47BE-99B6-19FDF929E8FA}" dt="2024-04-24T12:57:30.712" v="421" actId="14100"/>
          <ac:picMkLst>
            <pc:docMk/>
            <pc:sldMk cId="2502429109" sldId="2147482020"/>
            <ac:picMk id="8" creationId="{C8DF8C8B-B38B-B65F-2977-DB7B1D645C43}"/>
          </ac:picMkLst>
        </pc:picChg>
      </pc:sldChg>
      <pc:sldChg chg="addSp modSp new mod modShow">
        <pc:chgData name="Zhu,Donglei (HP Medicine) BII-CN-S" userId="1b17fa8b-a8cf-4b07-a3b3-65040d469537" providerId="ADAL" clId="{2CDC49E2-C632-47BE-99B6-19FDF929E8FA}" dt="2024-04-23T14:00:20.957" v="373" actId="729"/>
        <pc:sldMkLst>
          <pc:docMk/>
          <pc:sldMk cId="2379939088" sldId="2147482021"/>
        </pc:sldMkLst>
        <pc:picChg chg="add mod">
          <ac:chgData name="Zhu,Donglei (HP Medicine) BII-CN-S" userId="1b17fa8b-a8cf-4b07-a3b3-65040d469537" providerId="ADAL" clId="{2CDC49E2-C632-47BE-99B6-19FDF929E8FA}" dt="2024-04-23T13:59:03.610" v="369" actId="1076"/>
          <ac:picMkLst>
            <pc:docMk/>
            <pc:sldMk cId="2379939088" sldId="2147482021"/>
            <ac:picMk id="8" creationId="{F719E146-4D8F-B776-BF9E-0CF3CF87E8F1}"/>
          </ac:picMkLst>
        </pc:picChg>
      </pc:sldChg>
      <pc:sldChg chg="addSp modSp new mod modShow">
        <pc:chgData name="Zhu,Donglei (HP Medicine) BII-CN-S" userId="1b17fa8b-a8cf-4b07-a3b3-65040d469537" providerId="ADAL" clId="{2CDC49E2-C632-47BE-99B6-19FDF929E8FA}" dt="2024-04-23T14:00:22.616" v="374" actId="729"/>
        <pc:sldMkLst>
          <pc:docMk/>
          <pc:sldMk cId="3481806024" sldId="2147482022"/>
        </pc:sldMkLst>
        <pc:picChg chg="add mod">
          <ac:chgData name="Zhu,Donglei (HP Medicine) BII-CN-S" userId="1b17fa8b-a8cf-4b07-a3b3-65040d469537" providerId="ADAL" clId="{2CDC49E2-C632-47BE-99B6-19FDF929E8FA}" dt="2024-04-23T14:00:16.090" v="372" actId="1076"/>
          <ac:picMkLst>
            <pc:docMk/>
            <pc:sldMk cId="3481806024" sldId="2147482022"/>
            <ac:picMk id="8" creationId="{FC3A4374-E7E5-CB3D-D18B-D76D05579615}"/>
          </ac:picMkLst>
        </pc:picChg>
      </pc:sldChg>
      <pc:sldMasterChg chg="delSldLayout">
        <pc:chgData name="Zhu,Donglei (HP Medicine) BII-CN-S" userId="1b17fa8b-a8cf-4b07-a3b3-65040d469537" providerId="ADAL" clId="{2CDC49E2-C632-47BE-99B6-19FDF929E8FA}" dt="2024-04-24T02:24:26.993" v="416" actId="47"/>
        <pc:sldMasterMkLst>
          <pc:docMk/>
          <pc:sldMasterMk cId="2211166772" sldId="2147484877"/>
        </pc:sldMasterMkLst>
        <pc:sldLayoutChg chg="del">
          <pc:chgData name="Zhu,Donglei (HP Medicine) BII-CN-S" userId="1b17fa8b-a8cf-4b07-a3b3-65040d469537" providerId="ADAL" clId="{2CDC49E2-C632-47BE-99B6-19FDF929E8FA}" dt="2024-04-24T02:24:26.993" v="416" actId="47"/>
          <pc:sldLayoutMkLst>
            <pc:docMk/>
            <pc:sldMasterMk cId="2211166772" sldId="2147484877"/>
            <pc:sldLayoutMk cId="1253233965" sldId="2147485139"/>
          </pc:sldLayoutMkLst>
        </pc:sldLayoutChg>
      </pc:sldMasterChg>
      <pc:sldMasterChg chg="del delSldLayout">
        <pc:chgData name="Zhu,Donglei (HP Medicine) BII-CN-S" userId="1b17fa8b-a8cf-4b07-a3b3-65040d469537" providerId="ADAL" clId="{2CDC49E2-C632-47BE-99B6-19FDF929E8FA}" dt="2024-04-24T02:24:22.043" v="415" actId="47"/>
        <pc:sldMasterMkLst>
          <pc:docMk/>
          <pc:sldMasterMk cId="2804146799" sldId="2147485065"/>
        </pc:sldMasterMkLst>
        <pc:sldLayoutChg chg="del">
          <pc:chgData name="Zhu,Donglei (HP Medicine) BII-CN-S" userId="1b17fa8b-a8cf-4b07-a3b3-65040d469537" providerId="ADAL" clId="{2CDC49E2-C632-47BE-99B6-19FDF929E8FA}" dt="2024-04-24T02:24:22.043" v="415" actId="47"/>
          <pc:sldLayoutMkLst>
            <pc:docMk/>
            <pc:sldMasterMk cId="2804146799" sldId="2147485065"/>
            <pc:sldLayoutMk cId="2189239963" sldId="2147485066"/>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225092809" sldId="2147485067"/>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3995699953" sldId="2147485068"/>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1140144253" sldId="2147485069"/>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2826422862" sldId="2147485070"/>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3973806798" sldId="2147485071"/>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3973907278" sldId="2147485072"/>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514014151" sldId="2147485073"/>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819812563" sldId="2147485074"/>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1594638592" sldId="2147485075"/>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503341124" sldId="2147485076"/>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4068273704" sldId="2147485077"/>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2676869154" sldId="2147485078"/>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2133698258" sldId="2147485079"/>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3989129478" sldId="2147485080"/>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2703641536" sldId="2147485081"/>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2236280071" sldId="2147485082"/>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477351814" sldId="2147485083"/>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3077657713" sldId="2147485084"/>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3535790676" sldId="2147485085"/>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3828124514" sldId="2147485086"/>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83722615" sldId="2147485087"/>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1304318695" sldId="2147485088"/>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3283399309" sldId="2147485089"/>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1148824409" sldId="2147485090"/>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3754386912" sldId="2147485091"/>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1285531653" sldId="2147485092"/>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1972757280" sldId="2147485093"/>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3303521666" sldId="2147485094"/>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1830691996" sldId="2147485095"/>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695810158" sldId="2147485096"/>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20583333" sldId="2147485097"/>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1908923272" sldId="2147485098"/>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2985119902" sldId="2147485099"/>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2179762971" sldId="2147485100"/>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2752192193" sldId="2147485101"/>
          </pc:sldLayoutMkLst>
        </pc:sldLayoutChg>
        <pc:sldLayoutChg chg="del">
          <pc:chgData name="Zhu,Donglei (HP Medicine) BII-CN-S" userId="1b17fa8b-a8cf-4b07-a3b3-65040d469537" providerId="ADAL" clId="{2CDC49E2-C632-47BE-99B6-19FDF929E8FA}" dt="2024-04-24T02:24:22.043" v="415" actId="47"/>
          <pc:sldLayoutMkLst>
            <pc:docMk/>
            <pc:sldMasterMk cId="2804146799" sldId="2147485065"/>
            <pc:sldLayoutMk cId="954248206" sldId="2147485102"/>
          </pc:sldLayoutMkLst>
        </pc:sldLayoutChg>
      </pc:sldMasterChg>
    </pc:docChg>
  </pc:docChgLst>
  <pc:docChgLst>
    <pc:chgData name="Xue,Nick (HP Med Affairs) BII-CN-S" userId="ffcf8106-b8a5-4477-9fcd-3abbfcb5a5a5" providerId="ADAL" clId="{9C47441A-0C94-4B4F-9F69-ED57901234D3}"/>
    <pc:docChg chg="modSld sldOrd">
      <pc:chgData name="Xue,Nick (HP Med Affairs) BII-CN-S" userId="ffcf8106-b8a5-4477-9fcd-3abbfcb5a5a5" providerId="ADAL" clId="{9C47441A-0C94-4B4F-9F69-ED57901234D3}" dt="2024-03-06T01:49:14.010" v="1"/>
      <pc:docMkLst>
        <pc:docMk/>
      </pc:docMkLst>
      <pc:sldChg chg="ord">
        <pc:chgData name="Xue,Nick (HP Med Affairs) BII-CN-S" userId="ffcf8106-b8a5-4477-9fcd-3abbfcb5a5a5" providerId="ADAL" clId="{9C47441A-0C94-4B4F-9F69-ED57901234D3}" dt="2024-03-06T01:49:14.010" v="1"/>
        <pc:sldMkLst>
          <pc:docMk/>
          <pc:sldMk cId="3326657515" sldId="2147481648"/>
        </pc:sldMkLst>
      </pc:sldChg>
    </pc:docChg>
  </pc:docChgLst>
  <pc:docChgLst>
    <pc:chgData name="Dai,Dr.,Chris (HP Medicine) BII-CN-S" userId="3e58a745-3dd4-4a16-bba7-0132b90feb2d" providerId="ADAL" clId="{82F0E856-6B79-45E2-9016-F0D36189D6E0}"/>
    <pc:docChg chg="undo redo custSel delSld modSld sldOrd">
      <pc:chgData name="Dai,Dr.,Chris (HP Medicine) BII-CN-S" userId="3e58a745-3dd4-4a16-bba7-0132b90feb2d" providerId="ADAL" clId="{82F0E856-6B79-45E2-9016-F0D36189D6E0}" dt="2024-01-12T01:26:21.984" v="776" actId="20577"/>
      <pc:docMkLst>
        <pc:docMk/>
      </pc:docMkLst>
      <pc:sldChg chg="mod modShow">
        <pc:chgData name="Dai,Dr.,Chris (HP Medicine) BII-CN-S" userId="3e58a745-3dd4-4a16-bba7-0132b90feb2d" providerId="ADAL" clId="{82F0E856-6B79-45E2-9016-F0D36189D6E0}" dt="2024-01-11T06:11:09.588" v="420" actId="729"/>
        <pc:sldMkLst>
          <pc:docMk/>
          <pc:sldMk cId="3260843142" sldId="1060"/>
        </pc:sldMkLst>
      </pc:sldChg>
      <pc:sldChg chg="modSp mod">
        <pc:chgData name="Dai,Dr.,Chris (HP Medicine) BII-CN-S" userId="3e58a745-3dd4-4a16-bba7-0132b90feb2d" providerId="ADAL" clId="{82F0E856-6B79-45E2-9016-F0D36189D6E0}" dt="2024-01-12T00:56:56.243" v="747" actId="1076"/>
        <pc:sldMkLst>
          <pc:docMk/>
          <pc:sldMk cId="2985877493" sldId="9813"/>
        </pc:sldMkLst>
        <pc:spChg chg="mod">
          <ac:chgData name="Dai,Dr.,Chris (HP Medicine) BII-CN-S" userId="3e58a745-3dd4-4a16-bba7-0132b90feb2d" providerId="ADAL" clId="{82F0E856-6B79-45E2-9016-F0D36189D6E0}" dt="2024-01-12T00:37:53.392" v="732" actId="20577"/>
          <ac:spMkLst>
            <pc:docMk/>
            <pc:sldMk cId="2985877493" sldId="9813"/>
            <ac:spMk id="17" creationId="{1A643A9C-78FB-396B-D7B7-30072D13A7AC}"/>
          </ac:spMkLst>
        </pc:spChg>
        <pc:spChg chg="mod">
          <ac:chgData name="Dai,Dr.,Chris (HP Medicine) BII-CN-S" userId="3e58a745-3dd4-4a16-bba7-0132b90feb2d" providerId="ADAL" clId="{82F0E856-6B79-45E2-9016-F0D36189D6E0}" dt="2024-01-11T06:16:50.410" v="510" actId="255"/>
          <ac:spMkLst>
            <pc:docMk/>
            <pc:sldMk cId="2985877493" sldId="9813"/>
            <ac:spMk id="82" creationId="{6CEDC699-0C7E-BA75-BA4D-711625D1239D}"/>
          </ac:spMkLst>
        </pc:spChg>
        <pc:spChg chg="mod">
          <ac:chgData name="Dai,Dr.,Chris (HP Medicine) BII-CN-S" userId="3e58a745-3dd4-4a16-bba7-0132b90feb2d" providerId="ADAL" clId="{82F0E856-6B79-45E2-9016-F0D36189D6E0}" dt="2024-01-12T00:56:56.243" v="747" actId="1076"/>
          <ac:spMkLst>
            <pc:docMk/>
            <pc:sldMk cId="2985877493" sldId="9813"/>
            <ac:spMk id="89" creationId="{EE80C576-A5DA-81EB-47BF-7E81488884A9}"/>
          </ac:spMkLst>
        </pc:spChg>
      </pc:sldChg>
      <pc:sldChg chg="del">
        <pc:chgData name="Dai,Dr.,Chris (HP Medicine) BII-CN-S" userId="3e58a745-3dd4-4a16-bba7-0132b90feb2d" providerId="ADAL" clId="{82F0E856-6B79-45E2-9016-F0D36189D6E0}" dt="2024-01-11T06:11:10.897" v="421" actId="47"/>
        <pc:sldMkLst>
          <pc:docMk/>
          <pc:sldMk cId="1449955767" sldId="2147377461"/>
        </pc:sldMkLst>
      </pc:sldChg>
      <pc:sldChg chg="modSp mod">
        <pc:chgData name="Dai,Dr.,Chris (HP Medicine) BII-CN-S" userId="3e58a745-3dd4-4a16-bba7-0132b90feb2d" providerId="ADAL" clId="{82F0E856-6B79-45E2-9016-F0D36189D6E0}" dt="2024-01-12T01:26:21.984" v="776" actId="20577"/>
        <pc:sldMkLst>
          <pc:docMk/>
          <pc:sldMk cId="264307271" sldId="2147480028"/>
        </pc:sldMkLst>
        <pc:spChg chg="mod">
          <ac:chgData name="Dai,Dr.,Chris (HP Medicine) BII-CN-S" userId="3e58a745-3dd4-4a16-bba7-0132b90feb2d" providerId="ADAL" clId="{82F0E856-6B79-45E2-9016-F0D36189D6E0}" dt="2024-01-12T01:00:49.537" v="749" actId="20577"/>
          <ac:spMkLst>
            <pc:docMk/>
            <pc:sldMk cId="264307271" sldId="2147480028"/>
            <ac:spMk id="20" creationId="{FC84F1CA-F1C9-471B-81E0-6DA03A1A94D1}"/>
          </ac:spMkLst>
        </pc:spChg>
        <pc:spChg chg="mod">
          <ac:chgData name="Dai,Dr.,Chris (HP Medicine) BII-CN-S" userId="3e58a745-3dd4-4a16-bba7-0132b90feb2d" providerId="ADAL" clId="{82F0E856-6B79-45E2-9016-F0D36189D6E0}" dt="2024-01-12T01:26:21.984" v="776" actId="20577"/>
          <ac:spMkLst>
            <pc:docMk/>
            <pc:sldMk cId="264307271" sldId="2147480028"/>
            <ac:spMk id="59" creationId="{24FBC0E0-2245-EE63-2F4A-49CDDFF36F75}"/>
          </ac:spMkLst>
        </pc:spChg>
      </pc:sldChg>
      <pc:sldChg chg="modSp mod modNotesTx">
        <pc:chgData name="Dai,Dr.,Chris (HP Medicine) BII-CN-S" userId="3e58a745-3dd4-4a16-bba7-0132b90feb2d" providerId="ADAL" clId="{82F0E856-6B79-45E2-9016-F0D36189D6E0}" dt="2024-01-12T00:30:05.536" v="699" actId="14100"/>
        <pc:sldMkLst>
          <pc:docMk/>
          <pc:sldMk cId="3404696861" sldId="2147480029"/>
        </pc:sldMkLst>
        <pc:spChg chg="mod">
          <ac:chgData name="Dai,Dr.,Chris (HP Medicine) BII-CN-S" userId="3e58a745-3dd4-4a16-bba7-0132b90feb2d" providerId="ADAL" clId="{82F0E856-6B79-45E2-9016-F0D36189D6E0}" dt="2024-01-12T00:26:24.692" v="664" actId="14100"/>
          <ac:spMkLst>
            <pc:docMk/>
            <pc:sldMk cId="3404696861" sldId="2147480029"/>
            <ac:spMk id="4" creationId="{9BD691B7-A4C0-F274-22BF-521FAD16E539}"/>
          </ac:spMkLst>
        </pc:spChg>
        <pc:spChg chg="mod">
          <ac:chgData name="Dai,Dr.,Chris (HP Medicine) BII-CN-S" userId="3e58a745-3dd4-4a16-bba7-0132b90feb2d" providerId="ADAL" clId="{82F0E856-6B79-45E2-9016-F0D36189D6E0}" dt="2024-01-12T00:30:05.536" v="699" actId="14100"/>
          <ac:spMkLst>
            <pc:docMk/>
            <pc:sldMk cId="3404696861" sldId="2147480029"/>
            <ac:spMk id="60" creationId="{301815FF-7564-5425-46BB-9C7E7A418286}"/>
          </ac:spMkLst>
        </pc:spChg>
      </pc:sldChg>
      <pc:sldChg chg="modSp mod">
        <pc:chgData name="Dai,Dr.,Chris (HP Medicine) BII-CN-S" userId="3e58a745-3dd4-4a16-bba7-0132b90feb2d" providerId="ADAL" clId="{82F0E856-6B79-45E2-9016-F0D36189D6E0}" dt="2024-01-12T00:24:49.847" v="594" actId="207"/>
        <pc:sldMkLst>
          <pc:docMk/>
          <pc:sldMk cId="2818196506" sldId="2147480030"/>
        </pc:sldMkLst>
        <pc:spChg chg="mod">
          <ac:chgData name="Dai,Dr.,Chris (HP Medicine) BII-CN-S" userId="3e58a745-3dd4-4a16-bba7-0132b90feb2d" providerId="ADAL" clId="{82F0E856-6B79-45E2-9016-F0D36189D6E0}" dt="2024-01-11T06:13:17.180" v="493" actId="1038"/>
          <ac:spMkLst>
            <pc:docMk/>
            <pc:sldMk cId="2818196506" sldId="2147480030"/>
            <ac:spMk id="12" creationId="{E853305C-D59E-1023-2C92-0066072A861B}"/>
          </ac:spMkLst>
        </pc:spChg>
        <pc:spChg chg="mod">
          <ac:chgData name="Dai,Dr.,Chris (HP Medicine) BII-CN-S" userId="3e58a745-3dd4-4a16-bba7-0132b90feb2d" providerId="ADAL" clId="{82F0E856-6B79-45E2-9016-F0D36189D6E0}" dt="2024-01-12T00:24:49.847" v="594" actId="207"/>
          <ac:spMkLst>
            <pc:docMk/>
            <pc:sldMk cId="2818196506" sldId="2147480030"/>
            <ac:spMk id="67" creationId="{20A40DAA-60D9-97AE-E564-0A5E05E2D857}"/>
          </ac:spMkLst>
        </pc:spChg>
        <pc:grpChg chg="mod">
          <ac:chgData name="Dai,Dr.,Chris (HP Medicine) BII-CN-S" userId="3e58a745-3dd4-4a16-bba7-0132b90feb2d" providerId="ADAL" clId="{82F0E856-6B79-45E2-9016-F0D36189D6E0}" dt="2024-01-11T06:12:56.390" v="460" actId="1038"/>
          <ac:grpSpMkLst>
            <pc:docMk/>
            <pc:sldMk cId="2818196506" sldId="2147480030"/>
            <ac:grpSpMk id="8" creationId="{A823E1E9-265E-DC14-1C3A-6B209CBC22EA}"/>
          </ac:grpSpMkLst>
        </pc:grpChg>
      </pc:sldChg>
      <pc:sldChg chg="modSp mod">
        <pc:chgData name="Dai,Dr.,Chris (HP Medicine) BII-CN-S" userId="3e58a745-3dd4-4a16-bba7-0132b90feb2d" providerId="ADAL" clId="{82F0E856-6B79-45E2-9016-F0D36189D6E0}" dt="2024-01-12T01:10:58.520" v="756" actId="20577"/>
        <pc:sldMkLst>
          <pc:docMk/>
          <pc:sldMk cId="3828956331" sldId="2147480031"/>
        </pc:sldMkLst>
        <pc:spChg chg="mod">
          <ac:chgData name="Dai,Dr.,Chris (HP Medicine) BII-CN-S" userId="3e58a745-3dd4-4a16-bba7-0132b90feb2d" providerId="ADAL" clId="{82F0E856-6B79-45E2-9016-F0D36189D6E0}" dt="2024-01-12T01:10:58.520" v="756" actId="20577"/>
          <ac:spMkLst>
            <pc:docMk/>
            <pc:sldMk cId="3828956331" sldId="2147480031"/>
            <ac:spMk id="34" creationId="{E06C2F04-EE45-8814-CDCD-1DDE01A52502}"/>
          </ac:spMkLst>
        </pc:spChg>
      </pc:sldChg>
      <pc:sldChg chg="modSp mod">
        <pc:chgData name="Dai,Dr.,Chris (HP Medicine) BII-CN-S" userId="3e58a745-3dd4-4a16-bba7-0132b90feb2d" providerId="ADAL" clId="{82F0E856-6B79-45E2-9016-F0D36189D6E0}" dt="2024-01-12T01:15:45.486" v="757" actId="20577"/>
        <pc:sldMkLst>
          <pc:docMk/>
          <pc:sldMk cId="2303469543" sldId="2147480032"/>
        </pc:sldMkLst>
        <pc:spChg chg="mod">
          <ac:chgData name="Dai,Dr.,Chris (HP Medicine) BII-CN-S" userId="3e58a745-3dd4-4a16-bba7-0132b90feb2d" providerId="ADAL" clId="{82F0E856-6B79-45E2-9016-F0D36189D6E0}" dt="2024-01-12T01:15:45.486" v="757" actId="20577"/>
          <ac:spMkLst>
            <pc:docMk/>
            <pc:sldMk cId="2303469543" sldId="2147480032"/>
            <ac:spMk id="46" creationId="{FF151C82-CF01-D6AB-759C-151FC0D8E179}"/>
          </ac:spMkLst>
        </pc:spChg>
      </pc:sldChg>
      <pc:sldChg chg="modSp mod modNotesTx">
        <pc:chgData name="Dai,Dr.,Chris (HP Medicine) BII-CN-S" userId="3e58a745-3dd4-4a16-bba7-0132b90feb2d" providerId="ADAL" clId="{82F0E856-6B79-45E2-9016-F0D36189D6E0}" dt="2024-01-11T06:22:33.636" v="513" actId="20577"/>
        <pc:sldMkLst>
          <pc:docMk/>
          <pc:sldMk cId="3950406364" sldId="2147480041"/>
        </pc:sldMkLst>
        <pc:spChg chg="mod">
          <ac:chgData name="Dai,Dr.,Chris (HP Medicine) BII-CN-S" userId="3e58a745-3dd4-4a16-bba7-0132b90feb2d" providerId="ADAL" clId="{82F0E856-6B79-45E2-9016-F0D36189D6E0}" dt="2024-01-11T06:09:23.729" v="407" actId="1076"/>
          <ac:spMkLst>
            <pc:docMk/>
            <pc:sldMk cId="3950406364" sldId="2147480041"/>
            <ac:spMk id="5" creationId="{F2E4BC41-0B44-C6BF-78A3-0AC7AB808193}"/>
          </ac:spMkLst>
        </pc:spChg>
        <pc:spChg chg="mod">
          <ac:chgData name="Dai,Dr.,Chris (HP Medicine) BII-CN-S" userId="3e58a745-3dd4-4a16-bba7-0132b90feb2d" providerId="ADAL" clId="{82F0E856-6B79-45E2-9016-F0D36189D6E0}" dt="2024-01-11T06:09:13.653" v="392" actId="20577"/>
          <ac:spMkLst>
            <pc:docMk/>
            <pc:sldMk cId="3950406364" sldId="2147480041"/>
            <ac:spMk id="70" creationId="{F8273AD0-6747-A701-DBA4-854AAFD7D4F2}"/>
          </ac:spMkLst>
        </pc:spChg>
        <pc:spChg chg="mod">
          <ac:chgData name="Dai,Dr.,Chris (HP Medicine) BII-CN-S" userId="3e58a745-3dd4-4a16-bba7-0132b90feb2d" providerId="ADAL" clId="{82F0E856-6B79-45E2-9016-F0D36189D6E0}" dt="2024-01-11T06:09:58.044" v="414" actId="1076"/>
          <ac:spMkLst>
            <pc:docMk/>
            <pc:sldMk cId="3950406364" sldId="2147480041"/>
            <ac:spMk id="79" creationId="{82D755C4-3B7E-5F66-8586-1EB0BAB5B85F}"/>
          </ac:spMkLst>
        </pc:spChg>
        <pc:spChg chg="mod">
          <ac:chgData name="Dai,Dr.,Chris (HP Medicine) BII-CN-S" userId="3e58a745-3dd4-4a16-bba7-0132b90feb2d" providerId="ADAL" clId="{82F0E856-6B79-45E2-9016-F0D36189D6E0}" dt="2024-01-11T06:09:41.762" v="412" actId="1037"/>
          <ac:spMkLst>
            <pc:docMk/>
            <pc:sldMk cId="3950406364" sldId="2147480041"/>
            <ac:spMk id="132" creationId="{E4592353-C1FB-0350-445E-B4A1F71D5C6A}"/>
          </ac:spMkLst>
        </pc:spChg>
        <pc:spChg chg="mod">
          <ac:chgData name="Dai,Dr.,Chris (HP Medicine) BII-CN-S" userId="3e58a745-3dd4-4a16-bba7-0132b90feb2d" providerId="ADAL" clId="{82F0E856-6B79-45E2-9016-F0D36189D6E0}" dt="2024-01-11T06:22:33.636" v="513" actId="20577"/>
          <ac:spMkLst>
            <pc:docMk/>
            <pc:sldMk cId="3950406364" sldId="2147480041"/>
            <ac:spMk id="140" creationId="{70C18648-1C03-B2F0-5BAB-C68D3CD3CAEA}"/>
          </ac:spMkLst>
        </pc:spChg>
        <pc:spChg chg="mod">
          <ac:chgData name="Dai,Dr.,Chris (HP Medicine) BII-CN-S" userId="3e58a745-3dd4-4a16-bba7-0132b90feb2d" providerId="ADAL" clId="{82F0E856-6B79-45E2-9016-F0D36189D6E0}" dt="2024-01-11T06:09:19.159" v="406" actId="1038"/>
          <ac:spMkLst>
            <pc:docMk/>
            <pc:sldMk cId="3950406364" sldId="2147480041"/>
            <ac:spMk id="180" creationId="{DD6D91EF-B23D-60DE-15A4-5F3F972E82D7}"/>
          </ac:spMkLst>
        </pc:spChg>
        <pc:spChg chg="mod">
          <ac:chgData name="Dai,Dr.,Chris (HP Medicine) BII-CN-S" userId="3e58a745-3dd4-4a16-bba7-0132b90feb2d" providerId="ADAL" clId="{82F0E856-6B79-45E2-9016-F0D36189D6E0}" dt="2024-01-11T06:09:19.159" v="406" actId="1038"/>
          <ac:spMkLst>
            <pc:docMk/>
            <pc:sldMk cId="3950406364" sldId="2147480041"/>
            <ac:spMk id="181" creationId="{48327E2A-649C-10ED-5D93-0F2AD141B30F}"/>
          </ac:spMkLst>
        </pc:spChg>
        <pc:cxnChg chg="mod">
          <ac:chgData name="Dai,Dr.,Chris (HP Medicine) BII-CN-S" userId="3e58a745-3dd4-4a16-bba7-0132b90feb2d" providerId="ADAL" clId="{82F0E856-6B79-45E2-9016-F0D36189D6E0}" dt="2024-01-11T06:08:50.795" v="381" actId="1076"/>
          <ac:cxnSpMkLst>
            <pc:docMk/>
            <pc:sldMk cId="3950406364" sldId="2147480041"/>
            <ac:cxnSpMk id="26" creationId="{82E24D09-EAB5-B558-EC5A-6B50FA054FD9}"/>
          </ac:cxnSpMkLst>
        </pc:cxnChg>
        <pc:cxnChg chg="mod">
          <ac:chgData name="Dai,Dr.,Chris (HP Medicine) BII-CN-S" userId="3e58a745-3dd4-4a16-bba7-0132b90feb2d" providerId="ADAL" clId="{82F0E856-6B79-45E2-9016-F0D36189D6E0}" dt="2024-01-11T06:09:19.159" v="406" actId="1038"/>
          <ac:cxnSpMkLst>
            <pc:docMk/>
            <pc:sldMk cId="3950406364" sldId="2147480041"/>
            <ac:cxnSpMk id="71" creationId="{6ABEC1AE-83CF-8C9F-127E-BFB08355351A}"/>
          </ac:cxnSpMkLst>
        </pc:cxnChg>
        <pc:cxnChg chg="mod">
          <ac:chgData name="Dai,Dr.,Chris (HP Medicine) BII-CN-S" userId="3e58a745-3dd4-4a16-bba7-0132b90feb2d" providerId="ADAL" clId="{82F0E856-6B79-45E2-9016-F0D36189D6E0}" dt="2024-01-11T06:08:03.164" v="281" actId="1037"/>
          <ac:cxnSpMkLst>
            <pc:docMk/>
            <pc:sldMk cId="3950406364" sldId="2147480041"/>
            <ac:cxnSpMk id="122" creationId="{DA4C71EA-F7CF-94A1-01B9-5F8FF5D0EA9E}"/>
          </ac:cxnSpMkLst>
        </pc:cxnChg>
        <pc:cxnChg chg="mod">
          <ac:chgData name="Dai,Dr.,Chris (HP Medicine) BII-CN-S" userId="3e58a745-3dd4-4a16-bba7-0132b90feb2d" providerId="ADAL" clId="{82F0E856-6B79-45E2-9016-F0D36189D6E0}" dt="2024-01-11T06:08:35.929" v="376" actId="14100"/>
          <ac:cxnSpMkLst>
            <pc:docMk/>
            <pc:sldMk cId="3950406364" sldId="2147480041"/>
            <ac:cxnSpMk id="124" creationId="{CFBD0EA3-A228-9AFC-AB2C-C870826344CD}"/>
          </ac:cxnSpMkLst>
        </pc:cxnChg>
        <pc:cxnChg chg="mod">
          <ac:chgData name="Dai,Dr.,Chris (HP Medicine) BII-CN-S" userId="3e58a745-3dd4-4a16-bba7-0132b90feb2d" providerId="ADAL" clId="{82F0E856-6B79-45E2-9016-F0D36189D6E0}" dt="2024-01-11T06:08:15.248" v="352" actId="1038"/>
          <ac:cxnSpMkLst>
            <pc:docMk/>
            <pc:sldMk cId="3950406364" sldId="2147480041"/>
            <ac:cxnSpMk id="154" creationId="{4591CE21-08D5-CA2D-8965-57131741EC04}"/>
          </ac:cxnSpMkLst>
        </pc:cxnChg>
        <pc:cxnChg chg="mod">
          <ac:chgData name="Dai,Dr.,Chris (HP Medicine) BII-CN-S" userId="3e58a745-3dd4-4a16-bba7-0132b90feb2d" providerId="ADAL" clId="{82F0E856-6B79-45E2-9016-F0D36189D6E0}" dt="2024-01-11T06:08:31.011" v="373" actId="14100"/>
          <ac:cxnSpMkLst>
            <pc:docMk/>
            <pc:sldMk cId="3950406364" sldId="2147480041"/>
            <ac:cxnSpMk id="155" creationId="{CE30D75B-FCCD-FBD8-7CF8-82F6BF1E384F}"/>
          </ac:cxnSpMkLst>
        </pc:cxnChg>
      </pc:sldChg>
      <pc:sldChg chg="addSp modSp mod ord">
        <pc:chgData name="Dai,Dr.,Chris (HP Medicine) BII-CN-S" userId="3e58a745-3dd4-4a16-bba7-0132b90feb2d" providerId="ADAL" clId="{82F0E856-6B79-45E2-9016-F0D36189D6E0}" dt="2024-01-12T00:31:42.987" v="711" actId="20577"/>
        <pc:sldMkLst>
          <pc:docMk/>
          <pc:sldMk cId="3224481118" sldId="2147480046"/>
        </pc:sldMkLst>
        <pc:spChg chg="add mod ord">
          <ac:chgData name="Dai,Dr.,Chris (HP Medicine) BII-CN-S" userId="3e58a745-3dd4-4a16-bba7-0132b90feb2d" providerId="ADAL" clId="{82F0E856-6B79-45E2-9016-F0D36189D6E0}" dt="2024-01-11T06:06:23.359" v="214" actId="208"/>
          <ac:spMkLst>
            <pc:docMk/>
            <pc:sldMk cId="3224481118" sldId="2147480046"/>
            <ac:spMk id="7" creationId="{60FAD46E-D37B-CD54-6242-F182CA8384F1}"/>
          </ac:spMkLst>
        </pc:spChg>
        <pc:spChg chg="mod">
          <ac:chgData name="Dai,Dr.,Chris (HP Medicine) BII-CN-S" userId="3e58a745-3dd4-4a16-bba7-0132b90feb2d" providerId="ADAL" clId="{82F0E856-6B79-45E2-9016-F0D36189D6E0}" dt="2024-01-12T00:31:42.987" v="711" actId="20577"/>
          <ac:spMkLst>
            <pc:docMk/>
            <pc:sldMk cId="3224481118" sldId="2147480046"/>
            <ac:spMk id="11" creationId="{5C03343B-01DB-0BC8-463E-C8A66204AF96}"/>
          </ac:spMkLst>
        </pc:spChg>
        <pc:graphicFrameChg chg="modGraphic">
          <ac:chgData name="Dai,Dr.,Chris (HP Medicine) BII-CN-S" userId="3e58a745-3dd4-4a16-bba7-0132b90feb2d" providerId="ADAL" clId="{82F0E856-6B79-45E2-9016-F0D36189D6E0}" dt="2024-01-11T06:03:38.905" v="150" actId="20577"/>
          <ac:graphicFrameMkLst>
            <pc:docMk/>
            <pc:sldMk cId="3224481118" sldId="2147480046"/>
            <ac:graphicFrameMk id="4" creationId="{D443B421-3257-364A-5526-6AEC46E82E63}"/>
          </ac:graphicFrameMkLst>
        </pc:graphicFrameChg>
      </pc:sldChg>
      <pc:sldChg chg="addSp modSp mod">
        <pc:chgData name="Dai,Dr.,Chris (HP Medicine) BII-CN-S" userId="3e58a745-3dd4-4a16-bba7-0132b90feb2d" providerId="ADAL" clId="{82F0E856-6B79-45E2-9016-F0D36189D6E0}" dt="2024-01-12T00:49:41.576" v="740" actId="1076"/>
        <pc:sldMkLst>
          <pc:docMk/>
          <pc:sldMk cId="1649464800" sldId="2147480047"/>
        </pc:sldMkLst>
        <pc:spChg chg="mod">
          <ac:chgData name="Dai,Dr.,Chris (HP Medicine) BII-CN-S" userId="3e58a745-3dd4-4a16-bba7-0132b90feb2d" providerId="ADAL" clId="{82F0E856-6B79-45E2-9016-F0D36189D6E0}" dt="2024-01-12T00:49:41.576" v="740" actId="1076"/>
          <ac:spMkLst>
            <pc:docMk/>
            <pc:sldMk cId="1649464800" sldId="2147480047"/>
            <ac:spMk id="2" creationId="{B5B1B3F3-3599-D1E9-3EB7-4D7FF6C028F9}"/>
          </ac:spMkLst>
        </pc:spChg>
        <pc:spChg chg="add mod">
          <ac:chgData name="Dai,Dr.,Chris (HP Medicine) BII-CN-S" userId="3e58a745-3dd4-4a16-bba7-0132b90feb2d" providerId="ADAL" clId="{82F0E856-6B79-45E2-9016-F0D36189D6E0}" dt="2024-01-11T06:17:45.308" v="511" actId="207"/>
          <ac:spMkLst>
            <pc:docMk/>
            <pc:sldMk cId="1649464800" sldId="2147480047"/>
            <ac:spMk id="3" creationId="{27AEE043-7BE2-F5BC-BD84-54AAEE9F9551}"/>
          </ac:spMkLst>
        </pc:spChg>
        <pc:spChg chg="add mod">
          <ac:chgData name="Dai,Dr.,Chris (HP Medicine) BII-CN-S" userId="3e58a745-3dd4-4a16-bba7-0132b90feb2d" providerId="ADAL" clId="{82F0E856-6B79-45E2-9016-F0D36189D6E0}" dt="2024-01-11T05:58:25.237" v="31" actId="255"/>
          <ac:spMkLst>
            <pc:docMk/>
            <pc:sldMk cId="1649464800" sldId="2147480047"/>
            <ac:spMk id="4" creationId="{2D999165-248E-BA44-506A-AA54FB006244}"/>
          </ac:spMkLst>
        </pc:spChg>
        <pc:spChg chg="add mod">
          <ac:chgData name="Dai,Dr.,Chris (HP Medicine) BII-CN-S" userId="3e58a745-3dd4-4a16-bba7-0132b90feb2d" providerId="ADAL" clId="{82F0E856-6B79-45E2-9016-F0D36189D6E0}" dt="2024-01-11T06:06:08.096" v="211" actId="208"/>
          <ac:spMkLst>
            <pc:docMk/>
            <pc:sldMk cId="1649464800" sldId="2147480047"/>
            <ac:spMk id="5" creationId="{03F2E84F-F393-186E-CE39-5FD2918F769D}"/>
          </ac:spMkLst>
        </pc:spChg>
        <pc:spChg chg="add mod">
          <ac:chgData name="Dai,Dr.,Chris (HP Medicine) BII-CN-S" userId="3e58a745-3dd4-4a16-bba7-0132b90feb2d" providerId="ADAL" clId="{82F0E856-6B79-45E2-9016-F0D36189D6E0}" dt="2024-01-12T00:32:20.809" v="724" actId="1076"/>
          <ac:spMkLst>
            <pc:docMk/>
            <pc:sldMk cId="1649464800" sldId="2147480047"/>
            <ac:spMk id="8" creationId="{B2F81C18-85AC-C3FB-98F3-74872603F9D9}"/>
          </ac:spMkLst>
        </pc:spChg>
        <pc:graphicFrameChg chg="mod">
          <ac:chgData name="Dai,Dr.,Chris (HP Medicine) BII-CN-S" userId="3e58a745-3dd4-4a16-bba7-0132b90feb2d" providerId="ADAL" clId="{82F0E856-6B79-45E2-9016-F0D36189D6E0}" dt="2024-01-11T05:58:32.669" v="39" actId="1036"/>
          <ac:graphicFrameMkLst>
            <pc:docMk/>
            <pc:sldMk cId="1649464800" sldId="2147480047"/>
            <ac:graphicFrameMk id="7" creationId="{C349F819-3DDF-9F3D-07D6-2377A2739772}"/>
          </ac:graphicFrameMkLst>
        </pc:graphicFrameChg>
      </pc:sldChg>
      <pc:sldChg chg="addSp delSp modSp mod">
        <pc:chgData name="Dai,Dr.,Chris (HP Medicine) BII-CN-S" userId="3e58a745-3dd4-4a16-bba7-0132b90feb2d" providerId="ADAL" clId="{82F0E856-6B79-45E2-9016-F0D36189D6E0}" dt="2024-01-12T00:49:07.545" v="734" actId="207"/>
        <pc:sldMkLst>
          <pc:docMk/>
          <pc:sldMk cId="2967279070" sldId="2147480048"/>
        </pc:sldMkLst>
        <pc:spChg chg="add mod">
          <ac:chgData name="Dai,Dr.,Chris (HP Medicine) BII-CN-S" userId="3e58a745-3dd4-4a16-bba7-0132b90feb2d" providerId="ADAL" clId="{82F0E856-6B79-45E2-9016-F0D36189D6E0}" dt="2024-01-12T00:32:45.329" v="728" actId="1036"/>
          <ac:spMkLst>
            <pc:docMk/>
            <pc:sldMk cId="2967279070" sldId="2147480048"/>
            <ac:spMk id="2" creationId="{48441ACA-2EBA-F717-8146-61520AD923A7}"/>
          </ac:spMkLst>
        </pc:spChg>
        <pc:spChg chg="del mod">
          <ac:chgData name="Dai,Dr.,Chris (HP Medicine) BII-CN-S" userId="3e58a745-3dd4-4a16-bba7-0132b90feb2d" providerId="ADAL" clId="{82F0E856-6B79-45E2-9016-F0D36189D6E0}" dt="2024-01-11T06:02:19.117" v="107" actId="478"/>
          <ac:spMkLst>
            <pc:docMk/>
            <pc:sldMk cId="2967279070" sldId="2147480048"/>
            <ac:spMk id="2" creationId="{6D50C9FF-F6F3-34E7-4A90-2FE4E060E33E}"/>
          </ac:spMkLst>
        </pc:spChg>
        <pc:spChg chg="add mod">
          <ac:chgData name="Dai,Dr.,Chris (HP Medicine) BII-CN-S" userId="3e58a745-3dd4-4a16-bba7-0132b90feb2d" providerId="ADAL" clId="{82F0E856-6B79-45E2-9016-F0D36189D6E0}" dt="2024-01-11T06:06:13.762" v="212" actId="208"/>
          <ac:spMkLst>
            <pc:docMk/>
            <pc:sldMk cId="2967279070" sldId="2147480048"/>
            <ac:spMk id="3" creationId="{CF932C14-5C83-7625-77D5-3893FFF08FD9}"/>
          </ac:spMkLst>
        </pc:spChg>
        <pc:spChg chg="add del mod">
          <ac:chgData name="Dai,Dr.,Chris (HP Medicine) BII-CN-S" userId="3e58a745-3dd4-4a16-bba7-0132b90feb2d" providerId="ADAL" clId="{82F0E856-6B79-45E2-9016-F0D36189D6E0}" dt="2024-01-11T06:02:16.456" v="106"/>
          <ac:spMkLst>
            <pc:docMk/>
            <pc:sldMk cId="2967279070" sldId="2147480048"/>
            <ac:spMk id="4" creationId="{76BB0E04-5A8A-0399-3D94-3115F6CB5FA6}"/>
          </ac:spMkLst>
        </pc:spChg>
        <pc:spChg chg="del">
          <ac:chgData name="Dai,Dr.,Chris (HP Medicine) BII-CN-S" userId="3e58a745-3dd4-4a16-bba7-0132b90feb2d" providerId="ADAL" clId="{82F0E856-6B79-45E2-9016-F0D36189D6E0}" dt="2024-01-11T06:01:18.414" v="103" actId="478"/>
          <ac:spMkLst>
            <pc:docMk/>
            <pc:sldMk cId="2967279070" sldId="2147480048"/>
            <ac:spMk id="5" creationId="{69726F71-07D6-3C5E-8574-45FA8FA147D4}"/>
          </ac:spMkLst>
        </pc:spChg>
        <pc:spChg chg="add del mod">
          <ac:chgData name="Dai,Dr.,Chris (HP Medicine) BII-CN-S" userId="3e58a745-3dd4-4a16-bba7-0132b90feb2d" providerId="ADAL" clId="{82F0E856-6B79-45E2-9016-F0D36189D6E0}" dt="2024-01-11T06:02:22.049" v="108"/>
          <ac:spMkLst>
            <pc:docMk/>
            <pc:sldMk cId="2967279070" sldId="2147480048"/>
            <ac:spMk id="9" creationId="{EEB60DE6-4A54-8D2A-56BC-3450CAC5EAE8}"/>
          </ac:spMkLst>
        </pc:spChg>
        <pc:spChg chg="add mod">
          <ac:chgData name="Dai,Dr.,Chris (HP Medicine) BII-CN-S" userId="3e58a745-3dd4-4a16-bba7-0132b90feb2d" providerId="ADAL" clId="{82F0E856-6B79-45E2-9016-F0D36189D6E0}" dt="2024-01-12T00:49:07.545" v="734" actId="207"/>
          <ac:spMkLst>
            <pc:docMk/>
            <pc:sldMk cId="2967279070" sldId="2147480048"/>
            <ac:spMk id="10" creationId="{C3452E05-8DC0-774C-CEEE-1896BE92726E}"/>
          </ac:spMkLst>
        </pc:spChg>
        <pc:spChg chg="add mod">
          <ac:chgData name="Dai,Dr.,Chris (HP Medicine) BII-CN-S" userId="3e58a745-3dd4-4a16-bba7-0132b90feb2d" providerId="ADAL" clId="{82F0E856-6B79-45E2-9016-F0D36189D6E0}" dt="2024-01-11T06:02:54.863" v="126" actId="1076"/>
          <ac:spMkLst>
            <pc:docMk/>
            <pc:sldMk cId="2967279070" sldId="2147480048"/>
            <ac:spMk id="11" creationId="{6FD1FBCB-0B7B-C101-FAC3-8B73066F8617}"/>
          </ac:spMkLst>
        </pc:spChg>
        <pc:graphicFrameChg chg="mod">
          <ac:chgData name="Dai,Dr.,Chris (HP Medicine) BII-CN-S" userId="3e58a745-3dd4-4a16-bba7-0132b90feb2d" providerId="ADAL" clId="{82F0E856-6B79-45E2-9016-F0D36189D6E0}" dt="2024-01-12T00:31:01.684" v="703"/>
          <ac:graphicFrameMkLst>
            <pc:docMk/>
            <pc:sldMk cId="2967279070" sldId="2147480048"/>
            <ac:graphicFrameMk id="7" creationId="{7AA68175-9795-DB06-A8DE-2209F2EF812F}"/>
          </ac:graphicFrameMkLst>
        </pc:graphicFrameChg>
      </pc:sldChg>
    </pc:docChg>
  </pc:docChgLst>
  <pc:docChgLst>
    <pc:chgData name="Liu,Dr.,Meiruo (HP Medicine) BII-CN-S" userId="ece9aa16-5bba-4d2f-b200-019c8e2ba0a0" providerId="ADAL" clId="{CF3CA886-F236-4CA9-BC80-6CC2DAB8BB06}"/>
    <pc:docChg chg="undo redo custSel addSld delSld modSld sldOrd">
      <pc:chgData name="Liu,Dr.,Meiruo (HP Medicine) BII-CN-S" userId="ece9aa16-5bba-4d2f-b200-019c8e2ba0a0" providerId="ADAL" clId="{CF3CA886-F236-4CA9-BC80-6CC2DAB8BB06}" dt="2024-02-28T00:51:05.779" v="732" actId="20577"/>
      <pc:docMkLst>
        <pc:docMk/>
      </pc:docMkLst>
      <pc:sldChg chg="add mod ord modShow">
        <pc:chgData name="Liu,Dr.,Meiruo (HP Medicine) BII-CN-S" userId="ece9aa16-5bba-4d2f-b200-019c8e2ba0a0" providerId="ADAL" clId="{CF3CA886-F236-4CA9-BC80-6CC2DAB8BB06}" dt="2024-02-25T15:39:52.684" v="355"/>
        <pc:sldMkLst>
          <pc:docMk/>
          <pc:sldMk cId="388521456" sldId="2147377962"/>
        </pc:sldMkLst>
      </pc:sldChg>
      <pc:sldChg chg="del">
        <pc:chgData name="Liu,Dr.,Meiruo (HP Medicine) BII-CN-S" userId="ece9aa16-5bba-4d2f-b200-019c8e2ba0a0" providerId="ADAL" clId="{CF3CA886-F236-4CA9-BC80-6CC2DAB8BB06}" dt="2024-02-25T15:39:42.830" v="352" actId="47"/>
        <pc:sldMkLst>
          <pc:docMk/>
          <pc:sldMk cId="1172792545" sldId="2147479542"/>
        </pc:sldMkLst>
      </pc:sldChg>
      <pc:sldChg chg="addSp delSp modSp add del mod">
        <pc:chgData name="Liu,Dr.,Meiruo (HP Medicine) BII-CN-S" userId="ece9aa16-5bba-4d2f-b200-019c8e2ba0a0" providerId="ADAL" clId="{CF3CA886-F236-4CA9-BC80-6CC2DAB8BB06}" dt="2024-02-25T14:41:25.119" v="345" actId="47"/>
        <pc:sldMkLst>
          <pc:docMk/>
          <pc:sldMk cId="3828956331" sldId="2147480031"/>
        </pc:sldMkLst>
        <pc:spChg chg="mod">
          <ac:chgData name="Liu,Dr.,Meiruo (HP Medicine) BII-CN-S" userId="ece9aa16-5bba-4d2f-b200-019c8e2ba0a0" providerId="ADAL" clId="{CF3CA886-F236-4CA9-BC80-6CC2DAB8BB06}" dt="2024-02-21T12:59:31.608" v="25" actId="20577"/>
          <ac:spMkLst>
            <pc:docMk/>
            <pc:sldMk cId="3828956331" sldId="2147480031"/>
            <ac:spMk id="5" creationId="{B264B77F-0861-A32A-CAB9-F6CBE4AC21E5}"/>
          </ac:spMkLst>
        </pc:spChg>
        <pc:spChg chg="mod">
          <ac:chgData name="Liu,Dr.,Meiruo (HP Medicine) BII-CN-S" userId="ece9aa16-5bba-4d2f-b200-019c8e2ba0a0" providerId="ADAL" clId="{CF3CA886-F236-4CA9-BC80-6CC2DAB8BB06}" dt="2024-02-21T13:04:05.304" v="74" actId="14100"/>
          <ac:spMkLst>
            <pc:docMk/>
            <pc:sldMk cId="3828956331" sldId="2147480031"/>
            <ac:spMk id="9" creationId="{1FA540F2-5C9F-236F-619E-977F90D43CA6}"/>
          </ac:spMkLst>
        </pc:spChg>
        <pc:spChg chg="mod">
          <ac:chgData name="Liu,Dr.,Meiruo (HP Medicine) BII-CN-S" userId="ece9aa16-5bba-4d2f-b200-019c8e2ba0a0" providerId="ADAL" clId="{CF3CA886-F236-4CA9-BC80-6CC2DAB8BB06}" dt="2024-02-21T13:06:31.661" v="134" actId="1038"/>
          <ac:spMkLst>
            <pc:docMk/>
            <pc:sldMk cId="3828956331" sldId="2147480031"/>
            <ac:spMk id="10" creationId="{2105EB4F-8917-5DE1-4DA1-0F25510F2A8F}"/>
          </ac:spMkLst>
        </pc:spChg>
        <pc:spChg chg="add del mod">
          <ac:chgData name="Liu,Dr.,Meiruo (HP Medicine) BII-CN-S" userId="ece9aa16-5bba-4d2f-b200-019c8e2ba0a0" providerId="ADAL" clId="{CF3CA886-F236-4CA9-BC80-6CC2DAB8BB06}" dt="2024-02-25T14:31:27.219" v="265" actId="21"/>
          <ac:spMkLst>
            <pc:docMk/>
            <pc:sldMk cId="3828956331" sldId="2147480031"/>
            <ac:spMk id="10" creationId="{A18AF8A2-26E7-EE42-E477-F181D3A824E7}"/>
          </ac:spMkLst>
        </pc:spChg>
        <pc:spChg chg="mod">
          <ac:chgData name="Liu,Dr.,Meiruo (HP Medicine) BII-CN-S" userId="ece9aa16-5bba-4d2f-b200-019c8e2ba0a0" providerId="ADAL" clId="{CF3CA886-F236-4CA9-BC80-6CC2DAB8BB06}" dt="2024-02-21T13:00:46.086" v="27" actId="20577"/>
          <ac:spMkLst>
            <pc:docMk/>
            <pc:sldMk cId="3828956331" sldId="2147480031"/>
            <ac:spMk id="32" creationId="{E7E49A9E-C654-DFAE-99E3-58FBAA4FFD7F}"/>
          </ac:spMkLst>
        </pc:spChg>
        <pc:spChg chg="mod">
          <ac:chgData name="Liu,Dr.,Meiruo (HP Medicine) BII-CN-S" userId="ece9aa16-5bba-4d2f-b200-019c8e2ba0a0" providerId="ADAL" clId="{CF3CA886-F236-4CA9-BC80-6CC2DAB8BB06}" dt="2024-02-21T12:59:26.734" v="22" actId="1038"/>
          <ac:spMkLst>
            <pc:docMk/>
            <pc:sldMk cId="3828956331" sldId="2147480031"/>
            <ac:spMk id="33" creationId="{0C567EDD-2210-0A74-83A3-3727E064D108}"/>
          </ac:spMkLst>
        </pc:spChg>
        <pc:spChg chg="mod">
          <ac:chgData name="Liu,Dr.,Meiruo (HP Medicine) BII-CN-S" userId="ece9aa16-5bba-4d2f-b200-019c8e2ba0a0" providerId="ADAL" clId="{CF3CA886-F236-4CA9-BC80-6CC2DAB8BB06}" dt="2024-02-21T13:06:50.623" v="152" actId="20577"/>
          <ac:spMkLst>
            <pc:docMk/>
            <pc:sldMk cId="3828956331" sldId="2147480031"/>
            <ac:spMk id="36" creationId="{49FD7EF5-D1AB-966A-E29E-EF9FA25F3ABD}"/>
          </ac:spMkLst>
        </pc:spChg>
        <pc:spChg chg="mod">
          <ac:chgData name="Liu,Dr.,Meiruo (HP Medicine) BII-CN-S" userId="ece9aa16-5bba-4d2f-b200-019c8e2ba0a0" providerId="ADAL" clId="{CF3CA886-F236-4CA9-BC80-6CC2DAB8BB06}" dt="2024-02-21T13:06:31.661" v="134" actId="1038"/>
          <ac:spMkLst>
            <pc:docMk/>
            <pc:sldMk cId="3828956331" sldId="2147480031"/>
            <ac:spMk id="38" creationId="{4059F363-EA1A-2B10-2A4F-6BDD81812CAB}"/>
          </ac:spMkLst>
        </pc:spChg>
        <pc:spChg chg="mod">
          <ac:chgData name="Liu,Dr.,Meiruo (HP Medicine) BII-CN-S" userId="ece9aa16-5bba-4d2f-b200-019c8e2ba0a0" providerId="ADAL" clId="{CF3CA886-F236-4CA9-BC80-6CC2DAB8BB06}" dt="2024-02-21T13:07:41.410" v="156" actId="14100"/>
          <ac:spMkLst>
            <pc:docMk/>
            <pc:sldMk cId="3828956331" sldId="2147480031"/>
            <ac:spMk id="43" creationId="{2F16DBC7-BF82-93B1-FD7E-A25660919F57}"/>
          </ac:spMkLst>
        </pc:spChg>
        <pc:spChg chg="del">
          <ac:chgData name="Liu,Dr.,Meiruo (HP Medicine) BII-CN-S" userId="ece9aa16-5bba-4d2f-b200-019c8e2ba0a0" providerId="ADAL" clId="{CF3CA886-F236-4CA9-BC80-6CC2DAB8BB06}" dt="2024-02-21T13:05:00.428" v="87" actId="478"/>
          <ac:spMkLst>
            <pc:docMk/>
            <pc:sldMk cId="3828956331" sldId="2147480031"/>
            <ac:spMk id="44" creationId="{B3C3C971-4090-F287-2129-C0D4C5BDD12D}"/>
          </ac:spMkLst>
        </pc:spChg>
        <pc:spChg chg="add del mod">
          <ac:chgData name="Liu,Dr.,Meiruo (HP Medicine) BII-CN-S" userId="ece9aa16-5bba-4d2f-b200-019c8e2ba0a0" providerId="ADAL" clId="{CF3CA886-F236-4CA9-BC80-6CC2DAB8BB06}" dt="2024-02-25T02:54:29.675" v="234"/>
          <ac:spMkLst>
            <pc:docMk/>
            <pc:sldMk cId="3828956331" sldId="2147480031"/>
            <ac:spMk id="44" creationId="{D87F7AD0-CF96-38AC-0031-92F9BC50CF45}"/>
          </ac:spMkLst>
        </pc:spChg>
        <pc:spChg chg="mod">
          <ac:chgData name="Liu,Dr.,Meiruo (HP Medicine) BII-CN-S" userId="ece9aa16-5bba-4d2f-b200-019c8e2ba0a0" providerId="ADAL" clId="{CF3CA886-F236-4CA9-BC80-6CC2DAB8BB06}" dt="2024-02-21T13:04:43.647" v="86" actId="20577"/>
          <ac:spMkLst>
            <pc:docMk/>
            <pc:sldMk cId="3828956331" sldId="2147480031"/>
            <ac:spMk id="45" creationId="{9B339345-C53C-21E3-E662-42C2A2D09635}"/>
          </ac:spMkLst>
        </pc:spChg>
        <pc:spChg chg="mod">
          <ac:chgData name="Liu,Dr.,Meiruo (HP Medicine) BII-CN-S" userId="ece9aa16-5bba-4d2f-b200-019c8e2ba0a0" providerId="ADAL" clId="{CF3CA886-F236-4CA9-BC80-6CC2DAB8BB06}" dt="2024-02-21T12:59:41.919" v="26" actId="1076"/>
          <ac:spMkLst>
            <pc:docMk/>
            <pc:sldMk cId="3828956331" sldId="2147480031"/>
            <ac:spMk id="74" creationId="{FF82544D-C0FF-C541-B0E4-EFA9BD5D3771}"/>
          </ac:spMkLst>
        </pc:spChg>
        <pc:spChg chg="mod">
          <ac:chgData name="Liu,Dr.,Meiruo (HP Medicine) BII-CN-S" userId="ece9aa16-5bba-4d2f-b200-019c8e2ba0a0" providerId="ADAL" clId="{CF3CA886-F236-4CA9-BC80-6CC2DAB8BB06}" dt="2024-02-21T13:11:19.765" v="231" actId="113"/>
          <ac:spMkLst>
            <pc:docMk/>
            <pc:sldMk cId="3828956331" sldId="2147480031"/>
            <ac:spMk id="78" creationId="{91332A9C-7A62-6211-5D8D-63B38DC269D8}"/>
          </ac:spMkLst>
        </pc:spChg>
        <pc:spChg chg="add mod">
          <ac:chgData name="Liu,Dr.,Meiruo (HP Medicine) BII-CN-S" userId="ece9aa16-5bba-4d2f-b200-019c8e2ba0a0" providerId="ADAL" clId="{CF3CA886-F236-4CA9-BC80-6CC2DAB8BB06}" dt="2024-02-21T13:01:17.881" v="43" actId="1076"/>
          <ac:spMkLst>
            <pc:docMk/>
            <pc:sldMk cId="3828956331" sldId="2147480031"/>
            <ac:spMk id="86" creationId="{DD0AC6DB-1794-298C-3E86-59F78E276851}"/>
          </ac:spMkLst>
        </pc:spChg>
        <pc:spChg chg="del">
          <ac:chgData name="Liu,Dr.,Meiruo (HP Medicine) BII-CN-S" userId="ece9aa16-5bba-4d2f-b200-019c8e2ba0a0" providerId="ADAL" clId="{CF3CA886-F236-4CA9-BC80-6CC2DAB8BB06}" dt="2024-02-25T14:09:28.596" v="260" actId="478"/>
          <ac:spMkLst>
            <pc:docMk/>
            <pc:sldMk cId="3828956331" sldId="2147480031"/>
            <ac:spMk id="156" creationId="{3244BF60-FD84-B1BD-8A73-B15B16B68C77}"/>
          </ac:spMkLst>
        </pc:spChg>
        <pc:grpChg chg="add mod">
          <ac:chgData name="Liu,Dr.,Meiruo (HP Medicine) BII-CN-S" userId="ece9aa16-5bba-4d2f-b200-019c8e2ba0a0" providerId="ADAL" clId="{CF3CA886-F236-4CA9-BC80-6CC2DAB8BB06}" dt="2024-02-21T12:59:26.734" v="22" actId="1038"/>
          <ac:grpSpMkLst>
            <pc:docMk/>
            <pc:sldMk cId="3828956331" sldId="2147480031"/>
            <ac:grpSpMk id="4" creationId="{50D19C3C-6BC0-2659-61E4-58445212F2B0}"/>
          </ac:grpSpMkLst>
        </pc:grpChg>
        <pc:grpChg chg="mod">
          <ac:chgData name="Liu,Dr.,Meiruo (HP Medicine) BII-CN-S" userId="ece9aa16-5bba-4d2f-b200-019c8e2ba0a0" providerId="ADAL" clId="{CF3CA886-F236-4CA9-BC80-6CC2DAB8BB06}" dt="2024-02-21T13:02:52.060" v="73" actId="1038"/>
          <ac:grpSpMkLst>
            <pc:docMk/>
            <pc:sldMk cId="3828956331" sldId="2147480031"/>
            <ac:grpSpMk id="39" creationId="{431B778B-4DCC-2D5A-14C0-F97238265FB4}"/>
          </ac:grpSpMkLst>
        </pc:grpChg>
        <pc:cxnChg chg="mod">
          <ac:chgData name="Liu,Dr.,Meiruo (HP Medicine) BII-CN-S" userId="ece9aa16-5bba-4d2f-b200-019c8e2ba0a0" providerId="ADAL" clId="{CF3CA886-F236-4CA9-BC80-6CC2DAB8BB06}" dt="2024-02-21T13:07:33.051" v="155" actId="14100"/>
          <ac:cxnSpMkLst>
            <pc:docMk/>
            <pc:sldMk cId="3828956331" sldId="2147480031"/>
            <ac:cxnSpMk id="35" creationId="{1340ABB9-FCAB-7C7C-3BDB-DEEACB209751}"/>
          </ac:cxnSpMkLst>
        </pc:cxnChg>
        <pc:cxnChg chg="mod">
          <ac:chgData name="Liu,Dr.,Meiruo (HP Medicine) BII-CN-S" userId="ece9aa16-5bba-4d2f-b200-019c8e2ba0a0" providerId="ADAL" clId="{CF3CA886-F236-4CA9-BC80-6CC2DAB8BB06}" dt="2024-02-21T13:07:47.921" v="158" actId="14100"/>
          <ac:cxnSpMkLst>
            <pc:docMk/>
            <pc:sldMk cId="3828956331" sldId="2147480031"/>
            <ac:cxnSpMk id="49" creationId="{962439E6-17F3-D142-06A9-D7E6A0B8AA9A}"/>
          </ac:cxnSpMkLst>
        </pc:cxnChg>
        <pc:cxnChg chg="add mod">
          <ac:chgData name="Liu,Dr.,Meiruo (HP Medicine) BII-CN-S" userId="ece9aa16-5bba-4d2f-b200-019c8e2ba0a0" providerId="ADAL" clId="{CF3CA886-F236-4CA9-BC80-6CC2DAB8BB06}" dt="2024-02-21T12:59:26.734" v="22" actId="1038"/>
          <ac:cxnSpMkLst>
            <pc:docMk/>
            <pc:sldMk cId="3828956331" sldId="2147480031"/>
            <ac:cxnSpMk id="83" creationId="{227DE138-0FBC-707F-9B25-BF6D2CF30FD9}"/>
          </ac:cxnSpMkLst>
        </pc:cxnChg>
      </pc:sldChg>
      <pc:sldChg chg="del">
        <pc:chgData name="Liu,Dr.,Meiruo (HP Medicine) BII-CN-S" userId="ece9aa16-5bba-4d2f-b200-019c8e2ba0a0" providerId="ADAL" clId="{CF3CA886-F236-4CA9-BC80-6CC2DAB8BB06}" dt="2024-02-26T14:44:40.012" v="659" actId="47"/>
        <pc:sldMkLst>
          <pc:docMk/>
          <pc:sldMk cId="2303469543" sldId="2147480032"/>
        </pc:sldMkLst>
      </pc:sldChg>
      <pc:sldChg chg="modSp mod">
        <pc:chgData name="Liu,Dr.,Meiruo (HP Medicine) BII-CN-S" userId="ece9aa16-5bba-4d2f-b200-019c8e2ba0a0" providerId="ADAL" clId="{CF3CA886-F236-4CA9-BC80-6CC2DAB8BB06}" dt="2024-02-28T00:50:34.732" v="726" actId="20577"/>
        <pc:sldMkLst>
          <pc:docMk/>
          <pc:sldMk cId="1374588483" sldId="2147480053"/>
        </pc:sldMkLst>
        <pc:graphicFrameChg chg="modGraphic">
          <ac:chgData name="Liu,Dr.,Meiruo (HP Medicine) BII-CN-S" userId="ece9aa16-5bba-4d2f-b200-019c8e2ba0a0" providerId="ADAL" clId="{CF3CA886-F236-4CA9-BC80-6CC2DAB8BB06}" dt="2024-02-28T00:50:34.732" v="726" actId="20577"/>
          <ac:graphicFrameMkLst>
            <pc:docMk/>
            <pc:sldMk cId="1374588483" sldId="2147480053"/>
            <ac:graphicFrameMk id="19" creationId="{2867D72B-A130-6827-B506-15D81EEE355D}"/>
          </ac:graphicFrameMkLst>
        </pc:graphicFrameChg>
      </pc:sldChg>
      <pc:sldChg chg="del">
        <pc:chgData name="Liu,Dr.,Meiruo (HP Medicine) BII-CN-S" userId="ece9aa16-5bba-4d2f-b200-019c8e2ba0a0" providerId="ADAL" clId="{CF3CA886-F236-4CA9-BC80-6CC2DAB8BB06}" dt="2024-02-25T15:39:40.481" v="351" actId="47"/>
        <pc:sldMkLst>
          <pc:docMk/>
          <pc:sldMk cId="977663476" sldId="2147480069"/>
        </pc:sldMkLst>
      </pc:sldChg>
      <pc:sldChg chg="del">
        <pc:chgData name="Liu,Dr.,Meiruo (HP Medicine) BII-CN-S" userId="ece9aa16-5bba-4d2f-b200-019c8e2ba0a0" providerId="ADAL" clId="{CF3CA886-F236-4CA9-BC80-6CC2DAB8BB06}" dt="2024-02-25T15:39:15.381" v="347" actId="47"/>
        <pc:sldMkLst>
          <pc:docMk/>
          <pc:sldMk cId="2649659099" sldId="2147480070"/>
        </pc:sldMkLst>
      </pc:sldChg>
      <pc:sldChg chg="add del ord">
        <pc:chgData name="Liu,Dr.,Meiruo (HP Medicine) BII-CN-S" userId="ece9aa16-5bba-4d2f-b200-019c8e2ba0a0" providerId="ADAL" clId="{CF3CA886-F236-4CA9-BC80-6CC2DAB8BB06}" dt="2024-02-25T15:39:15.381" v="347" actId="47"/>
        <pc:sldMkLst>
          <pc:docMk/>
          <pc:sldMk cId="2237557032" sldId="2147480072"/>
        </pc:sldMkLst>
      </pc:sldChg>
      <pc:sldChg chg="modSp mod">
        <pc:chgData name="Liu,Dr.,Meiruo (HP Medicine) BII-CN-S" userId="ece9aa16-5bba-4d2f-b200-019c8e2ba0a0" providerId="ADAL" clId="{CF3CA886-F236-4CA9-BC80-6CC2DAB8BB06}" dt="2024-02-28T00:51:05.779" v="732" actId="20577"/>
        <pc:sldMkLst>
          <pc:docMk/>
          <pc:sldMk cId="3270620295" sldId="2147480602"/>
        </pc:sldMkLst>
        <pc:spChg chg="mod">
          <ac:chgData name="Liu,Dr.,Meiruo (HP Medicine) BII-CN-S" userId="ece9aa16-5bba-4d2f-b200-019c8e2ba0a0" providerId="ADAL" clId="{CF3CA886-F236-4CA9-BC80-6CC2DAB8BB06}" dt="2024-02-28T00:51:05.779" v="732" actId="20577"/>
          <ac:spMkLst>
            <pc:docMk/>
            <pc:sldMk cId="3270620295" sldId="2147480602"/>
            <ac:spMk id="3" creationId="{5938E29C-F971-3DD1-7B53-EDA5E4FE3087}"/>
          </ac:spMkLst>
        </pc:spChg>
      </pc:sldChg>
      <pc:sldChg chg="add del">
        <pc:chgData name="Liu,Dr.,Meiruo (HP Medicine) BII-CN-S" userId="ece9aa16-5bba-4d2f-b200-019c8e2ba0a0" providerId="ADAL" clId="{CF3CA886-F236-4CA9-BC80-6CC2DAB8BB06}" dt="2024-02-25T14:31:22.549" v="263"/>
        <pc:sldMkLst>
          <pc:docMk/>
          <pc:sldMk cId="2599080386" sldId="2147480604"/>
        </pc:sldMkLst>
      </pc:sldChg>
      <pc:sldChg chg="addSp delSp modSp add mod">
        <pc:chgData name="Liu,Dr.,Meiruo (HP Medicine) BII-CN-S" userId="ece9aa16-5bba-4d2f-b200-019c8e2ba0a0" providerId="ADAL" clId="{CF3CA886-F236-4CA9-BC80-6CC2DAB8BB06}" dt="2024-02-26T14:47:52.407" v="673" actId="208"/>
        <pc:sldMkLst>
          <pc:docMk/>
          <pc:sldMk cId="2785038488" sldId="2147480604"/>
        </pc:sldMkLst>
        <pc:spChg chg="mod">
          <ac:chgData name="Liu,Dr.,Meiruo (HP Medicine) BII-CN-S" userId="ece9aa16-5bba-4d2f-b200-019c8e2ba0a0" providerId="ADAL" clId="{CF3CA886-F236-4CA9-BC80-6CC2DAB8BB06}" dt="2024-02-25T14:36:12.767" v="339" actId="20577"/>
          <ac:spMkLst>
            <pc:docMk/>
            <pc:sldMk cId="2785038488" sldId="2147480604"/>
            <ac:spMk id="8" creationId="{89C72B67-DABB-F4AB-A173-244E0428F280}"/>
          </ac:spMkLst>
        </pc:spChg>
        <pc:spChg chg="mod">
          <ac:chgData name="Liu,Dr.,Meiruo (HP Medicine) BII-CN-S" userId="ece9aa16-5bba-4d2f-b200-019c8e2ba0a0" providerId="ADAL" clId="{CF3CA886-F236-4CA9-BC80-6CC2DAB8BB06}" dt="2024-02-25T14:36:11.417" v="337" actId="20577"/>
          <ac:spMkLst>
            <pc:docMk/>
            <pc:sldMk cId="2785038488" sldId="2147480604"/>
            <ac:spMk id="9" creationId="{1FA540F2-5C9F-236F-619E-977F90D43CA6}"/>
          </ac:spMkLst>
        </pc:spChg>
        <pc:spChg chg="add del mod">
          <ac:chgData name="Liu,Dr.,Meiruo (HP Medicine) BII-CN-S" userId="ece9aa16-5bba-4d2f-b200-019c8e2ba0a0" providerId="ADAL" clId="{CF3CA886-F236-4CA9-BC80-6CC2DAB8BB06}" dt="2024-02-26T14:45:11.297" v="664" actId="478"/>
          <ac:spMkLst>
            <pc:docMk/>
            <pc:sldMk cId="2785038488" sldId="2147480604"/>
            <ac:spMk id="10" creationId="{EB6BFB23-E006-01E4-8D2E-48F89D8D5876}"/>
          </ac:spMkLst>
        </pc:spChg>
        <pc:spChg chg="add del mod">
          <ac:chgData name="Liu,Dr.,Meiruo (HP Medicine) BII-CN-S" userId="ece9aa16-5bba-4d2f-b200-019c8e2ba0a0" providerId="ADAL" clId="{CF3CA886-F236-4CA9-BC80-6CC2DAB8BB06}" dt="2024-02-25T15:39:27.135" v="349" actId="478"/>
          <ac:spMkLst>
            <pc:docMk/>
            <pc:sldMk cId="2785038488" sldId="2147480604"/>
            <ac:spMk id="20" creationId="{C65913C1-6976-302C-424E-4331C1EF0768}"/>
          </ac:spMkLst>
        </pc:spChg>
        <pc:spChg chg="add mod">
          <ac:chgData name="Liu,Dr.,Meiruo (HP Medicine) BII-CN-S" userId="ece9aa16-5bba-4d2f-b200-019c8e2ba0a0" providerId="ADAL" clId="{CF3CA886-F236-4CA9-BC80-6CC2DAB8BB06}" dt="2024-02-26T05:25:03.370" v="382" actId="1076"/>
          <ac:spMkLst>
            <pc:docMk/>
            <pc:sldMk cId="2785038488" sldId="2147480604"/>
            <ac:spMk id="21" creationId="{694544B2-8056-0807-B891-D35D36C63A32}"/>
          </ac:spMkLst>
        </pc:spChg>
        <pc:spChg chg="mod">
          <ac:chgData name="Liu,Dr.,Meiruo (HP Medicine) BII-CN-S" userId="ece9aa16-5bba-4d2f-b200-019c8e2ba0a0" providerId="ADAL" clId="{CF3CA886-F236-4CA9-BC80-6CC2DAB8BB06}" dt="2024-02-26T05:27:25.040" v="432" actId="1037"/>
          <ac:spMkLst>
            <pc:docMk/>
            <pc:sldMk cId="2785038488" sldId="2147480604"/>
            <ac:spMk id="36" creationId="{49FD7EF5-D1AB-966A-E29E-EF9FA25F3ABD}"/>
          </ac:spMkLst>
        </pc:spChg>
        <pc:spChg chg="add mod">
          <ac:chgData name="Liu,Dr.,Meiruo (HP Medicine) BII-CN-S" userId="ece9aa16-5bba-4d2f-b200-019c8e2ba0a0" providerId="ADAL" clId="{CF3CA886-F236-4CA9-BC80-6CC2DAB8BB06}" dt="2024-02-26T13:40:49.508" v="490" actId="1076"/>
          <ac:spMkLst>
            <pc:docMk/>
            <pc:sldMk cId="2785038488" sldId="2147480604"/>
            <ac:spMk id="42" creationId="{ACE43B7A-4043-25CA-1361-7D1D9A7AD5EB}"/>
          </ac:spMkLst>
        </pc:spChg>
        <pc:spChg chg="mod">
          <ac:chgData name="Liu,Dr.,Meiruo (HP Medicine) BII-CN-S" userId="ece9aa16-5bba-4d2f-b200-019c8e2ba0a0" providerId="ADAL" clId="{CF3CA886-F236-4CA9-BC80-6CC2DAB8BB06}" dt="2024-02-26T13:51:09.949" v="654" actId="404"/>
          <ac:spMkLst>
            <pc:docMk/>
            <pc:sldMk cId="2785038488" sldId="2147480604"/>
            <ac:spMk id="43" creationId="{2F16DBC7-BF82-93B1-FD7E-A25660919F57}"/>
          </ac:spMkLst>
        </pc:spChg>
        <pc:spChg chg="mod">
          <ac:chgData name="Liu,Dr.,Meiruo (HP Medicine) BII-CN-S" userId="ece9aa16-5bba-4d2f-b200-019c8e2ba0a0" providerId="ADAL" clId="{CF3CA886-F236-4CA9-BC80-6CC2DAB8BB06}" dt="2024-02-25T14:36:09.998" v="335" actId="20577"/>
          <ac:spMkLst>
            <pc:docMk/>
            <pc:sldMk cId="2785038488" sldId="2147480604"/>
            <ac:spMk id="44" creationId="{FD977FDC-8D56-5327-E50E-694072E94576}"/>
          </ac:spMkLst>
        </pc:spChg>
        <pc:spChg chg="add mod">
          <ac:chgData name="Liu,Dr.,Meiruo (HP Medicine) BII-CN-S" userId="ece9aa16-5bba-4d2f-b200-019c8e2ba0a0" providerId="ADAL" clId="{CF3CA886-F236-4CA9-BC80-6CC2DAB8BB06}" dt="2024-02-26T13:40:58.528" v="494" actId="20577"/>
          <ac:spMkLst>
            <pc:docMk/>
            <pc:sldMk cId="2785038488" sldId="2147480604"/>
            <ac:spMk id="48" creationId="{0653C882-77EB-E918-055F-FC2346A11605}"/>
          </ac:spMkLst>
        </pc:spChg>
        <pc:spChg chg="mod">
          <ac:chgData name="Liu,Dr.,Meiruo (HP Medicine) BII-CN-S" userId="ece9aa16-5bba-4d2f-b200-019c8e2ba0a0" providerId="ADAL" clId="{CF3CA886-F236-4CA9-BC80-6CC2DAB8BB06}" dt="2024-02-25T14:33:33.164" v="305" actId="1035"/>
          <ac:spMkLst>
            <pc:docMk/>
            <pc:sldMk cId="2785038488" sldId="2147480604"/>
            <ac:spMk id="51" creationId="{84D735CD-FEBD-CC49-984A-EE03A2B49A19}"/>
          </ac:spMkLst>
        </pc:spChg>
        <pc:spChg chg="mod">
          <ac:chgData name="Liu,Dr.,Meiruo (HP Medicine) BII-CN-S" userId="ece9aa16-5bba-4d2f-b200-019c8e2ba0a0" providerId="ADAL" clId="{CF3CA886-F236-4CA9-BC80-6CC2DAB8BB06}" dt="2024-02-25T14:33:33.164" v="305" actId="1035"/>
          <ac:spMkLst>
            <pc:docMk/>
            <pc:sldMk cId="2785038488" sldId="2147480604"/>
            <ac:spMk id="52" creationId="{7FA3610B-4C89-958A-4BC2-95973D965952}"/>
          </ac:spMkLst>
        </pc:spChg>
        <pc:spChg chg="mod">
          <ac:chgData name="Liu,Dr.,Meiruo (HP Medicine) BII-CN-S" userId="ece9aa16-5bba-4d2f-b200-019c8e2ba0a0" providerId="ADAL" clId="{CF3CA886-F236-4CA9-BC80-6CC2DAB8BB06}" dt="2024-02-25T14:33:33.164" v="305" actId="1035"/>
          <ac:spMkLst>
            <pc:docMk/>
            <pc:sldMk cId="2785038488" sldId="2147480604"/>
            <ac:spMk id="53" creationId="{E9A48A82-4B52-A9DE-2473-F05A8C2E800E}"/>
          </ac:spMkLst>
        </pc:spChg>
        <pc:spChg chg="add mod">
          <ac:chgData name="Liu,Dr.,Meiruo (HP Medicine) BII-CN-S" userId="ece9aa16-5bba-4d2f-b200-019c8e2ba0a0" providerId="ADAL" clId="{CF3CA886-F236-4CA9-BC80-6CC2DAB8BB06}" dt="2024-02-26T13:41:03.099" v="500" actId="20577"/>
          <ac:spMkLst>
            <pc:docMk/>
            <pc:sldMk cId="2785038488" sldId="2147480604"/>
            <ac:spMk id="65" creationId="{4AB1B9E5-D526-A25B-3039-5006A82783F9}"/>
          </ac:spMkLst>
        </pc:spChg>
        <pc:spChg chg="add mod">
          <ac:chgData name="Liu,Dr.,Meiruo (HP Medicine) BII-CN-S" userId="ece9aa16-5bba-4d2f-b200-019c8e2ba0a0" providerId="ADAL" clId="{CF3CA886-F236-4CA9-BC80-6CC2DAB8BB06}" dt="2024-02-26T13:45:40.438" v="564" actId="1035"/>
          <ac:spMkLst>
            <pc:docMk/>
            <pc:sldMk cId="2785038488" sldId="2147480604"/>
            <ac:spMk id="68" creationId="{D213B62B-D959-3032-0853-B52AFF1E5C89}"/>
          </ac:spMkLst>
        </pc:spChg>
        <pc:spChg chg="add mod">
          <ac:chgData name="Liu,Dr.,Meiruo (HP Medicine) BII-CN-S" userId="ece9aa16-5bba-4d2f-b200-019c8e2ba0a0" providerId="ADAL" clId="{CF3CA886-F236-4CA9-BC80-6CC2DAB8BB06}" dt="2024-02-26T13:45:40.438" v="564" actId="1035"/>
          <ac:spMkLst>
            <pc:docMk/>
            <pc:sldMk cId="2785038488" sldId="2147480604"/>
            <ac:spMk id="69" creationId="{C0FC8585-7870-EA53-1967-33C000F1B3FE}"/>
          </ac:spMkLst>
        </pc:spChg>
        <pc:spChg chg="add mod">
          <ac:chgData name="Liu,Dr.,Meiruo (HP Medicine) BII-CN-S" userId="ece9aa16-5bba-4d2f-b200-019c8e2ba0a0" providerId="ADAL" clId="{CF3CA886-F236-4CA9-BC80-6CC2DAB8BB06}" dt="2024-02-26T13:45:40.438" v="564" actId="1035"/>
          <ac:spMkLst>
            <pc:docMk/>
            <pc:sldMk cId="2785038488" sldId="2147480604"/>
            <ac:spMk id="70" creationId="{F4DBBBD6-C431-8A8F-8484-0659FB12FAF0}"/>
          </ac:spMkLst>
        </pc:spChg>
        <pc:spChg chg="mod">
          <ac:chgData name="Liu,Dr.,Meiruo (HP Medicine) BII-CN-S" userId="ece9aa16-5bba-4d2f-b200-019c8e2ba0a0" providerId="ADAL" clId="{CF3CA886-F236-4CA9-BC80-6CC2DAB8BB06}" dt="2024-02-25T14:36:07" v="331" actId="20577"/>
          <ac:spMkLst>
            <pc:docMk/>
            <pc:sldMk cId="2785038488" sldId="2147480604"/>
            <ac:spMk id="71" creationId="{64317571-AD38-DA2C-5FA7-1AC4ED101DC3}"/>
          </ac:spMkLst>
        </pc:spChg>
        <pc:spChg chg="add mod">
          <ac:chgData name="Liu,Dr.,Meiruo (HP Medicine) BII-CN-S" userId="ece9aa16-5bba-4d2f-b200-019c8e2ba0a0" providerId="ADAL" clId="{CF3CA886-F236-4CA9-BC80-6CC2DAB8BB06}" dt="2024-02-26T13:46:03.293" v="621" actId="1038"/>
          <ac:spMkLst>
            <pc:docMk/>
            <pc:sldMk cId="2785038488" sldId="2147480604"/>
            <ac:spMk id="72" creationId="{962B9641-8588-E6C3-A5DF-22615ABD9D45}"/>
          </ac:spMkLst>
        </pc:spChg>
        <pc:spChg chg="mod">
          <ac:chgData name="Liu,Dr.,Meiruo (HP Medicine) BII-CN-S" userId="ece9aa16-5bba-4d2f-b200-019c8e2ba0a0" providerId="ADAL" clId="{CF3CA886-F236-4CA9-BC80-6CC2DAB8BB06}" dt="2024-02-25T14:36:08.693" v="333" actId="20577"/>
          <ac:spMkLst>
            <pc:docMk/>
            <pc:sldMk cId="2785038488" sldId="2147480604"/>
            <ac:spMk id="73" creationId="{65273D41-05FA-EEF1-1007-15DEC2260DDE}"/>
          </ac:spMkLst>
        </pc:spChg>
        <pc:spChg chg="add mod">
          <ac:chgData name="Liu,Dr.,Meiruo (HP Medicine) BII-CN-S" userId="ece9aa16-5bba-4d2f-b200-019c8e2ba0a0" providerId="ADAL" clId="{CF3CA886-F236-4CA9-BC80-6CC2DAB8BB06}" dt="2024-02-26T13:47:56.407" v="641" actId="1076"/>
          <ac:spMkLst>
            <pc:docMk/>
            <pc:sldMk cId="2785038488" sldId="2147480604"/>
            <ac:spMk id="74" creationId="{6741249E-3051-2AFC-FAA6-CFAE1B2E6972}"/>
          </ac:spMkLst>
        </pc:spChg>
        <pc:spChg chg="add mod">
          <ac:chgData name="Liu,Dr.,Meiruo (HP Medicine) BII-CN-S" userId="ece9aa16-5bba-4d2f-b200-019c8e2ba0a0" providerId="ADAL" clId="{CF3CA886-F236-4CA9-BC80-6CC2DAB8BB06}" dt="2024-02-26T13:46:14.170" v="629" actId="20577"/>
          <ac:spMkLst>
            <pc:docMk/>
            <pc:sldMk cId="2785038488" sldId="2147480604"/>
            <ac:spMk id="75" creationId="{B6397310-ACB1-EDC1-CE53-C9428BEDBF4F}"/>
          </ac:spMkLst>
        </pc:spChg>
        <pc:spChg chg="mod">
          <ac:chgData name="Liu,Dr.,Meiruo (HP Medicine) BII-CN-S" userId="ece9aa16-5bba-4d2f-b200-019c8e2ba0a0" providerId="ADAL" clId="{CF3CA886-F236-4CA9-BC80-6CC2DAB8BB06}" dt="2024-02-26T14:47:52.407" v="673" actId="208"/>
          <ac:spMkLst>
            <pc:docMk/>
            <pc:sldMk cId="2785038488" sldId="2147480604"/>
            <ac:spMk id="78" creationId="{91332A9C-7A62-6211-5D8D-63B38DC269D8}"/>
          </ac:spMkLst>
        </pc:spChg>
        <pc:spChg chg="mod">
          <ac:chgData name="Liu,Dr.,Meiruo (HP Medicine) BII-CN-S" userId="ece9aa16-5bba-4d2f-b200-019c8e2ba0a0" providerId="ADAL" clId="{CF3CA886-F236-4CA9-BC80-6CC2DAB8BB06}" dt="2024-02-26T07:06:20.258" v="484" actId="14100"/>
          <ac:spMkLst>
            <pc:docMk/>
            <pc:sldMk cId="2785038488" sldId="2147480604"/>
            <ac:spMk id="87" creationId="{A6B93FAC-6D7A-6442-DB2E-51CD11A64C80}"/>
          </ac:spMkLst>
        </pc:spChg>
        <pc:spChg chg="add del mod">
          <ac:chgData name="Liu,Dr.,Meiruo (HP Medicine) BII-CN-S" userId="ece9aa16-5bba-4d2f-b200-019c8e2ba0a0" providerId="ADAL" clId="{CF3CA886-F236-4CA9-BC80-6CC2DAB8BB06}" dt="2024-02-26T13:47:48.127" v="638"/>
          <ac:spMkLst>
            <pc:docMk/>
            <pc:sldMk cId="2785038488" sldId="2147480604"/>
            <ac:spMk id="88" creationId="{A9B09C07-87F5-DE2F-12F6-3B61AC03B097}"/>
          </ac:spMkLst>
        </pc:spChg>
        <pc:spChg chg="add del mod">
          <ac:chgData name="Liu,Dr.,Meiruo (HP Medicine) BII-CN-S" userId="ece9aa16-5bba-4d2f-b200-019c8e2ba0a0" providerId="ADAL" clId="{CF3CA886-F236-4CA9-BC80-6CC2DAB8BB06}" dt="2024-02-26T13:47:48.127" v="638"/>
          <ac:spMkLst>
            <pc:docMk/>
            <pc:sldMk cId="2785038488" sldId="2147480604"/>
            <ac:spMk id="89" creationId="{9A780367-FDC3-D39A-4495-7AF2A93BEEB6}"/>
          </ac:spMkLst>
        </pc:spChg>
        <pc:spChg chg="add del mod">
          <ac:chgData name="Liu,Dr.,Meiruo (HP Medicine) BII-CN-S" userId="ece9aa16-5bba-4d2f-b200-019c8e2ba0a0" providerId="ADAL" clId="{CF3CA886-F236-4CA9-BC80-6CC2DAB8BB06}" dt="2024-02-26T13:47:48.127" v="638"/>
          <ac:spMkLst>
            <pc:docMk/>
            <pc:sldMk cId="2785038488" sldId="2147480604"/>
            <ac:spMk id="90" creationId="{51003F96-86DA-917D-D432-F3C0765F5AB1}"/>
          </ac:spMkLst>
        </pc:spChg>
        <pc:spChg chg="add del mod">
          <ac:chgData name="Liu,Dr.,Meiruo (HP Medicine) BII-CN-S" userId="ece9aa16-5bba-4d2f-b200-019c8e2ba0a0" providerId="ADAL" clId="{CF3CA886-F236-4CA9-BC80-6CC2DAB8BB06}" dt="2024-02-26T13:47:56.896" v="642"/>
          <ac:spMkLst>
            <pc:docMk/>
            <pc:sldMk cId="2785038488" sldId="2147480604"/>
            <ac:spMk id="91" creationId="{6B5E88F4-CDAF-179E-E0EB-102992C1C164}"/>
          </ac:spMkLst>
        </pc:spChg>
        <pc:spChg chg="mod">
          <ac:chgData name="Liu,Dr.,Meiruo (HP Medicine) BII-CN-S" userId="ece9aa16-5bba-4d2f-b200-019c8e2ba0a0" providerId="ADAL" clId="{CF3CA886-F236-4CA9-BC80-6CC2DAB8BB06}" dt="2024-02-25T14:36:05.703" v="329" actId="20577"/>
          <ac:spMkLst>
            <pc:docMk/>
            <pc:sldMk cId="2785038488" sldId="2147480604"/>
            <ac:spMk id="94" creationId="{3C7D381B-156C-710D-3F71-956B0C2D0F25}"/>
          </ac:spMkLst>
        </pc:spChg>
        <pc:spChg chg="mod">
          <ac:chgData name="Liu,Dr.,Meiruo (HP Medicine) BII-CN-S" userId="ece9aa16-5bba-4d2f-b200-019c8e2ba0a0" providerId="ADAL" clId="{CF3CA886-F236-4CA9-BC80-6CC2DAB8BB06}" dt="2024-02-25T14:36:04.328" v="327" actId="20577"/>
          <ac:spMkLst>
            <pc:docMk/>
            <pc:sldMk cId="2785038488" sldId="2147480604"/>
            <ac:spMk id="95" creationId="{B7263168-0D17-2369-5F6C-B018BE5EB634}"/>
          </ac:spMkLst>
        </pc:spChg>
        <pc:spChg chg="add del mod">
          <ac:chgData name="Liu,Dr.,Meiruo (HP Medicine) BII-CN-S" userId="ece9aa16-5bba-4d2f-b200-019c8e2ba0a0" providerId="ADAL" clId="{CF3CA886-F236-4CA9-BC80-6CC2DAB8BB06}" dt="2024-02-26T13:47:56.896" v="642"/>
          <ac:spMkLst>
            <pc:docMk/>
            <pc:sldMk cId="2785038488" sldId="2147480604"/>
            <ac:spMk id="99" creationId="{4C59E1BB-8B7F-401F-C70A-7C5C91C84055}"/>
          </ac:spMkLst>
        </pc:spChg>
        <pc:spChg chg="add del mod">
          <ac:chgData name="Liu,Dr.,Meiruo (HP Medicine) BII-CN-S" userId="ece9aa16-5bba-4d2f-b200-019c8e2ba0a0" providerId="ADAL" clId="{CF3CA886-F236-4CA9-BC80-6CC2DAB8BB06}" dt="2024-02-26T13:47:56.896" v="642"/>
          <ac:spMkLst>
            <pc:docMk/>
            <pc:sldMk cId="2785038488" sldId="2147480604"/>
            <ac:spMk id="100" creationId="{8FFBC724-879D-F8D3-C508-FE81E2A0F13B}"/>
          </ac:spMkLst>
        </pc:spChg>
        <pc:spChg chg="add mod">
          <ac:chgData name="Liu,Dr.,Meiruo (HP Medicine) BII-CN-S" userId="ece9aa16-5bba-4d2f-b200-019c8e2ba0a0" providerId="ADAL" clId="{CF3CA886-F236-4CA9-BC80-6CC2DAB8BB06}" dt="2024-02-26T13:48:08.273" v="644" actId="1076"/>
          <ac:spMkLst>
            <pc:docMk/>
            <pc:sldMk cId="2785038488" sldId="2147480604"/>
            <ac:spMk id="101" creationId="{C70C5C82-2E9B-8960-0D13-D0DDDCE549F3}"/>
          </ac:spMkLst>
        </pc:spChg>
        <pc:spChg chg="add mod">
          <ac:chgData name="Liu,Dr.,Meiruo (HP Medicine) BII-CN-S" userId="ece9aa16-5bba-4d2f-b200-019c8e2ba0a0" providerId="ADAL" clId="{CF3CA886-F236-4CA9-BC80-6CC2DAB8BB06}" dt="2024-02-26T13:48:08.273" v="644" actId="1076"/>
          <ac:spMkLst>
            <pc:docMk/>
            <pc:sldMk cId="2785038488" sldId="2147480604"/>
            <ac:spMk id="102" creationId="{92D11E0C-0727-1EB1-5FEB-F38899838068}"/>
          </ac:spMkLst>
        </pc:spChg>
        <pc:spChg chg="add mod">
          <ac:chgData name="Liu,Dr.,Meiruo (HP Medicine) BII-CN-S" userId="ece9aa16-5bba-4d2f-b200-019c8e2ba0a0" providerId="ADAL" clId="{CF3CA886-F236-4CA9-BC80-6CC2DAB8BB06}" dt="2024-02-26T13:48:25.742" v="652" actId="20577"/>
          <ac:spMkLst>
            <pc:docMk/>
            <pc:sldMk cId="2785038488" sldId="2147480604"/>
            <ac:spMk id="103" creationId="{1FD624DA-52F8-E234-C72D-73E515DD6567}"/>
          </ac:spMkLst>
        </pc:spChg>
        <pc:spChg chg="mod">
          <ac:chgData name="Liu,Dr.,Meiruo (HP Medicine) BII-CN-S" userId="ece9aa16-5bba-4d2f-b200-019c8e2ba0a0" providerId="ADAL" clId="{CF3CA886-F236-4CA9-BC80-6CC2DAB8BB06}" dt="2024-02-26T07:06:17.808" v="483" actId="14100"/>
          <ac:spMkLst>
            <pc:docMk/>
            <pc:sldMk cId="2785038488" sldId="2147480604"/>
            <ac:spMk id="120" creationId="{469A01D0-2FA3-9B1A-6B13-4D95AE4D7AD1}"/>
          </ac:spMkLst>
        </pc:spChg>
        <pc:spChg chg="mod">
          <ac:chgData name="Liu,Dr.,Meiruo (HP Medicine) BII-CN-S" userId="ece9aa16-5bba-4d2f-b200-019c8e2ba0a0" providerId="ADAL" clId="{CF3CA886-F236-4CA9-BC80-6CC2DAB8BB06}" dt="2024-02-26T13:51:21.544" v="655" actId="404"/>
          <ac:spMkLst>
            <pc:docMk/>
            <pc:sldMk cId="2785038488" sldId="2147480604"/>
            <ac:spMk id="121" creationId="{60823649-21C2-446C-E444-68B5CA903A0D}"/>
          </ac:spMkLst>
        </pc:spChg>
        <pc:spChg chg="mod">
          <ac:chgData name="Liu,Dr.,Meiruo (HP Medicine) BII-CN-S" userId="ece9aa16-5bba-4d2f-b200-019c8e2ba0a0" providerId="ADAL" clId="{CF3CA886-F236-4CA9-BC80-6CC2DAB8BB06}" dt="2024-02-26T13:51:09.949" v="654" actId="404"/>
          <ac:spMkLst>
            <pc:docMk/>
            <pc:sldMk cId="2785038488" sldId="2147480604"/>
            <ac:spMk id="127" creationId="{805BBBEE-06D3-A047-E96F-A5EB3F5DDD05}"/>
          </ac:spMkLst>
        </pc:spChg>
        <pc:spChg chg="mod">
          <ac:chgData name="Liu,Dr.,Meiruo (HP Medicine) BII-CN-S" userId="ece9aa16-5bba-4d2f-b200-019c8e2ba0a0" providerId="ADAL" clId="{CF3CA886-F236-4CA9-BC80-6CC2DAB8BB06}" dt="2024-02-26T05:27:18.776" v="416" actId="1038"/>
          <ac:spMkLst>
            <pc:docMk/>
            <pc:sldMk cId="2785038488" sldId="2147480604"/>
            <ac:spMk id="133" creationId="{C1191E68-0A1B-A4E9-1572-A0BE99D93334}"/>
          </ac:spMkLst>
        </pc:spChg>
        <pc:spChg chg="mod">
          <ac:chgData name="Liu,Dr.,Meiruo (HP Medicine) BII-CN-S" userId="ece9aa16-5bba-4d2f-b200-019c8e2ba0a0" providerId="ADAL" clId="{CF3CA886-F236-4CA9-BC80-6CC2DAB8BB06}" dt="2024-02-26T13:51:21.544" v="655" actId="404"/>
          <ac:spMkLst>
            <pc:docMk/>
            <pc:sldMk cId="2785038488" sldId="2147480604"/>
            <ac:spMk id="143" creationId="{24991E3A-8EDE-2A9B-3FA0-77B9878F1F63}"/>
          </ac:spMkLst>
        </pc:spChg>
        <pc:spChg chg="mod">
          <ac:chgData name="Liu,Dr.,Meiruo (HP Medicine) BII-CN-S" userId="ece9aa16-5bba-4d2f-b200-019c8e2ba0a0" providerId="ADAL" clId="{CF3CA886-F236-4CA9-BC80-6CC2DAB8BB06}" dt="2024-02-26T05:27:34.275" v="437" actId="6549"/>
          <ac:spMkLst>
            <pc:docMk/>
            <pc:sldMk cId="2785038488" sldId="2147480604"/>
            <ac:spMk id="150" creationId="{D22A57D3-3416-00C2-DAB1-8B65B8FDCA00}"/>
          </ac:spMkLst>
        </pc:spChg>
        <pc:spChg chg="mod">
          <ac:chgData name="Liu,Dr.,Meiruo (HP Medicine) BII-CN-S" userId="ece9aa16-5bba-4d2f-b200-019c8e2ba0a0" providerId="ADAL" clId="{CF3CA886-F236-4CA9-BC80-6CC2DAB8BB06}" dt="2024-02-26T05:27:53.791" v="460" actId="1037"/>
          <ac:spMkLst>
            <pc:docMk/>
            <pc:sldMk cId="2785038488" sldId="2147480604"/>
            <ac:spMk id="153" creationId="{E99DEC6E-8183-0145-C0A8-269506344BE5}"/>
          </ac:spMkLst>
        </pc:spChg>
        <pc:spChg chg="mod">
          <ac:chgData name="Liu,Dr.,Meiruo (HP Medicine) BII-CN-S" userId="ece9aa16-5bba-4d2f-b200-019c8e2ba0a0" providerId="ADAL" clId="{CF3CA886-F236-4CA9-BC80-6CC2DAB8BB06}" dt="2024-02-26T05:27:53.791" v="460" actId="1037"/>
          <ac:spMkLst>
            <pc:docMk/>
            <pc:sldMk cId="2785038488" sldId="2147480604"/>
            <ac:spMk id="154" creationId="{3BF28C89-0B78-B599-0885-B263BA43847B}"/>
          </ac:spMkLst>
        </pc:spChg>
        <pc:spChg chg="mod">
          <ac:chgData name="Liu,Dr.,Meiruo (HP Medicine) BII-CN-S" userId="ece9aa16-5bba-4d2f-b200-019c8e2ba0a0" providerId="ADAL" clId="{CF3CA886-F236-4CA9-BC80-6CC2DAB8BB06}" dt="2024-02-26T05:27:53.791" v="460" actId="1037"/>
          <ac:spMkLst>
            <pc:docMk/>
            <pc:sldMk cId="2785038488" sldId="2147480604"/>
            <ac:spMk id="155" creationId="{C522162D-A887-83D6-CA5C-DFD85C7B5689}"/>
          </ac:spMkLst>
        </pc:spChg>
        <pc:spChg chg="add del">
          <ac:chgData name="Liu,Dr.,Meiruo (HP Medicine) BII-CN-S" userId="ece9aa16-5bba-4d2f-b200-019c8e2ba0a0" providerId="ADAL" clId="{CF3CA886-F236-4CA9-BC80-6CC2DAB8BB06}" dt="2024-02-25T14:36:15.510" v="341" actId="478"/>
          <ac:spMkLst>
            <pc:docMk/>
            <pc:sldMk cId="2785038488" sldId="2147480604"/>
            <ac:spMk id="156" creationId="{3244BF60-FD84-B1BD-8A73-B15B16B68C77}"/>
          </ac:spMkLst>
        </pc:spChg>
        <pc:spChg chg="mod">
          <ac:chgData name="Liu,Dr.,Meiruo (HP Medicine) BII-CN-S" userId="ece9aa16-5bba-4d2f-b200-019c8e2ba0a0" providerId="ADAL" clId="{CF3CA886-F236-4CA9-BC80-6CC2DAB8BB06}" dt="2024-02-26T13:47:30.093" v="634" actId="1076"/>
          <ac:spMkLst>
            <pc:docMk/>
            <pc:sldMk cId="2785038488" sldId="2147480604"/>
            <ac:spMk id="158" creationId="{27BD42FB-7102-5580-67B7-473236014DE9}"/>
          </ac:spMkLst>
        </pc:spChg>
        <pc:grpChg chg="mod">
          <ac:chgData name="Liu,Dr.,Meiruo (HP Medicine) BII-CN-S" userId="ece9aa16-5bba-4d2f-b200-019c8e2ba0a0" providerId="ADAL" clId="{CF3CA886-F236-4CA9-BC80-6CC2DAB8BB06}" dt="2024-02-25T14:33:33.164" v="305" actId="1035"/>
          <ac:grpSpMkLst>
            <pc:docMk/>
            <pc:sldMk cId="2785038488" sldId="2147480604"/>
            <ac:grpSpMk id="50" creationId="{F0489B83-EBB6-CDC5-5B87-2584DD730307}"/>
          </ac:grpSpMkLst>
        </pc:grpChg>
        <pc:grpChg chg="mod">
          <ac:chgData name="Liu,Dr.,Meiruo (HP Medicine) BII-CN-S" userId="ece9aa16-5bba-4d2f-b200-019c8e2ba0a0" providerId="ADAL" clId="{CF3CA886-F236-4CA9-BC80-6CC2DAB8BB06}" dt="2024-02-26T14:45:26.852" v="670" actId="1035"/>
          <ac:grpSpMkLst>
            <pc:docMk/>
            <pc:sldMk cId="2785038488" sldId="2147480604"/>
            <ac:grpSpMk id="79" creationId="{26CD0E1F-09E8-23AF-348F-59CF0A0E93F6}"/>
          </ac:grpSpMkLst>
        </pc:grpChg>
        <pc:picChg chg="mod">
          <ac:chgData name="Liu,Dr.,Meiruo (HP Medicine) BII-CN-S" userId="ece9aa16-5bba-4d2f-b200-019c8e2ba0a0" providerId="ADAL" clId="{CF3CA886-F236-4CA9-BC80-6CC2DAB8BB06}" dt="2024-02-25T14:33:33.164" v="305" actId="1035"/>
          <ac:picMkLst>
            <pc:docMk/>
            <pc:sldMk cId="2785038488" sldId="2147480604"/>
            <ac:picMk id="54" creationId="{B4031CE8-2397-0A76-531C-C0885A17C580}"/>
          </ac:picMkLst>
        </pc:picChg>
        <pc:cxnChg chg="add del mod">
          <ac:chgData name="Liu,Dr.,Meiruo (HP Medicine) BII-CN-S" userId="ece9aa16-5bba-4d2f-b200-019c8e2ba0a0" providerId="ADAL" clId="{CF3CA886-F236-4CA9-BC80-6CC2DAB8BB06}" dt="2024-02-26T13:48:30.792" v="653" actId="478"/>
          <ac:cxnSpMkLst>
            <pc:docMk/>
            <pc:sldMk cId="2785038488" sldId="2147480604"/>
            <ac:cxnSpMk id="34" creationId="{A5A16E28-A3F5-5E2D-EB58-990FC9721622}"/>
          </ac:cxnSpMkLst>
        </pc:cxnChg>
        <pc:cxnChg chg="add del mod">
          <ac:chgData name="Liu,Dr.,Meiruo (HP Medicine) BII-CN-S" userId="ece9aa16-5bba-4d2f-b200-019c8e2ba0a0" providerId="ADAL" clId="{CF3CA886-F236-4CA9-BC80-6CC2DAB8BB06}" dt="2024-02-26T13:40:53.627" v="491" actId="478"/>
          <ac:cxnSpMkLst>
            <pc:docMk/>
            <pc:sldMk cId="2785038488" sldId="2147480604"/>
            <ac:cxnSpMk id="38" creationId="{34E100D8-6B10-FD52-8055-C1981C81A9B5}"/>
          </ac:cxnSpMkLst>
        </pc:cxnChg>
        <pc:cxnChg chg="mod">
          <ac:chgData name="Liu,Dr.,Meiruo (HP Medicine) BII-CN-S" userId="ece9aa16-5bba-4d2f-b200-019c8e2ba0a0" providerId="ADAL" clId="{CF3CA886-F236-4CA9-BC80-6CC2DAB8BB06}" dt="2024-02-26T13:45:49.481" v="565" actId="14100"/>
          <ac:cxnSpMkLst>
            <pc:docMk/>
            <pc:sldMk cId="2785038488" sldId="2147480604"/>
            <ac:cxnSpMk id="49" creationId="{962439E6-17F3-D142-06A9-D7E6A0B8AA9A}"/>
          </ac:cxnSpMkLst>
        </pc:cxnChg>
        <pc:cxnChg chg="mod">
          <ac:chgData name="Liu,Dr.,Meiruo (HP Medicine) BII-CN-S" userId="ece9aa16-5bba-4d2f-b200-019c8e2ba0a0" providerId="ADAL" clId="{CF3CA886-F236-4CA9-BC80-6CC2DAB8BB06}" dt="2024-02-26T13:44:48.654" v="519" actId="14100"/>
          <ac:cxnSpMkLst>
            <pc:docMk/>
            <pc:sldMk cId="2785038488" sldId="2147480604"/>
            <ac:cxnSpMk id="122" creationId="{2CD96FFA-F164-7A4A-2BDE-72E748E08963}"/>
          </ac:cxnSpMkLst>
        </pc:cxnChg>
        <pc:cxnChg chg="mod">
          <ac:chgData name="Liu,Dr.,Meiruo (HP Medicine) BII-CN-S" userId="ece9aa16-5bba-4d2f-b200-019c8e2ba0a0" providerId="ADAL" clId="{CF3CA886-F236-4CA9-BC80-6CC2DAB8BB06}" dt="2024-02-26T13:47:21.814" v="631" actId="14100"/>
          <ac:cxnSpMkLst>
            <pc:docMk/>
            <pc:sldMk cId="2785038488" sldId="2147480604"/>
            <ac:cxnSpMk id="128" creationId="{0415FD76-BB63-333D-B6F1-B20270E90413}"/>
          </ac:cxnSpMkLst>
        </pc:cxnChg>
      </pc:sldChg>
      <pc:sldChg chg="modSp add del mod">
        <pc:chgData name="Liu,Dr.,Meiruo (HP Medicine) BII-CN-S" userId="ece9aa16-5bba-4d2f-b200-019c8e2ba0a0" providerId="ADAL" clId="{CF3CA886-F236-4CA9-BC80-6CC2DAB8BB06}" dt="2024-02-25T14:09:31.412" v="261" actId="47"/>
        <pc:sldMkLst>
          <pc:docMk/>
          <pc:sldMk cId="2895449360" sldId="2147480604"/>
        </pc:sldMkLst>
        <pc:spChg chg="mod">
          <ac:chgData name="Liu,Dr.,Meiruo (HP Medicine) BII-CN-S" userId="ece9aa16-5bba-4d2f-b200-019c8e2ba0a0" providerId="ADAL" clId="{CF3CA886-F236-4CA9-BC80-6CC2DAB8BB06}" dt="2024-02-25T14:01:45.783" v="255" actId="1035"/>
          <ac:spMkLst>
            <pc:docMk/>
            <pc:sldMk cId="2895449360" sldId="2147480604"/>
            <ac:spMk id="156" creationId="{3244BF60-FD84-B1BD-8A73-B15B16B68C77}"/>
          </ac:spMkLst>
        </pc:spChg>
      </pc:sldChg>
      <pc:sldChg chg="add del">
        <pc:chgData name="Liu,Dr.,Meiruo (HP Medicine) BII-CN-S" userId="ece9aa16-5bba-4d2f-b200-019c8e2ba0a0" providerId="ADAL" clId="{CF3CA886-F236-4CA9-BC80-6CC2DAB8BB06}" dt="2024-02-25T13:56:28.699" v="238"/>
        <pc:sldMkLst>
          <pc:docMk/>
          <pc:sldMk cId="3704298056" sldId="2147480604"/>
        </pc:sldMkLst>
      </pc:sldChg>
      <pc:sldChg chg="addSp delSp modSp add mod">
        <pc:chgData name="Liu,Dr.,Meiruo (HP Medicine) BII-CN-S" userId="ece9aa16-5bba-4d2f-b200-019c8e2ba0a0" providerId="ADAL" clId="{CF3CA886-F236-4CA9-BC80-6CC2DAB8BB06}" dt="2024-02-26T14:48:03.291" v="674" actId="208"/>
        <pc:sldMkLst>
          <pc:docMk/>
          <pc:sldMk cId="3326657515" sldId="2147481648"/>
        </pc:sldMkLst>
        <pc:spChg chg="add del mod">
          <ac:chgData name="Liu,Dr.,Meiruo (HP Medicine) BII-CN-S" userId="ece9aa16-5bba-4d2f-b200-019c8e2ba0a0" providerId="ADAL" clId="{CF3CA886-F236-4CA9-BC80-6CC2DAB8BB06}" dt="2024-02-26T14:45:05.805" v="663" actId="478"/>
          <ac:spMkLst>
            <pc:docMk/>
            <pc:sldMk cId="3326657515" sldId="2147481648"/>
            <ac:spMk id="4" creationId="{720570F1-8081-EEC4-2819-F7F178C15E18}"/>
          </ac:spMkLst>
        </pc:spChg>
        <pc:spChg chg="mod">
          <ac:chgData name="Liu,Dr.,Meiruo (HP Medicine) BII-CN-S" userId="ece9aa16-5bba-4d2f-b200-019c8e2ba0a0" providerId="ADAL" clId="{CF3CA886-F236-4CA9-BC80-6CC2DAB8BB06}" dt="2024-02-26T14:48:03.291" v="674" actId="208"/>
          <ac:spMkLst>
            <pc:docMk/>
            <pc:sldMk cId="3326657515" sldId="2147481648"/>
            <ac:spMk id="187" creationId="{602CCD44-A612-8847-8E81-1D7296DD3A6C}"/>
          </ac:spMkLst>
        </pc:spChg>
        <pc:picChg chg="mod">
          <ac:chgData name="Liu,Dr.,Meiruo (HP Medicine) BII-CN-S" userId="ece9aa16-5bba-4d2f-b200-019c8e2ba0a0" providerId="ADAL" clId="{CF3CA886-F236-4CA9-BC80-6CC2DAB8BB06}" dt="2024-02-26T14:45:04.059" v="662" actId="1076"/>
          <ac:picMkLst>
            <pc:docMk/>
            <pc:sldMk cId="3326657515" sldId="2147481648"/>
            <ac:picMk id="10" creationId="{3E0E7DB9-CAFE-2C25-5938-03A61876DE23}"/>
          </ac:picMkLst>
        </pc:picChg>
      </pc:sldChg>
      <pc:sldChg chg="addSp delSp modSp add del mod">
        <pc:chgData name="Liu,Dr.,Meiruo (HP Medicine) BII-CN-S" userId="ece9aa16-5bba-4d2f-b200-019c8e2ba0a0" providerId="ADAL" clId="{CF3CA886-F236-4CA9-BC80-6CC2DAB8BB06}" dt="2024-02-26T14:48:20.077" v="676" actId="1076"/>
        <pc:sldMkLst>
          <pc:docMk/>
          <pc:sldMk cId="1215068372" sldId="2147481652"/>
        </pc:sldMkLst>
        <pc:spChg chg="mod">
          <ac:chgData name="Liu,Dr.,Meiruo (HP Medicine) BII-CN-S" userId="ece9aa16-5bba-4d2f-b200-019c8e2ba0a0" providerId="ADAL" clId="{CF3CA886-F236-4CA9-BC80-6CC2DAB8BB06}" dt="2024-02-26T14:45:32.587" v="672"/>
          <ac:spMkLst>
            <pc:docMk/>
            <pc:sldMk cId="1215068372" sldId="2147481652"/>
            <ac:spMk id="26" creationId="{C55FE2CF-25B2-F2FB-9F1B-6B89070C84D6}"/>
          </ac:spMkLst>
        </pc:spChg>
        <pc:spChg chg="mod">
          <ac:chgData name="Liu,Dr.,Meiruo (HP Medicine) BII-CN-S" userId="ece9aa16-5bba-4d2f-b200-019c8e2ba0a0" providerId="ADAL" clId="{CF3CA886-F236-4CA9-BC80-6CC2DAB8BB06}" dt="2024-02-26T14:45:32.587" v="672"/>
          <ac:spMkLst>
            <pc:docMk/>
            <pc:sldMk cId="1215068372" sldId="2147481652"/>
            <ac:spMk id="27" creationId="{3EBF44D4-E1C3-88BE-F8DA-FFDFC43A7EB2}"/>
          </ac:spMkLst>
        </pc:spChg>
        <pc:spChg chg="mod">
          <ac:chgData name="Liu,Dr.,Meiruo (HP Medicine) BII-CN-S" userId="ece9aa16-5bba-4d2f-b200-019c8e2ba0a0" providerId="ADAL" clId="{CF3CA886-F236-4CA9-BC80-6CC2DAB8BB06}" dt="2024-02-26T14:48:20.077" v="676" actId="1076"/>
          <ac:spMkLst>
            <pc:docMk/>
            <pc:sldMk cId="1215068372" sldId="2147481652"/>
            <ac:spMk id="187" creationId="{602CCD44-A612-8847-8E81-1D7296DD3A6C}"/>
          </ac:spMkLst>
        </pc:spChg>
        <pc:spChg chg="del">
          <ac:chgData name="Liu,Dr.,Meiruo (HP Medicine) BII-CN-S" userId="ece9aa16-5bba-4d2f-b200-019c8e2ba0a0" providerId="ADAL" clId="{CF3CA886-F236-4CA9-BC80-6CC2DAB8BB06}" dt="2024-02-26T14:44:44.602" v="660" actId="478"/>
          <ac:spMkLst>
            <pc:docMk/>
            <pc:sldMk cId="1215068372" sldId="2147481652"/>
            <ac:spMk id="193" creationId="{03041BCA-DE84-11E7-1428-1A6F8B593E88}"/>
          </ac:spMkLst>
        </pc:spChg>
        <pc:grpChg chg="add mod">
          <ac:chgData name="Liu,Dr.,Meiruo (HP Medicine) BII-CN-S" userId="ece9aa16-5bba-4d2f-b200-019c8e2ba0a0" providerId="ADAL" clId="{CF3CA886-F236-4CA9-BC80-6CC2DAB8BB06}" dt="2024-02-26T14:45:32.587" v="672"/>
          <ac:grpSpMkLst>
            <pc:docMk/>
            <pc:sldMk cId="1215068372" sldId="2147481652"/>
            <ac:grpSpMk id="18" creationId="{BCE4AEA6-C475-2EF7-C750-C54643750357}"/>
          </ac:grpSpMkLst>
        </pc:grpChg>
        <pc:picChg chg="del mod">
          <ac:chgData name="Liu,Dr.,Meiruo (HP Medicine) BII-CN-S" userId="ece9aa16-5bba-4d2f-b200-019c8e2ba0a0" providerId="ADAL" clId="{CF3CA886-F236-4CA9-BC80-6CC2DAB8BB06}" dt="2024-02-26T14:45:32.333" v="671" actId="478"/>
          <ac:picMkLst>
            <pc:docMk/>
            <pc:sldMk cId="1215068372" sldId="2147481652"/>
            <ac:picMk id="10" creationId="{3E0E7DB9-CAFE-2C25-5938-03A61876DE23}"/>
          </ac:picMkLst>
        </pc:picChg>
        <pc:picChg chg="mod">
          <ac:chgData name="Liu,Dr.,Meiruo (HP Medicine) BII-CN-S" userId="ece9aa16-5bba-4d2f-b200-019c8e2ba0a0" providerId="ADAL" clId="{CF3CA886-F236-4CA9-BC80-6CC2DAB8BB06}" dt="2024-02-26T14:45:32.587" v="672"/>
          <ac:picMkLst>
            <pc:docMk/>
            <pc:sldMk cId="1215068372" sldId="2147481652"/>
            <ac:picMk id="25" creationId="{A006A05F-D06F-B018-9195-DBF5CBB7B5F7}"/>
          </ac:picMkLst>
        </pc:picChg>
      </pc:sldChg>
    </pc:docChg>
  </pc:docChgLst>
  <pc:docChgLst>
    <pc:chgData name="Liang,Dr.,Hongzi (HP Medicine) BII-CN-S" userId="29bc0a18-5096-49d5-ae49-3e5745cfa117" providerId="ADAL" clId="{3FFE3746-4322-4AEA-A160-9C21C2BF30F6}"/>
    <pc:docChg chg="undo redo custSel addSld delSld modSld delMainMaster">
      <pc:chgData name="Liang,Dr.,Hongzi (HP Medicine) BII-CN-S" userId="29bc0a18-5096-49d5-ae49-3e5745cfa117" providerId="ADAL" clId="{3FFE3746-4322-4AEA-A160-9C21C2BF30F6}" dt="2023-11-10T08:23:55.746" v="4156" actId="20577"/>
      <pc:docMkLst>
        <pc:docMk/>
      </pc:docMkLst>
      <pc:sldChg chg="modSp mod modNotesTx">
        <pc:chgData name="Liang,Dr.,Hongzi (HP Medicine) BII-CN-S" userId="29bc0a18-5096-49d5-ae49-3e5745cfa117" providerId="ADAL" clId="{3FFE3746-4322-4AEA-A160-9C21C2BF30F6}" dt="2023-11-08T08:28:59.649" v="2098" actId="20577"/>
        <pc:sldMkLst>
          <pc:docMk/>
          <pc:sldMk cId="1993514314" sldId="299"/>
        </pc:sldMkLst>
        <pc:graphicFrameChg chg="mod">
          <ac:chgData name="Liang,Dr.,Hongzi (HP Medicine) BII-CN-S" userId="29bc0a18-5096-49d5-ae49-3e5745cfa117" providerId="ADAL" clId="{3FFE3746-4322-4AEA-A160-9C21C2BF30F6}" dt="2023-11-08T08:28:34.089" v="2097" actId="1035"/>
          <ac:graphicFrameMkLst>
            <pc:docMk/>
            <pc:sldMk cId="1993514314" sldId="299"/>
            <ac:graphicFrameMk id="3" creationId="{CAAF8E8F-E025-4A12-E2E4-B5DBAEB9C765}"/>
          </ac:graphicFrameMkLst>
        </pc:graphicFrameChg>
      </pc:sldChg>
      <pc:sldChg chg="add mod modShow">
        <pc:chgData name="Liang,Dr.,Hongzi (HP Medicine) BII-CN-S" userId="29bc0a18-5096-49d5-ae49-3e5745cfa117" providerId="ADAL" clId="{3FFE3746-4322-4AEA-A160-9C21C2BF30F6}" dt="2023-11-10T04:00:13.016" v="4131" actId="729"/>
        <pc:sldMkLst>
          <pc:docMk/>
          <pc:sldMk cId="787009115" sldId="361"/>
        </pc:sldMkLst>
      </pc:sldChg>
      <pc:sldChg chg="del">
        <pc:chgData name="Liang,Dr.,Hongzi (HP Medicine) BII-CN-S" userId="29bc0a18-5096-49d5-ae49-3e5745cfa117" providerId="ADAL" clId="{3FFE3746-4322-4AEA-A160-9C21C2BF30F6}" dt="2023-11-08T07:42:15.251" v="1169" actId="47"/>
        <pc:sldMkLst>
          <pc:docMk/>
          <pc:sldMk cId="3895675059" sldId="402"/>
        </pc:sldMkLst>
      </pc:sldChg>
      <pc:sldChg chg="modSp mod">
        <pc:chgData name="Liang,Dr.,Hongzi (HP Medicine) BII-CN-S" userId="29bc0a18-5096-49d5-ae49-3e5745cfa117" providerId="ADAL" clId="{3FFE3746-4322-4AEA-A160-9C21C2BF30F6}" dt="2023-11-09T02:56:23.665" v="4129" actId="14100"/>
        <pc:sldMkLst>
          <pc:docMk/>
          <pc:sldMk cId="2421512818" sldId="2146845671"/>
        </pc:sldMkLst>
        <pc:spChg chg="mod">
          <ac:chgData name="Liang,Dr.,Hongzi (HP Medicine) BII-CN-S" userId="29bc0a18-5096-49d5-ae49-3e5745cfa117" providerId="ADAL" clId="{3FFE3746-4322-4AEA-A160-9C21C2BF30F6}" dt="2023-11-08T08:08:32.400" v="1990" actId="1076"/>
          <ac:spMkLst>
            <pc:docMk/>
            <pc:sldMk cId="2421512818" sldId="2146845671"/>
            <ac:spMk id="12" creationId="{38970593-DF4B-0D5E-6E14-03F686C36535}"/>
          </ac:spMkLst>
        </pc:spChg>
        <pc:spChg chg="mod">
          <ac:chgData name="Liang,Dr.,Hongzi (HP Medicine) BII-CN-S" userId="29bc0a18-5096-49d5-ae49-3e5745cfa117" providerId="ADAL" clId="{3FFE3746-4322-4AEA-A160-9C21C2BF30F6}" dt="2023-11-09T02:56:23.665" v="4129" actId="14100"/>
          <ac:spMkLst>
            <pc:docMk/>
            <pc:sldMk cId="2421512818" sldId="2146845671"/>
            <ac:spMk id="14" creationId="{FD4E6021-C23E-7EC5-9372-B26FAAE8D45F}"/>
          </ac:spMkLst>
        </pc:spChg>
        <pc:grpChg chg="mod">
          <ac:chgData name="Liang,Dr.,Hongzi (HP Medicine) BII-CN-S" userId="29bc0a18-5096-49d5-ae49-3e5745cfa117" providerId="ADAL" clId="{3FFE3746-4322-4AEA-A160-9C21C2BF30F6}" dt="2023-11-08T08:01:02.143" v="1710" actId="1038"/>
          <ac:grpSpMkLst>
            <pc:docMk/>
            <pc:sldMk cId="2421512818" sldId="2146845671"/>
            <ac:grpSpMk id="63" creationId="{00000000-0000-0000-0000-000000000000}"/>
          </ac:grpSpMkLst>
        </pc:grpChg>
      </pc:sldChg>
      <pc:sldChg chg="add mod modShow">
        <pc:chgData name="Liang,Dr.,Hongzi (HP Medicine) BII-CN-S" userId="29bc0a18-5096-49d5-ae49-3e5745cfa117" providerId="ADAL" clId="{3FFE3746-4322-4AEA-A160-9C21C2BF30F6}" dt="2023-11-10T04:00:13.016" v="4131" actId="729"/>
        <pc:sldMkLst>
          <pc:docMk/>
          <pc:sldMk cId="395752913" sldId="2147374302"/>
        </pc:sldMkLst>
      </pc:sldChg>
      <pc:sldChg chg="add mod modShow">
        <pc:chgData name="Liang,Dr.,Hongzi (HP Medicine) BII-CN-S" userId="29bc0a18-5096-49d5-ae49-3e5745cfa117" providerId="ADAL" clId="{3FFE3746-4322-4AEA-A160-9C21C2BF30F6}" dt="2023-11-10T04:00:13.016" v="4131" actId="729"/>
        <pc:sldMkLst>
          <pc:docMk/>
          <pc:sldMk cId="2804524494" sldId="2147374305"/>
        </pc:sldMkLst>
      </pc:sldChg>
      <pc:sldChg chg="del">
        <pc:chgData name="Liang,Dr.,Hongzi (HP Medicine) BII-CN-S" userId="29bc0a18-5096-49d5-ae49-3e5745cfa117" providerId="ADAL" clId="{3FFE3746-4322-4AEA-A160-9C21C2BF30F6}" dt="2023-11-08T07:21:28.470" v="1094" actId="47"/>
        <pc:sldMkLst>
          <pc:docMk/>
          <pc:sldMk cId="2024543372" sldId="2147468936"/>
        </pc:sldMkLst>
      </pc:sldChg>
      <pc:sldChg chg="add mod modShow">
        <pc:chgData name="Liang,Dr.,Hongzi (HP Medicine) BII-CN-S" userId="29bc0a18-5096-49d5-ae49-3e5745cfa117" providerId="ADAL" clId="{3FFE3746-4322-4AEA-A160-9C21C2BF30F6}" dt="2023-11-10T04:00:13.016" v="4131" actId="729"/>
        <pc:sldMkLst>
          <pc:docMk/>
          <pc:sldMk cId="1218009129" sldId="2147469002"/>
        </pc:sldMkLst>
      </pc:sldChg>
      <pc:sldChg chg="add mod modShow">
        <pc:chgData name="Liang,Dr.,Hongzi (HP Medicine) BII-CN-S" userId="29bc0a18-5096-49d5-ae49-3e5745cfa117" providerId="ADAL" clId="{3FFE3746-4322-4AEA-A160-9C21C2BF30F6}" dt="2023-11-10T04:00:13.016" v="4131" actId="729"/>
        <pc:sldMkLst>
          <pc:docMk/>
          <pc:sldMk cId="2312685498" sldId="2147469009"/>
        </pc:sldMkLst>
      </pc:sldChg>
      <pc:sldChg chg="add mod modShow">
        <pc:chgData name="Liang,Dr.,Hongzi (HP Medicine) BII-CN-S" userId="29bc0a18-5096-49d5-ae49-3e5745cfa117" providerId="ADAL" clId="{3FFE3746-4322-4AEA-A160-9C21C2BF30F6}" dt="2023-11-10T04:00:13.016" v="4131" actId="729"/>
        <pc:sldMkLst>
          <pc:docMk/>
          <pc:sldMk cId="1643920988" sldId="2147469027"/>
        </pc:sldMkLst>
      </pc:sldChg>
      <pc:sldChg chg="add mod modShow">
        <pc:chgData name="Liang,Dr.,Hongzi (HP Medicine) BII-CN-S" userId="29bc0a18-5096-49d5-ae49-3e5745cfa117" providerId="ADAL" clId="{3FFE3746-4322-4AEA-A160-9C21C2BF30F6}" dt="2023-11-10T04:00:13.016" v="4131" actId="729"/>
        <pc:sldMkLst>
          <pc:docMk/>
          <pc:sldMk cId="1186230382" sldId="2147469332"/>
        </pc:sldMkLst>
      </pc:sldChg>
      <pc:sldChg chg="addSp delSp modSp mod">
        <pc:chgData name="Liang,Dr.,Hongzi (HP Medicine) BII-CN-S" userId="29bc0a18-5096-49d5-ae49-3e5745cfa117" providerId="ADAL" clId="{3FFE3746-4322-4AEA-A160-9C21C2BF30F6}" dt="2023-11-09T02:53:19.246" v="4055" actId="1038"/>
        <pc:sldMkLst>
          <pc:docMk/>
          <pc:sldMk cId="255679386" sldId="2147472129"/>
        </pc:sldMkLst>
        <pc:spChg chg="mod">
          <ac:chgData name="Liang,Dr.,Hongzi (HP Medicine) BII-CN-S" userId="29bc0a18-5096-49d5-ae49-3e5745cfa117" providerId="ADAL" clId="{3FFE3746-4322-4AEA-A160-9C21C2BF30F6}" dt="2023-11-09T02:47:48.514" v="3992" actId="1036"/>
          <ac:spMkLst>
            <pc:docMk/>
            <pc:sldMk cId="255679386" sldId="2147472129"/>
            <ac:spMk id="6" creationId="{43A7304F-1FAE-4712-98BC-5F84C42B0CD2}"/>
          </ac:spMkLst>
        </pc:spChg>
        <pc:spChg chg="mod">
          <ac:chgData name="Liang,Dr.,Hongzi (HP Medicine) BII-CN-S" userId="29bc0a18-5096-49d5-ae49-3e5745cfa117" providerId="ADAL" clId="{3FFE3746-4322-4AEA-A160-9C21C2BF30F6}" dt="2023-11-09T02:39:01.004" v="3825" actId="164"/>
          <ac:spMkLst>
            <pc:docMk/>
            <pc:sldMk cId="255679386" sldId="2147472129"/>
            <ac:spMk id="13" creationId="{6CF0D82A-FAEE-4716-AAE2-6F5D65331076}"/>
          </ac:spMkLst>
        </pc:spChg>
        <pc:spChg chg="mod">
          <ac:chgData name="Liang,Dr.,Hongzi (HP Medicine) BII-CN-S" userId="29bc0a18-5096-49d5-ae49-3e5745cfa117" providerId="ADAL" clId="{3FFE3746-4322-4AEA-A160-9C21C2BF30F6}" dt="2023-11-09T02:39:01.004" v="3825" actId="164"/>
          <ac:spMkLst>
            <pc:docMk/>
            <pc:sldMk cId="255679386" sldId="2147472129"/>
            <ac:spMk id="22" creationId="{3FBE2BD0-4994-49C5-A8E0-A69AFDFFF11F}"/>
          </ac:spMkLst>
        </pc:spChg>
        <pc:spChg chg="mod">
          <ac:chgData name="Liang,Dr.,Hongzi (HP Medicine) BII-CN-S" userId="29bc0a18-5096-49d5-ae49-3e5745cfa117" providerId="ADAL" clId="{3FFE3746-4322-4AEA-A160-9C21C2BF30F6}" dt="2023-11-09T02:39:01.004" v="3825" actId="164"/>
          <ac:spMkLst>
            <pc:docMk/>
            <pc:sldMk cId="255679386" sldId="2147472129"/>
            <ac:spMk id="32" creationId="{73B80D1D-BF02-482C-B722-768FD4386CCC}"/>
          </ac:spMkLst>
        </pc:spChg>
        <pc:spChg chg="add del mod">
          <ac:chgData name="Liang,Dr.,Hongzi (HP Medicine) BII-CN-S" userId="29bc0a18-5096-49d5-ae49-3e5745cfa117" providerId="ADAL" clId="{3FFE3746-4322-4AEA-A160-9C21C2BF30F6}" dt="2023-11-09T02:37:52.866" v="3821" actId="478"/>
          <ac:spMkLst>
            <pc:docMk/>
            <pc:sldMk cId="255679386" sldId="2147472129"/>
            <ac:spMk id="35" creationId="{A0E108C7-03F8-BAE7-6CE9-A729D3395B92}"/>
          </ac:spMkLst>
        </pc:spChg>
        <pc:spChg chg="add mod">
          <ac:chgData name="Liang,Dr.,Hongzi (HP Medicine) BII-CN-S" userId="29bc0a18-5096-49d5-ae49-3e5745cfa117" providerId="ADAL" clId="{3FFE3746-4322-4AEA-A160-9C21C2BF30F6}" dt="2023-11-09T02:46:04.145" v="3983" actId="207"/>
          <ac:spMkLst>
            <pc:docMk/>
            <pc:sldMk cId="255679386" sldId="2147472129"/>
            <ac:spMk id="40" creationId="{EB27D285-150A-B450-FF11-459A5D0631DE}"/>
          </ac:spMkLst>
        </pc:spChg>
        <pc:spChg chg="mod">
          <ac:chgData name="Liang,Dr.,Hongzi (HP Medicine) BII-CN-S" userId="29bc0a18-5096-49d5-ae49-3e5745cfa117" providerId="ADAL" clId="{3FFE3746-4322-4AEA-A160-9C21C2BF30F6}" dt="2023-11-09T02:39:01.004" v="3825" actId="164"/>
          <ac:spMkLst>
            <pc:docMk/>
            <pc:sldMk cId="255679386" sldId="2147472129"/>
            <ac:spMk id="53" creationId="{C609FE0C-86A6-EB28-21C7-91AA8D870F7E}"/>
          </ac:spMkLst>
        </pc:spChg>
        <pc:spChg chg="mod">
          <ac:chgData name="Liang,Dr.,Hongzi (HP Medicine) BII-CN-S" userId="29bc0a18-5096-49d5-ae49-3e5745cfa117" providerId="ADAL" clId="{3FFE3746-4322-4AEA-A160-9C21C2BF30F6}" dt="2023-11-09T02:39:01.004" v="3825" actId="164"/>
          <ac:spMkLst>
            <pc:docMk/>
            <pc:sldMk cId="255679386" sldId="2147472129"/>
            <ac:spMk id="64" creationId="{15DD937E-EB32-A7D1-4D24-6B8378E89D46}"/>
          </ac:spMkLst>
        </pc:spChg>
        <pc:spChg chg="mod">
          <ac:chgData name="Liang,Dr.,Hongzi (HP Medicine) BII-CN-S" userId="29bc0a18-5096-49d5-ae49-3e5745cfa117" providerId="ADAL" clId="{3FFE3746-4322-4AEA-A160-9C21C2BF30F6}" dt="2023-11-09T02:42:08.203" v="3967" actId="1037"/>
          <ac:spMkLst>
            <pc:docMk/>
            <pc:sldMk cId="255679386" sldId="2147472129"/>
            <ac:spMk id="65" creationId="{2E9B415C-602A-5062-05DE-4825C8361DB6}"/>
          </ac:spMkLst>
        </pc:spChg>
        <pc:grpChg chg="mod">
          <ac:chgData name="Liang,Dr.,Hongzi (HP Medicine) BII-CN-S" userId="29bc0a18-5096-49d5-ae49-3e5745cfa117" providerId="ADAL" clId="{3FFE3746-4322-4AEA-A160-9C21C2BF30F6}" dt="2023-11-09T02:39:01.004" v="3825" actId="164"/>
          <ac:grpSpMkLst>
            <pc:docMk/>
            <pc:sldMk cId="255679386" sldId="2147472129"/>
            <ac:grpSpMk id="2" creationId="{AF0F2D84-570E-186E-527B-B6B7CB21BFFE}"/>
          </ac:grpSpMkLst>
        </pc:grpChg>
        <pc:grpChg chg="mod">
          <ac:chgData name="Liang,Dr.,Hongzi (HP Medicine) BII-CN-S" userId="29bc0a18-5096-49d5-ae49-3e5745cfa117" providerId="ADAL" clId="{3FFE3746-4322-4AEA-A160-9C21C2BF30F6}" dt="2023-11-09T02:39:01.004" v="3825" actId="164"/>
          <ac:grpSpMkLst>
            <pc:docMk/>
            <pc:sldMk cId="255679386" sldId="2147472129"/>
            <ac:grpSpMk id="3" creationId="{F84AFF03-8CE8-1339-15C4-39E5FA0241B5}"/>
          </ac:grpSpMkLst>
        </pc:grpChg>
        <pc:grpChg chg="mod">
          <ac:chgData name="Liang,Dr.,Hongzi (HP Medicine) BII-CN-S" userId="29bc0a18-5096-49d5-ae49-3e5745cfa117" providerId="ADAL" clId="{3FFE3746-4322-4AEA-A160-9C21C2BF30F6}" dt="2023-11-09T02:39:01.004" v="3825" actId="164"/>
          <ac:grpSpMkLst>
            <pc:docMk/>
            <pc:sldMk cId="255679386" sldId="2147472129"/>
            <ac:grpSpMk id="14" creationId="{6E4574AC-B9F7-4767-BA3A-F7324170EFD2}"/>
          </ac:grpSpMkLst>
        </pc:grpChg>
        <pc:grpChg chg="add mod">
          <ac:chgData name="Liang,Dr.,Hongzi (HP Medicine) BII-CN-S" userId="29bc0a18-5096-49d5-ae49-3e5745cfa117" providerId="ADAL" clId="{3FFE3746-4322-4AEA-A160-9C21C2BF30F6}" dt="2023-11-09T02:53:19.246" v="4055" actId="1038"/>
          <ac:grpSpMkLst>
            <pc:docMk/>
            <pc:sldMk cId="255679386" sldId="2147472129"/>
            <ac:grpSpMk id="39" creationId="{1629146A-EA6F-B990-4230-35DB73A79AF8}"/>
          </ac:grpSpMkLst>
        </pc:grpChg>
        <pc:picChg chg="del">
          <ac:chgData name="Liang,Dr.,Hongzi (HP Medicine) BII-CN-S" userId="29bc0a18-5096-49d5-ae49-3e5745cfa117" providerId="ADAL" clId="{3FFE3746-4322-4AEA-A160-9C21C2BF30F6}" dt="2023-11-09T02:31:45.788" v="3752"/>
          <ac:picMkLst>
            <pc:docMk/>
            <pc:sldMk cId="255679386" sldId="2147472129"/>
            <ac:picMk id="7" creationId="{8960545D-AFFA-82F3-DC5F-A4D210FA25BC}"/>
          </ac:picMkLst>
        </pc:picChg>
        <pc:picChg chg="del">
          <ac:chgData name="Liang,Dr.,Hongzi (HP Medicine) BII-CN-S" userId="29bc0a18-5096-49d5-ae49-3e5745cfa117" providerId="ADAL" clId="{3FFE3746-4322-4AEA-A160-9C21C2BF30F6}" dt="2023-11-09T02:32:08.821" v="3753"/>
          <ac:picMkLst>
            <pc:docMk/>
            <pc:sldMk cId="255679386" sldId="2147472129"/>
            <ac:picMk id="33" creationId="{027254E2-1447-477C-EA33-65627D5E5BFA}"/>
          </ac:picMkLst>
        </pc:picChg>
        <pc:picChg chg="mod modCrop">
          <ac:chgData name="Liang,Dr.,Hongzi (HP Medicine) BII-CN-S" userId="29bc0a18-5096-49d5-ae49-3e5745cfa117" providerId="ADAL" clId="{3FFE3746-4322-4AEA-A160-9C21C2BF30F6}" dt="2023-11-09T02:39:01.004" v="3825" actId="164"/>
          <ac:picMkLst>
            <pc:docMk/>
            <pc:sldMk cId="255679386" sldId="2147472129"/>
            <ac:picMk id="42" creationId="{D2308815-A2D7-4FAC-094E-D143AAD536AC}"/>
          </ac:picMkLst>
        </pc:picChg>
        <pc:cxnChg chg="mod">
          <ac:chgData name="Liang,Dr.,Hongzi (HP Medicine) BII-CN-S" userId="29bc0a18-5096-49d5-ae49-3e5745cfa117" providerId="ADAL" clId="{3FFE3746-4322-4AEA-A160-9C21C2BF30F6}" dt="2023-11-09T02:39:01.004" v="3825" actId="164"/>
          <ac:cxnSpMkLst>
            <pc:docMk/>
            <pc:sldMk cId="255679386" sldId="2147472129"/>
            <ac:cxnSpMk id="31" creationId="{CED96224-BCB9-4450-8A17-70D378B32A67}"/>
          </ac:cxnSpMkLst>
        </pc:cxnChg>
        <pc:cxnChg chg="mod">
          <ac:chgData name="Liang,Dr.,Hongzi (HP Medicine) BII-CN-S" userId="29bc0a18-5096-49d5-ae49-3e5745cfa117" providerId="ADAL" clId="{3FFE3746-4322-4AEA-A160-9C21C2BF30F6}" dt="2023-11-09T02:39:01.004" v="3825" actId="164"/>
          <ac:cxnSpMkLst>
            <pc:docMk/>
            <pc:sldMk cId="255679386" sldId="2147472129"/>
            <ac:cxnSpMk id="54" creationId="{ECED7EE0-09F8-0F18-35D7-E13CF687386B}"/>
          </ac:cxnSpMkLst>
        </pc:cxnChg>
      </pc:sldChg>
      <pc:sldChg chg="add mod modShow">
        <pc:chgData name="Liang,Dr.,Hongzi (HP Medicine) BII-CN-S" userId="29bc0a18-5096-49d5-ae49-3e5745cfa117" providerId="ADAL" clId="{3FFE3746-4322-4AEA-A160-9C21C2BF30F6}" dt="2023-11-10T04:00:13.016" v="4131" actId="729"/>
        <pc:sldMkLst>
          <pc:docMk/>
          <pc:sldMk cId="1974134911" sldId="2147476284"/>
        </pc:sldMkLst>
      </pc:sldChg>
      <pc:sldChg chg="add mod modShow">
        <pc:chgData name="Liang,Dr.,Hongzi (HP Medicine) BII-CN-S" userId="29bc0a18-5096-49d5-ae49-3e5745cfa117" providerId="ADAL" clId="{3FFE3746-4322-4AEA-A160-9C21C2BF30F6}" dt="2023-11-10T04:00:13.016" v="4131" actId="729"/>
        <pc:sldMkLst>
          <pc:docMk/>
          <pc:sldMk cId="619793768" sldId="2147476289"/>
        </pc:sldMkLst>
      </pc:sldChg>
      <pc:sldChg chg="add mod modShow">
        <pc:chgData name="Liang,Dr.,Hongzi (HP Medicine) BII-CN-S" userId="29bc0a18-5096-49d5-ae49-3e5745cfa117" providerId="ADAL" clId="{3FFE3746-4322-4AEA-A160-9C21C2BF30F6}" dt="2023-11-10T04:00:13.016" v="4131" actId="729"/>
        <pc:sldMkLst>
          <pc:docMk/>
          <pc:sldMk cId="3895023688" sldId="2147476290"/>
        </pc:sldMkLst>
      </pc:sldChg>
      <pc:sldChg chg="modSp mod">
        <pc:chgData name="Liang,Dr.,Hongzi (HP Medicine) BII-CN-S" userId="29bc0a18-5096-49d5-ae49-3e5745cfa117" providerId="ADAL" clId="{3FFE3746-4322-4AEA-A160-9C21C2BF30F6}" dt="2023-11-10T08:23:55.746" v="4156" actId="20577"/>
        <pc:sldMkLst>
          <pc:docMk/>
          <pc:sldMk cId="484784866" sldId="2147476291"/>
        </pc:sldMkLst>
        <pc:spChg chg="mod">
          <ac:chgData name="Liang,Dr.,Hongzi (HP Medicine) BII-CN-S" userId="29bc0a18-5096-49d5-ae49-3e5745cfa117" providerId="ADAL" clId="{3FFE3746-4322-4AEA-A160-9C21C2BF30F6}" dt="2023-11-10T08:23:55.746" v="4156" actId="20577"/>
          <ac:spMkLst>
            <pc:docMk/>
            <pc:sldMk cId="484784866" sldId="2147476291"/>
            <ac:spMk id="3" creationId="{CE5BC89C-7830-ADE2-F456-9B019C0F41E5}"/>
          </ac:spMkLst>
        </pc:spChg>
      </pc:sldChg>
      <pc:sldChg chg="modSp mod">
        <pc:chgData name="Liang,Dr.,Hongzi (HP Medicine) BII-CN-S" userId="29bc0a18-5096-49d5-ae49-3e5745cfa117" providerId="ADAL" clId="{3FFE3746-4322-4AEA-A160-9C21C2BF30F6}" dt="2023-11-08T07:56:14.274" v="1678" actId="1038"/>
        <pc:sldMkLst>
          <pc:docMk/>
          <pc:sldMk cId="1867452150" sldId="2147479525"/>
        </pc:sldMkLst>
        <pc:spChg chg="mod">
          <ac:chgData name="Liang,Dr.,Hongzi (HP Medicine) BII-CN-S" userId="29bc0a18-5096-49d5-ae49-3e5745cfa117" providerId="ADAL" clId="{3FFE3746-4322-4AEA-A160-9C21C2BF30F6}" dt="2023-11-08T07:54:27.044" v="1669" actId="1038"/>
          <ac:spMkLst>
            <pc:docMk/>
            <pc:sldMk cId="1867452150" sldId="2147479525"/>
            <ac:spMk id="10" creationId="{E592488A-2AF4-5FB3-A870-4F8A6910836A}"/>
          </ac:spMkLst>
        </pc:spChg>
        <pc:spChg chg="mod">
          <ac:chgData name="Liang,Dr.,Hongzi (HP Medicine) BII-CN-S" userId="29bc0a18-5096-49d5-ae49-3e5745cfa117" providerId="ADAL" clId="{3FFE3746-4322-4AEA-A160-9C21C2BF30F6}" dt="2023-11-08T07:54:20.228" v="1665" actId="1076"/>
          <ac:spMkLst>
            <pc:docMk/>
            <pc:sldMk cId="1867452150" sldId="2147479525"/>
            <ac:spMk id="16" creationId="{F84F3E64-0DC4-5D88-BB8B-722FF772FCFB}"/>
          </ac:spMkLst>
        </pc:spChg>
        <pc:spChg chg="mod">
          <ac:chgData name="Liang,Dr.,Hongzi (HP Medicine) BII-CN-S" userId="29bc0a18-5096-49d5-ae49-3e5745cfa117" providerId="ADAL" clId="{3FFE3746-4322-4AEA-A160-9C21C2BF30F6}" dt="2023-11-08T07:56:14.274" v="1678" actId="1038"/>
          <ac:spMkLst>
            <pc:docMk/>
            <pc:sldMk cId="1867452150" sldId="2147479525"/>
            <ac:spMk id="29" creationId="{52FCD930-F09D-9382-F511-787B40616D6E}"/>
          </ac:spMkLst>
        </pc:spChg>
        <pc:spChg chg="mod">
          <ac:chgData name="Liang,Dr.,Hongzi (HP Medicine) BII-CN-S" userId="29bc0a18-5096-49d5-ae49-3e5745cfa117" providerId="ADAL" clId="{3FFE3746-4322-4AEA-A160-9C21C2BF30F6}" dt="2023-11-08T07:44:45.715" v="1235" actId="20577"/>
          <ac:spMkLst>
            <pc:docMk/>
            <pc:sldMk cId="1867452150" sldId="2147479525"/>
            <ac:spMk id="74" creationId="{8F0C8672-C06B-4EB6-BB33-653EE2769C57}"/>
          </ac:spMkLst>
        </pc:spChg>
        <pc:spChg chg="mod">
          <ac:chgData name="Liang,Dr.,Hongzi (HP Medicine) BII-CN-S" userId="29bc0a18-5096-49d5-ae49-3e5745cfa117" providerId="ADAL" clId="{3FFE3746-4322-4AEA-A160-9C21C2BF30F6}" dt="2023-11-08T07:39:27.420" v="1110" actId="20577"/>
          <ac:spMkLst>
            <pc:docMk/>
            <pc:sldMk cId="1867452150" sldId="2147479525"/>
            <ac:spMk id="85" creationId="{B82788A6-0FEC-473A-A4DD-6CB6A99650C0}"/>
          </ac:spMkLst>
        </pc:spChg>
        <pc:spChg chg="mod">
          <ac:chgData name="Liang,Dr.,Hongzi (HP Medicine) BII-CN-S" userId="29bc0a18-5096-49d5-ae49-3e5745cfa117" providerId="ADAL" clId="{3FFE3746-4322-4AEA-A160-9C21C2BF30F6}" dt="2023-11-08T07:55:34.828" v="1671" actId="1076"/>
          <ac:spMkLst>
            <pc:docMk/>
            <pc:sldMk cId="1867452150" sldId="2147479525"/>
            <ac:spMk id="165" creationId="{E92DFDAA-C192-0BB4-29D3-0AB7E23A70F3}"/>
          </ac:spMkLst>
        </pc:spChg>
        <pc:grpChg chg="mod">
          <ac:chgData name="Liang,Dr.,Hongzi (HP Medicine) BII-CN-S" userId="29bc0a18-5096-49d5-ae49-3e5745cfa117" providerId="ADAL" clId="{3FFE3746-4322-4AEA-A160-9C21C2BF30F6}" dt="2023-11-08T07:22:05.251" v="1105" actId="1038"/>
          <ac:grpSpMkLst>
            <pc:docMk/>
            <pc:sldMk cId="1867452150" sldId="2147479525"/>
            <ac:grpSpMk id="40" creationId="{00000000-0000-0000-0000-000000000000}"/>
          </ac:grpSpMkLst>
        </pc:grpChg>
      </pc:sldChg>
      <pc:sldChg chg="addSp modSp mod">
        <pc:chgData name="Liang,Dr.,Hongzi (HP Medicine) BII-CN-S" userId="29bc0a18-5096-49d5-ae49-3e5745cfa117" providerId="ADAL" clId="{3FFE3746-4322-4AEA-A160-9C21C2BF30F6}" dt="2023-11-08T07:20:12.900" v="1093" actId="1035"/>
        <pc:sldMkLst>
          <pc:docMk/>
          <pc:sldMk cId="58518451" sldId="2147479526"/>
        </pc:sldMkLst>
        <pc:spChg chg="add mod">
          <ac:chgData name="Liang,Dr.,Hongzi (HP Medicine) BII-CN-S" userId="29bc0a18-5096-49d5-ae49-3e5745cfa117" providerId="ADAL" clId="{3FFE3746-4322-4AEA-A160-9C21C2BF30F6}" dt="2023-11-08T07:00:26.189" v="551" actId="20577"/>
          <ac:spMkLst>
            <pc:docMk/>
            <pc:sldMk cId="58518451" sldId="2147479526"/>
            <ac:spMk id="6" creationId="{0F0E8903-4F1D-C6E4-74BD-A09B23F7352A}"/>
          </ac:spMkLst>
        </pc:spChg>
        <pc:spChg chg="mod">
          <ac:chgData name="Liang,Dr.,Hongzi (HP Medicine) BII-CN-S" userId="29bc0a18-5096-49d5-ae49-3e5745cfa117" providerId="ADAL" clId="{3FFE3746-4322-4AEA-A160-9C21C2BF30F6}" dt="2023-11-08T07:20:12.900" v="1093" actId="1035"/>
          <ac:spMkLst>
            <pc:docMk/>
            <pc:sldMk cId="58518451" sldId="2147479526"/>
            <ac:spMk id="8" creationId="{EC5D3620-0AA5-5DEF-99E1-1814AE3AADEC}"/>
          </ac:spMkLst>
        </pc:spChg>
        <pc:spChg chg="mod">
          <ac:chgData name="Liang,Dr.,Hongzi (HP Medicine) BII-CN-S" userId="29bc0a18-5096-49d5-ae49-3e5745cfa117" providerId="ADAL" clId="{3FFE3746-4322-4AEA-A160-9C21C2BF30F6}" dt="2023-11-08T06:44:39.569" v="45" actId="1076"/>
          <ac:spMkLst>
            <pc:docMk/>
            <pc:sldMk cId="58518451" sldId="2147479526"/>
            <ac:spMk id="21" creationId="{578830D8-318B-3648-0E7E-6135A1B36B17}"/>
          </ac:spMkLst>
        </pc:spChg>
        <pc:grpChg chg="mod">
          <ac:chgData name="Liang,Dr.,Hongzi (HP Medicine) BII-CN-S" userId="29bc0a18-5096-49d5-ae49-3e5745cfa117" providerId="ADAL" clId="{3FFE3746-4322-4AEA-A160-9C21C2BF30F6}" dt="2023-11-08T06:44:48.374" v="57" actId="1038"/>
          <ac:grpSpMkLst>
            <pc:docMk/>
            <pc:sldMk cId="58518451" sldId="2147479526"/>
            <ac:grpSpMk id="40" creationId="{00000000-0000-0000-0000-000000000000}"/>
          </ac:grpSpMkLst>
        </pc:grpChg>
      </pc:sldChg>
      <pc:sldChg chg="del">
        <pc:chgData name="Liang,Dr.,Hongzi (HP Medicine) BII-CN-S" userId="29bc0a18-5096-49d5-ae49-3e5745cfa117" providerId="ADAL" clId="{3FFE3746-4322-4AEA-A160-9C21C2BF30F6}" dt="2023-11-08T06:40:33.967" v="0" actId="47"/>
        <pc:sldMkLst>
          <pc:docMk/>
          <pc:sldMk cId="3284341629" sldId="2147479993"/>
        </pc:sldMkLst>
      </pc:sldChg>
      <pc:sldChg chg="addSp delSp modSp mod">
        <pc:chgData name="Liang,Dr.,Hongzi (HP Medicine) BII-CN-S" userId="29bc0a18-5096-49d5-ae49-3e5745cfa117" providerId="ADAL" clId="{3FFE3746-4322-4AEA-A160-9C21C2BF30F6}" dt="2023-11-09T02:50:40.635" v="4042" actId="1036"/>
        <pc:sldMkLst>
          <pc:docMk/>
          <pc:sldMk cId="4071908269" sldId="2147480011"/>
        </pc:sldMkLst>
        <pc:spChg chg="mod ord">
          <ac:chgData name="Liang,Dr.,Hongzi (HP Medicine) BII-CN-S" userId="29bc0a18-5096-49d5-ae49-3e5745cfa117" providerId="ADAL" clId="{3FFE3746-4322-4AEA-A160-9C21C2BF30F6}" dt="2023-11-08T09:09:33.479" v="2128" actId="1076"/>
          <ac:spMkLst>
            <pc:docMk/>
            <pc:sldMk cId="4071908269" sldId="2147480011"/>
            <ac:spMk id="44" creationId="{5C96857A-32B1-BC72-C79E-49D42359B125}"/>
          </ac:spMkLst>
        </pc:spChg>
        <pc:spChg chg="mod">
          <ac:chgData name="Liang,Dr.,Hongzi (HP Medicine) BII-CN-S" userId="29bc0a18-5096-49d5-ae49-3e5745cfa117" providerId="ADAL" clId="{3FFE3746-4322-4AEA-A160-9C21C2BF30F6}" dt="2023-11-08T09:11:38.237" v="2136" actId="1076"/>
          <ac:spMkLst>
            <pc:docMk/>
            <pc:sldMk cId="4071908269" sldId="2147480011"/>
            <ac:spMk id="66" creationId="{3D6E9F97-DA34-F662-7C0F-A1B6C5739CE6}"/>
          </ac:spMkLst>
        </pc:spChg>
        <pc:spChg chg="mod ord">
          <ac:chgData name="Liang,Dr.,Hongzi (HP Medicine) BII-CN-S" userId="29bc0a18-5096-49d5-ae49-3e5745cfa117" providerId="ADAL" clId="{3FFE3746-4322-4AEA-A160-9C21C2BF30F6}" dt="2023-11-08T09:11:25.203" v="2134" actId="1076"/>
          <ac:spMkLst>
            <pc:docMk/>
            <pc:sldMk cId="4071908269" sldId="2147480011"/>
            <ac:spMk id="70" creationId="{AACB95A8-C242-ED49-2ABA-5AEC7D50308C}"/>
          </ac:spMkLst>
        </pc:spChg>
        <pc:spChg chg="mod">
          <ac:chgData name="Liang,Dr.,Hongzi (HP Medicine) BII-CN-S" userId="29bc0a18-5096-49d5-ae49-3e5745cfa117" providerId="ADAL" clId="{3FFE3746-4322-4AEA-A160-9C21C2BF30F6}" dt="2023-11-08T09:08:58.389" v="2125" actId="1076"/>
          <ac:spMkLst>
            <pc:docMk/>
            <pc:sldMk cId="4071908269" sldId="2147480011"/>
            <ac:spMk id="76" creationId="{BAF78D0E-FDB8-40F9-BC46-A1C6ECCB4506}"/>
          </ac:spMkLst>
        </pc:spChg>
        <pc:spChg chg="mod ord">
          <ac:chgData name="Liang,Dr.,Hongzi (HP Medicine) BII-CN-S" userId="29bc0a18-5096-49d5-ae49-3e5745cfa117" providerId="ADAL" clId="{3FFE3746-4322-4AEA-A160-9C21C2BF30F6}" dt="2023-11-08T09:11:09.850" v="2133" actId="1076"/>
          <ac:spMkLst>
            <pc:docMk/>
            <pc:sldMk cId="4071908269" sldId="2147480011"/>
            <ac:spMk id="95" creationId="{42004C12-DA27-BDA8-E5E2-D9F809D186B2}"/>
          </ac:spMkLst>
        </pc:spChg>
        <pc:spChg chg="mod">
          <ac:chgData name="Liang,Dr.,Hongzi (HP Medicine) BII-CN-S" userId="29bc0a18-5096-49d5-ae49-3e5745cfa117" providerId="ADAL" clId="{3FFE3746-4322-4AEA-A160-9C21C2BF30F6}" dt="2023-11-08T09:01:59.136" v="2112" actId="166"/>
          <ac:spMkLst>
            <pc:docMk/>
            <pc:sldMk cId="4071908269" sldId="2147480011"/>
            <ac:spMk id="155" creationId="{92BE559D-27C1-5CBF-8842-FB6FCE2A52B1}"/>
          </ac:spMkLst>
        </pc:spChg>
        <pc:spChg chg="mod">
          <ac:chgData name="Liang,Dr.,Hongzi (HP Medicine) BII-CN-S" userId="29bc0a18-5096-49d5-ae49-3e5745cfa117" providerId="ADAL" clId="{3FFE3746-4322-4AEA-A160-9C21C2BF30F6}" dt="2023-11-09T01:33:16.362" v="2395" actId="20577"/>
          <ac:spMkLst>
            <pc:docMk/>
            <pc:sldMk cId="4071908269" sldId="2147480011"/>
            <ac:spMk id="169" creationId="{214470E6-0108-50DB-E39D-150ECD9EF711}"/>
          </ac:spMkLst>
        </pc:spChg>
        <pc:spChg chg="mod">
          <ac:chgData name="Liang,Dr.,Hongzi (HP Medicine) BII-CN-S" userId="29bc0a18-5096-49d5-ae49-3e5745cfa117" providerId="ADAL" clId="{3FFE3746-4322-4AEA-A160-9C21C2BF30F6}" dt="2023-11-08T09:22:47.966" v="2308" actId="1037"/>
          <ac:spMkLst>
            <pc:docMk/>
            <pc:sldMk cId="4071908269" sldId="2147480011"/>
            <ac:spMk id="171" creationId="{63418006-E26C-AF41-0B59-BB80E9947DF7}"/>
          </ac:spMkLst>
        </pc:spChg>
        <pc:spChg chg="mod">
          <ac:chgData name="Liang,Dr.,Hongzi (HP Medicine) BII-CN-S" userId="29bc0a18-5096-49d5-ae49-3e5745cfa117" providerId="ADAL" clId="{3FFE3746-4322-4AEA-A160-9C21C2BF30F6}" dt="2023-11-09T02:50:18.559" v="4035" actId="20577"/>
          <ac:spMkLst>
            <pc:docMk/>
            <pc:sldMk cId="4071908269" sldId="2147480011"/>
            <ac:spMk id="173" creationId="{F8AC19C0-204C-FB8E-ACC7-F4950255E093}"/>
          </ac:spMkLst>
        </pc:spChg>
        <pc:spChg chg="mod">
          <ac:chgData name="Liang,Dr.,Hongzi (HP Medicine) BII-CN-S" userId="29bc0a18-5096-49d5-ae49-3e5745cfa117" providerId="ADAL" clId="{3FFE3746-4322-4AEA-A160-9C21C2BF30F6}" dt="2023-11-09T02:49:40.718" v="4025" actId="1037"/>
          <ac:spMkLst>
            <pc:docMk/>
            <pc:sldMk cId="4071908269" sldId="2147480011"/>
            <ac:spMk id="176" creationId="{FCABC482-2EDB-2C18-FD89-BB4A0AE12FA9}"/>
          </ac:spMkLst>
        </pc:spChg>
        <pc:spChg chg="mod">
          <ac:chgData name="Liang,Dr.,Hongzi (HP Medicine) BII-CN-S" userId="29bc0a18-5096-49d5-ae49-3e5745cfa117" providerId="ADAL" clId="{3FFE3746-4322-4AEA-A160-9C21C2BF30F6}" dt="2023-11-09T02:48:32.177" v="4013" actId="1076"/>
          <ac:spMkLst>
            <pc:docMk/>
            <pc:sldMk cId="4071908269" sldId="2147480011"/>
            <ac:spMk id="177" creationId="{ACB777AA-BF8D-B9D6-5845-1DEBC31FE633}"/>
          </ac:spMkLst>
        </pc:spChg>
        <pc:grpChg chg="mod">
          <ac:chgData name="Liang,Dr.,Hongzi (HP Medicine) BII-CN-S" userId="29bc0a18-5096-49d5-ae49-3e5745cfa117" providerId="ADAL" clId="{3FFE3746-4322-4AEA-A160-9C21C2BF30F6}" dt="2023-11-08T07:58:32.940" v="1690" actId="1037"/>
          <ac:grpSpMkLst>
            <pc:docMk/>
            <pc:sldMk cId="4071908269" sldId="2147480011"/>
            <ac:grpSpMk id="40" creationId="{00000000-0000-0000-0000-000000000000}"/>
          </ac:grpSpMkLst>
        </pc:grpChg>
        <pc:grpChg chg="mod">
          <ac:chgData name="Liang,Dr.,Hongzi (HP Medicine) BII-CN-S" userId="29bc0a18-5096-49d5-ae49-3e5745cfa117" providerId="ADAL" clId="{3FFE3746-4322-4AEA-A160-9C21C2BF30F6}" dt="2023-11-09T02:50:40.635" v="4042" actId="1036"/>
          <ac:grpSpMkLst>
            <pc:docMk/>
            <pc:sldMk cId="4071908269" sldId="2147480011"/>
            <ac:grpSpMk id="189" creationId="{FEF9E3C0-7D8E-9ED7-D7EA-956EED7ACC84}"/>
          </ac:grpSpMkLst>
        </pc:grpChg>
        <pc:cxnChg chg="add mod">
          <ac:chgData name="Liang,Dr.,Hongzi (HP Medicine) BII-CN-S" userId="29bc0a18-5096-49d5-ae49-3e5745cfa117" providerId="ADAL" clId="{3FFE3746-4322-4AEA-A160-9C21C2BF30F6}" dt="2023-11-09T02:49:26.397" v="4022" actId="14100"/>
          <ac:cxnSpMkLst>
            <pc:docMk/>
            <pc:sldMk cId="4071908269" sldId="2147480011"/>
            <ac:cxnSpMk id="6" creationId="{F8627001-B090-9BF8-5695-FEEA298C1A3D}"/>
          </ac:cxnSpMkLst>
        </pc:cxnChg>
        <pc:cxnChg chg="add mod">
          <ac:chgData name="Liang,Dr.,Hongzi (HP Medicine) BII-CN-S" userId="29bc0a18-5096-49d5-ae49-3e5745cfa117" providerId="ADAL" clId="{3FFE3746-4322-4AEA-A160-9C21C2BF30F6}" dt="2023-11-09T02:50:40.635" v="4042" actId="1036"/>
          <ac:cxnSpMkLst>
            <pc:docMk/>
            <pc:sldMk cId="4071908269" sldId="2147480011"/>
            <ac:cxnSpMk id="10" creationId="{D6C735D3-84A1-3E41-A833-5BECFDC215E8}"/>
          </ac:cxnSpMkLst>
        </pc:cxnChg>
        <pc:cxnChg chg="mod">
          <ac:chgData name="Liang,Dr.,Hongzi (HP Medicine) BII-CN-S" userId="29bc0a18-5096-49d5-ae49-3e5745cfa117" providerId="ADAL" clId="{3FFE3746-4322-4AEA-A160-9C21C2BF30F6}" dt="2023-11-08T09:19:01.998" v="2154" actId="1076"/>
          <ac:cxnSpMkLst>
            <pc:docMk/>
            <pc:sldMk cId="4071908269" sldId="2147480011"/>
            <ac:cxnSpMk id="172" creationId="{CCE572DE-0B79-B251-9009-6905435E2219}"/>
          </ac:cxnSpMkLst>
        </pc:cxnChg>
        <pc:cxnChg chg="mod">
          <ac:chgData name="Liang,Dr.,Hongzi (HP Medicine) BII-CN-S" userId="29bc0a18-5096-49d5-ae49-3e5745cfa117" providerId="ADAL" clId="{3FFE3746-4322-4AEA-A160-9C21C2BF30F6}" dt="2023-11-08T09:20:10.595" v="2155" actId="1076"/>
          <ac:cxnSpMkLst>
            <pc:docMk/>
            <pc:sldMk cId="4071908269" sldId="2147480011"/>
            <ac:cxnSpMk id="174" creationId="{D0E44491-5C12-C869-9D9D-C2C451AE00DF}"/>
          </ac:cxnSpMkLst>
        </pc:cxnChg>
        <pc:cxnChg chg="del mod">
          <ac:chgData name="Liang,Dr.,Hongzi (HP Medicine) BII-CN-S" userId="29bc0a18-5096-49d5-ae49-3e5745cfa117" providerId="ADAL" clId="{3FFE3746-4322-4AEA-A160-9C21C2BF30F6}" dt="2023-11-09T02:48:15.646" v="4009" actId="478"/>
          <ac:cxnSpMkLst>
            <pc:docMk/>
            <pc:sldMk cId="4071908269" sldId="2147480011"/>
            <ac:cxnSpMk id="186" creationId="{41B9383A-CFEC-435D-045D-240922238707}"/>
          </ac:cxnSpMkLst>
        </pc:cxnChg>
      </pc:sldChg>
      <pc:sldChg chg="modSp mod">
        <pc:chgData name="Liang,Dr.,Hongzi (HP Medicine) BII-CN-S" userId="29bc0a18-5096-49d5-ae49-3e5745cfa117" providerId="ADAL" clId="{3FFE3746-4322-4AEA-A160-9C21C2BF30F6}" dt="2023-11-09T02:54:31.726" v="4059" actId="20577"/>
        <pc:sldMkLst>
          <pc:docMk/>
          <pc:sldMk cId="2118130" sldId="2147480012"/>
        </pc:sldMkLst>
        <pc:graphicFrameChg chg="modGraphic">
          <ac:chgData name="Liang,Dr.,Hongzi (HP Medicine) BII-CN-S" userId="29bc0a18-5096-49d5-ae49-3e5745cfa117" providerId="ADAL" clId="{3FFE3746-4322-4AEA-A160-9C21C2BF30F6}" dt="2023-11-09T02:54:31.726" v="4059" actId="20577"/>
          <ac:graphicFrameMkLst>
            <pc:docMk/>
            <pc:sldMk cId="2118130" sldId="2147480012"/>
            <ac:graphicFrameMk id="10" creationId="{00000000-0000-0000-0000-000000000000}"/>
          </ac:graphicFrameMkLst>
        </pc:graphicFrameChg>
      </pc:sldChg>
      <pc:sldChg chg="del">
        <pc:chgData name="Liang,Dr.,Hongzi (HP Medicine) BII-CN-S" userId="29bc0a18-5096-49d5-ae49-3e5745cfa117" providerId="ADAL" clId="{3FFE3746-4322-4AEA-A160-9C21C2BF30F6}" dt="2023-11-09T02:31:39.941" v="3751"/>
        <pc:sldMkLst>
          <pc:docMk/>
          <pc:sldMk cId="3927902133" sldId="2147480013"/>
        </pc:sldMkLst>
      </pc:sldChg>
      <pc:sldMasterChg chg="del delSldLayout">
        <pc:chgData name="Liang,Dr.,Hongzi (HP Medicine) BII-CN-S" userId="29bc0a18-5096-49d5-ae49-3e5745cfa117" providerId="ADAL" clId="{3FFE3746-4322-4AEA-A160-9C21C2BF30F6}" dt="2023-11-08T07:21:28.470" v="1094" actId="47"/>
        <pc:sldMasterMkLst>
          <pc:docMk/>
          <pc:sldMasterMk cId="4287702610" sldId="2147484687"/>
        </pc:sldMasterMkLst>
        <pc:sldLayoutChg chg="del">
          <pc:chgData name="Liang,Dr.,Hongzi (HP Medicine) BII-CN-S" userId="29bc0a18-5096-49d5-ae49-3e5745cfa117" providerId="ADAL" clId="{3FFE3746-4322-4AEA-A160-9C21C2BF30F6}" dt="2023-11-08T07:21:28.470" v="1094" actId="47"/>
          <pc:sldLayoutMkLst>
            <pc:docMk/>
            <pc:sldMasterMk cId="4287702610" sldId="2147484687"/>
            <pc:sldLayoutMk cId="3790364571" sldId="2147484688"/>
          </pc:sldLayoutMkLst>
        </pc:sldLayoutChg>
        <pc:sldLayoutChg chg="del">
          <pc:chgData name="Liang,Dr.,Hongzi (HP Medicine) BII-CN-S" userId="29bc0a18-5096-49d5-ae49-3e5745cfa117" providerId="ADAL" clId="{3FFE3746-4322-4AEA-A160-9C21C2BF30F6}" dt="2023-11-08T07:21:28.470" v="1094" actId="47"/>
          <pc:sldLayoutMkLst>
            <pc:docMk/>
            <pc:sldMasterMk cId="4287702610" sldId="2147484687"/>
            <pc:sldLayoutMk cId="3720420566" sldId="2147484689"/>
          </pc:sldLayoutMkLst>
        </pc:sldLayoutChg>
        <pc:sldLayoutChg chg="del">
          <pc:chgData name="Liang,Dr.,Hongzi (HP Medicine) BII-CN-S" userId="29bc0a18-5096-49d5-ae49-3e5745cfa117" providerId="ADAL" clId="{3FFE3746-4322-4AEA-A160-9C21C2BF30F6}" dt="2023-11-08T07:21:28.470" v="1094" actId="47"/>
          <pc:sldLayoutMkLst>
            <pc:docMk/>
            <pc:sldMasterMk cId="4287702610" sldId="2147484687"/>
            <pc:sldLayoutMk cId="4117151558" sldId="2147484690"/>
          </pc:sldLayoutMkLst>
        </pc:sldLayoutChg>
        <pc:sldLayoutChg chg="del">
          <pc:chgData name="Liang,Dr.,Hongzi (HP Medicine) BII-CN-S" userId="29bc0a18-5096-49d5-ae49-3e5745cfa117" providerId="ADAL" clId="{3FFE3746-4322-4AEA-A160-9C21C2BF30F6}" dt="2023-11-08T07:21:28.470" v="1094" actId="47"/>
          <pc:sldLayoutMkLst>
            <pc:docMk/>
            <pc:sldMasterMk cId="4287702610" sldId="2147484687"/>
            <pc:sldLayoutMk cId="2180778535" sldId="2147484691"/>
          </pc:sldLayoutMkLst>
        </pc:sldLayoutChg>
        <pc:sldLayoutChg chg="del">
          <pc:chgData name="Liang,Dr.,Hongzi (HP Medicine) BII-CN-S" userId="29bc0a18-5096-49d5-ae49-3e5745cfa117" providerId="ADAL" clId="{3FFE3746-4322-4AEA-A160-9C21C2BF30F6}" dt="2023-11-08T07:21:28.470" v="1094" actId="47"/>
          <pc:sldLayoutMkLst>
            <pc:docMk/>
            <pc:sldMasterMk cId="4287702610" sldId="2147484687"/>
            <pc:sldLayoutMk cId="4022258896" sldId="2147484692"/>
          </pc:sldLayoutMkLst>
        </pc:sldLayoutChg>
        <pc:sldLayoutChg chg="del">
          <pc:chgData name="Liang,Dr.,Hongzi (HP Medicine) BII-CN-S" userId="29bc0a18-5096-49d5-ae49-3e5745cfa117" providerId="ADAL" clId="{3FFE3746-4322-4AEA-A160-9C21C2BF30F6}" dt="2023-11-08T07:21:28.470" v="1094" actId="47"/>
          <pc:sldLayoutMkLst>
            <pc:docMk/>
            <pc:sldMasterMk cId="4287702610" sldId="2147484687"/>
            <pc:sldLayoutMk cId="1809885582" sldId="2147484693"/>
          </pc:sldLayoutMkLst>
        </pc:sldLayoutChg>
      </pc:sldMasterChg>
    </pc:docChg>
  </pc:docChgLst>
  <pc:docChgLst>
    <pc:chgData name="Dai,Dr.,Chris (HP Medicine) BII-CN-S" userId="3e58a745-3dd4-4a16-bba7-0132b90feb2d" providerId="ADAL" clId="{4B67427A-C4BF-403A-8EE2-9C6C03F0E572}"/>
    <pc:docChg chg="custSel delSld modSld sldOrd">
      <pc:chgData name="Dai,Dr.,Chris (HP Medicine) BII-CN-S" userId="3e58a745-3dd4-4a16-bba7-0132b90feb2d" providerId="ADAL" clId="{4B67427A-C4BF-403A-8EE2-9C6C03F0E572}" dt="2023-12-18T01:35:28.713" v="210" actId="20577"/>
      <pc:docMkLst>
        <pc:docMk/>
      </pc:docMkLst>
      <pc:sldChg chg="ord">
        <pc:chgData name="Dai,Dr.,Chris (HP Medicine) BII-CN-S" userId="3e58a745-3dd4-4a16-bba7-0132b90feb2d" providerId="ADAL" clId="{4B67427A-C4BF-403A-8EE2-9C6C03F0E572}" dt="2023-12-16T08:56:02.529" v="4"/>
        <pc:sldMkLst>
          <pc:docMk/>
          <pc:sldMk cId="3457918819" sldId="4869"/>
        </pc:sldMkLst>
      </pc:sldChg>
      <pc:sldChg chg="ord">
        <pc:chgData name="Dai,Dr.,Chris (HP Medicine) BII-CN-S" userId="3e58a745-3dd4-4a16-bba7-0132b90feb2d" providerId="ADAL" clId="{4B67427A-C4BF-403A-8EE2-9C6C03F0E572}" dt="2023-12-16T08:56:02.529" v="4"/>
        <pc:sldMkLst>
          <pc:docMk/>
          <pc:sldMk cId="2679397809" sldId="4870"/>
        </pc:sldMkLst>
      </pc:sldChg>
      <pc:sldChg chg="modSp del mod">
        <pc:chgData name="Dai,Dr.,Chris (HP Medicine) BII-CN-S" userId="3e58a745-3dd4-4a16-bba7-0132b90feb2d" providerId="ADAL" clId="{4B67427A-C4BF-403A-8EE2-9C6C03F0E572}" dt="2023-12-18T01:13:27.431" v="40" actId="20577"/>
        <pc:sldMkLst>
          <pc:docMk/>
          <pc:sldMk cId="2985877493" sldId="9813"/>
        </pc:sldMkLst>
        <pc:spChg chg="mod">
          <ac:chgData name="Dai,Dr.,Chris (HP Medicine) BII-CN-S" userId="3e58a745-3dd4-4a16-bba7-0132b90feb2d" providerId="ADAL" clId="{4B67427A-C4BF-403A-8EE2-9C6C03F0E572}" dt="2023-12-18T01:13:25.069" v="38" actId="20577"/>
          <ac:spMkLst>
            <pc:docMk/>
            <pc:sldMk cId="2985877493" sldId="9813"/>
            <ac:spMk id="82" creationId="{6CEDC699-0C7E-BA75-BA4D-711625D1239D}"/>
          </ac:spMkLst>
        </pc:spChg>
        <pc:spChg chg="mod">
          <ac:chgData name="Dai,Dr.,Chris (HP Medicine) BII-CN-S" userId="3e58a745-3dd4-4a16-bba7-0132b90feb2d" providerId="ADAL" clId="{4B67427A-C4BF-403A-8EE2-9C6C03F0E572}" dt="2023-12-18T01:13:27.431" v="40" actId="20577"/>
          <ac:spMkLst>
            <pc:docMk/>
            <pc:sldMk cId="2985877493" sldId="9813"/>
            <ac:spMk id="89" creationId="{EE80C576-A5DA-81EB-47BF-7E81488884A9}"/>
          </ac:spMkLst>
        </pc:spChg>
      </pc:sldChg>
      <pc:sldChg chg="del">
        <pc:chgData name="Dai,Dr.,Chris (HP Medicine) BII-CN-S" userId="3e58a745-3dd4-4a16-bba7-0132b90feb2d" providerId="ADAL" clId="{4B67427A-C4BF-403A-8EE2-9C6C03F0E572}" dt="2023-12-18T00:33:59.719" v="7" actId="47"/>
        <pc:sldMkLst>
          <pc:docMk/>
          <pc:sldMk cId="264307271" sldId="2147480028"/>
        </pc:sldMkLst>
      </pc:sldChg>
      <pc:sldChg chg="modSp del mod">
        <pc:chgData name="Dai,Dr.,Chris (HP Medicine) BII-CN-S" userId="3e58a745-3dd4-4a16-bba7-0132b90feb2d" providerId="ADAL" clId="{4B67427A-C4BF-403A-8EE2-9C6C03F0E572}" dt="2023-12-18T01:21:00.277" v="56" actId="14100"/>
        <pc:sldMkLst>
          <pc:docMk/>
          <pc:sldMk cId="3404696861" sldId="2147480029"/>
        </pc:sldMkLst>
        <pc:spChg chg="mod">
          <ac:chgData name="Dai,Dr.,Chris (HP Medicine) BII-CN-S" userId="3e58a745-3dd4-4a16-bba7-0132b90feb2d" providerId="ADAL" clId="{4B67427A-C4BF-403A-8EE2-9C6C03F0E572}" dt="2023-12-18T01:21:00.277" v="56" actId="14100"/>
          <ac:spMkLst>
            <pc:docMk/>
            <pc:sldMk cId="3404696861" sldId="2147480029"/>
            <ac:spMk id="60" creationId="{301815FF-7564-5425-46BB-9C7E7A418286}"/>
          </ac:spMkLst>
        </pc:spChg>
      </pc:sldChg>
      <pc:sldChg chg="del ord">
        <pc:chgData name="Dai,Dr.,Chris (HP Medicine) BII-CN-S" userId="3e58a745-3dd4-4a16-bba7-0132b90feb2d" providerId="ADAL" clId="{4B67427A-C4BF-403A-8EE2-9C6C03F0E572}" dt="2023-12-18T00:34:26.893" v="9" actId="47"/>
        <pc:sldMkLst>
          <pc:docMk/>
          <pc:sldMk cId="2818196506" sldId="2147480030"/>
        </pc:sldMkLst>
      </pc:sldChg>
      <pc:sldChg chg="modSp del mod">
        <pc:chgData name="Dai,Dr.,Chris (HP Medicine) BII-CN-S" userId="3e58a745-3dd4-4a16-bba7-0132b90feb2d" providerId="ADAL" clId="{4B67427A-C4BF-403A-8EE2-9C6C03F0E572}" dt="2023-12-18T01:23:31.310" v="124" actId="20577"/>
        <pc:sldMkLst>
          <pc:docMk/>
          <pc:sldMk cId="3828956331" sldId="2147480031"/>
        </pc:sldMkLst>
        <pc:spChg chg="mod">
          <ac:chgData name="Dai,Dr.,Chris (HP Medicine) BII-CN-S" userId="3e58a745-3dd4-4a16-bba7-0132b90feb2d" providerId="ADAL" clId="{4B67427A-C4BF-403A-8EE2-9C6C03F0E572}" dt="2023-12-18T01:23:31.310" v="124" actId="20577"/>
          <ac:spMkLst>
            <pc:docMk/>
            <pc:sldMk cId="3828956331" sldId="2147480031"/>
            <ac:spMk id="34" creationId="{E06C2F04-EE45-8814-CDCD-1DDE01A52502}"/>
          </ac:spMkLst>
        </pc:spChg>
      </pc:sldChg>
      <pc:sldChg chg="del">
        <pc:chgData name="Dai,Dr.,Chris (HP Medicine) BII-CN-S" userId="3e58a745-3dd4-4a16-bba7-0132b90feb2d" providerId="ADAL" clId="{4B67427A-C4BF-403A-8EE2-9C6C03F0E572}" dt="2023-12-18T00:34:32.012" v="10" actId="47"/>
        <pc:sldMkLst>
          <pc:docMk/>
          <pc:sldMk cId="2303469543" sldId="2147480032"/>
        </pc:sldMkLst>
      </pc:sldChg>
      <pc:sldChg chg="del">
        <pc:chgData name="Dai,Dr.,Chris (HP Medicine) BII-CN-S" userId="3e58a745-3dd4-4a16-bba7-0132b90feb2d" providerId="ADAL" clId="{4B67427A-C4BF-403A-8EE2-9C6C03F0E572}" dt="2023-12-16T08:55:46.126" v="0" actId="47"/>
        <pc:sldMkLst>
          <pc:docMk/>
          <pc:sldMk cId="1075251224" sldId="2147480033"/>
        </pc:sldMkLst>
      </pc:sldChg>
      <pc:sldChg chg="modSp del mod modNotesTx">
        <pc:chgData name="Dai,Dr.,Chris (HP Medicine) BII-CN-S" userId="3e58a745-3dd4-4a16-bba7-0132b90feb2d" providerId="ADAL" clId="{4B67427A-C4BF-403A-8EE2-9C6C03F0E572}" dt="2023-12-18T01:26:56.794" v="200" actId="20577"/>
        <pc:sldMkLst>
          <pc:docMk/>
          <pc:sldMk cId="3950406364" sldId="2147480041"/>
        </pc:sldMkLst>
        <pc:spChg chg="mod">
          <ac:chgData name="Dai,Dr.,Chris (HP Medicine) BII-CN-S" userId="3e58a745-3dd4-4a16-bba7-0132b90feb2d" providerId="ADAL" clId="{4B67427A-C4BF-403A-8EE2-9C6C03F0E572}" dt="2023-12-18T01:15:40.293" v="54" actId="1076"/>
          <ac:spMkLst>
            <pc:docMk/>
            <pc:sldMk cId="3950406364" sldId="2147480041"/>
            <ac:spMk id="5" creationId="{F2E4BC41-0B44-C6BF-78A3-0AC7AB808193}"/>
          </ac:spMkLst>
        </pc:spChg>
        <pc:spChg chg="mod">
          <ac:chgData name="Dai,Dr.,Chris (HP Medicine) BII-CN-S" userId="3e58a745-3dd4-4a16-bba7-0132b90feb2d" providerId="ADAL" clId="{4B67427A-C4BF-403A-8EE2-9C6C03F0E572}" dt="2023-12-18T01:26:11.607" v="188" actId="1076"/>
          <ac:spMkLst>
            <pc:docMk/>
            <pc:sldMk cId="3950406364" sldId="2147480041"/>
            <ac:spMk id="6" creationId="{B18B8773-2218-A904-AE03-E32A96B0BC19}"/>
          </ac:spMkLst>
        </pc:spChg>
        <pc:spChg chg="mod">
          <ac:chgData name="Dai,Dr.,Chris (HP Medicine) BII-CN-S" userId="3e58a745-3dd4-4a16-bba7-0132b90feb2d" providerId="ADAL" clId="{4B67427A-C4BF-403A-8EE2-9C6C03F0E572}" dt="2023-12-18T01:15:32.786" v="52" actId="1076"/>
          <ac:spMkLst>
            <pc:docMk/>
            <pc:sldMk cId="3950406364" sldId="2147480041"/>
            <ac:spMk id="7" creationId="{E8CFAA03-3D6A-2728-9AC8-96A72389F766}"/>
          </ac:spMkLst>
        </pc:spChg>
        <pc:spChg chg="mod">
          <ac:chgData name="Dai,Dr.,Chris (HP Medicine) BII-CN-S" userId="3e58a745-3dd4-4a16-bba7-0132b90feb2d" providerId="ADAL" clId="{4B67427A-C4BF-403A-8EE2-9C6C03F0E572}" dt="2023-12-18T01:26:21.905" v="189" actId="1076"/>
          <ac:spMkLst>
            <pc:docMk/>
            <pc:sldMk cId="3950406364" sldId="2147480041"/>
            <ac:spMk id="17" creationId="{FAD978C1-C7B1-3139-AD71-3701F5F6B42C}"/>
          </ac:spMkLst>
        </pc:spChg>
        <pc:spChg chg="mod">
          <ac:chgData name="Dai,Dr.,Chris (HP Medicine) BII-CN-S" userId="3e58a745-3dd4-4a16-bba7-0132b90feb2d" providerId="ADAL" clId="{4B67427A-C4BF-403A-8EE2-9C6C03F0E572}" dt="2023-12-18T01:26:29.501" v="191" actId="1076"/>
          <ac:spMkLst>
            <pc:docMk/>
            <pc:sldMk cId="3950406364" sldId="2147480041"/>
            <ac:spMk id="24" creationId="{E0EAEFDF-5345-DE8D-C3B3-BF5DC02A6DF2}"/>
          </ac:spMkLst>
        </pc:spChg>
        <pc:spChg chg="mod">
          <ac:chgData name="Dai,Dr.,Chris (HP Medicine) BII-CN-S" userId="3e58a745-3dd4-4a16-bba7-0132b90feb2d" providerId="ADAL" clId="{4B67427A-C4BF-403A-8EE2-9C6C03F0E572}" dt="2023-12-18T01:15:25.994" v="50" actId="1076"/>
          <ac:spMkLst>
            <pc:docMk/>
            <pc:sldMk cId="3950406364" sldId="2147480041"/>
            <ac:spMk id="78" creationId="{3AC2E48B-08E5-E30B-756E-FCA40EAD5497}"/>
          </ac:spMkLst>
        </pc:spChg>
        <pc:spChg chg="mod">
          <ac:chgData name="Dai,Dr.,Chris (HP Medicine) BII-CN-S" userId="3e58a745-3dd4-4a16-bba7-0132b90feb2d" providerId="ADAL" clId="{4B67427A-C4BF-403A-8EE2-9C6C03F0E572}" dt="2023-12-18T01:14:25.615" v="43" actId="1076"/>
          <ac:spMkLst>
            <pc:docMk/>
            <pc:sldMk cId="3950406364" sldId="2147480041"/>
            <ac:spMk id="80" creationId="{9B72AD84-4F62-3676-A778-29538A57E36E}"/>
          </ac:spMkLst>
        </pc:spChg>
        <pc:spChg chg="mod">
          <ac:chgData name="Dai,Dr.,Chris (HP Medicine) BII-CN-S" userId="3e58a745-3dd4-4a16-bba7-0132b90feb2d" providerId="ADAL" clId="{4B67427A-C4BF-403A-8EE2-9C6C03F0E572}" dt="2023-12-18T01:26:24.086" v="190" actId="1076"/>
          <ac:spMkLst>
            <pc:docMk/>
            <pc:sldMk cId="3950406364" sldId="2147480041"/>
            <ac:spMk id="89" creationId="{C970D283-31C0-CD5C-7A0C-CC7DD8862E59}"/>
          </ac:spMkLst>
        </pc:spChg>
        <pc:spChg chg="mod">
          <ac:chgData name="Dai,Dr.,Chris (HP Medicine) BII-CN-S" userId="3e58a745-3dd4-4a16-bba7-0132b90feb2d" providerId="ADAL" clId="{4B67427A-C4BF-403A-8EE2-9C6C03F0E572}" dt="2023-12-18T01:15:12.341" v="48" actId="1076"/>
          <ac:spMkLst>
            <pc:docMk/>
            <pc:sldMk cId="3950406364" sldId="2147480041"/>
            <ac:spMk id="142" creationId="{EA80B0F9-DC15-9457-1D01-126325665324}"/>
          </ac:spMkLst>
        </pc:spChg>
        <pc:spChg chg="mod">
          <ac:chgData name="Dai,Dr.,Chris (HP Medicine) BII-CN-S" userId="3e58a745-3dd4-4a16-bba7-0132b90feb2d" providerId="ADAL" clId="{4B67427A-C4BF-403A-8EE2-9C6C03F0E572}" dt="2023-12-18T01:26:56.794" v="200" actId="20577"/>
          <ac:spMkLst>
            <pc:docMk/>
            <pc:sldMk cId="3950406364" sldId="2147480041"/>
            <ac:spMk id="148" creationId="{E80A24EA-7C0B-D48B-CA6B-78D6BD6214B4}"/>
          </ac:spMkLst>
        </pc:spChg>
        <pc:spChg chg="mod">
          <ac:chgData name="Dai,Dr.,Chris (HP Medicine) BII-CN-S" userId="3e58a745-3dd4-4a16-bba7-0132b90feb2d" providerId="ADAL" clId="{4B67427A-C4BF-403A-8EE2-9C6C03F0E572}" dt="2023-12-18T01:15:50.345" v="55" actId="1076"/>
          <ac:spMkLst>
            <pc:docMk/>
            <pc:sldMk cId="3950406364" sldId="2147480041"/>
            <ac:spMk id="187" creationId="{4AA594DA-F960-89D4-77C9-9DD6D649879A}"/>
          </ac:spMkLst>
        </pc:spChg>
        <pc:cxnChg chg="mod">
          <ac:chgData name="Dai,Dr.,Chris (HP Medicine) BII-CN-S" userId="3e58a745-3dd4-4a16-bba7-0132b90feb2d" providerId="ADAL" clId="{4B67427A-C4BF-403A-8EE2-9C6C03F0E572}" dt="2023-12-18T01:14:40.003" v="46" actId="1076"/>
          <ac:cxnSpMkLst>
            <pc:docMk/>
            <pc:sldMk cId="3950406364" sldId="2147480041"/>
            <ac:cxnSpMk id="26" creationId="{82E24D09-EAB5-B558-EC5A-6B50FA054FD9}"/>
          </ac:cxnSpMkLst>
        </pc:cxnChg>
        <pc:cxnChg chg="mod">
          <ac:chgData name="Dai,Dr.,Chris (HP Medicine) BII-CN-S" userId="3e58a745-3dd4-4a16-bba7-0132b90feb2d" providerId="ADAL" clId="{4B67427A-C4BF-403A-8EE2-9C6C03F0E572}" dt="2023-12-18T01:25:16.669" v="137" actId="1037"/>
          <ac:cxnSpMkLst>
            <pc:docMk/>
            <pc:sldMk cId="3950406364" sldId="2147480041"/>
            <ac:cxnSpMk id="122" creationId="{DA4C71EA-F7CF-94A1-01B9-5F8FF5D0EA9E}"/>
          </ac:cxnSpMkLst>
        </pc:cxnChg>
        <pc:cxnChg chg="mod">
          <ac:chgData name="Dai,Dr.,Chris (HP Medicine) BII-CN-S" userId="3e58a745-3dd4-4a16-bba7-0132b90feb2d" providerId="ADAL" clId="{4B67427A-C4BF-403A-8EE2-9C6C03F0E572}" dt="2023-12-18T01:25:16.669" v="137" actId="1037"/>
          <ac:cxnSpMkLst>
            <pc:docMk/>
            <pc:sldMk cId="3950406364" sldId="2147480041"/>
            <ac:cxnSpMk id="124" creationId="{CFBD0EA3-A228-9AFC-AB2C-C870826344CD}"/>
          </ac:cxnSpMkLst>
        </pc:cxnChg>
        <pc:cxnChg chg="mod">
          <ac:chgData name="Dai,Dr.,Chris (HP Medicine) BII-CN-S" userId="3e58a745-3dd4-4a16-bba7-0132b90feb2d" providerId="ADAL" clId="{4B67427A-C4BF-403A-8EE2-9C6C03F0E572}" dt="2023-12-18T01:25:57.675" v="179" actId="1038"/>
          <ac:cxnSpMkLst>
            <pc:docMk/>
            <pc:sldMk cId="3950406364" sldId="2147480041"/>
            <ac:cxnSpMk id="154" creationId="{4591CE21-08D5-CA2D-8965-57131741EC04}"/>
          </ac:cxnSpMkLst>
        </pc:cxnChg>
        <pc:cxnChg chg="mod">
          <ac:chgData name="Dai,Dr.,Chris (HP Medicine) BII-CN-S" userId="3e58a745-3dd4-4a16-bba7-0132b90feb2d" providerId="ADAL" clId="{4B67427A-C4BF-403A-8EE2-9C6C03F0E572}" dt="2023-12-18T01:26:06.264" v="187" actId="14100"/>
          <ac:cxnSpMkLst>
            <pc:docMk/>
            <pc:sldMk cId="3950406364" sldId="2147480041"/>
            <ac:cxnSpMk id="155" creationId="{CE30D75B-FCCD-FBD8-7CF8-82F6BF1E384F}"/>
          </ac:cxnSpMkLst>
        </pc:cxnChg>
      </pc:sldChg>
      <pc:sldChg chg="modSp del mod">
        <pc:chgData name="Dai,Dr.,Chris (HP Medicine) BII-CN-S" userId="3e58a745-3dd4-4a16-bba7-0132b90feb2d" providerId="ADAL" clId="{4B67427A-C4BF-403A-8EE2-9C6C03F0E572}" dt="2023-12-18T01:35:28.713" v="210" actId="20577"/>
        <pc:sldMkLst>
          <pc:docMk/>
          <pc:sldMk cId="3295580741" sldId="2147480042"/>
        </pc:sldMkLst>
        <pc:graphicFrameChg chg="mod modGraphic">
          <ac:chgData name="Dai,Dr.,Chris (HP Medicine) BII-CN-S" userId="3e58a745-3dd4-4a16-bba7-0132b90feb2d" providerId="ADAL" clId="{4B67427A-C4BF-403A-8EE2-9C6C03F0E572}" dt="2023-12-18T01:35:28.713" v="210" actId="20577"/>
          <ac:graphicFrameMkLst>
            <pc:docMk/>
            <pc:sldMk cId="3295580741" sldId="2147480042"/>
            <ac:graphicFrameMk id="4" creationId="{D443B421-3257-364A-5526-6AEC46E82E63}"/>
          </ac:graphicFrameMkLst>
        </pc:graphicFrameChg>
      </pc:sldChg>
      <pc:sldChg chg="del">
        <pc:chgData name="Dai,Dr.,Chris (HP Medicine) BII-CN-S" userId="3e58a745-3dd4-4a16-bba7-0132b90feb2d" providerId="ADAL" clId="{4B67427A-C4BF-403A-8EE2-9C6C03F0E572}" dt="2023-12-16T08:55:46.126" v="0" actId="47"/>
        <pc:sldMkLst>
          <pc:docMk/>
          <pc:sldMk cId="40737555" sldId="2147480057"/>
        </pc:sldMkLst>
      </pc:sldChg>
    </pc:docChg>
  </pc:docChgLst>
  <pc:docChgLst>
    <pc:chgData name="Yu,Lijie (HP Med RA) BII-CN-B" userId="5479b5b4-4124-4b5d-9c67-2e53f75823f0" providerId="ADAL" clId="{8A8BDEF0-9DFB-48E7-8965-D53406AA6469}"/>
    <pc:docChg chg="custSel modSld sldOrd">
      <pc:chgData name="Yu,Lijie (HP Med RA) BII-CN-B" userId="5479b5b4-4124-4b5d-9c67-2e53f75823f0" providerId="ADAL" clId="{8A8BDEF0-9DFB-48E7-8965-D53406AA6469}" dt="2023-11-13T14:40:27.703" v="182" actId="20577"/>
      <pc:docMkLst>
        <pc:docMk/>
      </pc:docMkLst>
      <pc:sldChg chg="ord">
        <pc:chgData name="Yu,Lijie (HP Med RA) BII-CN-B" userId="5479b5b4-4124-4b5d-9c67-2e53f75823f0" providerId="ADAL" clId="{8A8BDEF0-9DFB-48E7-8965-D53406AA6469}" dt="2023-11-13T14:32:29.461" v="0" actId="20578"/>
        <pc:sldMkLst>
          <pc:docMk/>
          <pc:sldMk cId="1392420047" sldId="2147475986"/>
        </pc:sldMkLst>
      </pc:sldChg>
      <pc:sldChg chg="modSp mod">
        <pc:chgData name="Yu,Lijie (HP Med RA) BII-CN-B" userId="5479b5b4-4124-4b5d-9c67-2e53f75823f0" providerId="ADAL" clId="{8A8BDEF0-9DFB-48E7-8965-D53406AA6469}" dt="2023-11-13T14:40:27.703" v="182" actId="20577"/>
        <pc:sldMkLst>
          <pc:docMk/>
          <pc:sldMk cId="2119365825" sldId="2147480034"/>
        </pc:sldMkLst>
        <pc:spChg chg="mod">
          <ac:chgData name="Yu,Lijie (HP Med RA) BII-CN-B" userId="5479b5b4-4124-4b5d-9c67-2e53f75823f0" providerId="ADAL" clId="{8A8BDEF0-9DFB-48E7-8965-D53406AA6469}" dt="2023-11-13T14:40:27.703" v="182" actId="20577"/>
          <ac:spMkLst>
            <pc:docMk/>
            <pc:sldMk cId="2119365825" sldId="2147480034"/>
            <ac:spMk id="84" creationId="{AA7BFDCF-1AD8-A133-5137-82419BBD0CD3}"/>
          </ac:spMkLst>
        </pc:spChg>
      </pc:sldChg>
    </pc:docChg>
  </pc:docChgLst>
  <pc:docChgLst>
    <pc:chgData name="Dai,Dr.,Chris (HP Medicine) BII-CN-S" userId="3e58a745-3dd4-4a16-bba7-0132b90feb2d" providerId="ADAL" clId="{354365AB-7442-4F2F-9390-69EA244CB55E}"/>
    <pc:docChg chg="undo custSel addSld delSld modSld delMainMaster">
      <pc:chgData name="Dai,Dr.,Chris (HP Medicine) BII-CN-S" userId="3e58a745-3dd4-4a16-bba7-0132b90feb2d" providerId="ADAL" clId="{354365AB-7442-4F2F-9390-69EA244CB55E}" dt="2023-11-13T05:36:35.116" v="110" actId="20577"/>
      <pc:docMkLst>
        <pc:docMk/>
      </pc:docMkLst>
      <pc:sldChg chg="addSp modSp mod">
        <pc:chgData name="Dai,Dr.,Chris (HP Medicine) BII-CN-S" userId="3e58a745-3dd4-4a16-bba7-0132b90feb2d" providerId="ADAL" clId="{354365AB-7442-4F2F-9390-69EA244CB55E}" dt="2023-11-13T05:36:35.116" v="110" actId="20577"/>
        <pc:sldMkLst>
          <pc:docMk/>
          <pc:sldMk cId="2985877493" sldId="9813"/>
        </pc:sldMkLst>
        <pc:spChg chg="add mod">
          <ac:chgData name="Dai,Dr.,Chris (HP Medicine) BII-CN-S" userId="3e58a745-3dd4-4a16-bba7-0132b90feb2d" providerId="ADAL" clId="{354365AB-7442-4F2F-9390-69EA244CB55E}" dt="2023-11-13T05:36:35.116" v="110" actId="20577"/>
          <ac:spMkLst>
            <pc:docMk/>
            <pc:sldMk cId="2985877493" sldId="9813"/>
            <ac:spMk id="9" creationId="{EE0817B2-97CF-2BB1-93B8-A2A46C8EAABF}"/>
          </ac:spMkLst>
        </pc:spChg>
        <pc:spChg chg="mod">
          <ac:chgData name="Dai,Dr.,Chris (HP Medicine) BII-CN-S" userId="3e58a745-3dd4-4a16-bba7-0132b90feb2d" providerId="ADAL" clId="{354365AB-7442-4F2F-9390-69EA244CB55E}" dt="2023-11-13T05:26:50.129" v="74" actId="1035"/>
          <ac:spMkLst>
            <pc:docMk/>
            <pc:sldMk cId="2985877493" sldId="9813"/>
            <ac:spMk id="51" creationId="{AE4E5189-5E3D-A3A5-F39D-E40B176ABCB6}"/>
          </ac:spMkLst>
        </pc:spChg>
        <pc:spChg chg="mod">
          <ac:chgData name="Dai,Dr.,Chris (HP Medicine) BII-CN-S" userId="3e58a745-3dd4-4a16-bba7-0132b90feb2d" providerId="ADAL" clId="{354365AB-7442-4F2F-9390-69EA244CB55E}" dt="2023-11-13T05:26:50.129" v="74" actId="1035"/>
          <ac:spMkLst>
            <pc:docMk/>
            <pc:sldMk cId="2985877493" sldId="9813"/>
            <ac:spMk id="53" creationId="{A085CC73-DE73-31C3-B076-FE6D440A0FF7}"/>
          </ac:spMkLst>
        </pc:spChg>
        <pc:spChg chg="mod">
          <ac:chgData name="Dai,Dr.,Chris (HP Medicine) BII-CN-S" userId="3e58a745-3dd4-4a16-bba7-0132b90feb2d" providerId="ADAL" clId="{354365AB-7442-4F2F-9390-69EA244CB55E}" dt="2023-11-13T05:26:50.129" v="74" actId="1035"/>
          <ac:spMkLst>
            <pc:docMk/>
            <pc:sldMk cId="2985877493" sldId="9813"/>
            <ac:spMk id="64" creationId="{FFE586AE-1F11-DE63-2F65-B465367B7101}"/>
          </ac:spMkLst>
        </pc:spChg>
        <pc:spChg chg="mod">
          <ac:chgData name="Dai,Dr.,Chris (HP Medicine) BII-CN-S" userId="3e58a745-3dd4-4a16-bba7-0132b90feb2d" providerId="ADAL" clId="{354365AB-7442-4F2F-9390-69EA244CB55E}" dt="2023-11-13T05:26:50.129" v="74" actId="1035"/>
          <ac:spMkLst>
            <pc:docMk/>
            <pc:sldMk cId="2985877493" sldId="9813"/>
            <ac:spMk id="65" creationId="{B2379E77-B47B-DC60-F85C-85118B7B1D28}"/>
          </ac:spMkLst>
        </pc:spChg>
        <pc:spChg chg="mod">
          <ac:chgData name="Dai,Dr.,Chris (HP Medicine) BII-CN-S" userId="3e58a745-3dd4-4a16-bba7-0132b90feb2d" providerId="ADAL" clId="{354365AB-7442-4F2F-9390-69EA244CB55E}" dt="2023-11-13T05:26:50.129" v="74" actId="1035"/>
          <ac:spMkLst>
            <pc:docMk/>
            <pc:sldMk cId="2985877493" sldId="9813"/>
            <ac:spMk id="67" creationId="{FBCA3FF1-EC88-1CB5-3BAE-D1C63DC9605A}"/>
          </ac:spMkLst>
        </pc:spChg>
        <pc:spChg chg="mod">
          <ac:chgData name="Dai,Dr.,Chris (HP Medicine) BII-CN-S" userId="3e58a745-3dd4-4a16-bba7-0132b90feb2d" providerId="ADAL" clId="{354365AB-7442-4F2F-9390-69EA244CB55E}" dt="2023-11-13T05:26:50.129" v="74" actId="1035"/>
          <ac:spMkLst>
            <pc:docMk/>
            <pc:sldMk cId="2985877493" sldId="9813"/>
            <ac:spMk id="68" creationId="{C28E6E91-BB7C-635A-4E6F-B36C3EB13DA1}"/>
          </ac:spMkLst>
        </pc:spChg>
        <pc:spChg chg="mod">
          <ac:chgData name="Dai,Dr.,Chris (HP Medicine) BII-CN-S" userId="3e58a745-3dd4-4a16-bba7-0132b90feb2d" providerId="ADAL" clId="{354365AB-7442-4F2F-9390-69EA244CB55E}" dt="2023-11-13T05:31:17.111" v="89" actId="1076"/>
          <ac:spMkLst>
            <pc:docMk/>
            <pc:sldMk cId="2985877493" sldId="9813"/>
            <ac:spMk id="77" creationId="{26AE5677-427C-5BCB-7CA4-E749DE68249A}"/>
          </ac:spMkLst>
        </pc:spChg>
        <pc:spChg chg="mod">
          <ac:chgData name="Dai,Dr.,Chris (HP Medicine) BII-CN-S" userId="3e58a745-3dd4-4a16-bba7-0132b90feb2d" providerId="ADAL" clId="{354365AB-7442-4F2F-9390-69EA244CB55E}" dt="2023-11-13T05:26:50.129" v="74" actId="1035"/>
          <ac:spMkLst>
            <pc:docMk/>
            <pc:sldMk cId="2985877493" sldId="9813"/>
            <ac:spMk id="79" creationId="{DE2B7A11-E978-5D11-3FC7-49489BD5EB34}"/>
          </ac:spMkLst>
        </pc:spChg>
        <pc:grpChg chg="mod">
          <ac:chgData name="Dai,Dr.,Chris (HP Medicine) BII-CN-S" userId="3e58a745-3dd4-4a16-bba7-0132b90feb2d" providerId="ADAL" clId="{354365AB-7442-4F2F-9390-69EA244CB55E}" dt="2023-11-13T05:27:37.166" v="87" actId="1037"/>
          <ac:grpSpMkLst>
            <pc:docMk/>
            <pc:sldMk cId="2985877493" sldId="9813"/>
            <ac:grpSpMk id="29" creationId="{A0FBB36C-D2A9-9965-DB81-DB561814E951}"/>
          </ac:grpSpMkLst>
        </pc:grpChg>
        <pc:grpChg chg="mod">
          <ac:chgData name="Dai,Dr.,Chris (HP Medicine) BII-CN-S" userId="3e58a745-3dd4-4a16-bba7-0132b90feb2d" providerId="ADAL" clId="{354365AB-7442-4F2F-9390-69EA244CB55E}" dt="2023-11-13T05:26:50.129" v="74" actId="1035"/>
          <ac:grpSpMkLst>
            <pc:docMk/>
            <pc:sldMk cId="2985877493" sldId="9813"/>
            <ac:grpSpMk id="63" creationId="{8A8B8F5D-1C24-27D7-CEBA-4938910AB7D1}"/>
          </ac:grpSpMkLst>
        </pc:grpChg>
        <pc:grpChg chg="mod">
          <ac:chgData name="Dai,Dr.,Chris (HP Medicine) BII-CN-S" userId="3e58a745-3dd4-4a16-bba7-0132b90feb2d" providerId="ADAL" clId="{354365AB-7442-4F2F-9390-69EA244CB55E}" dt="2023-11-13T05:26:50.129" v="74" actId="1035"/>
          <ac:grpSpMkLst>
            <pc:docMk/>
            <pc:sldMk cId="2985877493" sldId="9813"/>
            <ac:grpSpMk id="66" creationId="{D0DE4DC9-5DDE-B642-3932-A6752CD38222}"/>
          </ac:grpSpMkLst>
        </pc:grpChg>
        <pc:graphicFrameChg chg="mod">
          <ac:chgData name="Dai,Dr.,Chris (HP Medicine) BII-CN-S" userId="3e58a745-3dd4-4a16-bba7-0132b90feb2d" providerId="ADAL" clId="{354365AB-7442-4F2F-9390-69EA244CB55E}" dt="2023-11-13T05:27:06.181" v="77"/>
          <ac:graphicFrameMkLst>
            <pc:docMk/>
            <pc:sldMk cId="2985877493" sldId="9813"/>
            <ac:graphicFrameMk id="6" creationId="{C4EC3719-820E-02F4-400A-B3A41001C013}"/>
          </ac:graphicFrameMkLst>
        </pc:graphicFrameChg>
        <pc:cxnChg chg="mod">
          <ac:chgData name="Dai,Dr.,Chris (HP Medicine) BII-CN-S" userId="3e58a745-3dd4-4a16-bba7-0132b90feb2d" providerId="ADAL" clId="{354365AB-7442-4F2F-9390-69EA244CB55E}" dt="2023-11-13T05:26:43.954" v="60" actId="1076"/>
          <ac:cxnSpMkLst>
            <pc:docMk/>
            <pc:sldMk cId="2985877493" sldId="9813"/>
            <ac:cxnSpMk id="80" creationId="{B07FAD34-2FC6-6B2E-7614-F3FBA0DF93EC}"/>
          </ac:cxnSpMkLst>
        </pc:cxnChg>
      </pc:sldChg>
      <pc:sldChg chg="del">
        <pc:chgData name="Dai,Dr.,Chris (HP Medicine) BII-CN-S" userId="3e58a745-3dd4-4a16-bba7-0132b90feb2d" providerId="ADAL" clId="{354365AB-7442-4F2F-9390-69EA244CB55E}" dt="2023-11-13T05:20:33.406" v="6" actId="47"/>
        <pc:sldMkLst>
          <pc:docMk/>
          <pc:sldMk cId="1274451671" sldId="2147480013"/>
        </pc:sldMkLst>
      </pc:sldChg>
      <pc:sldChg chg="del">
        <pc:chgData name="Dai,Dr.,Chris (HP Medicine) BII-CN-S" userId="3e58a745-3dd4-4a16-bba7-0132b90feb2d" providerId="ADAL" clId="{354365AB-7442-4F2F-9390-69EA244CB55E}" dt="2023-11-13T05:20:33.406" v="6" actId="47"/>
        <pc:sldMkLst>
          <pc:docMk/>
          <pc:sldMk cId="1674635986" sldId="2147480014"/>
        </pc:sldMkLst>
      </pc:sldChg>
      <pc:sldChg chg="del">
        <pc:chgData name="Dai,Dr.,Chris (HP Medicine) BII-CN-S" userId="3e58a745-3dd4-4a16-bba7-0132b90feb2d" providerId="ADAL" clId="{354365AB-7442-4F2F-9390-69EA244CB55E}" dt="2023-11-13T05:20:33.406" v="6" actId="47"/>
        <pc:sldMkLst>
          <pc:docMk/>
          <pc:sldMk cId="3951655346" sldId="2147480015"/>
        </pc:sldMkLst>
      </pc:sldChg>
      <pc:sldChg chg="del">
        <pc:chgData name="Dai,Dr.,Chris (HP Medicine) BII-CN-S" userId="3e58a745-3dd4-4a16-bba7-0132b90feb2d" providerId="ADAL" clId="{354365AB-7442-4F2F-9390-69EA244CB55E}" dt="2023-11-13T05:20:33.406" v="6" actId="47"/>
        <pc:sldMkLst>
          <pc:docMk/>
          <pc:sldMk cId="459546790" sldId="2147480016"/>
        </pc:sldMkLst>
      </pc:sldChg>
      <pc:sldChg chg="del">
        <pc:chgData name="Dai,Dr.,Chris (HP Medicine) BII-CN-S" userId="3e58a745-3dd4-4a16-bba7-0132b90feb2d" providerId="ADAL" clId="{354365AB-7442-4F2F-9390-69EA244CB55E}" dt="2023-11-13T05:20:33.406" v="6" actId="47"/>
        <pc:sldMkLst>
          <pc:docMk/>
          <pc:sldMk cId="1540710500" sldId="2147480017"/>
        </pc:sldMkLst>
      </pc:sldChg>
      <pc:sldChg chg="del">
        <pc:chgData name="Dai,Dr.,Chris (HP Medicine) BII-CN-S" userId="3e58a745-3dd4-4a16-bba7-0132b90feb2d" providerId="ADAL" clId="{354365AB-7442-4F2F-9390-69EA244CB55E}" dt="2023-11-13T05:20:33.406" v="6" actId="47"/>
        <pc:sldMkLst>
          <pc:docMk/>
          <pc:sldMk cId="3990209671" sldId="2147480018"/>
        </pc:sldMkLst>
      </pc:sldChg>
      <pc:sldChg chg="del">
        <pc:chgData name="Dai,Dr.,Chris (HP Medicine) BII-CN-S" userId="3e58a745-3dd4-4a16-bba7-0132b90feb2d" providerId="ADAL" clId="{354365AB-7442-4F2F-9390-69EA244CB55E}" dt="2023-11-13T05:20:33.406" v="6" actId="47"/>
        <pc:sldMkLst>
          <pc:docMk/>
          <pc:sldMk cId="2655625100" sldId="2147480019"/>
        </pc:sldMkLst>
      </pc:sldChg>
      <pc:sldChg chg="del">
        <pc:chgData name="Dai,Dr.,Chris (HP Medicine) BII-CN-S" userId="3e58a745-3dd4-4a16-bba7-0132b90feb2d" providerId="ADAL" clId="{354365AB-7442-4F2F-9390-69EA244CB55E}" dt="2023-11-13T05:20:33.406" v="6" actId="47"/>
        <pc:sldMkLst>
          <pc:docMk/>
          <pc:sldMk cId="2484038239" sldId="2147480020"/>
        </pc:sldMkLst>
      </pc:sldChg>
      <pc:sldChg chg="del">
        <pc:chgData name="Dai,Dr.,Chris (HP Medicine) BII-CN-S" userId="3e58a745-3dd4-4a16-bba7-0132b90feb2d" providerId="ADAL" clId="{354365AB-7442-4F2F-9390-69EA244CB55E}" dt="2023-11-13T05:20:33.406" v="6" actId="47"/>
        <pc:sldMkLst>
          <pc:docMk/>
          <pc:sldMk cId="1252194340" sldId="2147480021"/>
        </pc:sldMkLst>
      </pc:sldChg>
      <pc:sldChg chg="add del">
        <pc:chgData name="Dai,Dr.,Chris (HP Medicine) BII-CN-S" userId="3e58a745-3dd4-4a16-bba7-0132b90feb2d" providerId="ADAL" clId="{354365AB-7442-4F2F-9390-69EA244CB55E}" dt="2023-11-13T02:30:08.540" v="5" actId="47"/>
        <pc:sldMkLst>
          <pc:docMk/>
          <pc:sldMk cId="1082488257" sldId="2147480022"/>
        </pc:sldMkLst>
      </pc:sldChg>
      <pc:sldChg chg="new del">
        <pc:chgData name="Dai,Dr.,Chris (HP Medicine) BII-CN-S" userId="3e58a745-3dd4-4a16-bba7-0132b90feb2d" providerId="ADAL" clId="{354365AB-7442-4F2F-9390-69EA244CB55E}" dt="2023-11-13T02:30:05.341" v="4" actId="47"/>
        <pc:sldMkLst>
          <pc:docMk/>
          <pc:sldMk cId="3970752156" sldId="2147480023"/>
        </pc:sldMkLst>
      </pc:sldChg>
      <pc:sldChg chg="new del">
        <pc:chgData name="Dai,Dr.,Chris (HP Medicine) BII-CN-S" userId="3e58a745-3dd4-4a16-bba7-0132b90feb2d" providerId="ADAL" clId="{354365AB-7442-4F2F-9390-69EA244CB55E}" dt="2023-11-13T02:30:03.145" v="3" actId="47"/>
        <pc:sldMkLst>
          <pc:docMk/>
          <pc:sldMk cId="790238637" sldId="2147480024"/>
        </pc:sldMkLst>
      </pc:sldChg>
      <pc:sldChg chg="modSp mod">
        <pc:chgData name="Dai,Dr.,Chris (HP Medicine) BII-CN-S" userId="3e58a745-3dd4-4a16-bba7-0132b90feb2d" providerId="ADAL" clId="{354365AB-7442-4F2F-9390-69EA244CB55E}" dt="2023-11-13T05:24:26.943" v="44" actId="20577"/>
        <pc:sldMkLst>
          <pc:docMk/>
          <pc:sldMk cId="2571015109" sldId="2147480027"/>
        </pc:sldMkLst>
        <pc:spChg chg="mod">
          <ac:chgData name="Dai,Dr.,Chris (HP Medicine) BII-CN-S" userId="3e58a745-3dd4-4a16-bba7-0132b90feb2d" providerId="ADAL" clId="{354365AB-7442-4F2F-9390-69EA244CB55E}" dt="2023-11-13T05:24:26.943" v="44" actId="20577"/>
          <ac:spMkLst>
            <pc:docMk/>
            <pc:sldMk cId="2571015109" sldId="2147480027"/>
            <ac:spMk id="3" creationId="{9381D9D3-B918-7EED-EF90-776794AA7BEF}"/>
          </ac:spMkLst>
        </pc:spChg>
      </pc:sldChg>
      <pc:sldChg chg="modSp mod">
        <pc:chgData name="Dai,Dr.,Chris (HP Medicine) BII-CN-S" userId="3e58a745-3dd4-4a16-bba7-0132b90feb2d" providerId="ADAL" clId="{354365AB-7442-4F2F-9390-69EA244CB55E}" dt="2023-11-13T05:22:58.188" v="36" actId="1076"/>
        <pc:sldMkLst>
          <pc:docMk/>
          <pc:sldMk cId="3828956331" sldId="2147480031"/>
        </pc:sldMkLst>
        <pc:spChg chg="mod">
          <ac:chgData name="Dai,Dr.,Chris (HP Medicine) BII-CN-S" userId="3e58a745-3dd4-4a16-bba7-0132b90feb2d" providerId="ADAL" clId="{354365AB-7442-4F2F-9390-69EA244CB55E}" dt="2023-11-13T05:22:58.188" v="36" actId="1076"/>
          <ac:spMkLst>
            <pc:docMk/>
            <pc:sldMk cId="3828956331" sldId="2147480031"/>
            <ac:spMk id="34" creationId="{E06C2F04-EE45-8814-CDCD-1DDE01A52502}"/>
          </ac:spMkLst>
        </pc:spChg>
        <pc:spChg chg="mod">
          <ac:chgData name="Dai,Dr.,Chris (HP Medicine) BII-CN-S" userId="3e58a745-3dd4-4a16-bba7-0132b90feb2d" providerId="ADAL" clId="{354365AB-7442-4F2F-9390-69EA244CB55E}" dt="2023-11-13T05:22:41.584" v="35" actId="1076"/>
          <ac:spMkLst>
            <pc:docMk/>
            <pc:sldMk cId="3828956331" sldId="2147480031"/>
            <ac:spMk id="48" creationId="{97406B0E-D7E6-B768-E389-DB999452FFE3}"/>
          </ac:spMkLst>
        </pc:spChg>
        <pc:spChg chg="mod">
          <ac:chgData name="Dai,Dr.,Chris (HP Medicine) BII-CN-S" userId="3e58a745-3dd4-4a16-bba7-0132b90feb2d" providerId="ADAL" clId="{354365AB-7442-4F2F-9390-69EA244CB55E}" dt="2023-11-13T05:22:27.772" v="34" actId="207"/>
          <ac:spMkLst>
            <pc:docMk/>
            <pc:sldMk cId="3828956331" sldId="2147480031"/>
            <ac:spMk id="73" creationId="{65273D41-05FA-EEF1-1007-15DEC2260DDE}"/>
          </ac:spMkLst>
        </pc:spChg>
      </pc:sldChg>
      <pc:sldMasterChg chg="del delSldLayout">
        <pc:chgData name="Dai,Dr.,Chris (HP Medicine) BII-CN-S" userId="3e58a745-3dd4-4a16-bba7-0132b90feb2d" providerId="ADAL" clId="{354365AB-7442-4F2F-9390-69EA244CB55E}" dt="2023-11-13T05:20:33.406" v="6" actId="47"/>
        <pc:sldMasterMkLst>
          <pc:docMk/>
          <pc:sldMasterMk cId="1122606247" sldId="2147484742"/>
        </pc:sldMasterMkLst>
        <pc:sldLayoutChg chg="del">
          <pc:chgData name="Dai,Dr.,Chris (HP Medicine) BII-CN-S" userId="3e58a745-3dd4-4a16-bba7-0132b90feb2d" providerId="ADAL" clId="{354365AB-7442-4F2F-9390-69EA244CB55E}" dt="2023-11-13T05:20:33.406" v="6" actId="47"/>
          <pc:sldLayoutMkLst>
            <pc:docMk/>
            <pc:sldMasterMk cId="1122606247" sldId="2147484742"/>
            <pc:sldLayoutMk cId="1796265269" sldId="2147484743"/>
          </pc:sldLayoutMkLst>
        </pc:sldLayoutChg>
      </pc:sldMasterChg>
    </pc:docChg>
  </pc:docChgLst>
  <pc:docChgLst>
    <pc:chgData name="Liang,Dr.,Hongzi (HP Medicine) BII-CN-S" userId="29bc0a18-5096-49d5-ae49-3e5745cfa117" providerId="ADAL" clId="{5A9E3200-621D-432B-B454-3D9C6295F2FA}"/>
    <pc:docChg chg="custSel addSld delSld modSld sldOrd">
      <pc:chgData name="Liang,Dr.,Hongzi (HP Medicine) BII-CN-S" userId="29bc0a18-5096-49d5-ae49-3e5745cfa117" providerId="ADAL" clId="{5A9E3200-621D-432B-B454-3D9C6295F2FA}" dt="2024-01-10T09:36:16.361" v="176"/>
      <pc:docMkLst>
        <pc:docMk/>
      </pc:docMkLst>
      <pc:sldChg chg="modSp del mod">
        <pc:chgData name="Liang,Dr.,Hongzi (HP Medicine) BII-CN-S" userId="29bc0a18-5096-49d5-ae49-3e5745cfa117" providerId="ADAL" clId="{5A9E3200-621D-432B-B454-3D9C6295F2FA}" dt="2024-01-10T09:29:12.801" v="117" actId="47"/>
        <pc:sldMkLst>
          <pc:docMk/>
          <pc:sldMk cId="2344136767" sldId="2147375471"/>
        </pc:sldMkLst>
        <pc:spChg chg="mod">
          <ac:chgData name="Liang,Dr.,Hongzi (HP Medicine) BII-CN-S" userId="29bc0a18-5096-49d5-ae49-3e5745cfa117" providerId="ADAL" clId="{5A9E3200-621D-432B-B454-3D9C6295F2FA}" dt="2024-01-07T15:43:13.832" v="2" actId="14100"/>
          <ac:spMkLst>
            <pc:docMk/>
            <pc:sldMk cId="2344136767" sldId="2147375471"/>
            <ac:spMk id="18" creationId="{208A4C34-61A6-4DE6-8675-AEED5A032B71}"/>
          </ac:spMkLst>
        </pc:spChg>
      </pc:sldChg>
      <pc:sldChg chg="del">
        <pc:chgData name="Liang,Dr.,Hongzi (HP Medicine) BII-CN-S" userId="29bc0a18-5096-49d5-ae49-3e5745cfa117" providerId="ADAL" clId="{5A9E3200-621D-432B-B454-3D9C6295F2FA}" dt="2024-01-10T09:23:23.833" v="111" actId="47"/>
        <pc:sldMkLst>
          <pc:docMk/>
          <pc:sldMk cId="2119365825" sldId="2147480034"/>
        </pc:sldMkLst>
      </pc:sldChg>
      <pc:sldChg chg="del">
        <pc:chgData name="Liang,Dr.,Hongzi (HP Medicine) BII-CN-S" userId="29bc0a18-5096-49d5-ae49-3e5745cfa117" providerId="ADAL" clId="{5A9E3200-621D-432B-B454-3D9C6295F2FA}" dt="2024-01-10T09:25:29.593" v="114" actId="47"/>
        <pc:sldMkLst>
          <pc:docMk/>
          <pc:sldMk cId="374273854" sldId="2147480052"/>
        </pc:sldMkLst>
      </pc:sldChg>
      <pc:sldChg chg="del">
        <pc:chgData name="Liang,Dr.,Hongzi (HP Medicine) BII-CN-S" userId="29bc0a18-5096-49d5-ae49-3e5745cfa117" providerId="ADAL" clId="{5A9E3200-621D-432B-B454-3D9C6295F2FA}" dt="2024-01-10T09:14:10.512" v="89" actId="47"/>
        <pc:sldMkLst>
          <pc:docMk/>
          <pc:sldMk cId="1374588483" sldId="2147480053"/>
        </pc:sldMkLst>
      </pc:sldChg>
      <pc:sldChg chg="del">
        <pc:chgData name="Liang,Dr.,Hongzi (HP Medicine) BII-CN-S" userId="29bc0a18-5096-49d5-ae49-3e5745cfa117" providerId="ADAL" clId="{5A9E3200-621D-432B-B454-3D9C6295F2FA}" dt="2024-01-10T09:29:12.801" v="117" actId="47"/>
        <pc:sldMkLst>
          <pc:docMk/>
          <pc:sldMk cId="175234492" sldId="2147480054"/>
        </pc:sldMkLst>
      </pc:sldChg>
      <pc:sldChg chg="del">
        <pc:chgData name="Liang,Dr.,Hongzi (HP Medicine) BII-CN-S" userId="29bc0a18-5096-49d5-ae49-3e5745cfa117" providerId="ADAL" clId="{5A9E3200-621D-432B-B454-3D9C6295F2FA}" dt="2024-01-10T09:29:12.801" v="117" actId="47"/>
        <pc:sldMkLst>
          <pc:docMk/>
          <pc:sldMk cId="3493696502" sldId="2147480055"/>
        </pc:sldMkLst>
      </pc:sldChg>
      <pc:sldChg chg="del">
        <pc:chgData name="Liang,Dr.,Hongzi (HP Medicine) BII-CN-S" userId="29bc0a18-5096-49d5-ae49-3e5745cfa117" providerId="ADAL" clId="{5A9E3200-621D-432B-B454-3D9C6295F2FA}" dt="2024-01-10T09:25:00.342" v="113" actId="47"/>
        <pc:sldMkLst>
          <pc:docMk/>
          <pc:sldMk cId="1091301146" sldId="2147480058"/>
        </pc:sldMkLst>
      </pc:sldChg>
      <pc:sldChg chg="del">
        <pc:chgData name="Liang,Dr.,Hongzi (HP Medicine) BII-CN-S" userId="29bc0a18-5096-49d5-ae49-3e5745cfa117" providerId="ADAL" clId="{5A9E3200-621D-432B-B454-3D9C6295F2FA}" dt="2024-01-10T09:23:38.600" v="112" actId="47"/>
        <pc:sldMkLst>
          <pc:docMk/>
          <pc:sldMk cId="4120333081" sldId="2147480060"/>
        </pc:sldMkLst>
      </pc:sldChg>
      <pc:sldChg chg="del">
        <pc:chgData name="Liang,Dr.,Hongzi (HP Medicine) BII-CN-S" userId="29bc0a18-5096-49d5-ae49-3e5745cfa117" providerId="ADAL" clId="{5A9E3200-621D-432B-B454-3D9C6295F2FA}" dt="2024-01-07T15:42:32.346" v="0" actId="47"/>
        <pc:sldMkLst>
          <pc:docMk/>
          <pc:sldMk cId="1412494302" sldId="2147480061"/>
        </pc:sldMkLst>
      </pc:sldChg>
      <pc:sldChg chg="del">
        <pc:chgData name="Liang,Dr.,Hongzi (HP Medicine) BII-CN-S" userId="29bc0a18-5096-49d5-ae49-3e5745cfa117" providerId="ADAL" clId="{5A9E3200-621D-432B-B454-3D9C6295F2FA}" dt="2024-01-10T09:29:12.801" v="117" actId="47"/>
        <pc:sldMkLst>
          <pc:docMk/>
          <pc:sldMk cId="3080897136" sldId="2147480062"/>
        </pc:sldMkLst>
      </pc:sldChg>
      <pc:sldChg chg="modSp mod">
        <pc:chgData name="Liang,Dr.,Hongzi (HP Medicine) BII-CN-S" userId="29bc0a18-5096-49d5-ae49-3e5745cfa117" providerId="ADAL" clId="{5A9E3200-621D-432B-B454-3D9C6295F2FA}" dt="2024-01-10T09:19:41.330" v="110" actId="572"/>
        <pc:sldMkLst>
          <pc:docMk/>
          <pc:sldMk cId="1458240650" sldId="2147480063"/>
        </pc:sldMkLst>
        <pc:spChg chg="mod">
          <ac:chgData name="Liang,Dr.,Hongzi (HP Medicine) BII-CN-S" userId="29bc0a18-5096-49d5-ae49-3e5745cfa117" providerId="ADAL" clId="{5A9E3200-621D-432B-B454-3D9C6295F2FA}" dt="2024-01-10T09:14:50.525" v="102" actId="1035"/>
          <ac:spMkLst>
            <pc:docMk/>
            <pc:sldMk cId="1458240650" sldId="2147480063"/>
            <ac:spMk id="5" creationId="{F0D15BCA-A2F2-D422-112B-5AD2C94C7496}"/>
          </ac:spMkLst>
        </pc:spChg>
        <pc:spChg chg="mod">
          <ac:chgData name="Liang,Dr.,Hongzi (HP Medicine) BII-CN-S" userId="29bc0a18-5096-49d5-ae49-3e5745cfa117" providerId="ADAL" clId="{5A9E3200-621D-432B-B454-3D9C6295F2FA}" dt="2024-01-10T09:14:50.525" v="102" actId="1035"/>
          <ac:spMkLst>
            <pc:docMk/>
            <pc:sldMk cId="1458240650" sldId="2147480063"/>
            <ac:spMk id="6" creationId="{FA91635F-479D-B3B3-249A-D087658543AA}"/>
          </ac:spMkLst>
        </pc:spChg>
        <pc:spChg chg="mod">
          <ac:chgData name="Liang,Dr.,Hongzi (HP Medicine) BII-CN-S" userId="29bc0a18-5096-49d5-ae49-3e5745cfa117" providerId="ADAL" clId="{5A9E3200-621D-432B-B454-3D9C6295F2FA}" dt="2024-01-10T09:14:34.158" v="91" actId="1076"/>
          <ac:spMkLst>
            <pc:docMk/>
            <pc:sldMk cId="1458240650" sldId="2147480063"/>
            <ac:spMk id="8" creationId="{B4110747-619B-B826-2F6E-06797D376A64}"/>
          </ac:spMkLst>
        </pc:spChg>
        <pc:spChg chg="mod">
          <ac:chgData name="Liang,Dr.,Hongzi (HP Medicine) BII-CN-S" userId="29bc0a18-5096-49d5-ae49-3e5745cfa117" providerId="ADAL" clId="{5A9E3200-621D-432B-B454-3D9C6295F2FA}" dt="2024-01-10T09:14:41.758" v="92" actId="1076"/>
          <ac:spMkLst>
            <pc:docMk/>
            <pc:sldMk cId="1458240650" sldId="2147480063"/>
            <ac:spMk id="11" creationId="{CEB3478B-49C5-A6D5-B943-E36A169B4542}"/>
          </ac:spMkLst>
        </pc:spChg>
        <pc:spChg chg="mod">
          <ac:chgData name="Liang,Dr.,Hongzi (HP Medicine) BII-CN-S" userId="29bc0a18-5096-49d5-ae49-3e5745cfa117" providerId="ADAL" clId="{5A9E3200-621D-432B-B454-3D9C6295F2FA}" dt="2024-01-10T09:14:50.525" v="102" actId="1035"/>
          <ac:spMkLst>
            <pc:docMk/>
            <pc:sldMk cId="1458240650" sldId="2147480063"/>
            <ac:spMk id="28" creationId="{179BED5E-16DB-8991-CC14-DDFB46078314}"/>
          </ac:spMkLst>
        </pc:spChg>
        <pc:graphicFrameChg chg="mod modGraphic">
          <ac:chgData name="Liang,Dr.,Hongzi (HP Medicine) BII-CN-S" userId="29bc0a18-5096-49d5-ae49-3e5745cfa117" providerId="ADAL" clId="{5A9E3200-621D-432B-B454-3D9C6295F2FA}" dt="2024-01-10T09:19:41.330" v="110" actId="572"/>
          <ac:graphicFrameMkLst>
            <pc:docMk/>
            <pc:sldMk cId="1458240650" sldId="2147480063"/>
            <ac:graphicFrameMk id="19" creationId="{2867D72B-A130-6827-B506-15D81EEE355D}"/>
          </ac:graphicFrameMkLst>
        </pc:graphicFrameChg>
      </pc:sldChg>
      <pc:sldChg chg="modSp mod">
        <pc:chgData name="Liang,Dr.,Hongzi (HP Medicine) BII-CN-S" userId="29bc0a18-5096-49d5-ae49-3e5745cfa117" providerId="ADAL" clId="{5A9E3200-621D-432B-B454-3D9C6295F2FA}" dt="2024-01-10T09:28:04.791" v="116" actId="20577"/>
        <pc:sldMkLst>
          <pc:docMk/>
          <pc:sldMk cId="3918587687" sldId="2147480067"/>
        </pc:sldMkLst>
        <pc:spChg chg="mod">
          <ac:chgData name="Liang,Dr.,Hongzi (HP Medicine) BII-CN-S" userId="29bc0a18-5096-49d5-ae49-3e5745cfa117" providerId="ADAL" clId="{5A9E3200-621D-432B-B454-3D9C6295F2FA}" dt="2024-01-10T09:25:46.460" v="115" actId="20577"/>
          <ac:spMkLst>
            <pc:docMk/>
            <pc:sldMk cId="3918587687" sldId="2147480067"/>
            <ac:spMk id="4" creationId="{DE8D630C-0ED6-F5A0-E156-D23A8CC23DEC}"/>
          </ac:spMkLst>
        </pc:spChg>
        <pc:spChg chg="mod">
          <ac:chgData name="Liang,Dr.,Hongzi (HP Medicine) BII-CN-S" userId="29bc0a18-5096-49d5-ae49-3e5745cfa117" providerId="ADAL" clId="{5A9E3200-621D-432B-B454-3D9C6295F2FA}" dt="2024-01-10T09:28:04.791" v="116" actId="20577"/>
          <ac:spMkLst>
            <pc:docMk/>
            <pc:sldMk cId="3918587687" sldId="2147480067"/>
            <ac:spMk id="102" creationId="{497CFF87-A60C-2B56-A8D5-8F070B976B4C}"/>
          </ac:spMkLst>
        </pc:spChg>
      </pc:sldChg>
      <pc:sldChg chg="delCm">
        <pc:chgData name="Liang,Dr.,Hongzi (HP Medicine) BII-CN-S" userId="29bc0a18-5096-49d5-ae49-3e5745cfa117" providerId="ADAL" clId="{5A9E3200-621D-432B-B454-3D9C6295F2FA}" dt="2024-01-10T09:32:35.852" v="168" actId="1592"/>
        <pc:sldMkLst>
          <pc:docMk/>
          <pc:sldMk cId="3276627087" sldId="2147480068"/>
        </pc:sldMkLst>
      </pc:sldChg>
      <pc:sldChg chg="modSp mod ord">
        <pc:chgData name="Liang,Dr.,Hongzi (HP Medicine) BII-CN-S" userId="29bc0a18-5096-49d5-ae49-3e5745cfa117" providerId="ADAL" clId="{5A9E3200-621D-432B-B454-3D9C6295F2FA}" dt="2024-01-10T09:36:16.361" v="176"/>
        <pc:sldMkLst>
          <pc:docMk/>
          <pc:sldMk cId="2649659099" sldId="2147480070"/>
        </pc:sldMkLst>
        <pc:spChg chg="mod">
          <ac:chgData name="Liang,Dr.,Hongzi (HP Medicine) BII-CN-S" userId="29bc0a18-5096-49d5-ae49-3e5745cfa117" providerId="ADAL" clId="{5A9E3200-621D-432B-B454-3D9C6295F2FA}" dt="2024-01-10T09:29:54.108" v="167" actId="20577"/>
          <ac:spMkLst>
            <pc:docMk/>
            <pc:sldMk cId="2649659099" sldId="2147480070"/>
            <ac:spMk id="87" creationId="{4F13EE89-C528-CAF0-326A-FFFDE9C592BB}"/>
          </ac:spMkLst>
        </pc:spChg>
      </pc:sldChg>
      <pc:sldChg chg="new del">
        <pc:chgData name="Liang,Dr.,Hongzi (HP Medicine) BII-CN-S" userId="29bc0a18-5096-49d5-ae49-3e5745cfa117" providerId="ADAL" clId="{5A9E3200-621D-432B-B454-3D9C6295F2FA}" dt="2024-01-10T09:35:50.529" v="170" actId="47"/>
        <pc:sldMkLst>
          <pc:docMk/>
          <pc:sldMk cId="3145502458" sldId="2147480071"/>
        </pc:sldMkLst>
      </pc:sldChg>
    </pc:docChg>
  </pc:docChgLst>
  <pc:docChgLst>
    <pc:chgData name="Liang,Dr.,Hongzi (HP Medicine) BII-CN-S" userId="29bc0a18-5096-49d5-ae49-3e5745cfa117" providerId="ADAL" clId="{6ABB0A59-492B-4619-8917-6A9C0A590C5D}"/>
    <pc:docChg chg="undo redo custSel addSld delSld modSld sldOrd delMainMaster">
      <pc:chgData name="Liang,Dr.,Hongzi (HP Medicine) BII-CN-S" userId="29bc0a18-5096-49d5-ae49-3e5745cfa117" providerId="ADAL" clId="{6ABB0A59-492B-4619-8917-6A9C0A590C5D}" dt="2024-02-23T10:23:29.161" v="6268" actId="729"/>
      <pc:docMkLst>
        <pc:docMk/>
      </pc:docMkLst>
      <pc:sldChg chg="del">
        <pc:chgData name="Liang,Dr.,Hongzi (HP Medicine) BII-CN-S" userId="29bc0a18-5096-49d5-ae49-3e5745cfa117" providerId="ADAL" clId="{6ABB0A59-492B-4619-8917-6A9C0A590C5D}" dt="2024-02-23T10:20:47.353" v="6263" actId="47"/>
        <pc:sldMkLst>
          <pc:docMk/>
          <pc:sldMk cId="1993514314" sldId="299"/>
        </pc:sldMkLst>
      </pc:sldChg>
      <pc:sldChg chg="del">
        <pc:chgData name="Liang,Dr.,Hongzi (HP Medicine) BII-CN-S" userId="29bc0a18-5096-49d5-ae49-3e5745cfa117" providerId="ADAL" clId="{6ABB0A59-492B-4619-8917-6A9C0A590C5D}" dt="2024-02-22T08:23:41.309" v="2425" actId="47"/>
        <pc:sldMkLst>
          <pc:docMk/>
          <pc:sldMk cId="787009115" sldId="361"/>
        </pc:sldMkLst>
      </pc:sldChg>
      <pc:sldChg chg="modSp mod">
        <pc:chgData name="Liang,Dr.,Hongzi (HP Medicine) BII-CN-S" userId="29bc0a18-5096-49d5-ae49-3e5745cfa117" providerId="ADAL" clId="{6ABB0A59-492B-4619-8917-6A9C0A590C5D}" dt="2024-02-22T01:21:13.614" v="32" actId="20577"/>
        <pc:sldMkLst>
          <pc:docMk/>
          <pc:sldMk cId="1341461315" sldId="431"/>
        </pc:sldMkLst>
        <pc:spChg chg="mod">
          <ac:chgData name="Liang,Dr.,Hongzi (HP Medicine) BII-CN-S" userId="29bc0a18-5096-49d5-ae49-3e5745cfa117" providerId="ADAL" clId="{6ABB0A59-492B-4619-8917-6A9C0A590C5D}" dt="2024-02-22T01:21:13.614" v="32" actId="20577"/>
          <ac:spMkLst>
            <pc:docMk/>
            <pc:sldMk cId="1341461315" sldId="431"/>
            <ac:spMk id="5" creationId="{00000000-0000-0000-0000-000000000000}"/>
          </ac:spMkLst>
        </pc:spChg>
      </pc:sldChg>
      <pc:sldChg chg="addSp delSp modSp mod modClrScheme chgLayout">
        <pc:chgData name="Liang,Dr.,Hongzi (HP Medicine) BII-CN-S" userId="29bc0a18-5096-49d5-ae49-3e5745cfa117" providerId="ADAL" clId="{6ABB0A59-492B-4619-8917-6A9C0A590C5D}" dt="2024-02-22T08:21:55.764" v="2420" actId="478"/>
        <pc:sldMkLst>
          <pc:docMk/>
          <pc:sldMk cId="1090564468" sldId="666"/>
        </pc:sldMkLst>
        <pc:spChg chg="del mod ord">
          <ac:chgData name="Liang,Dr.,Hongzi (HP Medicine) BII-CN-S" userId="29bc0a18-5096-49d5-ae49-3e5745cfa117" providerId="ADAL" clId="{6ABB0A59-492B-4619-8917-6A9C0A590C5D}" dt="2024-02-22T08:21:55.764" v="2420" actId="478"/>
          <ac:spMkLst>
            <pc:docMk/>
            <pc:sldMk cId="1090564468" sldId="666"/>
            <ac:spMk id="2" creationId="{AF87A2F7-B8F9-47DE-8B48-765B8E530846}"/>
          </ac:spMkLst>
        </pc:spChg>
        <pc:spChg chg="add mod ord">
          <ac:chgData name="Liang,Dr.,Hongzi (HP Medicine) BII-CN-S" userId="29bc0a18-5096-49d5-ae49-3e5745cfa117" providerId="ADAL" clId="{6ABB0A59-492B-4619-8917-6A9C0A590C5D}" dt="2024-02-22T08:21:52.371" v="2419" actId="20577"/>
          <ac:spMkLst>
            <pc:docMk/>
            <pc:sldMk cId="1090564468" sldId="666"/>
            <ac:spMk id="3" creationId="{3B6A312B-8F65-0785-0027-90EA033550FC}"/>
          </ac:spMkLst>
        </pc:spChg>
        <pc:spChg chg="mod ord">
          <ac:chgData name="Liang,Dr.,Hongzi (HP Medicine) BII-CN-S" userId="29bc0a18-5096-49d5-ae49-3e5745cfa117" providerId="ADAL" clId="{6ABB0A59-492B-4619-8917-6A9C0A590C5D}" dt="2024-02-22T08:21:47.940" v="2412" actId="700"/>
          <ac:spMkLst>
            <pc:docMk/>
            <pc:sldMk cId="1090564468" sldId="666"/>
            <ac:spMk id="5" creationId="{9C6A5750-0934-4CFD-9A23-E5E6788109E9}"/>
          </ac:spMkLst>
        </pc:spChg>
        <pc:spChg chg="add mod">
          <ac:chgData name="Liang,Dr.,Hongzi (HP Medicine) BII-CN-S" userId="29bc0a18-5096-49d5-ae49-3e5745cfa117" providerId="ADAL" clId="{6ABB0A59-492B-4619-8917-6A9C0A590C5D}" dt="2024-02-22T08:21:55.764" v="2420" actId="478"/>
          <ac:spMkLst>
            <pc:docMk/>
            <pc:sldMk cId="1090564468" sldId="666"/>
            <ac:spMk id="6" creationId="{64735846-FFCD-F1E8-8DB3-5EEEAF9AECA3}"/>
          </ac:spMkLst>
        </pc:spChg>
      </pc:sldChg>
      <pc:sldChg chg="del">
        <pc:chgData name="Liang,Dr.,Hongzi (HP Medicine) BII-CN-S" userId="29bc0a18-5096-49d5-ae49-3e5745cfa117" providerId="ADAL" clId="{6ABB0A59-492B-4619-8917-6A9C0A590C5D}" dt="2024-02-22T01:22:00.032" v="35" actId="47"/>
        <pc:sldMkLst>
          <pc:docMk/>
          <pc:sldMk cId="3132721353" sldId="2947"/>
        </pc:sldMkLst>
      </pc:sldChg>
      <pc:sldChg chg="addSp delSp modSp mod ord">
        <pc:chgData name="Liang,Dr.,Hongzi (HP Medicine) BII-CN-S" userId="29bc0a18-5096-49d5-ae49-3e5745cfa117" providerId="ADAL" clId="{6ABB0A59-492B-4619-8917-6A9C0A590C5D}" dt="2024-02-23T08:17:39.161" v="4470" actId="404"/>
        <pc:sldMkLst>
          <pc:docMk/>
          <pc:sldMk cId="2985877493" sldId="9813"/>
        </pc:sldMkLst>
        <pc:spChg chg="mod">
          <ac:chgData name="Liang,Dr.,Hongzi (HP Medicine) BII-CN-S" userId="29bc0a18-5096-49d5-ae49-3e5745cfa117" providerId="ADAL" clId="{6ABB0A59-492B-4619-8917-6A9C0A590C5D}" dt="2024-02-23T08:16:49.655" v="4452" actId="20577"/>
          <ac:spMkLst>
            <pc:docMk/>
            <pc:sldMk cId="2985877493" sldId="9813"/>
            <ac:spMk id="2" creationId="{10EB12F8-5375-55E9-7615-B3D222CEB45B}"/>
          </ac:spMkLst>
        </pc:spChg>
        <pc:spChg chg="add del mod">
          <ac:chgData name="Liang,Dr.,Hongzi (HP Medicine) BII-CN-S" userId="29bc0a18-5096-49d5-ae49-3e5745cfa117" providerId="ADAL" clId="{6ABB0A59-492B-4619-8917-6A9C0A590C5D}" dt="2024-02-22T08:52:34.941" v="2471"/>
          <ac:spMkLst>
            <pc:docMk/>
            <pc:sldMk cId="2985877493" sldId="9813"/>
            <ac:spMk id="4" creationId="{D309070D-05EB-A2DA-FF82-4498F023550F}"/>
          </ac:spMkLst>
        </pc:spChg>
        <pc:spChg chg="add mod">
          <ac:chgData name="Liang,Dr.,Hongzi (HP Medicine) BII-CN-S" userId="29bc0a18-5096-49d5-ae49-3e5745cfa117" providerId="ADAL" clId="{6ABB0A59-492B-4619-8917-6A9C0A590C5D}" dt="2024-02-23T05:48:20.888" v="3063" actId="1076"/>
          <ac:spMkLst>
            <pc:docMk/>
            <pc:sldMk cId="2985877493" sldId="9813"/>
            <ac:spMk id="5" creationId="{C7886FDC-7FE7-40AC-7541-2E5B98D49EB9}"/>
          </ac:spMkLst>
        </pc:spChg>
        <pc:spChg chg="mod">
          <ac:chgData name="Liang,Dr.,Hongzi (HP Medicine) BII-CN-S" userId="29bc0a18-5096-49d5-ae49-3e5745cfa117" providerId="ADAL" clId="{6ABB0A59-492B-4619-8917-6A9C0A590C5D}" dt="2024-02-23T06:10:36.935" v="3270" actId="14100"/>
          <ac:spMkLst>
            <pc:docMk/>
            <pc:sldMk cId="2985877493" sldId="9813"/>
            <ac:spMk id="16" creationId="{B0A95BD2-74F1-6BB5-4EB2-30665BAF9102}"/>
          </ac:spMkLst>
        </pc:spChg>
        <pc:spChg chg="mod">
          <ac:chgData name="Liang,Dr.,Hongzi (HP Medicine) BII-CN-S" userId="29bc0a18-5096-49d5-ae49-3e5745cfa117" providerId="ADAL" clId="{6ABB0A59-492B-4619-8917-6A9C0A590C5D}" dt="2024-02-22T08:56:39.989" v="2580" actId="207"/>
          <ac:spMkLst>
            <pc:docMk/>
            <pc:sldMk cId="2985877493" sldId="9813"/>
            <ac:spMk id="17" creationId="{1A643A9C-78FB-396B-D7B7-30072D13A7AC}"/>
          </ac:spMkLst>
        </pc:spChg>
        <pc:spChg chg="mod">
          <ac:chgData name="Liang,Dr.,Hongzi (HP Medicine) BII-CN-S" userId="29bc0a18-5096-49d5-ae49-3e5745cfa117" providerId="ADAL" clId="{6ABB0A59-492B-4619-8917-6A9C0A590C5D}" dt="2024-02-22T08:39:24.770" v="2449" actId="208"/>
          <ac:spMkLst>
            <pc:docMk/>
            <pc:sldMk cId="2985877493" sldId="9813"/>
            <ac:spMk id="20" creationId="{D4A09083-16B9-33EF-A1BE-0FEF531B85E9}"/>
          </ac:spMkLst>
        </pc:spChg>
        <pc:spChg chg="mod">
          <ac:chgData name="Liang,Dr.,Hongzi (HP Medicine) BII-CN-S" userId="29bc0a18-5096-49d5-ae49-3e5745cfa117" providerId="ADAL" clId="{6ABB0A59-492B-4619-8917-6A9C0A590C5D}" dt="2024-02-22T08:38:49.296" v="2448" actId="207"/>
          <ac:spMkLst>
            <pc:docMk/>
            <pc:sldMk cId="2985877493" sldId="9813"/>
            <ac:spMk id="21" creationId="{4C8DDEC9-38FE-7B64-4EEF-012DE08E66D8}"/>
          </ac:spMkLst>
        </pc:spChg>
        <pc:spChg chg="mod">
          <ac:chgData name="Liang,Dr.,Hongzi (HP Medicine) BII-CN-S" userId="29bc0a18-5096-49d5-ae49-3e5745cfa117" providerId="ADAL" clId="{6ABB0A59-492B-4619-8917-6A9C0A590C5D}" dt="2024-02-22T09:03:48.699" v="2581" actId="20577"/>
          <ac:spMkLst>
            <pc:docMk/>
            <pc:sldMk cId="2985877493" sldId="9813"/>
            <ac:spMk id="22" creationId="{FFCFDFF1-EA5B-48F7-529A-BFE4D4B23DA1}"/>
          </ac:spMkLst>
        </pc:spChg>
        <pc:spChg chg="mod">
          <ac:chgData name="Liang,Dr.,Hongzi (HP Medicine) BII-CN-S" userId="29bc0a18-5096-49d5-ae49-3e5745cfa117" providerId="ADAL" clId="{6ABB0A59-492B-4619-8917-6A9C0A590C5D}" dt="2024-02-22T09:03:53.943" v="2582" actId="20577"/>
          <ac:spMkLst>
            <pc:docMk/>
            <pc:sldMk cId="2985877493" sldId="9813"/>
            <ac:spMk id="23" creationId="{4C483226-9BBA-87B2-03B2-6A36B9ED3AFA}"/>
          </ac:spMkLst>
        </pc:spChg>
        <pc:spChg chg="mod topLvl">
          <ac:chgData name="Liang,Dr.,Hongzi (HP Medicine) BII-CN-S" userId="29bc0a18-5096-49d5-ae49-3e5745cfa117" providerId="ADAL" clId="{6ABB0A59-492B-4619-8917-6A9C0A590C5D}" dt="2024-02-23T06:11:20.240" v="3285" actId="1036"/>
          <ac:spMkLst>
            <pc:docMk/>
            <pc:sldMk cId="2985877493" sldId="9813"/>
            <ac:spMk id="25" creationId="{030456D4-CF0B-339A-ADD2-01546A557C29}"/>
          </ac:spMkLst>
        </pc:spChg>
        <pc:spChg chg="del mod topLvl">
          <ac:chgData name="Liang,Dr.,Hongzi (HP Medicine) BII-CN-S" userId="29bc0a18-5096-49d5-ae49-3e5745cfa117" providerId="ADAL" clId="{6ABB0A59-492B-4619-8917-6A9C0A590C5D}" dt="2024-02-23T05:19:10.375" v="2777" actId="478"/>
          <ac:spMkLst>
            <pc:docMk/>
            <pc:sldMk cId="2985877493" sldId="9813"/>
            <ac:spMk id="26" creationId="{B79E9068-F134-9782-C303-04E4D4AC386D}"/>
          </ac:spMkLst>
        </pc:spChg>
        <pc:spChg chg="mod">
          <ac:chgData name="Liang,Dr.,Hongzi (HP Medicine) BII-CN-S" userId="29bc0a18-5096-49d5-ae49-3e5745cfa117" providerId="ADAL" clId="{6ABB0A59-492B-4619-8917-6A9C0A590C5D}" dt="2024-02-23T06:11:39.801" v="3308" actId="1036"/>
          <ac:spMkLst>
            <pc:docMk/>
            <pc:sldMk cId="2985877493" sldId="9813"/>
            <ac:spMk id="27" creationId="{46035DF3-8FCD-10F7-0F1C-4361A72B18FA}"/>
          </ac:spMkLst>
        </pc:spChg>
        <pc:spChg chg="mod">
          <ac:chgData name="Liang,Dr.,Hongzi (HP Medicine) BII-CN-S" userId="29bc0a18-5096-49d5-ae49-3e5745cfa117" providerId="ADAL" clId="{6ABB0A59-492B-4619-8917-6A9C0A590C5D}" dt="2024-02-23T06:11:31.408" v="3306" actId="1035"/>
          <ac:spMkLst>
            <pc:docMk/>
            <pc:sldMk cId="2985877493" sldId="9813"/>
            <ac:spMk id="28" creationId="{29EE032C-B6A2-4956-80CE-0CEB9DEF0A49}"/>
          </ac:spMkLst>
        </pc:spChg>
        <pc:spChg chg="mod">
          <ac:chgData name="Liang,Dr.,Hongzi (HP Medicine) BII-CN-S" userId="29bc0a18-5096-49d5-ae49-3e5745cfa117" providerId="ADAL" clId="{6ABB0A59-492B-4619-8917-6A9C0A590C5D}" dt="2024-02-23T05:35:53.434" v="3017" actId="20577"/>
          <ac:spMkLst>
            <pc:docMk/>
            <pc:sldMk cId="2985877493" sldId="9813"/>
            <ac:spMk id="30" creationId="{4B787E25-FEB6-DCB7-CCDA-D9FDEB4456C9}"/>
          </ac:spMkLst>
        </pc:spChg>
        <pc:spChg chg="mod">
          <ac:chgData name="Liang,Dr.,Hongzi (HP Medicine) BII-CN-S" userId="29bc0a18-5096-49d5-ae49-3e5745cfa117" providerId="ADAL" clId="{6ABB0A59-492B-4619-8917-6A9C0A590C5D}" dt="2024-02-23T03:33:52.286" v="2641" actId="1038"/>
          <ac:spMkLst>
            <pc:docMk/>
            <pc:sldMk cId="2985877493" sldId="9813"/>
            <ac:spMk id="33" creationId="{44078596-69CD-C546-C30F-35F82B2A32BE}"/>
          </ac:spMkLst>
        </pc:spChg>
        <pc:spChg chg="mod">
          <ac:chgData name="Liang,Dr.,Hongzi (HP Medicine) BII-CN-S" userId="29bc0a18-5096-49d5-ae49-3e5745cfa117" providerId="ADAL" clId="{6ABB0A59-492B-4619-8917-6A9C0A590C5D}" dt="2024-02-23T03:33:52.286" v="2641" actId="1038"/>
          <ac:spMkLst>
            <pc:docMk/>
            <pc:sldMk cId="2985877493" sldId="9813"/>
            <ac:spMk id="34" creationId="{6A56CD95-FDB4-BBF8-0236-4EC01AD00B4E}"/>
          </ac:spMkLst>
        </pc:spChg>
        <pc:spChg chg="mod">
          <ac:chgData name="Liang,Dr.,Hongzi (HP Medicine) BII-CN-S" userId="29bc0a18-5096-49d5-ae49-3e5745cfa117" providerId="ADAL" clId="{6ABB0A59-492B-4619-8917-6A9C0A590C5D}" dt="2024-02-23T03:33:29.003" v="2637" actId="1038"/>
          <ac:spMkLst>
            <pc:docMk/>
            <pc:sldMk cId="2985877493" sldId="9813"/>
            <ac:spMk id="36" creationId="{D426A7E9-F5EF-79AF-C6A2-5BD276BFB05C}"/>
          </ac:spMkLst>
        </pc:spChg>
        <pc:spChg chg="mod">
          <ac:chgData name="Liang,Dr.,Hongzi (HP Medicine) BII-CN-S" userId="29bc0a18-5096-49d5-ae49-3e5745cfa117" providerId="ADAL" clId="{6ABB0A59-492B-4619-8917-6A9C0A590C5D}" dt="2024-02-23T03:33:29.003" v="2637" actId="1038"/>
          <ac:spMkLst>
            <pc:docMk/>
            <pc:sldMk cId="2985877493" sldId="9813"/>
            <ac:spMk id="37" creationId="{5F0E1CC0-70B2-5E2C-1DF3-3D48127EB422}"/>
          </ac:spMkLst>
        </pc:spChg>
        <pc:spChg chg="mod">
          <ac:chgData name="Liang,Dr.,Hongzi (HP Medicine) BII-CN-S" userId="29bc0a18-5096-49d5-ae49-3e5745cfa117" providerId="ADAL" clId="{6ABB0A59-492B-4619-8917-6A9C0A590C5D}" dt="2024-02-23T06:11:57.683" v="3311" actId="14100"/>
          <ac:spMkLst>
            <pc:docMk/>
            <pc:sldMk cId="2985877493" sldId="9813"/>
            <ac:spMk id="38" creationId="{456F02E3-01D5-E543-75F4-A5A796B12781}"/>
          </ac:spMkLst>
        </pc:spChg>
        <pc:spChg chg="mod">
          <ac:chgData name="Liang,Dr.,Hongzi (HP Medicine) BII-CN-S" userId="29bc0a18-5096-49d5-ae49-3e5745cfa117" providerId="ADAL" clId="{6ABB0A59-492B-4619-8917-6A9C0A590C5D}" dt="2024-02-23T06:12:19.845" v="3315" actId="14100"/>
          <ac:spMkLst>
            <pc:docMk/>
            <pc:sldMk cId="2985877493" sldId="9813"/>
            <ac:spMk id="39" creationId="{04A8CD4C-8373-EF23-8BD6-02355D01DBE7}"/>
          </ac:spMkLst>
        </pc:spChg>
        <pc:spChg chg="mod">
          <ac:chgData name="Liang,Dr.,Hongzi (HP Medicine) BII-CN-S" userId="29bc0a18-5096-49d5-ae49-3e5745cfa117" providerId="ADAL" clId="{6ABB0A59-492B-4619-8917-6A9C0A590C5D}" dt="2024-02-23T06:12:12.531" v="3314" actId="14100"/>
          <ac:spMkLst>
            <pc:docMk/>
            <pc:sldMk cId="2985877493" sldId="9813"/>
            <ac:spMk id="40" creationId="{129B0E5A-E7E6-72E3-AC0A-6FE1D0BF0625}"/>
          </ac:spMkLst>
        </pc:spChg>
        <pc:spChg chg="del">
          <ac:chgData name="Liang,Dr.,Hongzi (HP Medicine) BII-CN-S" userId="29bc0a18-5096-49d5-ae49-3e5745cfa117" providerId="ADAL" clId="{6ABB0A59-492B-4619-8917-6A9C0A590C5D}" dt="2024-02-23T05:49:01.953" v="3065" actId="478"/>
          <ac:spMkLst>
            <pc:docMk/>
            <pc:sldMk cId="2985877493" sldId="9813"/>
            <ac:spMk id="41" creationId="{4449A667-153A-2EE4-191F-46BCA2F0E7B4}"/>
          </ac:spMkLst>
        </pc:spChg>
        <pc:spChg chg="mod">
          <ac:chgData name="Liang,Dr.,Hongzi (HP Medicine) BII-CN-S" userId="29bc0a18-5096-49d5-ae49-3e5745cfa117" providerId="ADAL" clId="{6ABB0A59-492B-4619-8917-6A9C0A590C5D}" dt="2024-02-22T08:40:31.039" v="2457" actId="208"/>
          <ac:spMkLst>
            <pc:docMk/>
            <pc:sldMk cId="2985877493" sldId="9813"/>
            <ac:spMk id="43" creationId="{2B2C025A-E85A-9F00-7EB0-2E7EC8715CF2}"/>
          </ac:spMkLst>
        </pc:spChg>
        <pc:spChg chg="mod">
          <ac:chgData name="Liang,Dr.,Hongzi (HP Medicine) BII-CN-S" userId="29bc0a18-5096-49d5-ae49-3e5745cfa117" providerId="ADAL" clId="{6ABB0A59-492B-4619-8917-6A9C0A590C5D}" dt="2024-02-23T06:11:51.473" v="3309" actId="14100"/>
          <ac:spMkLst>
            <pc:docMk/>
            <pc:sldMk cId="2985877493" sldId="9813"/>
            <ac:spMk id="44" creationId="{541E44FD-B116-E0B1-0042-0E9C31BB123C}"/>
          </ac:spMkLst>
        </pc:spChg>
        <pc:spChg chg="mod">
          <ac:chgData name="Liang,Dr.,Hongzi (HP Medicine) BII-CN-S" userId="29bc0a18-5096-49d5-ae49-3e5745cfa117" providerId="ADAL" clId="{6ABB0A59-492B-4619-8917-6A9C0A590C5D}" dt="2024-02-23T05:49:44.819" v="3087" actId="1038"/>
          <ac:spMkLst>
            <pc:docMk/>
            <pc:sldMk cId="2985877493" sldId="9813"/>
            <ac:spMk id="46" creationId="{DCDF7C48-10C3-68EB-5538-C158096EED34}"/>
          </ac:spMkLst>
        </pc:spChg>
        <pc:spChg chg="mod">
          <ac:chgData name="Liang,Dr.,Hongzi (HP Medicine) BII-CN-S" userId="29bc0a18-5096-49d5-ae49-3e5745cfa117" providerId="ADAL" clId="{6ABB0A59-492B-4619-8917-6A9C0A590C5D}" dt="2024-02-23T05:49:44.819" v="3087" actId="1038"/>
          <ac:spMkLst>
            <pc:docMk/>
            <pc:sldMk cId="2985877493" sldId="9813"/>
            <ac:spMk id="47" creationId="{D2B81A79-B124-7D2F-DE4C-4B1FD9A05F0E}"/>
          </ac:spMkLst>
        </pc:spChg>
        <pc:spChg chg="mod">
          <ac:chgData name="Liang,Dr.,Hongzi (HP Medicine) BII-CN-S" userId="29bc0a18-5096-49d5-ae49-3e5745cfa117" providerId="ADAL" clId="{6ABB0A59-492B-4619-8917-6A9C0A590C5D}" dt="2024-02-23T05:49:44.819" v="3087" actId="1038"/>
          <ac:spMkLst>
            <pc:docMk/>
            <pc:sldMk cId="2985877493" sldId="9813"/>
            <ac:spMk id="49" creationId="{E9D11AFD-A649-CA8F-3DB2-69D6128A21F7}"/>
          </ac:spMkLst>
        </pc:spChg>
        <pc:spChg chg="mod">
          <ac:chgData name="Liang,Dr.,Hongzi (HP Medicine) BII-CN-S" userId="29bc0a18-5096-49d5-ae49-3e5745cfa117" providerId="ADAL" clId="{6ABB0A59-492B-4619-8917-6A9C0A590C5D}" dt="2024-02-23T05:49:44.819" v="3087" actId="1038"/>
          <ac:spMkLst>
            <pc:docMk/>
            <pc:sldMk cId="2985877493" sldId="9813"/>
            <ac:spMk id="50" creationId="{61AA2983-2FFE-B877-4B61-529294A3C91A}"/>
          </ac:spMkLst>
        </pc:spChg>
        <pc:spChg chg="mod">
          <ac:chgData name="Liang,Dr.,Hongzi (HP Medicine) BII-CN-S" userId="29bc0a18-5096-49d5-ae49-3e5745cfa117" providerId="ADAL" clId="{6ABB0A59-492B-4619-8917-6A9C0A590C5D}" dt="2024-02-22T08:38:28.792" v="2447" actId="2085"/>
          <ac:spMkLst>
            <pc:docMk/>
            <pc:sldMk cId="2985877493" sldId="9813"/>
            <ac:spMk id="51" creationId="{AE4E5189-5E3D-A3A5-F39D-E40B176ABCB6}"/>
          </ac:spMkLst>
        </pc:spChg>
        <pc:spChg chg="mod">
          <ac:chgData name="Liang,Dr.,Hongzi (HP Medicine) BII-CN-S" userId="29bc0a18-5096-49d5-ae49-3e5745cfa117" providerId="ADAL" clId="{6ABB0A59-492B-4619-8917-6A9C0A590C5D}" dt="2024-02-22T08:40:34.020" v="2458" actId="208"/>
          <ac:spMkLst>
            <pc:docMk/>
            <pc:sldMk cId="2985877493" sldId="9813"/>
            <ac:spMk id="54" creationId="{55EB8F2E-322E-CDCE-22FD-4D2FBDFFE321}"/>
          </ac:spMkLst>
        </pc:spChg>
        <pc:spChg chg="mod">
          <ac:chgData name="Liang,Dr.,Hongzi (HP Medicine) BII-CN-S" userId="29bc0a18-5096-49d5-ae49-3e5745cfa117" providerId="ADAL" clId="{6ABB0A59-492B-4619-8917-6A9C0A590C5D}" dt="2024-02-23T06:10:54.271" v="3274" actId="14100"/>
          <ac:spMkLst>
            <pc:docMk/>
            <pc:sldMk cId="2985877493" sldId="9813"/>
            <ac:spMk id="57" creationId="{6FB45AF3-EAB6-72BC-78DD-296EE5033D5B}"/>
          </ac:spMkLst>
        </pc:spChg>
        <pc:spChg chg="mod">
          <ac:chgData name="Liang,Dr.,Hongzi (HP Medicine) BII-CN-S" userId="29bc0a18-5096-49d5-ae49-3e5745cfa117" providerId="ADAL" clId="{6ABB0A59-492B-4619-8917-6A9C0A590C5D}" dt="2024-02-23T06:10:20.052" v="3268" actId="14100"/>
          <ac:spMkLst>
            <pc:docMk/>
            <pc:sldMk cId="2985877493" sldId="9813"/>
            <ac:spMk id="58" creationId="{0625D1C5-C431-502D-939B-9C4FD7FF34EA}"/>
          </ac:spMkLst>
        </pc:spChg>
        <pc:spChg chg="del">
          <ac:chgData name="Liang,Dr.,Hongzi (HP Medicine) BII-CN-S" userId="29bc0a18-5096-49d5-ae49-3e5745cfa117" providerId="ADAL" clId="{6ABB0A59-492B-4619-8917-6A9C0A590C5D}" dt="2024-02-23T03:37:06.855" v="2727" actId="478"/>
          <ac:spMkLst>
            <pc:docMk/>
            <pc:sldMk cId="2985877493" sldId="9813"/>
            <ac:spMk id="60" creationId="{4242EAE2-7C82-320C-AC33-AAF61B73E76B}"/>
          </ac:spMkLst>
        </pc:spChg>
        <pc:spChg chg="mod">
          <ac:chgData name="Liang,Dr.,Hongzi (HP Medicine) BII-CN-S" userId="29bc0a18-5096-49d5-ae49-3e5745cfa117" providerId="ADAL" clId="{6ABB0A59-492B-4619-8917-6A9C0A590C5D}" dt="2024-02-23T05:48:05.770" v="3060" actId="1076"/>
          <ac:spMkLst>
            <pc:docMk/>
            <pc:sldMk cId="2985877493" sldId="9813"/>
            <ac:spMk id="61" creationId="{E955A652-F531-8D9C-3C6B-09DB68ADF5FF}"/>
          </ac:spMkLst>
        </pc:spChg>
        <pc:spChg chg="mod">
          <ac:chgData name="Liang,Dr.,Hongzi (HP Medicine) BII-CN-S" userId="29bc0a18-5096-49d5-ae49-3e5745cfa117" providerId="ADAL" clId="{6ABB0A59-492B-4619-8917-6A9C0A590C5D}" dt="2024-02-23T05:48:31.288" v="3064" actId="1076"/>
          <ac:spMkLst>
            <pc:docMk/>
            <pc:sldMk cId="2985877493" sldId="9813"/>
            <ac:spMk id="62" creationId="{3AE28AC6-BC0E-9679-6DEC-2910188ED382}"/>
          </ac:spMkLst>
        </pc:spChg>
        <pc:spChg chg="add del mod">
          <ac:chgData name="Liang,Dr.,Hongzi (HP Medicine) BII-CN-S" userId="29bc0a18-5096-49d5-ae49-3e5745cfa117" providerId="ADAL" clId="{6ABB0A59-492B-4619-8917-6A9C0A590C5D}" dt="2024-02-22T08:56:31.668" v="2579" actId="478"/>
          <ac:spMkLst>
            <pc:docMk/>
            <pc:sldMk cId="2985877493" sldId="9813"/>
            <ac:spMk id="63" creationId="{F2564393-16B0-F0BD-9B42-852E30CC7E7B}"/>
          </ac:spMkLst>
        </pc:spChg>
        <pc:spChg chg="add del mod">
          <ac:chgData name="Liang,Dr.,Hongzi (HP Medicine) BII-CN-S" userId="29bc0a18-5096-49d5-ae49-3e5745cfa117" providerId="ADAL" clId="{6ABB0A59-492B-4619-8917-6A9C0A590C5D}" dt="2024-02-22T09:03:59.596" v="2584"/>
          <ac:spMkLst>
            <pc:docMk/>
            <pc:sldMk cId="2985877493" sldId="9813"/>
            <ac:spMk id="64" creationId="{173CB91C-89C9-25ED-09C5-6C7D4AB81972}"/>
          </ac:spMkLst>
        </pc:spChg>
        <pc:spChg chg="add mod">
          <ac:chgData name="Liang,Dr.,Hongzi (HP Medicine) BII-CN-S" userId="29bc0a18-5096-49d5-ae49-3e5745cfa117" providerId="ADAL" clId="{6ABB0A59-492B-4619-8917-6A9C0A590C5D}" dt="2024-02-22T09:04:16.950" v="2588" actId="20577"/>
          <ac:spMkLst>
            <pc:docMk/>
            <pc:sldMk cId="2985877493" sldId="9813"/>
            <ac:spMk id="65" creationId="{7D8B9180-A4B2-E716-CB49-028B78E80997}"/>
          </ac:spMkLst>
        </pc:spChg>
        <pc:spChg chg="add mod">
          <ac:chgData name="Liang,Dr.,Hongzi (HP Medicine) BII-CN-S" userId="29bc0a18-5096-49d5-ae49-3e5745cfa117" providerId="ADAL" clId="{6ABB0A59-492B-4619-8917-6A9C0A590C5D}" dt="2024-02-23T07:25:51.702" v="3894" actId="1076"/>
          <ac:spMkLst>
            <pc:docMk/>
            <pc:sldMk cId="2985877493" sldId="9813"/>
            <ac:spMk id="66" creationId="{0FB47982-0B8E-56F8-B823-C9FDA579B600}"/>
          </ac:spMkLst>
        </pc:spChg>
        <pc:spChg chg="add del mod">
          <ac:chgData name="Liang,Dr.,Hongzi (HP Medicine) BII-CN-S" userId="29bc0a18-5096-49d5-ae49-3e5745cfa117" providerId="ADAL" clId="{6ABB0A59-492B-4619-8917-6A9C0A590C5D}" dt="2024-02-23T05:45:40.156" v="3040" actId="478"/>
          <ac:spMkLst>
            <pc:docMk/>
            <pc:sldMk cId="2985877493" sldId="9813"/>
            <ac:spMk id="68" creationId="{C223365C-F7DB-2A6F-E3DE-425F27D243AF}"/>
          </ac:spMkLst>
        </pc:spChg>
        <pc:spChg chg="mod">
          <ac:chgData name="Liang,Dr.,Hongzi (HP Medicine) BII-CN-S" userId="29bc0a18-5096-49d5-ae49-3e5745cfa117" providerId="ADAL" clId="{6ABB0A59-492B-4619-8917-6A9C0A590C5D}" dt="2024-02-22T08:38:25.475" v="2446" actId="2085"/>
          <ac:spMkLst>
            <pc:docMk/>
            <pc:sldMk cId="2985877493" sldId="9813"/>
            <ac:spMk id="69" creationId="{39394C51-4E08-FF06-3A02-C45CA730B250}"/>
          </ac:spMkLst>
        </pc:spChg>
        <pc:spChg chg="del">
          <ac:chgData name="Liang,Dr.,Hongzi (HP Medicine) BII-CN-S" userId="29bc0a18-5096-49d5-ae49-3e5745cfa117" providerId="ADAL" clId="{6ABB0A59-492B-4619-8917-6A9C0A590C5D}" dt="2024-02-23T05:49:04.811" v="3066" actId="478"/>
          <ac:spMkLst>
            <pc:docMk/>
            <pc:sldMk cId="2985877493" sldId="9813"/>
            <ac:spMk id="76" creationId="{CEC4044B-E518-E5DC-4FB2-51CD7771BE49}"/>
          </ac:spMkLst>
        </pc:spChg>
        <pc:spChg chg="add del mod">
          <ac:chgData name="Liang,Dr.,Hongzi (HP Medicine) BII-CN-S" userId="29bc0a18-5096-49d5-ae49-3e5745cfa117" providerId="ADAL" clId="{6ABB0A59-492B-4619-8917-6A9C0A590C5D}" dt="2024-02-23T06:16:09.291" v="3316" actId="478"/>
          <ac:spMkLst>
            <pc:docMk/>
            <pc:sldMk cId="2985877493" sldId="9813"/>
            <ac:spMk id="77" creationId="{1EBFF006-3625-E0AF-3F3C-CF61CA39A7BE}"/>
          </ac:spMkLst>
        </pc:spChg>
        <pc:spChg chg="del mod">
          <ac:chgData name="Liang,Dr.,Hongzi (HP Medicine) BII-CN-S" userId="29bc0a18-5096-49d5-ae49-3e5745cfa117" providerId="ADAL" clId="{6ABB0A59-492B-4619-8917-6A9C0A590C5D}" dt="2024-02-23T05:20:28.749" v="2841" actId="478"/>
          <ac:spMkLst>
            <pc:docMk/>
            <pc:sldMk cId="2985877493" sldId="9813"/>
            <ac:spMk id="82" creationId="{6CEDC699-0C7E-BA75-BA4D-711625D1239D}"/>
          </ac:spMkLst>
        </pc:spChg>
        <pc:spChg chg="mod">
          <ac:chgData name="Liang,Dr.,Hongzi (HP Medicine) BII-CN-S" userId="29bc0a18-5096-49d5-ae49-3e5745cfa117" providerId="ADAL" clId="{6ABB0A59-492B-4619-8917-6A9C0A590C5D}" dt="2024-02-23T05:19:46.002" v="2800" actId="1038"/>
          <ac:spMkLst>
            <pc:docMk/>
            <pc:sldMk cId="2985877493" sldId="9813"/>
            <ac:spMk id="84" creationId="{4D0B9C5A-EAB3-38D3-1253-0FD32D7913BD}"/>
          </ac:spMkLst>
        </pc:spChg>
        <pc:spChg chg="mod">
          <ac:chgData name="Liang,Dr.,Hongzi (HP Medicine) BII-CN-S" userId="29bc0a18-5096-49d5-ae49-3e5745cfa117" providerId="ADAL" clId="{6ABB0A59-492B-4619-8917-6A9C0A590C5D}" dt="2024-02-23T05:19:46.002" v="2800" actId="1038"/>
          <ac:spMkLst>
            <pc:docMk/>
            <pc:sldMk cId="2985877493" sldId="9813"/>
            <ac:spMk id="85" creationId="{81BD051A-735D-C246-8C35-88C471C6D5A4}"/>
          </ac:spMkLst>
        </pc:spChg>
        <pc:spChg chg="mod">
          <ac:chgData name="Liang,Dr.,Hongzi (HP Medicine) BII-CN-S" userId="29bc0a18-5096-49d5-ae49-3e5745cfa117" providerId="ADAL" clId="{6ABB0A59-492B-4619-8917-6A9C0A590C5D}" dt="2024-02-23T05:19:46.002" v="2800" actId="1038"/>
          <ac:spMkLst>
            <pc:docMk/>
            <pc:sldMk cId="2985877493" sldId="9813"/>
            <ac:spMk id="87" creationId="{C3F50913-0F10-A9EB-FE20-1C214A22A248}"/>
          </ac:spMkLst>
        </pc:spChg>
        <pc:spChg chg="mod">
          <ac:chgData name="Liang,Dr.,Hongzi (HP Medicine) BII-CN-S" userId="29bc0a18-5096-49d5-ae49-3e5745cfa117" providerId="ADAL" clId="{6ABB0A59-492B-4619-8917-6A9C0A590C5D}" dt="2024-02-23T05:19:46.002" v="2800" actId="1038"/>
          <ac:spMkLst>
            <pc:docMk/>
            <pc:sldMk cId="2985877493" sldId="9813"/>
            <ac:spMk id="88" creationId="{2B348FF0-DAA2-220D-53E3-9FA572FDEC8D}"/>
          </ac:spMkLst>
        </pc:spChg>
        <pc:spChg chg="del mod">
          <ac:chgData name="Liang,Dr.,Hongzi (HP Medicine) BII-CN-S" userId="29bc0a18-5096-49d5-ae49-3e5745cfa117" providerId="ADAL" clId="{6ABB0A59-492B-4619-8917-6A9C0A590C5D}" dt="2024-02-23T05:57:01.759" v="3262" actId="478"/>
          <ac:spMkLst>
            <pc:docMk/>
            <pc:sldMk cId="2985877493" sldId="9813"/>
            <ac:spMk id="89" creationId="{EE80C576-A5DA-81EB-47BF-7E81488884A9}"/>
          </ac:spMkLst>
        </pc:spChg>
        <pc:spChg chg="del mod">
          <ac:chgData name="Liang,Dr.,Hongzi (HP Medicine) BII-CN-S" userId="29bc0a18-5096-49d5-ae49-3e5745cfa117" providerId="ADAL" clId="{6ABB0A59-492B-4619-8917-6A9C0A590C5D}" dt="2024-02-23T05:19:25.128" v="2780" actId="478"/>
          <ac:spMkLst>
            <pc:docMk/>
            <pc:sldMk cId="2985877493" sldId="9813"/>
            <ac:spMk id="91" creationId="{5A7A3B66-9A4C-AF5F-BA29-9D6FDD6A64C5}"/>
          </ac:spMkLst>
        </pc:spChg>
        <pc:grpChg chg="mod">
          <ac:chgData name="Liang,Dr.,Hongzi (HP Medicine) BII-CN-S" userId="29bc0a18-5096-49d5-ae49-3e5745cfa117" providerId="ADAL" clId="{6ABB0A59-492B-4619-8917-6A9C0A590C5D}" dt="2024-02-22T08:38:49.296" v="2448" actId="207"/>
          <ac:grpSpMkLst>
            <pc:docMk/>
            <pc:sldMk cId="2985877493" sldId="9813"/>
            <ac:grpSpMk id="19" creationId="{431D03E2-C833-FDFF-3376-68376F47750B}"/>
          </ac:grpSpMkLst>
        </pc:grpChg>
        <pc:grpChg chg="del mod">
          <ac:chgData name="Liang,Dr.,Hongzi (HP Medicine) BII-CN-S" userId="29bc0a18-5096-49d5-ae49-3e5745cfa117" providerId="ADAL" clId="{6ABB0A59-492B-4619-8917-6A9C0A590C5D}" dt="2024-02-23T05:19:10.375" v="2777" actId="478"/>
          <ac:grpSpMkLst>
            <pc:docMk/>
            <pc:sldMk cId="2985877493" sldId="9813"/>
            <ac:grpSpMk id="24" creationId="{42BE8FBD-8A81-BE3E-9B3D-D9C5D44E85F3}"/>
          </ac:grpSpMkLst>
        </pc:grpChg>
        <pc:grpChg chg="mod">
          <ac:chgData name="Liang,Dr.,Hongzi (HP Medicine) BII-CN-S" userId="29bc0a18-5096-49d5-ae49-3e5745cfa117" providerId="ADAL" clId="{6ABB0A59-492B-4619-8917-6A9C0A590C5D}" dt="2024-02-23T03:37:01.452" v="2726" actId="1038"/>
          <ac:grpSpMkLst>
            <pc:docMk/>
            <pc:sldMk cId="2985877493" sldId="9813"/>
            <ac:grpSpMk id="29" creationId="{A0FBB36C-D2A9-9965-DB81-DB561814E951}"/>
          </ac:grpSpMkLst>
        </pc:grpChg>
        <pc:grpChg chg="mod">
          <ac:chgData name="Liang,Dr.,Hongzi (HP Medicine) BII-CN-S" userId="29bc0a18-5096-49d5-ae49-3e5745cfa117" providerId="ADAL" clId="{6ABB0A59-492B-4619-8917-6A9C0A590C5D}" dt="2024-02-23T03:33:52.286" v="2641" actId="1038"/>
          <ac:grpSpMkLst>
            <pc:docMk/>
            <pc:sldMk cId="2985877493" sldId="9813"/>
            <ac:grpSpMk id="32" creationId="{9E73A92A-77F9-BE35-C588-BF67CCCFE4FA}"/>
          </ac:grpSpMkLst>
        </pc:grpChg>
        <pc:grpChg chg="mod">
          <ac:chgData name="Liang,Dr.,Hongzi (HP Medicine) BII-CN-S" userId="29bc0a18-5096-49d5-ae49-3e5745cfa117" providerId="ADAL" clId="{6ABB0A59-492B-4619-8917-6A9C0A590C5D}" dt="2024-02-23T03:33:29.003" v="2637" actId="1038"/>
          <ac:grpSpMkLst>
            <pc:docMk/>
            <pc:sldMk cId="2985877493" sldId="9813"/>
            <ac:grpSpMk id="35" creationId="{1F12C595-91FE-E7E2-B2BA-98284B48F001}"/>
          </ac:grpSpMkLst>
        </pc:grpChg>
        <pc:grpChg chg="mod">
          <ac:chgData name="Liang,Dr.,Hongzi (HP Medicine) BII-CN-S" userId="29bc0a18-5096-49d5-ae49-3e5745cfa117" providerId="ADAL" clId="{6ABB0A59-492B-4619-8917-6A9C0A590C5D}" dt="2024-02-23T05:49:54.479" v="3099" actId="1038"/>
          <ac:grpSpMkLst>
            <pc:docMk/>
            <pc:sldMk cId="2985877493" sldId="9813"/>
            <ac:grpSpMk id="45" creationId="{F0E2B289-5F02-85AF-9AA7-AD254A2884A7}"/>
          </ac:grpSpMkLst>
        </pc:grpChg>
        <pc:grpChg chg="mod">
          <ac:chgData name="Liang,Dr.,Hongzi (HP Medicine) BII-CN-S" userId="29bc0a18-5096-49d5-ae49-3e5745cfa117" providerId="ADAL" clId="{6ABB0A59-492B-4619-8917-6A9C0A590C5D}" dt="2024-02-23T05:49:44.819" v="3087" actId="1038"/>
          <ac:grpSpMkLst>
            <pc:docMk/>
            <pc:sldMk cId="2985877493" sldId="9813"/>
            <ac:grpSpMk id="48" creationId="{93DA2F33-5063-CD8D-DB05-EF76F1F11530}"/>
          </ac:grpSpMkLst>
        </pc:grpChg>
        <pc:grpChg chg="mod">
          <ac:chgData name="Liang,Dr.,Hongzi (HP Medicine) BII-CN-S" userId="29bc0a18-5096-49d5-ae49-3e5745cfa117" providerId="ADAL" clId="{6ABB0A59-492B-4619-8917-6A9C0A590C5D}" dt="2024-02-22T04:11:42.260" v="2243" actId="1038"/>
          <ac:grpSpMkLst>
            <pc:docMk/>
            <pc:sldMk cId="2985877493" sldId="9813"/>
            <ac:grpSpMk id="71" creationId="{E0B1B510-A24F-FC7E-61A4-2789EF6D79D4}"/>
          </ac:grpSpMkLst>
        </pc:grpChg>
        <pc:grpChg chg="mod">
          <ac:chgData name="Liang,Dr.,Hongzi (HP Medicine) BII-CN-S" userId="29bc0a18-5096-49d5-ae49-3e5745cfa117" providerId="ADAL" clId="{6ABB0A59-492B-4619-8917-6A9C0A590C5D}" dt="2024-02-23T05:19:46.002" v="2800" actId="1038"/>
          <ac:grpSpMkLst>
            <pc:docMk/>
            <pc:sldMk cId="2985877493" sldId="9813"/>
            <ac:grpSpMk id="83" creationId="{0BF8F831-543F-8383-45A8-36F412EF767C}"/>
          </ac:grpSpMkLst>
        </pc:grpChg>
        <pc:grpChg chg="mod">
          <ac:chgData name="Liang,Dr.,Hongzi (HP Medicine) BII-CN-S" userId="29bc0a18-5096-49d5-ae49-3e5745cfa117" providerId="ADAL" clId="{6ABB0A59-492B-4619-8917-6A9C0A590C5D}" dt="2024-02-23T05:19:46.002" v="2800" actId="1038"/>
          <ac:grpSpMkLst>
            <pc:docMk/>
            <pc:sldMk cId="2985877493" sldId="9813"/>
            <ac:grpSpMk id="86" creationId="{D13EA3CF-7D40-87AD-F868-E72D47107D43}"/>
          </ac:grpSpMkLst>
        </pc:grpChg>
        <pc:graphicFrameChg chg="del mod modGraphic">
          <ac:chgData name="Liang,Dr.,Hongzi (HP Medicine) BII-CN-S" userId="29bc0a18-5096-49d5-ae49-3e5745cfa117" providerId="ADAL" clId="{6ABB0A59-492B-4619-8917-6A9C0A590C5D}" dt="2024-02-23T08:17:18.383" v="4464" actId="478"/>
          <ac:graphicFrameMkLst>
            <pc:docMk/>
            <pc:sldMk cId="2985877493" sldId="9813"/>
            <ac:graphicFrameMk id="10" creationId="{566B8D21-411C-320B-26DD-F5044E2063BC}"/>
          </ac:graphicFrameMkLst>
        </pc:graphicFrameChg>
        <pc:graphicFrameChg chg="add mod ord modGraphic">
          <ac:chgData name="Liang,Dr.,Hongzi (HP Medicine) BII-CN-S" userId="29bc0a18-5096-49d5-ae49-3e5745cfa117" providerId="ADAL" clId="{6ABB0A59-492B-4619-8917-6A9C0A590C5D}" dt="2024-02-23T08:17:39.161" v="4470" actId="404"/>
          <ac:graphicFrameMkLst>
            <pc:docMk/>
            <pc:sldMk cId="2985877493" sldId="9813"/>
            <ac:graphicFrameMk id="67" creationId="{F8AA53AD-9C6D-D223-8C42-D666BB20ADB2}"/>
          </ac:graphicFrameMkLst>
        </pc:graphicFrameChg>
        <pc:cxnChg chg="add del mod">
          <ac:chgData name="Liang,Dr.,Hongzi (HP Medicine) BII-CN-S" userId="29bc0a18-5096-49d5-ae49-3e5745cfa117" providerId="ADAL" clId="{6ABB0A59-492B-4619-8917-6A9C0A590C5D}" dt="2024-02-22T08:56:28.114" v="2578" actId="478"/>
          <ac:cxnSpMkLst>
            <pc:docMk/>
            <pc:sldMk cId="2985877493" sldId="9813"/>
            <ac:cxnSpMk id="9" creationId="{CC745050-05C3-04FF-2BB6-4ECCE5D34B26}"/>
          </ac:cxnSpMkLst>
        </pc:cxnChg>
      </pc:sldChg>
      <pc:sldChg chg="del">
        <pc:chgData name="Liang,Dr.,Hongzi (HP Medicine) BII-CN-S" userId="29bc0a18-5096-49d5-ae49-3e5745cfa117" providerId="ADAL" clId="{6ABB0A59-492B-4619-8917-6A9C0A590C5D}" dt="2024-02-22T08:23:51.559" v="2428" actId="47"/>
        <pc:sldMkLst>
          <pc:docMk/>
          <pc:sldMk cId="395752913" sldId="2147374302"/>
        </pc:sldMkLst>
      </pc:sldChg>
      <pc:sldChg chg="del">
        <pc:chgData name="Liang,Dr.,Hongzi (HP Medicine) BII-CN-S" userId="29bc0a18-5096-49d5-ae49-3e5745cfa117" providerId="ADAL" clId="{6ABB0A59-492B-4619-8917-6A9C0A590C5D}" dt="2024-02-22T08:23:36.326" v="2424" actId="47"/>
        <pc:sldMkLst>
          <pc:docMk/>
          <pc:sldMk cId="2804524494" sldId="2147374305"/>
        </pc:sldMkLst>
      </pc:sldChg>
      <pc:sldChg chg="del">
        <pc:chgData name="Liang,Dr.,Hongzi (HP Medicine) BII-CN-S" userId="29bc0a18-5096-49d5-ae49-3e5745cfa117" providerId="ADAL" clId="{6ABB0A59-492B-4619-8917-6A9C0A590C5D}" dt="2024-02-22T08:23:32.776" v="2423" actId="47"/>
        <pc:sldMkLst>
          <pc:docMk/>
          <pc:sldMk cId="1218009129" sldId="2147469002"/>
        </pc:sldMkLst>
      </pc:sldChg>
      <pc:sldChg chg="del">
        <pc:chgData name="Liang,Dr.,Hongzi (HP Medicine) BII-CN-S" userId="29bc0a18-5096-49d5-ae49-3e5745cfa117" providerId="ADAL" clId="{6ABB0A59-492B-4619-8917-6A9C0A590C5D}" dt="2024-02-22T08:23:47.440" v="2427" actId="47"/>
        <pc:sldMkLst>
          <pc:docMk/>
          <pc:sldMk cId="2312685498" sldId="2147469009"/>
        </pc:sldMkLst>
      </pc:sldChg>
      <pc:sldChg chg="del">
        <pc:chgData name="Liang,Dr.,Hongzi (HP Medicine) BII-CN-S" userId="29bc0a18-5096-49d5-ae49-3e5745cfa117" providerId="ADAL" clId="{6ABB0A59-492B-4619-8917-6A9C0A590C5D}" dt="2024-02-22T08:23:44.415" v="2426" actId="47"/>
        <pc:sldMkLst>
          <pc:docMk/>
          <pc:sldMk cId="1643920988" sldId="2147469027"/>
        </pc:sldMkLst>
      </pc:sldChg>
      <pc:sldChg chg="del">
        <pc:chgData name="Liang,Dr.,Hongzi (HP Medicine) BII-CN-S" userId="29bc0a18-5096-49d5-ae49-3e5745cfa117" providerId="ADAL" clId="{6ABB0A59-492B-4619-8917-6A9C0A590C5D}" dt="2024-02-22T08:23:52.350" v="2429" actId="47"/>
        <pc:sldMkLst>
          <pc:docMk/>
          <pc:sldMk cId="1186230382" sldId="2147469332"/>
        </pc:sldMkLst>
      </pc:sldChg>
      <pc:sldChg chg="del">
        <pc:chgData name="Liang,Dr.,Hongzi (HP Medicine) BII-CN-S" userId="29bc0a18-5096-49d5-ae49-3e5745cfa117" providerId="ADAL" clId="{6ABB0A59-492B-4619-8917-6A9C0A590C5D}" dt="2024-02-22T08:23:30.388" v="2422" actId="47"/>
        <pc:sldMkLst>
          <pc:docMk/>
          <pc:sldMk cId="1974134911" sldId="2147476284"/>
        </pc:sldMkLst>
      </pc:sldChg>
      <pc:sldChg chg="del">
        <pc:chgData name="Liang,Dr.,Hongzi (HP Medicine) BII-CN-S" userId="29bc0a18-5096-49d5-ae49-3e5745cfa117" providerId="ADAL" clId="{6ABB0A59-492B-4619-8917-6A9C0A590C5D}" dt="2024-02-22T08:23:57.381" v="2430" actId="47"/>
        <pc:sldMkLst>
          <pc:docMk/>
          <pc:sldMk cId="619793768" sldId="2147476289"/>
        </pc:sldMkLst>
      </pc:sldChg>
      <pc:sldChg chg="del">
        <pc:chgData name="Liang,Dr.,Hongzi (HP Medicine) BII-CN-S" userId="29bc0a18-5096-49d5-ae49-3e5745cfa117" providerId="ADAL" clId="{6ABB0A59-492B-4619-8917-6A9C0A590C5D}" dt="2024-02-22T08:24:01.857" v="2431" actId="47"/>
        <pc:sldMkLst>
          <pc:docMk/>
          <pc:sldMk cId="3895023688" sldId="2147476290"/>
        </pc:sldMkLst>
      </pc:sldChg>
      <pc:sldChg chg="modSp add mod">
        <pc:chgData name="Liang,Dr.,Hongzi (HP Medicine) BII-CN-S" userId="29bc0a18-5096-49d5-ae49-3e5745cfa117" providerId="ADAL" clId="{6ABB0A59-492B-4619-8917-6A9C0A590C5D}" dt="2024-02-22T08:17:07.134" v="2367" actId="20577"/>
        <pc:sldMkLst>
          <pc:docMk/>
          <pc:sldMk cId="60394779" sldId="2147479594"/>
        </pc:sldMkLst>
        <pc:spChg chg="mod">
          <ac:chgData name="Liang,Dr.,Hongzi (HP Medicine) BII-CN-S" userId="29bc0a18-5096-49d5-ae49-3e5745cfa117" providerId="ADAL" clId="{6ABB0A59-492B-4619-8917-6A9C0A590C5D}" dt="2024-02-22T08:17:07.134" v="2367" actId="20577"/>
          <ac:spMkLst>
            <pc:docMk/>
            <pc:sldMk cId="60394779" sldId="2147479594"/>
            <ac:spMk id="4" creationId="{3F7C54BC-645B-C0DA-DC8B-ECD8DBDF82F6}"/>
          </ac:spMkLst>
        </pc:spChg>
      </pc:sldChg>
      <pc:sldChg chg="modSp add mod">
        <pc:chgData name="Liang,Dr.,Hongzi (HP Medicine) BII-CN-S" userId="29bc0a18-5096-49d5-ae49-3e5745cfa117" providerId="ADAL" clId="{6ABB0A59-492B-4619-8917-6A9C0A590C5D}" dt="2024-02-22T08:19:19.243" v="2381" actId="20577"/>
        <pc:sldMkLst>
          <pc:docMk/>
          <pc:sldMk cId="1657489626" sldId="2147479595"/>
        </pc:sldMkLst>
        <pc:spChg chg="mod">
          <ac:chgData name="Liang,Dr.,Hongzi (HP Medicine) BII-CN-S" userId="29bc0a18-5096-49d5-ae49-3e5745cfa117" providerId="ADAL" clId="{6ABB0A59-492B-4619-8917-6A9C0A590C5D}" dt="2024-02-22T08:19:19.243" v="2381" actId="20577"/>
          <ac:spMkLst>
            <pc:docMk/>
            <pc:sldMk cId="1657489626" sldId="2147479595"/>
            <ac:spMk id="4" creationId="{0DA0605C-DE8C-7595-C531-9A6A63957C02}"/>
          </ac:spMkLst>
        </pc:spChg>
      </pc:sldChg>
      <pc:sldChg chg="modSp add mod">
        <pc:chgData name="Liang,Dr.,Hongzi (HP Medicine) BII-CN-S" userId="29bc0a18-5096-49d5-ae49-3e5745cfa117" providerId="ADAL" clId="{6ABB0A59-492B-4619-8917-6A9C0A590C5D}" dt="2024-02-22T08:17:12.821" v="2368" actId="20577"/>
        <pc:sldMkLst>
          <pc:docMk/>
          <pc:sldMk cId="2163837247" sldId="2147479597"/>
        </pc:sldMkLst>
        <pc:spChg chg="mod">
          <ac:chgData name="Liang,Dr.,Hongzi (HP Medicine) BII-CN-S" userId="29bc0a18-5096-49d5-ae49-3e5745cfa117" providerId="ADAL" clId="{6ABB0A59-492B-4619-8917-6A9C0A590C5D}" dt="2024-02-22T08:17:12.821" v="2368" actId="20577"/>
          <ac:spMkLst>
            <pc:docMk/>
            <pc:sldMk cId="2163837247" sldId="2147479597"/>
            <ac:spMk id="3" creationId="{00B5201D-B3D6-EB54-09E0-5140F95F9576}"/>
          </ac:spMkLst>
        </pc:spChg>
      </pc:sldChg>
      <pc:sldChg chg="del">
        <pc:chgData name="Liang,Dr.,Hongzi (HP Medicine) BII-CN-S" userId="29bc0a18-5096-49d5-ae49-3e5745cfa117" providerId="ADAL" clId="{6ABB0A59-492B-4619-8917-6A9C0A590C5D}" dt="2024-02-22T08:22:48.933" v="2421" actId="47"/>
        <pc:sldMkLst>
          <pc:docMk/>
          <pc:sldMk cId="718089748" sldId="2147479600"/>
        </pc:sldMkLst>
      </pc:sldChg>
      <pc:sldChg chg="delSp modSp mod">
        <pc:chgData name="Liang,Dr.,Hongzi (HP Medicine) BII-CN-S" userId="29bc0a18-5096-49d5-ae49-3e5745cfa117" providerId="ADAL" clId="{6ABB0A59-492B-4619-8917-6A9C0A590C5D}" dt="2024-02-23T06:59:21.325" v="3868" actId="478"/>
        <pc:sldMkLst>
          <pc:docMk/>
          <pc:sldMk cId="2238557511" sldId="2147479994"/>
        </pc:sldMkLst>
        <pc:spChg chg="del">
          <ac:chgData name="Liang,Dr.,Hongzi (HP Medicine) BII-CN-S" userId="29bc0a18-5096-49d5-ae49-3e5745cfa117" providerId="ADAL" clId="{6ABB0A59-492B-4619-8917-6A9C0A590C5D}" dt="2024-02-23T06:59:21.325" v="3868" actId="478"/>
          <ac:spMkLst>
            <pc:docMk/>
            <pc:sldMk cId="2238557511" sldId="2147479994"/>
            <ac:spMk id="5" creationId="{B0971069-4245-B066-4BD4-6613B9D0CE33}"/>
          </ac:spMkLst>
        </pc:spChg>
        <pc:graphicFrameChg chg="mod modGraphic">
          <ac:chgData name="Liang,Dr.,Hongzi (HP Medicine) BII-CN-S" userId="29bc0a18-5096-49d5-ae49-3e5745cfa117" providerId="ADAL" clId="{6ABB0A59-492B-4619-8917-6A9C0A590C5D}" dt="2024-02-23T06:59:17.196" v="3867" actId="1076"/>
          <ac:graphicFrameMkLst>
            <pc:docMk/>
            <pc:sldMk cId="2238557511" sldId="2147479994"/>
            <ac:graphicFrameMk id="3" creationId="{57439FF4-AD9C-4950-47BB-F1DC20966027}"/>
          </ac:graphicFrameMkLst>
        </pc:graphicFrameChg>
      </pc:sldChg>
      <pc:sldChg chg="addSp delSp modSp mod ord">
        <pc:chgData name="Liang,Dr.,Hongzi (HP Medicine) BII-CN-S" userId="29bc0a18-5096-49d5-ae49-3e5745cfa117" providerId="ADAL" clId="{6ABB0A59-492B-4619-8917-6A9C0A590C5D}" dt="2024-02-23T09:19:58.962" v="4793" actId="1076"/>
        <pc:sldMkLst>
          <pc:docMk/>
          <pc:sldMk cId="264307271" sldId="2147480028"/>
        </pc:sldMkLst>
        <pc:spChg chg="add mod">
          <ac:chgData name="Liang,Dr.,Hongzi (HP Medicine) BII-CN-S" userId="29bc0a18-5096-49d5-ae49-3e5745cfa117" providerId="ADAL" clId="{6ABB0A59-492B-4619-8917-6A9C0A590C5D}" dt="2024-02-23T08:10:43.880" v="4206" actId="20577"/>
          <ac:spMkLst>
            <pc:docMk/>
            <pc:sldMk cId="264307271" sldId="2147480028"/>
            <ac:spMk id="4" creationId="{ADCE8355-C4F7-1475-728C-00D0CD1A262B}"/>
          </ac:spMkLst>
        </pc:spChg>
        <pc:spChg chg="mod">
          <ac:chgData name="Liang,Dr.,Hongzi (HP Medicine) BII-CN-S" userId="29bc0a18-5096-49d5-ae49-3e5745cfa117" providerId="ADAL" clId="{6ABB0A59-492B-4619-8917-6A9C0A590C5D}" dt="2024-02-23T08:16:56.988" v="4455" actId="20577"/>
          <ac:spMkLst>
            <pc:docMk/>
            <pc:sldMk cId="264307271" sldId="2147480028"/>
            <ac:spMk id="10" creationId="{C69FD75A-2ECF-A6B0-3D62-E76E87F81F65}"/>
          </ac:spMkLst>
        </pc:spChg>
        <pc:spChg chg="mod">
          <ac:chgData name="Liang,Dr.,Hongzi (HP Medicine) BII-CN-S" userId="29bc0a18-5096-49d5-ae49-3e5745cfa117" providerId="ADAL" clId="{6ABB0A59-492B-4619-8917-6A9C0A590C5D}" dt="2024-02-23T08:18:39.763" v="4497" actId="1076"/>
          <ac:spMkLst>
            <pc:docMk/>
            <pc:sldMk cId="264307271" sldId="2147480028"/>
            <ac:spMk id="12" creationId="{330C5731-8F42-8287-F5C0-E9BC43E30561}"/>
          </ac:spMkLst>
        </pc:spChg>
        <pc:spChg chg="mod">
          <ac:chgData name="Liang,Dr.,Hongzi (HP Medicine) BII-CN-S" userId="29bc0a18-5096-49d5-ae49-3e5745cfa117" providerId="ADAL" clId="{6ABB0A59-492B-4619-8917-6A9C0A590C5D}" dt="2024-02-23T08:10:01.129" v="4195" actId="207"/>
          <ac:spMkLst>
            <pc:docMk/>
            <pc:sldMk cId="264307271" sldId="2147480028"/>
            <ac:spMk id="20" creationId="{FC84F1CA-F1C9-471B-81E0-6DA03A1A94D1}"/>
          </ac:spMkLst>
        </pc:spChg>
        <pc:spChg chg="del mod">
          <ac:chgData name="Liang,Dr.,Hongzi (HP Medicine) BII-CN-S" userId="29bc0a18-5096-49d5-ae49-3e5745cfa117" providerId="ADAL" clId="{6ABB0A59-492B-4619-8917-6A9C0A590C5D}" dt="2024-02-23T08:18:12.425" v="4491" actId="478"/>
          <ac:spMkLst>
            <pc:docMk/>
            <pc:sldMk cId="264307271" sldId="2147480028"/>
            <ac:spMk id="23" creationId="{726BCCF8-4F9C-C7B2-8282-1A96C5AA8CC1}"/>
          </ac:spMkLst>
        </pc:spChg>
        <pc:spChg chg="mod">
          <ac:chgData name="Liang,Dr.,Hongzi (HP Medicine) BII-CN-S" userId="29bc0a18-5096-49d5-ae49-3e5745cfa117" providerId="ADAL" clId="{6ABB0A59-492B-4619-8917-6A9C0A590C5D}" dt="2024-02-23T08:09:51.130" v="4194" actId="207"/>
          <ac:spMkLst>
            <pc:docMk/>
            <pc:sldMk cId="264307271" sldId="2147480028"/>
            <ac:spMk id="37" creationId="{13BDFCD4-902E-353C-8AF6-F2E382B165CF}"/>
          </ac:spMkLst>
        </pc:spChg>
        <pc:spChg chg="mod">
          <ac:chgData name="Liang,Dr.,Hongzi (HP Medicine) BII-CN-S" userId="29bc0a18-5096-49d5-ae49-3e5745cfa117" providerId="ADAL" clId="{6ABB0A59-492B-4619-8917-6A9C0A590C5D}" dt="2024-02-23T07:59:11.253" v="3931" actId="20577"/>
          <ac:spMkLst>
            <pc:docMk/>
            <pc:sldMk cId="264307271" sldId="2147480028"/>
            <ac:spMk id="48" creationId="{E0A41F99-007D-5B5C-1350-1A62E81F9137}"/>
          </ac:spMkLst>
        </pc:spChg>
        <pc:spChg chg="mod">
          <ac:chgData name="Liang,Dr.,Hongzi (HP Medicine) BII-CN-S" userId="29bc0a18-5096-49d5-ae49-3e5745cfa117" providerId="ADAL" clId="{6ABB0A59-492B-4619-8917-6A9C0A590C5D}" dt="2024-02-23T07:59:23.202" v="3945" actId="20577"/>
          <ac:spMkLst>
            <pc:docMk/>
            <pc:sldMk cId="264307271" sldId="2147480028"/>
            <ac:spMk id="51" creationId="{5C913327-8169-3534-5635-6BC3507A32EB}"/>
          </ac:spMkLst>
        </pc:spChg>
        <pc:spChg chg="mod">
          <ac:chgData name="Liang,Dr.,Hongzi (HP Medicine) BII-CN-S" userId="29bc0a18-5096-49d5-ae49-3e5745cfa117" providerId="ADAL" clId="{6ABB0A59-492B-4619-8917-6A9C0A590C5D}" dt="2024-02-23T07:59:39.120" v="3969" actId="1037"/>
          <ac:spMkLst>
            <pc:docMk/>
            <pc:sldMk cId="264307271" sldId="2147480028"/>
            <ac:spMk id="54" creationId="{73EE1D1A-5D42-C881-5D56-2CFBD5E17DFB}"/>
          </ac:spMkLst>
        </pc:spChg>
        <pc:spChg chg="mod">
          <ac:chgData name="Liang,Dr.,Hongzi (HP Medicine) BII-CN-S" userId="29bc0a18-5096-49d5-ae49-3e5745cfa117" providerId="ADAL" clId="{6ABB0A59-492B-4619-8917-6A9C0A590C5D}" dt="2024-02-23T07:59:39.120" v="3969" actId="1037"/>
          <ac:spMkLst>
            <pc:docMk/>
            <pc:sldMk cId="264307271" sldId="2147480028"/>
            <ac:spMk id="55" creationId="{DD85E914-61E1-6592-AD0C-D31278650722}"/>
          </ac:spMkLst>
        </pc:spChg>
        <pc:spChg chg="del">
          <ac:chgData name="Liang,Dr.,Hongzi (HP Medicine) BII-CN-S" userId="29bc0a18-5096-49d5-ae49-3e5745cfa117" providerId="ADAL" clId="{6ABB0A59-492B-4619-8917-6A9C0A590C5D}" dt="2024-02-23T08:02:45.696" v="4193" actId="478"/>
          <ac:spMkLst>
            <pc:docMk/>
            <pc:sldMk cId="264307271" sldId="2147480028"/>
            <ac:spMk id="59" creationId="{24FBC0E0-2245-EE63-2F4A-49CDDFF36F75}"/>
          </ac:spMkLst>
        </pc:spChg>
        <pc:spChg chg="del mod">
          <ac:chgData name="Liang,Dr.,Hongzi (HP Medicine) BII-CN-S" userId="29bc0a18-5096-49d5-ae49-3e5745cfa117" providerId="ADAL" clId="{6ABB0A59-492B-4619-8917-6A9C0A590C5D}" dt="2024-02-23T07:25:43.655" v="3892" actId="478"/>
          <ac:spMkLst>
            <pc:docMk/>
            <pc:sldMk cId="264307271" sldId="2147480028"/>
            <ac:spMk id="63" creationId="{F97CC73F-86F4-3987-3F52-F611F96EFEF1}"/>
          </ac:spMkLst>
        </pc:spChg>
        <pc:spChg chg="mod">
          <ac:chgData name="Liang,Dr.,Hongzi (HP Medicine) BII-CN-S" userId="29bc0a18-5096-49d5-ae49-3e5745cfa117" providerId="ADAL" clId="{6ABB0A59-492B-4619-8917-6A9C0A590C5D}" dt="2024-02-23T07:29:17.138" v="3921" actId="20577"/>
          <ac:spMkLst>
            <pc:docMk/>
            <pc:sldMk cId="264307271" sldId="2147480028"/>
            <ac:spMk id="65" creationId="{F2E0A645-7318-34EA-7072-4524302A05F1}"/>
          </ac:spMkLst>
        </pc:spChg>
        <pc:spChg chg="mod">
          <ac:chgData name="Liang,Dr.,Hongzi (HP Medicine) BII-CN-S" userId="29bc0a18-5096-49d5-ae49-3e5745cfa117" providerId="ADAL" clId="{6ABB0A59-492B-4619-8917-6A9C0A590C5D}" dt="2024-02-23T07:29:02.804" v="3898" actId="1076"/>
          <ac:spMkLst>
            <pc:docMk/>
            <pc:sldMk cId="264307271" sldId="2147480028"/>
            <ac:spMk id="66" creationId="{A234222D-050A-A205-971A-376C1E4E7967}"/>
          </ac:spMkLst>
        </pc:spChg>
        <pc:spChg chg="add mod">
          <ac:chgData name="Liang,Dr.,Hongzi (HP Medicine) BII-CN-S" userId="29bc0a18-5096-49d5-ae49-3e5745cfa117" providerId="ADAL" clId="{6ABB0A59-492B-4619-8917-6A9C0A590C5D}" dt="2024-02-23T09:19:58.962" v="4793" actId="1076"/>
          <ac:spMkLst>
            <pc:docMk/>
            <pc:sldMk cId="264307271" sldId="2147480028"/>
            <ac:spMk id="67" creationId="{160B291A-EBF6-0D51-57E1-E0529B9F277B}"/>
          </ac:spMkLst>
        </pc:spChg>
        <pc:spChg chg="add mod">
          <ac:chgData name="Liang,Dr.,Hongzi (HP Medicine) BII-CN-S" userId="29bc0a18-5096-49d5-ae49-3e5745cfa117" providerId="ADAL" clId="{6ABB0A59-492B-4619-8917-6A9C0A590C5D}" dt="2024-02-23T08:18:32.571" v="4496" actId="1076"/>
          <ac:spMkLst>
            <pc:docMk/>
            <pc:sldMk cId="264307271" sldId="2147480028"/>
            <ac:spMk id="68" creationId="{15A1481E-6698-0026-2036-EC8C5A758E5D}"/>
          </ac:spMkLst>
        </pc:spChg>
        <pc:grpChg chg="mod">
          <ac:chgData name="Liang,Dr.,Hongzi (HP Medicine) BII-CN-S" userId="29bc0a18-5096-49d5-ae49-3e5745cfa117" providerId="ADAL" clId="{6ABB0A59-492B-4619-8917-6A9C0A590C5D}" dt="2024-02-23T08:00:35.895" v="4005" actId="1076"/>
          <ac:grpSpMkLst>
            <pc:docMk/>
            <pc:sldMk cId="264307271" sldId="2147480028"/>
            <ac:grpSpMk id="47" creationId="{B7178A96-2DE1-3674-855C-BC7C59D66355}"/>
          </ac:grpSpMkLst>
        </pc:grpChg>
        <pc:grpChg chg="mod">
          <ac:chgData name="Liang,Dr.,Hongzi (HP Medicine) BII-CN-S" userId="29bc0a18-5096-49d5-ae49-3e5745cfa117" providerId="ADAL" clId="{6ABB0A59-492B-4619-8917-6A9C0A590C5D}" dt="2024-02-23T08:00:13.393" v="4004" actId="1038"/>
          <ac:grpSpMkLst>
            <pc:docMk/>
            <pc:sldMk cId="264307271" sldId="2147480028"/>
            <ac:grpSpMk id="50" creationId="{E190BD9F-2800-90F0-90D9-00BBF8022E20}"/>
          </ac:grpSpMkLst>
        </pc:grpChg>
        <pc:grpChg chg="mod">
          <ac:chgData name="Liang,Dr.,Hongzi (HP Medicine) BII-CN-S" userId="29bc0a18-5096-49d5-ae49-3e5745cfa117" providerId="ADAL" clId="{6ABB0A59-492B-4619-8917-6A9C0A590C5D}" dt="2024-02-23T07:59:39.120" v="3969" actId="1037"/>
          <ac:grpSpMkLst>
            <pc:docMk/>
            <pc:sldMk cId="264307271" sldId="2147480028"/>
            <ac:grpSpMk id="53" creationId="{CD517EFC-C7DE-946B-9DD5-39830C47457F}"/>
          </ac:grpSpMkLst>
        </pc:grpChg>
        <pc:grpChg chg="mod">
          <ac:chgData name="Liang,Dr.,Hongzi (HP Medicine) BII-CN-S" userId="29bc0a18-5096-49d5-ae49-3e5745cfa117" providerId="ADAL" clId="{6ABB0A59-492B-4619-8917-6A9C0A590C5D}" dt="2024-02-23T07:02:13.801" v="3890" actId="1038"/>
          <ac:grpSpMkLst>
            <pc:docMk/>
            <pc:sldMk cId="264307271" sldId="2147480028"/>
            <ac:grpSpMk id="60" creationId="{560D808D-73B8-99DC-C3BF-0F8E72FCABFB}"/>
          </ac:grpSpMkLst>
        </pc:grpChg>
        <pc:grpChg chg="add mod">
          <ac:chgData name="Liang,Dr.,Hongzi (HP Medicine) BII-CN-S" userId="29bc0a18-5096-49d5-ae49-3e5745cfa117" providerId="ADAL" clId="{6ABB0A59-492B-4619-8917-6A9C0A590C5D}" dt="2024-02-23T07:29:02.804" v="3898" actId="1076"/>
          <ac:grpSpMkLst>
            <pc:docMk/>
            <pc:sldMk cId="264307271" sldId="2147480028"/>
            <ac:grpSpMk id="64" creationId="{89B2EC5F-DA0C-F066-491A-5F968300279C}"/>
          </ac:grpSpMkLst>
        </pc:grpChg>
      </pc:sldChg>
      <pc:sldChg chg="addSp delSp modSp mod ord">
        <pc:chgData name="Liang,Dr.,Hongzi (HP Medicine) BII-CN-S" userId="29bc0a18-5096-49d5-ae49-3e5745cfa117" providerId="ADAL" clId="{6ABB0A59-492B-4619-8917-6A9C0A590C5D}" dt="2024-02-23T10:06:36.790" v="5724" actId="1038"/>
        <pc:sldMkLst>
          <pc:docMk/>
          <pc:sldMk cId="3404696861" sldId="2147480029"/>
        </pc:sldMkLst>
        <pc:spChg chg="del">
          <ac:chgData name="Liang,Dr.,Hongzi (HP Medicine) BII-CN-S" userId="29bc0a18-5096-49d5-ae49-3e5745cfa117" providerId="ADAL" clId="{6ABB0A59-492B-4619-8917-6A9C0A590C5D}" dt="2024-02-23T09:16:43.377" v="4699" actId="478"/>
          <ac:spMkLst>
            <pc:docMk/>
            <pc:sldMk cId="3404696861" sldId="2147480029"/>
            <ac:spMk id="4" creationId="{9BD691B7-A4C0-F274-22BF-521FAD16E539}"/>
          </ac:spMkLst>
        </pc:spChg>
        <pc:spChg chg="mod">
          <ac:chgData name="Liang,Dr.,Hongzi (HP Medicine) BII-CN-S" userId="29bc0a18-5096-49d5-ae49-3e5745cfa117" providerId="ADAL" clId="{6ABB0A59-492B-4619-8917-6A9C0A590C5D}" dt="2024-02-23T09:14:38.826" v="4589" actId="20577"/>
          <ac:spMkLst>
            <pc:docMk/>
            <pc:sldMk cId="3404696861" sldId="2147480029"/>
            <ac:spMk id="27" creationId="{60C8F513-CB1F-84A4-F15D-6032065EB88E}"/>
          </ac:spMkLst>
        </pc:spChg>
        <pc:spChg chg="mod">
          <ac:chgData name="Liang,Dr.,Hongzi (HP Medicine) BII-CN-S" userId="29bc0a18-5096-49d5-ae49-3e5745cfa117" providerId="ADAL" clId="{6ABB0A59-492B-4619-8917-6A9C0A590C5D}" dt="2024-02-23T09:11:34.138" v="4559" actId="1038"/>
          <ac:spMkLst>
            <pc:docMk/>
            <pc:sldMk cId="3404696861" sldId="2147480029"/>
            <ac:spMk id="29" creationId="{20495F81-5B8F-EE7A-4DC1-6BCB10ECA3D1}"/>
          </ac:spMkLst>
        </pc:spChg>
        <pc:spChg chg="mod">
          <ac:chgData name="Liang,Dr.,Hongzi (HP Medicine) BII-CN-S" userId="29bc0a18-5096-49d5-ae49-3e5745cfa117" providerId="ADAL" clId="{6ABB0A59-492B-4619-8917-6A9C0A590C5D}" dt="2024-02-23T08:54:30.858" v="4505" actId="20577"/>
          <ac:spMkLst>
            <pc:docMk/>
            <pc:sldMk cId="3404696861" sldId="2147480029"/>
            <ac:spMk id="33" creationId="{F46E3640-0590-2333-F25B-97E22C9545F8}"/>
          </ac:spMkLst>
        </pc:spChg>
        <pc:spChg chg="mod">
          <ac:chgData name="Liang,Dr.,Hongzi (HP Medicine) BII-CN-S" userId="29bc0a18-5096-49d5-ae49-3e5745cfa117" providerId="ADAL" clId="{6ABB0A59-492B-4619-8917-6A9C0A590C5D}" dt="2024-02-23T09:15:04.768" v="4646" actId="1037"/>
          <ac:spMkLst>
            <pc:docMk/>
            <pc:sldMk cId="3404696861" sldId="2147480029"/>
            <ac:spMk id="38" creationId="{2A64CAFD-1CBF-B61D-C990-91F36F9A0136}"/>
          </ac:spMkLst>
        </pc:spChg>
        <pc:spChg chg="mod">
          <ac:chgData name="Liang,Dr.,Hongzi (HP Medicine) BII-CN-S" userId="29bc0a18-5096-49d5-ae49-3e5745cfa117" providerId="ADAL" clId="{6ABB0A59-492B-4619-8917-6A9C0A590C5D}" dt="2024-02-23T09:15:16.129" v="4647" actId="1037"/>
          <ac:spMkLst>
            <pc:docMk/>
            <pc:sldMk cId="3404696861" sldId="2147480029"/>
            <ac:spMk id="39" creationId="{98E9795D-126F-CB13-D157-2CEBED0B825E}"/>
          </ac:spMkLst>
        </pc:spChg>
        <pc:spChg chg="mod">
          <ac:chgData name="Liang,Dr.,Hongzi (HP Medicine) BII-CN-S" userId="29bc0a18-5096-49d5-ae49-3e5745cfa117" providerId="ADAL" clId="{6ABB0A59-492B-4619-8917-6A9C0A590C5D}" dt="2024-02-23T09:14:52.473" v="4641" actId="1038"/>
          <ac:spMkLst>
            <pc:docMk/>
            <pc:sldMk cId="3404696861" sldId="2147480029"/>
            <ac:spMk id="40" creationId="{E91FE718-D99B-1E4C-9E7E-2D2B3C150C66}"/>
          </ac:spMkLst>
        </pc:spChg>
        <pc:spChg chg="mod topLvl">
          <ac:chgData name="Liang,Dr.,Hongzi (HP Medicine) BII-CN-S" userId="29bc0a18-5096-49d5-ae49-3e5745cfa117" providerId="ADAL" clId="{6ABB0A59-492B-4619-8917-6A9C0A590C5D}" dt="2024-02-23T09:48:22.380" v="5385" actId="1035"/>
          <ac:spMkLst>
            <pc:docMk/>
            <pc:sldMk cId="3404696861" sldId="2147480029"/>
            <ac:spMk id="43" creationId="{5C29E055-2BB3-746E-DFF2-4B1572CD7BF3}"/>
          </ac:spMkLst>
        </pc:spChg>
        <pc:spChg chg="mod topLvl">
          <ac:chgData name="Liang,Dr.,Hongzi (HP Medicine) BII-CN-S" userId="29bc0a18-5096-49d5-ae49-3e5745cfa117" providerId="ADAL" clId="{6ABB0A59-492B-4619-8917-6A9C0A590C5D}" dt="2024-02-23T09:48:22.380" v="5385" actId="1035"/>
          <ac:spMkLst>
            <pc:docMk/>
            <pc:sldMk cId="3404696861" sldId="2147480029"/>
            <ac:spMk id="44" creationId="{E7B74C60-43DC-F3E7-35AF-F83EA137DAC9}"/>
          </ac:spMkLst>
        </pc:spChg>
        <pc:spChg chg="mod topLvl">
          <ac:chgData name="Liang,Dr.,Hongzi (HP Medicine) BII-CN-S" userId="29bc0a18-5096-49d5-ae49-3e5745cfa117" providerId="ADAL" clId="{6ABB0A59-492B-4619-8917-6A9C0A590C5D}" dt="2024-02-23T09:48:22.380" v="5385" actId="1035"/>
          <ac:spMkLst>
            <pc:docMk/>
            <pc:sldMk cId="3404696861" sldId="2147480029"/>
            <ac:spMk id="45" creationId="{C2C432F4-4D0D-9B9A-47A5-88430D66D5E9}"/>
          </ac:spMkLst>
        </pc:spChg>
        <pc:spChg chg="mod">
          <ac:chgData name="Liang,Dr.,Hongzi (HP Medicine) BII-CN-S" userId="29bc0a18-5096-49d5-ae49-3e5745cfa117" providerId="ADAL" clId="{6ABB0A59-492B-4619-8917-6A9C0A590C5D}" dt="2024-02-23T09:48:22.380" v="5385" actId="1035"/>
          <ac:spMkLst>
            <pc:docMk/>
            <pc:sldMk cId="3404696861" sldId="2147480029"/>
            <ac:spMk id="46" creationId="{F77E16B2-7D89-8310-3063-986E8A4989E7}"/>
          </ac:spMkLst>
        </pc:spChg>
        <pc:spChg chg="mod">
          <ac:chgData name="Liang,Dr.,Hongzi (HP Medicine) BII-CN-S" userId="29bc0a18-5096-49d5-ae49-3e5745cfa117" providerId="ADAL" clId="{6ABB0A59-492B-4619-8917-6A9C0A590C5D}" dt="2024-02-23T09:48:22.380" v="5385" actId="1035"/>
          <ac:spMkLst>
            <pc:docMk/>
            <pc:sldMk cId="3404696861" sldId="2147480029"/>
            <ac:spMk id="47" creationId="{D4599607-868F-00DE-E33F-6EA2407A8487}"/>
          </ac:spMkLst>
        </pc:spChg>
        <pc:spChg chg="mod">
          <ac:chgData name="Liang,Dr.,Hongzi (HP Medicine) BII-CN-S" userId="29bc0a18-5096-49d5-ae49-3e5745cfa117" providerId="ADAL" clId="{6ABB0A59-492B-4619-8917-6A9C0A590C5D}" dt="2024-02-23T09:48:22.380" v="5385" actId="1035"/>
          <ac:spMkLst>
            <pc:docMk/>
            <pc:sldMk cId="3404696861" sldId="2147480029"/>
            <ac:spMk id="48" creationId="{EB307149-086D-06B0-8C59-6A73887C8D24}"/>
          </ac:spMkLst>
        </pc:spChg>
        <pc:spChg chg="mod">
          <ac:chgData name="Liang,Dr.,Hongzi (HP Medicine) BII-CN-S" userId="29bc0a18-5096-49d5-ae49-3e5745cfa117" providerId="ADAL" clId="{6ABB0A59-492B-4619-8917-6A9C0A590C5D}" dt="2024-02-23T09:48:22.380" v="5385" actId="1035"/>
          <ac:spMkLst>
            <pc:docMk/>
            <pc:sldMk cId="3404696861" sldId="2147480029"/>
            <ac:spMk id="50" creationId="{3B6F1322-F5A2-CB4E-311A-555C1B44BF4F}"/>
          </ac:spMkLst>
        </pc:spChg>
        <pc:spChg chg="mod">
          <ac:chgData name="Liang,Dr.,Hongzi (HP Medicine) BII-CN-S" userId="29bc0a18-5096-49d5-ae49-3e5745cfa117" providerId="ADAL" clId="{6ABB0A59-492B-4619-8917-6A9C0A590C5D}" dt="2024-02-23T09:48:22.380" v="5385" actId="1035"/>
          <ac:spMkLst>
            <pc:docMk/>
            <pc:sldMk cId="3404696861" sldId="2147480029"/>
            <ac:spMk id="52" creationId="{7DEDBBD9-73B8-5F23-8BC7-4611B9940727}"/>
          </ac:spMkLst>
        </pc:spChg>
        <pc:spChg chg="mod">
          <ac:chgData name="Liang,Dr.,Hongzi (HP Medicine) BII-CN-S" userId="29bc0a18-5096-49d5-ae49-3e5745cfa117" providerId="ADAL" clId="{6ABB0A59-492B-4619-8917-6A9C0A590C5D}" dt="2024-02-23T09:48:22.380" v="5385" actId="1035"/>
          <ac:spMkLst>
            <pc:docMk/>
            <pc:sldMk cId="3404696861" sldId="2147480029"/>
            <ac:spMk id="53" creationId="{E86D62A2-7296-4DF4-2B36-22B5BA2463C1}"/>
          </ac:spMkLst>
        </pc:spChg>
        <pc:spChg chg="mod">
          <ac:chgData name="Liang,Dr.,Hongzi (HP Medicine) BII-CN-S" userId="29bc0a18-5096-49d5-ae49-3e5745cfa117" providerId="ADAL" clId="{6ABB0A59-492B-4619-8917-6A9C0A590C5D}" dt="2024-02-23T09:48:22.380" v="5385" actId="1035"/>
          <ac:spMkLst>
            <pc:docMk/>
            <pc:sldMk cId="3404696861" sldId="2147480029"/>
            <ac:spMk id="54" creationId="{7D3401E8-F05E-8AF6-297A-449BC5DEAD89}"/>
          </ac:spMkLst>
        </pc:spChg>
        <pc:spChg chg="mod">
          <ac:chgData name="Liang,Dr.,Hongzi (HP Medicine) BII-CN-S" userId="29bc0a18-5096-49d5-ae49-3e5745cfa117" providerId="ADAL" clId="{6ABB0A59-492B-4619-8917-6A9C0A590C5D}" dt="2024-02-23T09:48:22.380" v="5385" actId="1035"/>
          <ac:spMkLst>
            <pc:docMk/>
            <pc:sldMk cId="3404696861" sldId="2147480029"/>
            <ac:spMk id="55" creationId="{E90FC452-79E0-F0B5-7518-F45A78EC1AE1}"/>
          </ac:spMkLst>
        </pc:spChg>
        <pc:spChg chg="mod">
          <ac:chgData name="Liang,Dr.,Hongzi (HP Medicine) BII-CN-S" userId="29bc0a18-5096-49d5-ae49-3e5745cfa117" providerId="ADAL" clId="{6ABB0A59-492B-4619-8917-6A9C0A590C5D}" dt="2024-02-23T09:19:01.135" v="4792" actId="1036"/>
          <ac:spMkLst>
            <pc:docMk/>
            <pc:sldMk cId="3404696861" sldId="2147480029"/>
            <ac:spMk id="57" creationId="{89CE924F-D9DF-746F-F808-7125DB85DE62}"/>
          </ac:spMkLst>
        </pc:spChg>
        <pc:spChg chg="mod">
          <ac:chgData name="Liang,Dr.,Hongzi (HP Medicine) BII-CN-S" userId="29bc0a18-5096-49d5-ae49-3e5745cfa117" providerId="ADAL" clId="{6ABB0A59-492B-4619-8917-6A9C0A590C5D}" dt="2024-02-23T09:17:50.876" v="4702"/>
          <ac:spMkLst>
            <pc:docMk/>
            <pc:sldMk cId="3404696861" sldId="2147480029"/>
            <ac:spMk id="58" creationId="{FE28F2DC-BC30-F961-3EAF-55679386EDDA}"/>
          </ac:spMkLst>
        </pc:spChg>
        <pc:spChg chg="del">
          <ac:chgData name="Liang,Dr.,Hongzi (HP Medicine) BII-CN-S" userId="29bc0a18-5096-49d5-ae49-3e5745cfa117" providerId="ADAL" clId="{6ABB0A59-492B-4619-8917-6A9C0A590C5D}" dt="2024-02-23T09:20:11.270" v="4796" actId="478"/>
          <ac:spMkLst>
            <pc:docMk/>
            <pc:sldMk cId="3404696861" sldId="2147480029"/>
            <ac:spMk id="60" creationId="{301815FF-7564-5425-46BB-9C7E7A418286}"/>
          </ac:spMkLst>
        </pc:spChg>
        <pc:spChg chg="add mod">
          <ac:chgData name="Liang,Dr.,Hongzi (HP Medicine) BII-CN-S" userId="29bc0a18-5096-49d5-ae49-3e5745cfa117" providerId="ADAL" clId="{6ABB0A59-492B-4619-8917-6A9C0A590C5D}" dt="2024-02-23T09:48:04.804" v="5375" actId="14100"/>
          <ac:spMkLst>
            <pc:docMk/>
            <pc:sldMk cId="3404696861" sldId="2147480029"/>
            <ac:spMk id="70" creationId="{3ACE82E8-3B59-6E73-F253-D1E82A41EC5B}"/>
          </ac:spMkLst>
        </pc:spChg>
        <pc:spChg chg="add mod">
          <ac:chgData name="Liang,Dr.,Hongzi (HP Medicine) BII-CN-S" userId="29bc0a18-5096-49d5-ae49-3e5745cfa117" providerId="ADAL" clId="{6ABB0A59-492B-4619-8917-6A9C0A590C5D}" dt="2024-02-23T09:48:27.292" v="5393" actId="1035"/>
          <ac:spMkLst>
            <pc:docMk/>
            <pc:sldMk cId="3404696861" sldId="2147480029"/>
            <ac:spMk id="72" creationId="{8DAC030B-D761-AD3B-58EF-E5CA15F3D245}"/>
          </ac:spMkLst>
        </pc:spChg>
        <pc:grpChg chg="mod">
          <ac:chgData name="Liang,Dr.,Hongzi (HP Medicine) BII-CN-S" userId="29bc0a18-5096-49d5-ae49-3e5745cfa117" providerId="ADAL" clId="{6ABB0A59-492B-4619-8917-6A9C0A590C5D}" dt="2024-02-23T10:06:36.790" v="5724" actId="1038"/>
          <ac:grpSpMkLst>
            <pc:docMk/>
            <pc:sldMk cId="3404696861" sldId="2147480029"/>
            <ac:grpSpMk id="8" creationId="{C4621F60-30C7-348A-AA38-CDC67018A272}"/>
          </ac:grpSpMkLst>
        </pc:grpChg>
        <pc:grpChg chg="mod">
          <ac:chgData name="Liang,Dr.,Hongzi (HP Medicine) BII-CN-S" userId="29bc0a18-5096-49d5-ae49-3e5745cfa117" providerId="ADAL" clId="{6ABB0A59-492B-4619-8917-6A9C0A590C5D}" dt="2024-02-23T09:14:56.010" v="4642" actId="1076"/>
          <ac:grpSpMkLst>
            <pc:docMk/>
            <pc:sldMk cId="3404696861" sldId="2147480029"/>
            <ac:grpSpMk id="26" creationId="{2B00006A-6AB3-239A-8A43-0F07CCDF695D}"/>
          </ac:grpSpMkLst>
        </pc:grpChg>
        <pc:grpChg chg="del mod">
          <ac:chgData name="Liang,Dr.,Hongzi (HP Medicine) BII-CN-S" userId="29bc0a18-5096-49d5-ae49-3e5745cfa117" providerId="ADAL" clId="{6ABB0A59-492B-4619-8917-6A9C0A590C5D}" dt="2024-02-23T09:15:56.800" v="4660" actId="165"/>
          <ac:grpSpMkLst>
            <pc:docMk/>
            <pc:sldMk cId="3404696861" sldId="2147480029"/>
            <ac:grpSpMk id="41" creationId="{CD3748C7-36A9-D24D-1BE1-BF5C48A8DED7}"/>
          </ac:grpSpMkLst>
        </pc:grpChg>
        <pc:grpChg chg="mod topLvl">
          <ac:chgData name="Liang,Dr.,Hongzi (HP Medicine) BII-CN-S" userId="29bc0a18-5096-49d5-ae49-3e5745cfa117" providerId="ADAL" clId="{6ABB0A59-492B-4619-8917-6A9C0A590C5D}" dt="2024-02-23T09:48:22.380" v="5385" actId="1035"/>
          <ac:grpSpMkLst>
            <pc:docMk/>
            <pc:sldMk cId="3404696861" sldId="2147480029"/>
            <ac:grpSpMk id="42" creationId="{DB44D556-4146-AE8E-C3BA-793008F06E61}"/>
          </ac:grpSpMkLst>
        </pc:grpChg>
        <pc:grpChg chg="mod">
          <ac:chgData name="Liang,Dr.,Hongzi (HP Medicine) BII-CN-S" userId="29bc0a18-5096-49d5-ae49-3e5745cfa117" providerId="ADAL" clId="{6ABB0A59-492B-4619-8917-6A9C0A590C5D}" dt="2024-02-23T09:48:22.380" v="5385" actId="1035"/>
          <ac:grpSpMkLst>
            <pc:docMk/>
            <pc:sldMk cId="3404696861" sldId="2147480029"/>
            <ac:grpSpMk id="49" creationId="{A6756A69-2EFE-AD75-543E-3AC6287FE428}"/>
          </ac:grpSpMkLst>
        </pc:grpChg>
        <pc:grpChg chg="mod">
          <ac:chgData name="Liang,Dr.,Hongzi (HP Medicine) BII-CN-S" userId="29bc0a18-5096-49d5-ae49-3e5745cfa117" providerId="ADAL" clId="{6ABB0A59-492B-4619-8917-6A9C0A590C5D}" dt="2024-02-23T09:48:22.380" v="5385" actId="1035"/>
          <ac:grpSpMkLst>
            <pc:docMk/>
            <pc:sldMk cId="3404696861" sldId="2147480029"/>
            <ac:grpSpMk id="51" creationId="{DC21DE14-C1D7-7452-915C-5E43CA3E71F4}"/>
          </ac:grpSpMkLst>
        </pc:grpChg>
        <pc:grpChg chg="add mod">
          <ac:chgData name="Liang,Dr.,Hongzi (HP Medicine) BII-CN-S" userId="29bc0a18-5096-49d5-ae49-3e5745cfa117" providerId="ADAL" clId="{6ABB0A59-492B-4619-8917-6A9C0A590C5D}" dt="2024-02-23T09:18:08.649" v="4744" actId="1035"/>
          <ac:grpSpMkLst>
            <pc:docMk/>
            <pc:sldMk cId="3404696861" sldId="2147480029"/>
            <ac:grpSpMk id="56" creationId="{4269C7D1-673E-4FC5-F9DF-3486DD4E1093}"/>
          </ac:grpSpMkLst>
        </pc:grpChg>
        <pc:grpChg chg="del">
          <ac:chgData name="Liang,Dr.,Hongzi (HP Medicine) BII-CN-S" userId="29bc0a18-5096-49d5-ae49-3e5745cfa117" providerId="ADAL" clId="{6ABB0A59-492B-4619-8917-6A9C0A590C5D}" dt="2024-02-23T09:17:19.289" v="4700" actId="478"/>
          <ac:grpSpMkLst>
            <pc:docMk/>
            <pc:sldMk cId="3404696861" sldId="2147480029"/>
            <ac:grpSpMk id="64" creationId="{FC8BFCDD-1F3B-B6CD-89F4-1A21A1DF2334}"/>
          </ac:grpSpMkLst>
        </pc:grpChg>
        <pc:grpChg chg="del mod">
          <ac:chgData name="Liang,Dr.,Hongzi (HP Medicine) BII-CN-S" userId="29bc0a18-5096-49d5-ae49-3e5745cfa117" providerId="ADAL" clId="{6ABB0A59-492B-4619-8917-6A9C0A590C5D}" dt="2024-02-23T09:18:05.274" v="4742" actId="478"/>
          <ac:grpSpMkLst>
            <pc:docMk/>
            <pc:sldMk cId="3404696861" sldId="2147480029"/>
            <ac:grpSpMk id="67" creationId="{6E0787D0-3B05-709D-A070-1C7A2BF9AF7F}"/>
          </ac:grpSpMkLst>
        </pc:grpChg>
      </pc:sldChg>
      <pc:sldChg chg="addSp delSp modSp mod ord">
        <pc:chgData name="Liang,Dr.,Hongzi (HP Medicine) BII-CN-S" userId="29bc0a18-5096-49d5-ae49-3e5745cfa117" providerId="ADAL" clId="{6ABB0A59-492B-4619-8917-6A9C0A590C5D}" dt="2024-02-23T10:13:21.268" v="6185" actId="113"/>
        <pc:sldMkLst>
          <pc:docMk/>
          <pc:sldMk cId="2818196506" sldId="2147480030"/>
        </pc:sldMkLst>
        <pc:spChg chg="del mod">
          <ac:chgData name="Liang,Dr.,Hongzi (HP Medicine) BII-CN-S" userId="29bc0a18-5096-49d5-ae49-3e5745cfa117" providerId="ADAL" clId="{6ABB0A59-492B-4619-8917-6A9C0A590C5D}" dt="2024-02-23T10:06:57.475" v="5733" actId="478"/>
          <ac:spMkLst>
            <pc:docMk/>
            <pc:sldMk cId="2818196506" sldId="2147480030"/>
            <ac:spMk id="12" creationId="{E853305C-D59E-1023-2C92-0066072A861B}"/>
          </ac:spMkLst>
        </pc:spChg>
        <pc:spChg chg="add mod">
          <ac:chgData name="Liang,Dr.,Hongzi (HP Medicine) BII-CN-S" userId="29bc0a18-5096-49d5-ae49-3e5745cfa117" providerId="ADAL" clId="{6ABB0A59-492B-4619-8917-6A9C0A590C5D}" dt="2024-02-23T10:06:50.158" v="5731" actId="1035"/>
          <ac:spMkLst>
            <pc:docMk/>
            <pc:sldMk cId="2818196506" sldId="2147480030"/>
            <ac:spMk id="14" creationId="{561000A3-4218-4D4F-1391-8B2D7C3E6393}"/>
          </ac:spMkLst>
        </pc:spChg>
        <pc:spChg chg="mod">
          <ac:chgData name="Liang,Dr.,Hongzi (HP Medicine) BII-CN-S" userId="29bc0a18-5096-49d5-ae49-3e5745cfa117" providerId="ADAL" clId="{6ABB0A59-492B-4619-8917-6A9C0A590C5D}" dt="2024-02-23T10:00:31.298" v="5400" actId="1076"/>
          <ac:spMkLst>
            <pc:docMk/>
            <pc:sldMk cId="2818196506" sldId="2147480030"/>
            <ac:spMk id="30" creationId="{93935C15-27A5-1D14-5DEA-7B0B183A956B}"/>
          </ac:spMkLst>
        </pc:spChg>
        <pc:spChg chg="add mod">
          <ac:chgData name="Liang,Dr.,Hongzi (HP Medicine) BII-CN-S" userId="29bc0a18-5096-49d5-ae49-3e5745cfa117" providerId="ADAL" clId="{6ABB0A59-492B-4619-8917-6A9C0A590C5D}" dt="2024-02-23T10:13:21.268" v="6185" actId="113"/>
          <ac:spMkLst>
            <pc:docMk/>
            <pc:sldMk cId="2818196506" sldId="2147480030"/>
            <ac:spMk id="39" creationId="{00BE7D5A-DC46-EC5F-E129-368FA8A34966}"/>
          </ac:spMkLst>
        </pc:spChg>
        <pc:spChg chg="mod">
          <ac:chgData name="Liang,Dr.,Hongzi (HP Medicine) BII-CN-S" userId="29bc0a18-5096-49d5-ae49-3e5745cfa117" providerId="ADAL" clId="{6ABB0A59-492B-4619-8917-6A9C0A590C5D}" dt="2024-02-23T10:00:53.924" v="5406" actId="20577"/>
          <ac:spMkLst>
            <pc:docMk/>
            <pc:sldMk cId="2818196506" sldId="2147480030"/>
            <ac:spMk id="47" creationId="{7A5797B5-8424-D26E-744A-DB88C8D473A8}"/>
          </ac:spMkLst>
        </pc:spChg>
        <pc:spChg chg="del mod">
          <ac:chgData name="Liang,Dr.,Hongzi (HP Medicine) BII-CN-S" userId="29bc0a18-5096-49d5-ae49-3e5745cfa117" providerId="ADAL" clId="{6ABB0A59-492B-4619-8917-6A9C0A590C5D}" dt="2024-02-23T09:49:48.919" v="5395" actId="478"/>
          <ac:spMkLst>
            <pc:docMk/>
            <pc:sldMk cId="2818196506" sldId="2147480030"/>
            <ac:spMk id="67" creationId="{20A40DAA-60D9-97AE-E564-0A5E05E2D857}"/>
          </ac:spMkLst>
        </pc:spChg>
        <pc:grpChg chg="mod">
          <ac:chgData name="Liang,Dr.,Hongzi (HP Medicine) BII-CN-S" userId="29bc0a18-5096-49d5-ae49-3e5745cfa117" providerId="ADAL" clId="{6ABB0A59-492B-4619-8917-6A9C0A590C5D}" dt="2024-02-23T10:06:19.078" v="5705" actId="1038"/>
          <ac:grpSpMkLst>
            <pc:docMk/>
            <pc:sldMk cId="2818196506" sldId="2147480030"/>
            <ac:grpSpMk id="8" creationId="{A823E1E9-265E-DC14-1C3A-6B209CBC22EA}"/>
          </ac:grpSpMkLst>
        </pc:grpChg>
      </pc:sldChg>
      <pc:sldChg chg="ord">
        <pc:chgData name="Liang,Dr.,Hongzi (HP Medicine) BII-CN-S" userId="29bc0a18-5096-49d5-ae49-3e5745cfa117" providerId="ADAL" clId="{6ABB0A59-492B-4619-8917-6A9C0A590C5D}" dt="2024-02-22T08:18:47.292" v="2370"/>
        <pc:sldMkLst>
          <pc:docMk/>
          <pc:sldMk cId="3828956331" sldId="2147480031"/>
        </pc:sldMkLst>
      </pc:sldChg>
      <pc:sldChg chg="ord">
        <pc:chgData name="Liang,Dr.,Hongzi (HP Medicine) BII-CN-S" userId="29bc0a18-5096-49d5-ae49-3e5745cfa117" providerId="ADAL" clId="{6ABB0A59-492B-4619-8917-6A9C0A590C5D}" dt="2024-02-22T08:18:47.292" v="2370"/>
        <pc:sldMkLst>
          <pc:docMk/>
          <pc:sldMk cId="2303469543" sldId="2147480032"/>
        </pc:sldMkLst>
      </pc:sldChg>
      <pc:sldChg chg="addSp delSp modSp mod">
        <pc:chgData name="Liang,Dr.,Hongzi (HP Medicine) BII-CN-S" userId="29bc0a18-5096-49d5-ae49-3e5745cfa117" providerId="ADAL" clId="{6ABB0A59-492B-4619-8917-6A9C0A590C5D}" dt="2024-02-22T08:05:49.297" v="2304" actId="1036"/>
        <pc:sldMkLst>
          <pc:docMk/>
          <pc:sldMk cId="2119365825" sldId="2147480034"/>
        </pc:sldMkLst>
        <pc:spChg chg="del">
          <ac:chgData name="Liang,Dr.,Hongzi (HP Medicine) BII-CN-S" userId="29bc0a18-5096-49d5-ae49-3e5745cfa117" providerId="ADAL" clId="{6ABB0A59-492B-4619-8917-6A9C0A590C5D}" dt="2024-02-22T01:35:29.377" v="464" actId="478"/>
          <ac:spMkLst>
            <pc:docMk/>
            <pc:sldMk cId="2119365825" sldId="2147480034"/>
            <ac:spMk id="3" creationId="{71E92AC3-7897-D7DF-276A-98B75CD1737E}"/>
          </ac:spMkLst>
        </pc:spChg>
        <pc:spChg chg="add mod">
          <ac:chgData name="Liang,Dr.,Hongzi (HP Medicine) BII-CN-S" userId="29bc0a18-5096-49d5-ae49-3e5745cfa117" providerId="ADAL" clId="{6ABB0A59-492B-4619-8917-6A9C0A590C5D}" dt="2024-02-22T08:05:49.297" v="2304" actId="1036"/>
          <ac:spMkLst>
            <pc:docMk/>
            <pc:sldMk cId="2119365825" sldId="2147480034"/>
            <ac:spMk id="4" creationId="{644ED400-7EE1-3385-1CB5-C14FE1D2FDCA}"/>
          </ac:spMkLst>
        </pc:spChg>
        <pc:spChg chg="add del mod">
          <ac:chgData name="Liang,Dr.,Hongzi (HP Medicine) BII-CN-S" userId="29bc0a18-5096-49d5-ae49-3e5745cfa117" providerId="ADAL" clId="{6ABB0A59-492B-4619-8917-6A9C0A590C5D}" dt="2024-02-22T01:39:38.953" v="544" actId="478"/>
          <ac:spMkLst>
            <pc:docMk/>
            <pc:sldMk cId="2119365825" sldId="2147480034"/>
            <ac:spMk id="6" creationId="{5A8F81E9-AD47-59E4-4781-C96C6ECBAD46}"/>
          </ac:spMkLst>
        </pc:spChg>
        <pc:spChg chg="add mod">
          <ac:chgData name="Liang,Dr.,Hongzi (HP Medicine) BII-CN-S" userId="29bc0a18-5096-49d5-ae49-3e5745cfa117" providerId="ADAL" clId="{6ABB0A59-492B-4619-8917-6A9C0A590C5D}" dt="2024-02-22T08:05:49.297" v="2304" actId="1036"/>
          <ac:spMkLst>
            <pc:docMk/>
            <pc:sldMk cId="2119365825" sldId="2147480034"/>
            <ac:spMk id="7" creationId="{A2F6379B-EE58-B225-C278-A7C491923B36}"/>
          </ac:spMkLst>
        </pc:spChg>
        <pc:spChg chg="mod">
          <ac:chgData name="Liang,Dr.,Hongzi (HP Medicine) BII-CN-S" userId="29bc0a18-5096-49d5-ae49-3e5745cfa117" providerId="ADAL" clId="{6ABB0A59-492B-4619-8917-6A9C0A590C5D}" dt="2024-02-22T08:05:49.297" v="2304" actId="1036"/>
          <ac:spMkLst>
            <pc:docMk/>
            <pc:sldMk cId="2119365825" sldId="2147480034"/>
            <ac:spMk id="9" creationId="{CA963B82-4326-E848-7517-2BAE8E24A10D}"/>
          </ac:spMkLst>
        </pc:spChg>
        <pc:spChg chg="mod">
          <ac:chgData name="Liang,Dr.,Hongzi (HP Medicine) BII-CN-S" userId="29bc0a18-5096-49d5-ae49-3e5745cfa117" providerId="ADAL" clId="{6ABB0A59-492B-4619-8917-6A9C0A590C5D}" dt="2024-02-22T08:05:49.297" v="2304" actId="1036"/>
          <ac:spMkLst>
            <pc:docMk/>
            <pc:sldMk cId="2119365825" sldId="2147480034"/>
            <ac:spMk id="10" creationId="{B6EDFA0F-2063-719D-C5C2-74CFEA42B84A}"/>
          </ac:spMkLst>
        </pc:spChg>
        <pc:spChg chg="mod">
          <ac:chgData name="Liang,Dr.,Hongzi (HP Medicine) BII-CN-S" userId="29bc0a18-5096-49d5-ae49-3e5745cfa117" providerId="ADAL" clId="{6ABB0A59-492B-4619-8917-6A9C0A590C5D}" dt="2024-02-22T08:05:49.297" v="2304" actId="1036"/>
          <ac:spMkLst>
            <pc:docMk/>
            <pc:sldMk cId="2119365825" sldId="2147480034"/>
            <ac:spMk id="11" creationId="{0ADA112C-3107-07D0-30BA-21F18F2A239B}"/>
          </ac:spMkLst>
        </pc:spChg>
        <pc:spChg chg="add mod ord">
          <ac:chgData name="Liang,Dr.,Hongzi (HP Medicine) BII-CN-S" userId="29bc0a18-5096-49d5-ae49-3e5745cfa117" providerId="ADAL" clId="{6ABB0A59-492B-4619-8917-6A9C0A590C5D}" dt="2024-02-22T08:05:49.297" v="2304" actId="1036"/>
          <ac:spMkLst>
            <pc:docMk/>
            <pc:sldMk cId="2119365825" sldId="2147480034"/>
            <ac:spMk id="12" creationId="{464F6AC8-E81E-BE90-66C3-5957E88B3118}"/>
          </ac:spMkLst>
        </pc:spChg>
        <pc:spChg chg="add mod ord">
          <ac:chgData name="Liang,Dr.,Hongzi (HP Medicine) BII-CN-S" userId="29bc0a18-5096-49d5-ae49-3e5745cfa117" providerId="ADAL" clId="{6ABB0A59-492B-4619-8917-6A9C0A590C5D}" dt="2024-02-22T08:05:49.297" v="2304" actId="1036"/>
          <ac:spMkLst>
            <pc:docMk/>
            <pc:sldMk cId="2119365825" sldId="2147480034"/>
            <ac:spMk id="13" creationId="{3F7D17FF-CA50-FC94-FFBA-D0E7A3E4790D}"/>
          </ac:spMkLst>
        </pc:spChg>
        <pc:spChg chg="add mod">
          <ac:chgData name="Liang,Dr.,Hongzi (HP Medicine) BII-CN-S" userId="29bc0a18-5096-49d5-ae49-3e5745cfa117" providerId="ADAL" clId="{6ABB0A59-492B-4619-8917-6A9C0A590C5D}" dt="2024-02-22T08:05:49.297" v="2304" actId="1036"/>
          <ac:spMkLst>
            <pc:docMk/>
            <pc:sldMk cId="2119365825" sldId="2147480034"/>
            <ac:spMk id="14" creationId="{43E983D6-3462-12C7-F50B-11DF53234B32}"/>
          </ac:spMkLst>
        </pc:spChg>
        <pc:spChg chg="mod">
          <ac:chgData name="Liang,Dr.,Hongzi (HP Medicine) BII-CN-S" userId="29bc0a18-5096-49d5-ae49-3e5745cfa117" providerId="ADAL" clId="{6ABB0A59-492B-4619-8917-6A9C0A590C5D}" dt="2024-02-22T08:05:49.297" v="2304" actId="1036"/>
          <ac:spMkLst>
            <pc:docMk/>
            <pc:sldMk cId="2119365825" sldId="2147480034"/>
            <ac:spMk id="85" creationId="{E046EABA-6BB9-C5F7-7228-E4DB1F3294FD}"/>
          </ac:spMkLst>
        </pc:spChg>
        <pc:spChg chg="mod">
          <ac:chgData name="Liang,Dr.,Hongzi (HP Medicine) BII-CN-S" userId="29bc0a18-5096-49d5-ae49-3e5745cfa117" providerId="ADAL" clId="{6ABB0A59-492B-4619-8917-6A9C0A590C5D}" dt="2024-02-22T08:05:49.297" v="2304" actId="1036"/>
          <ac:spMkLst>
            <pc:docMk/>
            <pc:sldMk cId="2119365825" sldId="2147480034"/>
            <ac:spMk id="86" creationId="{2833B7CB-A5CC-C3D7-8D79-91FBBFD9B5C1}"/>
          </ac:spMkLst>
        </pc:spChg>
        <pc:spChg chg="mod">
          <ac:chgData name="Liang,Dr.,Hongzi (HP Medicine) BII-CN-S" userId="29bc0a18-5096-49d5-ae49-3e5745cfa117" providerId="ADAL" clId="{6ABB0A59-492B-4619-8917-6A9C0A590C5D}" dt="2024-02-22T08:04:20.146" v="2289" actId="1035"/>
          <ac:spMkLst>
            <pc:docMk/>
            <pc:sldMk cId="2119365825" sldId="2147480034"/>
            <ac:spMk id="87" creationId="{4F13EE89-C528-CAF0-326A-FFFDE9C592BB}"/>
          </ac:spMkLst>
        </pc:spChg>
        <pc:spChg chg="mod">
          <ac:chgData name="Liang,Dr.,Hongzi (HP Medicine) BII-CN-S" userId="29bc0a18-5096-49d5-ae49-3e5745cfa117" providerId="ADAL" clId="{6ABB0A59-492B-4619-8917-6A9C0A590C5D}" dt="2024-02-22T08:05:49.297" v="2304" actId="1036"/>
          <ac:spMkLst>
            <pc:docMk/>
            <pc:sldMk cId="2119365825" sldId="2147480034"/>
            <ac:spMk id="90" creationId="{EDB07E9B-1E9D-8584-7A1B-B3892941B52F}"/>
          </ac:spMkLst>
        </pc:spChg>
        <pc:spChg chg="mod">
          <ac:chgData name="Liang,Dr.,Hongzi (HP Medicine) BII-CN-S" userId="29bc0a18-5096-49d5-ae49-3e5745cfa117" providerId="ADAL" clId="{6ABB0A59-492B-4619-8917-6A9C0A590C5D}" dt="2024-02-22T08:05:49.297" v="2304" actId="1036"/>
          <ac:spMkLst>
            <pc:docMk/>
            <pc:sldMk cId="2119365825" sldId="2147480034"/>
            <ac:spMk id="91" creationId="{3F8B5557-CFF6-5EFE-5A5D-B12B41D9D2BD}"/>
          </ac:spMkLst>
        </pc:spChg>
        <pc:spChg chg="mod">
          <ac:chgData name="Liang,Dr.,Hongzi (HP Medicine) BII-CN-S" userId="29bc0a18-5096-49d5-ae49-3e5745cfa117" providerId="ADAL" clId="{6ABB0A59-492B-4619-8917-6A9C0A590C5D}" dt="2024-02-22T08:05:49.297" v="2304" actId="1036"/>
          <ac:spMkLst>
            <pc:docMk/>
            <pc:sldMk cId="2119365825" sldId="2147480034"/>
            <ac:spMk id="92" creationId="{8F35A082-D9FD-A73F-7DEB-2DA40675B502}"/>
          </ac:spMkLst>
        </pc:spChg>
        <pc:spChg chg="mod">
          <ac:chgData name="Liang,Dr.,Hongzi (HP Medicine) BII-CN-S" userId="29bc0a18-5096-49d5-ae49-3e5745cfa117" providerId="ADAL" clId="{6ABB0A59-492B-4619-8917-6A9C0A590C5D}" dt="2024-02-22T08:05:49.297" v="2304" actId="1036"/>
          <ac:spMkLst>
            <pc:docMk/>
            <pc:sldMk cId="2119365825" sldId="2147480034"/>
            <ac:spMk id="99" creationId="{D57D8FEF-6298-09CD-0902-6566D6042E60}"/>
          </ac:spMkLst>
        </pc:spChg>
        <pc:spChg chg="mod">
          <ac:chgData name="Liang,Dr.,Hongzi (HP Medicine) BII-CN-S" userId="29bc0a18-5096-49d5-ae49-3e5745cfa117" providerId="ADAL" clId="{6ABB0A59-492B-4619-8917-6A9C0A590C5D}" dt="2024-02-22T08:05:49.297" v="2304" actId="1036"/>
          <ac:spMkLst>
            <pc:docMk/>
            <pc:sldMk cId="2119365825" sldId="2147480034"/>
            <ac:spMk id="100" creationId="{86D90F2D-B666-17A2-350C-5AE8775A3972}"/>
          </ac:spMkLst>
        </pc:spChg>
        <pc:spChg chg="mod">
          <ac:chgData name="Liang,Dr.,Hongzi (HP Medicine) BII-CN-S" userId="29bc0a18-5096-49d5-ae49-3e5745cfa117" providerId="ADAL" clId="{6ABB0A59-492B-4619-8917-6A9C0A590C5D}" dt="2024-02-22T08:05:49.297" v="2304" actId="1036"/>
          <ac:spMkLst>
            <pc:docMk/>
            <pc:sldMk cId="2119365825" sldId="2147480034"/>
            <ac:spMk id="101" creationId="{F83025A5-D927-6E5F-FBD1-40D5CE1A8369}"/>
          </ac:spMkLst>
        </pc:spChg>
        <pc:spChg chg="mod">
          <ac:chgData name="Liang,Dr.,Hongzi (HP Medicine) BII-CN-S" userId="29bc0a18-5096-49d5-ae49-3e5745cfa117" providerId="ADAL" clId="{6ABB0A59-492B-4619-8917-6A9C0A590C5D}" dt="2024-02-22T08:05:49.297" v="2304" actId="1036"/>
          <ac:spMkLst>
            <pc:docMk/>
            <pc:sldMk cId="2119365825" sldId="2147480034"/>
            <ac:spMk id="102" creationId="{FC5FEFE1-31F4-A66D-72D0-1DBEBBEABF5E}"/>
          </ac:spMkLst>
        </pc:spChg>
        <pc:spChg chg="mod">
          <ac:chgData name="Liang,Dr.,Hongzi (HP Medicine) BII-CN-S" userId="29bc0a18-5096-49d5-ae49-3e5745cfa117" providerId="ADAL" clId="{6ABB0A59-492B-4619-8917-6A9C0A590C5D}" dt="2024-02-22T08:05:49.297" v="2304" actId="1036"/>
          <ac:spMkLst>
            <pc:docMk/>
            <pc:sldMk cId="2119365825" sldId="2147480034"/>
            <ac:spMk id="103" creationId="{53FF9BFC-2B1A-EF92-4F6C-453A71450C21}"/>
          </ac:spMkLst>
        </pc:spChg>
        <pc:spChg chg="mod">
          <ac:chgData name="Liang,Dr.,Hongzi (HP Medicine) BII-CN-S" userId="29bc0a18-5096-49d5-ae49-3e5745cfa117" providerId="ADAL" clId="{6ABB0A59-492B-4619-8917-6A9C0A590C5D}" dt="2024-02-22T08:05:49.297" v="2304" actId="1036"/>
          <ac:spMkLst>
            <pc:docMk/>
            <pc:sldMk cId="2119365825" sldId="2147480034"/>
            <ac:spMk id="104" creationId="{5554B080-B179-BF22-3C11-EF2F9E9FB44F}"/>
          </ac:spMkLst>
        </pc:spChg>
        <pc:spChg chg="mod">
          <ac:chgData name="Liang,Dr.,Hongzi (HP Medicine) BII-CN-S" userId="29bc0a18-5096-49d5-ae49-3e5745cfa117" providerId="ADAL" clId="{6ABB0A59-492B-4619-8917-6A9C0A590C5D}" dt="2024-02-22T08:05:49.297" v="2304" actId="1036"/>
          <ac:spMkLst>
            <pc:docMk/>
            <pc:sldMk cId="2119365825" sldId="2147480034"/>
            <ac:spMk id="105" creationId="{2E605E80-BD1F-2567-F032-C57198B46441}"/>
          </ac:spMkLst>
        </pc:spChg>
        <pc:spChg chg="mod">
          <ac:chgData name="Liang,Dr.,Hongzi (HP Medicine) BII-CN-S" userId="29bc0a18-5096-49d5-ae49-3e5745cfa117" providerId="ADAL" clId="{6ABB0A59-492B-4619-8917-6A9C0A590C5D}" dt="2024-02-22T08:05:49.297" v="2304" actId="1036"/>
          <ac:spMkLst>
            <pc:docMk/>
            <pc:sldMk cId="2119365825" sldId="2147480034"/>
            <ac:spMk id="106" creationId="{4AA514AF-37D5-C63A-7F5F-F12723AC16A3}"/>
          </ac:spMkLst>
        </pc:spChg>
        <pc:spChg chg="mod">
          <ac:chgData name="Liang,Dr.,Hongzi (HP Medicine) BII-CN-S" userId="29bc0a18-5096-49d5-ae49-3e5745cfa117" providerId="ADAL" clId="{6ABB0A59-492B-4619-8917-6A9C0A590C5D}" dt="2024-02-22T08:05:49.297" v="2304" actId="1036"/>
          <ac:spMkLst>
            <pc:docMk/>
            <pc:sldMk cId="2119365825" sldId="2147480034"/>
            <ac:spMk id="108" creationId="{0B899260-FD82-1414-5C51-87E3A0E10CA7}"/>
          </ac:spMkLst>
        </pc:spChg>
        <pc:spChg chg="mod">
          <ac:chgData name="Liang,Dr.,Hongzi (HP Medicine) BII-CN-S" userId="29bc0a18-5096-49d5-ae49-3e5745cfa117" providerId="ADAL" clId="{6ABB0A59-492B-4619-8917-6A9C0A590C5D}" dt="2024-02-22T08:05:49.297" v="2304" actId="1036"/>
          <ac:spMkLst>
            <pc:docMk/>
            <pc:sldMk cId="2119365825" sldId="2147480034"/>
            <ac:spMk id="109" creationId="{25275B79-04E3-0014-04AD-C6C2C877B551}"/>
          </ac:spMkLst>
        </pc:spChg>
        <pc:spChg chg="mod">
          <ac:chgData name="Liang,Dr.,Hongzi (HP Medicine) BII-CN-S" userId="29bc0a18-5096-49d5-ae49-3e5745cfa117" providerId="ADAL" clId="{6ABB0A59-492B-4619-8917-6A9C0A590C5D}" dt="2024-02-22T08:05:49.297" v="2304" actId="1036"/>
          <ac:spMkLst>
            <pc:docMk/>
            <pc:sldMk cId="2119365825" sldId="2147480034"/>
            <ac:spMk id="112" creationId="{C9F9C93C-2302-DA8C-B7AB-2FC9BE7DDAD9}"/>
          </ac:spMkLst>
        </pc:spChg>
        <pc:spChg chg="mod">
          <ac:chgData name="Liang,Dr.,Hongzi (HP Medicine) BII-CN-S" userId="29bc0a18-5096-49d5-ae49-3e5745cfa117" providerId="ADAL" clId="{6ABB0A59-492B-4619-8917-6A9C0A590C5D}" dt="2024-02-22T08:05:49.297" v="2304" actId="1036"/>
          <ac:spMkLst>
            <pc:docMk/>
            <pc:sldMk cId="2119365825" sldId="2147480034"/>
            <ac:spMk id="113" creationId="{4BCF8CD1-FC0E-6E62-D2E5-D5A3EFD755D8}"/>
          </ac:spMkLst>
        </pc:spChg>
        <pc:spChg chg="mod">
          <ac:chgData name="Liang,Dr.,Hongzi (HP Medicine) BII-CN-S" userId="29bc0a18-5096-49d5-ae49-3e5745cfa117" providerId="ADAL" clId="{6ABB0A59-492B-4619-8917-6A9C0A590C5D}" dt="2024-02-22T08:05:49.297" v="2304" actId="1036"/>
          <ac:spMkLst>
            <pc:docMk/>
            <pc:sldMk cId="2119365825" sldId="2147480034"/>
            <ac:spMk id="115" creationId="{FA1F9745-96A8-B600-A9FA-4242F17A1EB6}"/>
          </ac:spMkLst>
        </pc:spChg>
        <pc:spChg chg="mod">
          <ac:chgData name="Liang,Dr.,Hongzi (HP Medicine) BII-CN-S" userId="29bc0a18-5096-49d5-ae49-3e5745cfa117" providerId="ADAL" clId="{6ABB0A59-492B-4619-8917-6A9C0A590C5D}" dt="2024-02-22T08:05:49.297" v="2304" actId="1036"/>
          <ac:spMkLst>
            <pc:docMk/>
            <pc:sldMk cId="2119365825" sldId="2147480034"/>
            <ac:spMk id="116" creationId="{6E504BE5-E60F-BC65-9ABC-AD5836B3546A}"/>
          </ac:spMkLst>
        </pc:spChg>
        <pc:spChg chg="mod">
          <ac:chgData name="Liang,Dr.,Hongzi (HP Medicine) BII-CN-S" userId="29bc0a18-5096-49d5-ae49-3e5745cfa117" providerId="ADAL" clId="{6ABB0A59-492B-4619-8917-6A9C0A590C5D}" dt="2024-02-22T08:05:49.297" v="2304" actId="1036"/>
          <ac:spMkLst>
            <pc:docMk/>
            <pc:sldMk cId="2119365825" sldId="2147480034"/>
            <ac:spMk id="117" creationId="{0C775546-F808-A36C-BB30-5D59489E3137}"/>
          </ac:spMkLst>
        </pc:spChg>
        <pc:spChg chg="mod">
          <ac:chgData name="Liang,Dr.,Hongzi (HP Medicine) BII-CN-S" userId="29bc0a18-5096-49d5-ae49-3e5745cfa117" providerId="ADAL" clId="{6ABB0A59-492B-4619-8917-6A9C0A590C5D}" dt="2024-02-22T08:05:49.297" v="2304" actId="1036"/>
          <ac:spMkLst>
            <pc:docMk/>
            <pc:sldMk cId="2119365825" sldId="2147480034"/>
            <ac:spMk id="119" creationId="{57919988-4EC9-3924-BBCC-A4E5727C1F0D}"/>
          </ac:spMkLst>
        </pc:spChg>
        <pc:spChg chg="mod">
          <ac:chgData name="Liang,Dr.,Hongzi (HP Medicine) BII-CN-S" userId="29bc0a18-5096-49d5-ae49-3e5745cfa117" providerId="ADAL" clId="{6ABB0A59-492B-4619-8917-6A9C0A590C5D}" dt="2024-02-22T08:05:49.297" v="2304" actId="1036"/>
          <ac:spMkLst>
            <pc:docMk/>
            <pc:sldMk cId="2119365825" sldId="2147480034"/>
            <ac:spMk id="120" creationId="{A8CD723E-718E-B733-C424-54B3542E1F85}"/>
          </ac:spMkLst>
        </pc:spChg>
        <pc:spChg chg="mod">
          <ac:chgData name="Liang,Dr.,Hongzi (HP Medicine) BII-CN-S" userId="29bc0a18-5096-49d5-ae49-3e5745cfa117" providerId="ADAL" clId="{6ABB0A59-492B-4619-8917-6A9C0A590C5D}" dt="2024-02-22T08:05:49.297" v="2304" actId="1036"/>
          <ac:spMkLst>
            <pc:docMk/>
            <pc:sldMk cId="2119365825" sldId="2147480034"/>
            <ac:spMk id="122" creationId="{070B6757-C24B-ACC4-05EB-CEB58D1A40B6}"/>
          </ac:spMkLst>
        </pc:spChg>
        <pc:spChg chg="mod">
          <ac:chgData name="Liang,Dr.,Hongzi (HP Medicine) BII-CN-S" userId="29bc0a18-5096-49d5-ae49-3e5745cfa117" providerId="ADAL" clId="{6ABB0A59-492B-4619-8917-6A9C0A590C5D}" dt="2024-02-22T08:05:49.297" v="2304" actId="1036"/>
          <ac:spMkLst>
            <pc:docMk/>
            <pc:sldMk cId="2119365825" sldId="2147480034"/>
            <ac:spMk id="123" creationId="{D238B683-E9EF-0845-9070-7E84B07724DD}"/>
          </ac:spMkLst>
        </pc:spChg>
        <pc:spChg chg="mod">
          <ac:chgData name="Liang,Dr.,Hongzi (HP Medicine) BII-CN-S" userId="29bc0a18-5096-49d5-ae49-3e5745cfa117" providerId="ADAL" clId="{6ABB0A59-492B-4619-8917-6A9C0A590C5D}" dt="2024-02-22T08:05:49.297" v="2304" actId="1036"/>
          <ac:spMkLst>
            <pc:docMk/>
            <pc:sldMk cId="2119365825" sldId="2147480034"/>
            <ac:spMk id="124" creationId="{AF1F6D8E-F2AA-210A-EB27-D8530960ADE2}"/>
          </ac:spMkLst>
        </pc:spChg>
        <pc:spChg chg="mod">
          <ac:chgData name="Liang,Dr.,Hongzi (HP Medicine) BII-CN-S" userId="29bc0a18-5096-49d5-ae49-3e5745cfa117" providerId="ADAL" clId="{6ABB0A59-492B-4619-8917-6A9C0A590C5D}" dt="2024-02-22T08:05:49.297" v="2304" actId="1036"/>
          <ac:spMkLst>
            <pc:docMk/>
            <pc:sldMk cId="2119365825" sldId="2147480034"/>
            <ac:spMk id="125" creationId="{A1BCFA9E-B8FA-3DEE-8E51-D724DCF597A1}"/>
          </ac:spMkLst>
        </pc:spChg>
        <pc:spChg chg="mod">
          <ac:chgData name="Liang,Dr.,Hongzi (HP Medicine) BII-CN-S" userId="29bc0a18-5096-49d5-ae49-3e5745cfa117" providerId="ADAL" clId="{6ABB0A59-492B-4619-8917-6A9C0A590C5D}" dt="2024-02-22T08:05:49.297" v="2304" actId="1036"/>
          <ac:spMkLst>
            <pc:docMk/>
            <pc:sldMk cId="2119365825" sldId="2147480034"/>
            <ac:spMk id="126" creationId="{6C9BF3C3-C00B-7291-2197-4BCA1059A64B}"/>
          </ac:spMkLst>
        </pc:spChg>
        <pc:spChg chg="mod">
          <ac:chgData name="Liang,Dr.,Hongzi (HP Medicine) BII-CN-S" userId="29bc0a18-5096-49d5-ae49-3e5745cfa117" providerId="ADAL" clId="{6ABB0A59-492B-4619-8917-6A9C0A590C5D}" dt="2024-02-22T08:05:49.297" v="2304" actId="1036"/>
          <ac:spMkLst>
            <pc:docMk/>
            <pc:sldMk cId="2119365825" sldId="2147480034"/>
            <ac:spMk id="127" creationId="{AA13F559-D1B4-BA56-8FA8-8DF69B5E0C2C}"/>
          </ac:spMkLst>
        </pc:spChg>
        <pc:spChg chg="mod">
          <ac:chgData name="Liang,Dr.,Hongzi (HP Medicine) BII-CN-S" userId="29bc0a18-5096-49d5-ae49-3e5745cfa117" providerId="ADAL" clId="{6ABB0A59-492B-4619-8917-6A9C0A590C5D}" dt="2024-02-22T08:05:49.297" v="2304" actId="1036"/>
          <ac:spMkLst>
            <pc:docMk/>
            <pc:sldMk cId="2119365825" sldId="2147480034"/>
            <ac:spMk id="128" creationId="{CFAD01AC-69A0-5EA1-453B-3282C6FF99D5}"/>
          </ac:spMkLst>
        </pc:spChg>
        <pc:spChg chg="mod">
          <ac:chgData name="Liang,Dr.,Hongzi (HP Medicine) BII-CN-S" userId="29bc0a18-5096-49d5-ae49-3e5745cfa117" providerId="ADAL" clId="{6ABB0A59-492B-4619-8917-6A9C0A590C5D}" dt="2024-02-22T08:05:49.297" v="2304" actId="1036"/>
          <ac:spMkLst>
            <pc:docMk/>
            <pc:sldMk cId="2119365825" sldId="2147480034"/>
            <ac:spMk id="129" creationId="{9942B3D7-B714-5A1F-045B-B5FBA6EFAF3D}"/>
          </ac:spMkLst>
        </pc:spChg>
        <pc:spChg chg="mod">
          <ac:chgData name="Liang,Dr.,Hongzi (HP Medicine) BII-CN-S" userId="29bc0a18-5096-49d5-ae49-3e5745cfa117" providerId="ADAL" clId="{6ABB0A59-492B-4619-8917-6A9C0A590C5D}" dt="2024-02-22T08:05:49.297" v="2304" actId="1036"/>
          <ac:spMkLst>
            <pc:docMk/>
            <pc:sldMk cId="2119365825" sldId="2147480034"/>
            <ac:spMk id="131" creationId="{AA37307D-A0C3-CA25-6C45-562F5F283673}"/>
          </ac:spMkLst>
        </pc:spChg>
        <pc:spChg chg="mod">
          <ac:chgData name="Liang,Dr.,Hongzi (HP Medicine) BII-CN-S" userId="29bc0a18-5096-49d5-ae49-3e5745cfa117" providerId="ADAL" clId="{6ABB0A59-492B-4619-8917-6A9C0A590C5D}" dt="2024-02-22T08:05:49.297" v="2304" actId="1036"/>
          <ac:spMkLst>
            <pc:docMk/>
            <pc:sldMk cId="2119365825" sldId="2147480034"/>
            <ac:spMk id="132" creationId="{7173FC01-92C4-F3E2-8951-9BAF2A13FB36}"/>
          </ac:spMkLst>
        </pc:spChg>
        <pc:spChg chg="mod">
          <ac:chgData name="Liang,Dr.,Hongzi (HP Medicine) BII-CN-S" userId="29bc0a18-5096-49d5-ae49-3e5745cfa117" providerId="ADAL" clId="{6ABB0A59-492B-4619-8917-6A9C0A590C5D}" dt="2024-02-22T08:05:49.297" v="2304" actId="1036"/>
          <ac:spMkLst>
            <pc:docMk/>
            <pc:sldMk cId="2119365825" sldId="2147480034"/>
            <ac:spMk id="134" creationId="{6E08D6B9-6CAF-02E9-DA52-54012D1DB698}"/>
          </ac:spMkLst>
        </pc:spChg>
        <pc:spChg chg="mod">
          <ac:chgData name="Liang,Dr.,Hongzi (HP Medicine) BII-CN-S" userId="29bc0a18-5096-49d5-ae49-3e5745cfa117" providerId="ADAL" clId="{6ABB0A59-492B-4619-8917-6A9C0A590C5D}" dt="2024-02-22T08:05:49.297" v="2304" actId="1036"/>
          <ac:spMkLst>
            <pc:docMk/>
            <pc:sldMk cId="2119365825" sldId="2147480034"/>
            <ac:spMk id="135" creationId="{64F1CE99-75B2-C6BE-20FF-DF19D30746FB}"/>
          </ac:spMkLst>
        </pc:spChg>
        <pc:spChg chg="mod">
          <ac:chgData name="Liang,Dr.,Hongzi (HP Medicine) BII-CN-S" userId="29bc0a18-5096-49d5-ae49-3e5745cfa117" providerId="ADAL" clId="{6ABB0A59-492B-4619-8917-6A9C0A590C5D}" dt="2024-02-22T08:05:49.297" v="2304" actId="1036"/>
          <ac:spMkLst>
            <pc:docMk/>
            <pc:sldMk cId="2119365825" sldId="2147480034"/>
            <ac:spMk id="138" creationId="{218A2698-E84D-3D2A-2603-23A24AE7CCE0}"/>
          </ac:spMkLst>
        </pc:spChg>
        <pc:spChg chg="mod">
          <ac:chgData name="Liang,Dr.,Hongzi (HP Medicine) BII-CN-S" userId="29bc0a18-5096-49d5-ae49-3e5745cfa117" providerId="ADAL" clId="{6ABB0A59-492B-4619-8917-6A9C0A590C5D}" dt="2024-02-22T08:05:49.297" v="2304" actId="1036"/>
          <ac:spMkLst>
            <pc:docMk/>
            <pc:sldMk cId="2119365825" sldId="2147480034"/>
            <ac:spMk id="139" creationId="{5B8B38F8-4CD7-841B-1A4D-19AAD750BC6F}"/>
          </ac:spMkLst>
        </pc:spChg>
        <pc:spChg chg="mod">
          <ac:chgData name="Liang,Dr.,Hongzi (HP Medicine) BII-CN-S" userId="29bc0a18-5096-49d5-ae49-3e5745cfa117" providerId="ADAL" clId="{6ABB0A59-492B-4619-8917-6A9C0A590C5D}" dt="2024-02-22T08:05:49.297" v="2304" actId="1036"/>
          <ac:spMkLst>
            <pc:docMk/>
            <pc:sldMk cId="2119365825" sldId="2147480034"/>
            <ac:spMk id="142" creationId="{22145407-CF2F-E78C-6ECB-26F12B1C65E3}"/>
          </ac:spMkLst>
        </pc:spChg>
        <pc:spChg chg="mod">
          <ac:chgData name="Liang,Dr.,Hongzi (HP Medicine) BII-CN-S" userId="29bc0a18-5096-49d5-ae49-3e5745cfa117" providerId="ADAL" clId="{6ABB0A59-492B-4619-8917-6A9C0A590C5D}" dt="2024-02-22T08:05:49.297" v="2304" actId="1036"/>
          <ac:spMkLst>
            <pc:docMk/>
            <pc:sldMk cId="2119365825" sldId="2147480034"/>
            <ac:spMk id="143" creationId="{D7F7B626-D59A-6C2E-5433-BCAFD02C53A6}"/>
          </ac:spMkLst>
        </pc:spChg>
        <pc:spChg chg="mod">
          <ac:chgData name="Liang,Dr.,Hongzi (HP Medicine) BII-CN-S" userId="29bc0a18-5096-49d5-ae49-3e5745cfa117" providerId="ADAL" clId="{6ABB0A59-492B-4619-8917-6A9C0A590C5D}" dt="2024-02-22T08:05:49.297" v="2304" actId="1036"/>
          <ac:spMkLst>
            <pc:docMk/>
            <pc:sldMk cId="2119365825" sldId="2147480034"/>
            <ac:spMk id="144" creationId="{3A5B2301-481E-8199-A816-F355C093A8EC}"/>
          </ac:spMkLst>
        </pc:spChg>
        <pc:spChg chg="mod">
          <ac:chgData name="Liang,Dr.,Hongzi (HP Medicine) BII-CN-S" userId="29bc0a18-5096-49d5-ae49-3e5745cfa117" providerId="ADAL" clId="{6ABB0A59-492B-4619-8917-6A9C0A590C5D}" dt="2024-02-22T08:05:49.297" v="2304" actId="1036"/>
          <ac:spMkLst>
            <pc:docMk/>
            <pc:sldMk cId="2119365825" sldId="2147480034"/>
            <ac:spMk id="147" creationId="{D4107BF7-A258-A181-CB47-D7AE9F3229E6}"/>
          </ac:spMkLst>
        </pc:spChg>
        <pc:spChg chg="mod">
          <ac:chgData name="Liang,Dr.,Hongzi (HP Medicine) BII-CN-S" userId="29bc0a18-5096-49d5-ae49-3e5745cfa117" providerId="ADAL" clId="{6ABB0A59-492B-4619-8917-6A9C0A590C5D}" dt="2024-02-22T08:05:49.297" v="2304" actId="1036"/>
          <ac:spMkLst>
            <pc:docMk/>
            <pc:sldMk cId="2119365825" sldId="2147480034"/>
            <ac:spMk id="148" creationId="{363EDECD-607A-EE21-374A-9BBD82DCDE7D}"/>
          </ac:spMkLst>
        </pc:spChg>
        <pc:spChg chg="mod">
          <ac:chgData name="Liang,Dr.,Hongzi (HP Medicine) BII-CN-S" userId="29bc0a18-5096-49d5-ae49-3e5745cfa117" providerId="ADAL" clId="{6ABB0A59-492B-4619-8917-6A9C0A590C5D}" dt="2024-02-22T08:05:49.297" v="2304" actId="1036"/>
          <ac:spMkLst>
            <pc:docMk/>
            <pc:sldMk cId="2119365825" sldId="2147480034"/>
            <ac:spMk id="149" creationId="{19A6291A-C7C9-C4A4-871C-D083E6F27744}"/>
          </ac:spMkLst>
        </pc:spChg>
        <pc:spChg chg="mod">
          <ac:chgData name="Liang,Dr.,Hongzi (HP Medicine) BII-CN-S" userId="29bc0a18-5096-49d5-ae49-3e5745cfa117" providerId="ADAL" clId="{6ABB0A59-492B-4619-8917-6A9C0A590C5D}" dt="2024-02-22T08:05:49.297" v="2304" actId="1036"/>
          <ac:spMkLst>
            <pc:docMk/>
            <pc:sldMk cId="2119365825" sldId="2147480034"/>
            <ac:spMk id="152" creationId="{037F5398-9D21-CAD2-C5D8-58FD98C9982B}"/>
          </ac:spMkLst>
        </pc:spChg>
        <pc:spChg chg="mod">
          <ac:chgData name="Liang,Dr.,Hongzi (HP Medicine) BII-CN-S" userId="29bc0a18-5096-49d5-ae49-3e5745cfa117" providerId="ADAL" clId="{6ABB0A59-492B-4619-8917-6A9C0A590C5D}" dt="2024-02-22T08:05:49.297" v="2304" actId="1036"/>
          <ac:spMkLst>
            <pc:docMk/>
            <pc:sldMk cId="2119365825" sldId="2147480034"/>
            <ac:spMk id="153" creationId="{0BE28DEB-C925-27ED-1AAF-4E6927F53154}"/>
          </ac:spMkLst>
        </pc:spChg>
        <pc:spChg chg="mod">
          <ac:chgData name="Liang,Dr.,Hongzi (HP Medicine) BII-CN-S" userId="29bc0a18-5096-49d5-ae49-3e5745cfa117" providerId="ADAL" clId="{6ABB0A59-492B-4619-8917-6A9C0A590C5D}" dt="2024-02-22T08:05:49.297" v="2304" actId="1036"/>
          <ac:spMkLst>
            <pc:docMk/>
            <pc:sldMk cId="2119365825" sldId="2147480034"/>
            <ac:spMk id="154" creationId="{67B3F58F-F4C9-9440-00C4-A6953E6FA5ED}"/>
          </ac:spMkLst>
        </pc:spChg>
        <pc:spChg chg="mod">
          <ac:chgData name="Liang,Dr.,Hongzi (HP Medicine) BII-CN-S" userId="29bc0a18-5096-49d5-ae49-3e5745cfa117" providerId="ADAL" clId="{6ABB0A59-492B-4619-8917-6A9C0A590C5D}" dt="2024-02-22T08:05:49.297" v="2304" actId="1036"/>
          <ac:spMkLst>
            <pc:docMk/>
            <pc:sldMk cId="2119365825" sldId="2147480034"/>
            <ac:spMk id="157" creationId="{8BDA20BC-53D2-6DF4-1BDE-926A89C6D48C}"/>
          </ac:spMkLst>
        </pc:spChg>
        <pc:spChg chg="mod">
          <ac:chgData name="Liang,Dr.,Hongzi (HP Medicine) BII-CN-S" userId="29bc0a18-5096-49d5-ae49-3e5745cfa117" providerId="ADAL" clId="{6ABB0A59-492B-4619-8917-6A9C0A590C5D}" dt="2024-02-22T08:05:49.297" v="2304" actId="1036"/>
          <ac:spMkLst>
            <pc:docMk/>
            <pc:sldMk cId="2119365825" sldId="2147480034"/>
            <ac:spMk id="158" creationId="{71100D76-9BBE-4E34-1D1A-8460945B1FBA}"/>
          </ac:spMkLst>
        </pc:spChg>
        <pc:spChg chg="mod">
          <ac:chgData name="Liang,Dr.,Hongzi (HP Medicine) BII-CN-S" userId="29bc0a18-5096-49d5-ae49-3e5745cfa117" providerId="ADAL" clId="{6ABB0A59-492B-4619-8917-6A9C0A590C5D}" dt="2024-02-22T08:05:49.297" v="2304" actId="1036"/>
          <ac:spMkLst>
            <pc:docMk/>
            <pc:sldMk cId="2119365825" sldId="2147480034"/>
            <ac:spMk id="159" creationId="{B71FB56C-F361-9E13-7204-67B7746C8A0C}"/>
          </ac:spMkLst>
        </pc:spChg>
        <pc:spChg chg="mod">
          <ac:chgData name="Liang,Dr.,Hongzi (HP Medicine) BII-CN-S" userId="29bc0a18-5096-49d5-ae49-3e5745cfa117" providerId="ADAL" clId="{6ABB0A59-492B-4619-8917-6A9C0A590C5D}" dt="2024-02-22T08:05:49.297" v="2304" actId="1036"/>
          <ac:spMkLst>
            <pc:docMk/>
            <pc:sldMk cId="2119365825" sldId="2147480034"/>
            <ac:spMk id="160" creationId="{D263F16F-8466-AF2A-F905-F08C2026054B}"/>
          </ac:spMkLst>
        </pc:spChg>
        <pc:grpChg chg="mod">
          <ac:chgData name="Liang,Dr.,Hongzi (HP Medicine) BII-CN-S" userId="29bc0a18-5096-49d5-ae49-3e5745cfa117" providerId="ADAL" clId="{6ABB0A59-492B-4619-8917-6A9C0A590C5D}" dt="2024-02-22T08:05:49.297" v="2304" actId="1036"/>
          <ac:grpSpMkLst>
            <pc:docMk/>
            <pc:sldMk cId="2119365825" sldId="2147480034"/>
            <ac:grpSpMk id="8" creationId="{B31A8764-15EA-0FBB-E131-DADE2C7311CB}"/>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98" creationId="{4C107190-4C57-7514-FC31-64577752FF1A}"/>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07" creationId="{3F7127B8-B9A9-BB33-4BC1-C124459A8471}"/>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11" creationId="{AAA04F04-B43A-4CCA-5082-C6B4F8566F78}"/>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14" creationId="{17127CAC-5A41-55A7-8B25-7AFF09F924C9}"/>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18" creationId="{C23C40D4-689B-72FB-A484-B0EB6F0103AD}"/>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21" creationId="{E6C69660-D7B2-C957-C5DD-C446ACFAC2D8}"/>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30" creationId="{076F17F1-2EB5-0BC8-F496-F5C7BA754B5C}"/>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33" creationId="{D799BF44-96C9-38CE-4AB0-FB8D97DC8938}"/>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37" creationId="{EA198738-E2BD-8E31-4E76-5687F6F673A8}"/>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40" creationId="{5097DA1E-427D-1316-428A-DBC41ED922A0}"/>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41" creationId="{01A1802D-0E26-D98A-94FD-45C8F37A8FA3}"/>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45" creationId="{57DD3199-FE2A-45EF-B443-5D28E6593BA3}"/>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46" creationId="{12FD94EB-AF09-A224-2E71-037DEEF45A51}"/>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50" creationId="{C6CEAD13-54AC-8FC2-A2D4-BEF9A9241EE8}"/>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51" creationId="{B2D9C6B0-3AB4-9153-F2DB-C76CBB601A87}"/>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55" creationId="{EE8C1D80-3632-F269-580E-618C936D66F1}"/>
          </ac:grpSpMkLst>
        </pc:grpChg>
        <pc:grpChg chg="mod">
          <ac:chgData name="Liang,Dr.,Hongzi (HP Medicine) BII-CN-S" userId="29bc0a18-5096-49d5-ae49-3e5745cfa117" providerId="ADAL" clId="{6ABB0A59-492B-4619-8917-6A9C0A590C5D}" dt="2024-02-22T08:05:49.297" v="2304" actId="1036"/>
          <ac:grpSpMkLst>
            <pc:docMk/>
            <pc:sldMk cId="2119365825" sldId="2147480034"/>
            <ac:grpSpMk id="156" creationId="{DE224282-89F2-8D7D-1F11-48AE52EAAFF4}"/>
          </ac:grpSpMkLst>
        </pc:grpChg>
        <pc:graphicFrameChg chg="mod">
          <ac:chgData name="Liang,Dr.,Hongzi (HP Medicine) BII-CN-S" userId="29bc0a18-5096-49d5-ae49-3e5745cfa117" providerId="ADAL" clId="{6ABB0A59-492B-4619-8917-6A9C0A590C5D}" dt="2024-02-22T08:05:49.297" v="2304" actId="1036"/>
          <ac:graphicFrameMkLst>
            <pc:docMk/>
            <pc:sldMk cId="2119365825" sldId="2147480034"/>
            <ac:graphicFrameMk id="88" creationId="{2F91D44C-B7FC-E4E7-BB84-3083F13A6277}"/>
          </ac:graphicFrameMkLst>
        </pc:graphicFrameChg>
        <pc:picChg chg="mod">
          <ac:chgData name="Liang,Dr.,Hongzi (HP Medicine) BII-CN-S" userId="29bc0a18-5096-49d5-ae49-3e5745cfa117" providerId="ADAL" clId="{6ABB0A59-492B-4619-8917-6A9C0A590C5D}" dt="2024-02-22T08:05:49.297" v="2304" actId="1036"/>
          <ac:picMkLst>
            <pc:docMk/>
            <pc:sldMk cId="2119365825" sldId="2147480034"/>
            <ac:picMk id="93" creationId="{AD1F4182-7775-B4C1-FC2F-CCBA25E97E8C}"/>
          </ac:picMkLst>
        </pc:picChg>
        <pc:picChg chg="mod">
          <ac:chgData name="Liang,Dr.,Hongzi (HP Medicine) BII-CN-S" userId="29bc0a18-5096-49d5-ae49-3e5745cfa117" providerId="ADAL" clId="{6ABB0A59-492B-4619-8917-6A9C0A590C5D}" dt="2024-02-22T08:05:49.297" v="2304" actId="1036"/>
          <ac:picMkLst>
            <pc:docMk/>
            <pc:sldMk cId="2119365825" sldId="2147480034"/>
            <ac:picMk id="94" creationId="{3F2E1EF7-439B-9343-71E7-C76077D51AC3}"/>
          </ac:picMkLst>
        </pc:picChg>
        <pc:picChg chg="mod">
          <ac:chgData name="Liang,Dr.,Hongzi (HP Medicine) BII-CN-S" userId="29bc0a18-5096-49d5-ae49-3e5745cfa117" providerId="ADAL" clId="{6ABB0A59-492B-4619-8917-6A9C0A590C5D}" dt="2024-02-22T08:04:55.087" v="2291" actId="1076"/>
          <ac:picMkLst>
            <pc:docMk/>
            <pc:sldMk cId="2119365825" sldId="2147480034"/>
            <ac:picMk id="110" creationId="{3C90D5EA-DB98-DFD6-AF9D-4E05992E1D4A}"/>
          </ac:picMkLst>
        </pc:picChg>
        <pc:cxnChg chg="mod">
          <ac:chgData name="Liang,Dr.,Hongzi (HP Medicine) BII-CN-S" userId="29bc0a18-5096-49d5-ae49-3e5745cfa117" providerId="ADAL" clId="{6ABB0A59-492B-4619-8917-6A9C0A590C5D}" dt="2024-02-22T08:05:49.297" v="2304" actId="1036"/>
          <ac:cxnSpMkLst>
            <pc:docMk/>
            <pc:sldMk cId="2119365825" sldId="2147480034"/>
            <ac:cxnSpMk id="89" creationId="{3D0BA852-5A77-3EAA-BB92-5E91AE0871CA}"/>
          </ac:cxnSpMkLst>
        </pc:cxnChg>
      </pc:sldChg>
      <pc:sldChg chg="ord">
        <pc:chgData name="Liang,Dr.,Hongzi (HP Medicine) BII-CN-S" userId="29bc0a18-5096-49d5-ae49-3e5745cfa117" providerId="ADAL" clId="{6ABB0A59-492B-4619-8917-6A9C0A590C5D}" dt="2024-02-22T04:10:06.169" v="2226"/>
        <pc:sldMkLst>
          <pc:docMk/>
          <pc:sldMk cId="3950406364" sldId="2147480041"/>
        </pc:sldMkLst>
      </pc:sldChg>
      <pc:sldChg chg="del ord">
        <pc:chgData name="Liang,Dr.,Hongzi (HP Medicine) BII-CN-S" userId="29bc0a18-5096-49d5-ae49-3e5745cfa117" providerId="ADAL" clId="{6ABB0A59-492B-4619-8917-6A9C0A590C5D}" dt="2024-02-23T06:20:15.880" v="3319" actId="47"/>
        <pc:sldMkLst>
          <pc:docMk/>
          <pc:sldMk cId="3224481118" sldId="2147480046"/>
        </pc:sldMkLst>
      </pc:sldChg>
      <pc:sldChg chg="del ord">
        <pc:chgData name="Liang,Dr.,Hongzi (HP Medicine) BII-CN-S" userId="29bc0a18-5096-49d5-ae49-3e5745cfa117" providerId="ADAL" clId="{6ABB0A59-492B-4619-8917-6A9C0A590C5D}" dt="2024-02-23T06:20:09.302" v="3317" actId="47"/>
        <pc:sldMkLst>
          <pc:docMk/>
          <pc:sldMk cId="1649464800" sldId="2147480047"/>
        </pc:sldMkLst>
      </pc:sldChg>
      <pc:sldChg chg="del ord">
        <pc:chgData name="Liang,Dr.,Hongzi (HP Medicine) BII-CN-S" userId="29bc0a18-5096-49d5-ae49-3e5745cfa117" providerId="ADAL" clId="{6ABB0A59-492B-4619-8917-6A9C0A590C5D}" dt="2024-02-23T06:20:12.692" v="3318" actId="47"/>
        <pc:sldMkLst>
          <pc:docMk/>
          <pc:sldMk cId="2967279070" sldId="2147480048"/>
        </pc:sldMkLst>
      </pc:sldChg>
      <pc:sldChg chg="modSp mod">
        <pc:chgData name="Liang,Dr.,Hongzi (HP Medicine) BII-CN-S" userId="29bc0a18-5096-49d5-ae49-3e5745cfa117" providerId="ADAL" clId="{6ABB0A59-492B-4619-8917-6A9C0A590C5D}" dt="2024-02-22T08:07:32.533" v="2314" actId="20577"/>
        <pc:sldMkLst>
          <pc:docMk/>
          <pc:sldMk cId="1374588483" sldId="2147480053"/>
        </pc:sldMkLst>
        <pc:graphicFrameChg chg="modGraphic">
          <ac:chgData name="Liang,Dr.,Hongzi (HP Medicine) BII-CN-S" userId="29bc0a18-5096-49d5-ae49-3e5745cfa117" providerId="ADAL" clId="{6ABB0A59-492B-4619-8917-6A9C0A590C5D}" dt="2024-02-22T08:07:32.533" v="2314" actId="20577"/>
          <ac:graphicFrameMkLst>
            <pc:docMk/>
            <pc:sldMk cId="1374588483" sldId="2147480053"/>
            <ac:graphicFrameMk id="19" creationId="{2867D72B-A130-6827-B506-15D81EEE355D}"/>
          </ac:graphicFrameMkLst>
        </pc:graphicFrameChg>
      </pc:sldChg>
      <pc:sldChg chg="addSp modSp mod">
        <pc:chgData name="Liang,Dr.,Hongzi (HP Medicine) BII-CN-S" userId="29bc0a18-5096-49d5-ae49-3e5745cfa117" providerId="ADAL" clId="{6ABB0A59-492B-4619-8917-6A9C0A590C5D}" dt="2024-02-23T10:19:45.158" v="6262" actId="1076"/>
        <pc:sldMkLst>
          <pc:docMk/>
          <pc:sldMk cId="2947162828" sldId="2147480056"/>
        </pc:sldMkLst>
        <pc:spChg chg="mod">
          <ac:chgData name="Liang,Dr.,Hongzi (HP Medicine) BII-CN-S" userId="29bc0a18-5096-49d5-ae49-3e5745cfa117" providerId="ADAL" clId="{6ABB0A59-492B-4619-8917-6A9C0A590C5D}" dt="2024-02-23T10:17:24.021" v="6227" actId="21"/>
          <ac:spMkLst>
            <pc:docMk/>
            <pc:sldMk cId="2947162828" sldId="2147480056"/>
            <ac:spMk id="170" creationId="{4A93C619-3E68-DE46-A993-D4F65E36C168}"/>
          </ac:spMkLst>
        </pc:spChg>
        <pc:spChg chg="mod">
          <ac:chgData name="Liang,Dr.,Hongzi (HP Medicine) BII-CN-S" userId="29bc0a18-5096-49d5-ae49-3e5745cfa117" providerId="ADAL" clId="{6ABB0A59-492B-4619-8917-6A9C0A590C5D}" dt="2024-02-23T10:19:45.158" v="6262" actId="1076"/>
          <ac:spMkLst>
            <pc:docMk/>
            <pc:sldMk cId="2947162828" sldId="2147480056"/>
            <ac:spMk id="173" creationId="{D0230058-A506-376D-6568-4029C799D2FA}"/>
          </ac:spMkLst>
        </pc:spChg>
        <pc:spChg chg="add mod">
          <ac:chgData name="Liang,Dr.,Hongzi (HP Medicine) BII-CN-S" userId="29bc0a18-5096-49d5-ae49-3e5745cfa117" providerId="ADAL" clId="{6ABB0A59-492B-4619-8917-6A9C0A590C5D}" dt="2024-02-23T10:18:08.581" v="6238" actId="1076"/>
          <ac:spMkLst>
            <pc:docMk/>
            <pc:sldMk cId="2947162828" sldId="2147480056"/>
            <ac:spMk id="224" creationId="{7485AD0A-D08C-A844-F985-C32363AA82B7}"/>
          </ac:spMkLst>
        </pc:spChg>
        <pc:grpChg chg="mod">
          <ac:chgData name="Liang,Dr.,Hongzi (HP Medicine) BII-CN-S" userId="29bc0a18-5096-49d5-ae49-3e5745cfa117" providerId="ADAL" clId="{6ABB0A59-492B-4619-8917-6A9C0A590C5D}" dt="2024-02-23T10:14:01.826" v="6199" actId="1038"/>
          <ac:grpSpMkLst>
            <pc:docMk/>
            <pc:sldMk cId="2947162828" sldId="2147480056"/>
            <ac:grpSpMk id="10" creationId="{37EF8CD2-7D51-DBE0-0476-A9199020F2B3}"/>
          </ac:grpSpMkLst>
        </pc:grpChg>
      </pc:sldChg>
      <pc:sldChg chg="ord">
        <pc:chgData name="Liang,Dr.,Hongzi (HP Medicine) BII-CN-S" userId="29bc0a18-5096-49d5-ae49-3e5745cfa117" providerId="ADAL" clId="{6ABB0A59-492B-4619-8917-6A9C0A590C5D}" dt="2024-02-22T01:21:45.969" v="34"/>
        <pc:sldMkLst>
          <pc:docMk/>
          <pc:sldMk cId="1458240650" sldId="2147480063"/>
        </pc:sldMkLst>
      </pc:sldChg>
      <pc:sldChg chg="del">
        <pc:chgData name="Liang,Dr.,Hongzi (HP Medicine) BII-CN-S" userId="29bc0a18-5096-49d5-ae49-3e5745cfa117" providerId="ADAL" clId="{6ABB0A59-492B-4619-8917-6A9C0A590C5D}" dt="2024-02-22T01:50:40.293" v="731" actId="47"/>
        <pc:sldMkLst>
          <pc:docMk/>
          <pc:sldMk cId="1204594527" sldId="2147480064"/>
        </pc:sldMkLst>
      </pc:sldChg>
      <pc:sldChg chg="addSp modSp mod">
        <pc:chgData name="Liang,Dr.,Hongzi (HP Medicine) BII-CN-S" userId="29bc0a18-5096-49d5-ae49-3e5745cfa117" providerId="ADAL" clId="{6ABB0A59-492B-4619-8917-6A9C0A590C5D}" dt="2024-02-22T08:05:26.269" v="2294" actId="1076"/>
        <pc:sldMkLst>
          <pc:docMk/>
          <pc:sldMk cId="2073496715" sldId="2147480065"/>
        </pc:sldMkLst>
        <pc:spChg chg="add mod">
          <ac:chgData name="Liang,Dr.,Hongzi (HP Medicine) BII-CN-S" userId="29bc0a18-5096-49d5-ae49-3e5745cfa117" providerId="ADAL" clId="{6ABB0A59-492B-4619-8917-6A9C0A590C5D}" dt="2024-02-22T02:01:39.379" v="1096" actId="1076"/>
          <ac:spMkLst>
            <pc:docMk/>
            <pc:sldMk cId="2073496715" sldId="2147480065"/>
            <ac:spMk id="3" creationId="{88E83040-0606-612C-E90D-6190F09FC8E2}"/>
          </ac:spMkLst>
        </pc:spChg>
        <pc:spChg chg="add mod">
          <ac:chgData name="Liang,Dr.,Hongzi (HP Medicine) BII-CN-S" userId="29bc0a18-5096-49d5-ae49-3e5745cfa117" providerId="ADAL" clId="{6ABB0A59-492B-4619-8917-6A9C0A590C5D}" dt="2024-02-22T02:19:02.503" v="1550" actId="1035"/>
          <ac:spMkLst>
            <pc:docMk/>
            <pc:sldMk cId="2073496715" sldId="2147480065"/>
            <ac:spMk id="4" creationId="{55C59E78-C8C0-7DFA-56C8-366081AB5142}"/>
          </ac:spMkLst>
        </pc:spChg>
        <pc:spChg chg="mod">
          <ac:chgData name="Liang,Dr.,Hongzi (HP Medicine) BII-CN-S" userId="29bc0a18-5096-49d5-ae49-3e5745cfa117" providerId="ADAL" clId="{6ABB0A59-492B-4619-8917-6A9C0A590C5D}" dt="2024-02-22T08:04:37.408" v="2290" actId="1076"/>
          <ac:spMkLst>
            <pc:docMk/>
            <pc:sldMk cId="2073496715" sldId="2147480065"/>
            <ac:spMk id="13" creationId="{5BBAA6D6-FD6A-66F8-E000-82496EE32038}"/>
          </ac:spMkLst>
        </pc:spChg>
        <pc:spChg chg="mod">
          <ac:chgData name="Liang,Dr.,Hongzi (HP Medicine) BII-CN-S" userId="29bc0a18-5096-49d5-ae49-3e5745cfa117" providerId="ADAL" clId="{6ABB0A59-492B-4619-8917-6A9C0A590C5D}" dt="2024-02-22T01:52:29.921" v="768" actId="1037"/>
          <ac:spMkLst>
            <pc:docMk/>
            <pc:sldMk cId="2073496715" sldId="2147480065"/>
            <ac:spMk id="23" creationId="{A322D7F5-511E-133D-7371-A57C57281C95}"/>
          </ac:spMkLst>
        </pc:spChg>
        <pc:spChg chg="mod">
          <ac:chgData name="Liang,Dr.,Hongzi (HP Medicine) BII-CN-S" userId="29bc0a18-5096-49d5-ae49-3e5745cfa117" providerId="ADAL" clId="{6ABB0A59-492B-4619-8917-6A9C0A590C5D}" dt="2024-02-22T02:02:03.867" v="1099" actId="13926"/>
          <ac:spMkLst>
            <pc:docMk/>
            <pc:sldMk cId="2073496715" sldId="2147480065"/>
            <ac:spMk id="37" creationId="{AF97C557-946F-D127-F62F-FFFE41120E3E}"/>
          </ac:spMkLst>
        </pc:spChg>
        <pc:spChg chg="mod">
          <ac:chgData name="Liang,Dr.,Hongzi (HP Medicine) BII-CN-S" userId="29bc0a18-5096-49d5-ae49-3e5745cfa117" providerId="ADAL" clId="{6ABB0A59-492B-4619-8917-6A9C0A590C5D}" dt="2024-02-22T02:14:43.746" v="1398" actId="400"/>
          <ac:spMkLst>
            <pc:docMk/>
            <pc:sldMk cId="2073496715" sldId="2147480065"/>
            <ac:spMk id="84" creationId="{925E3F91-BB10-D7B8-F512-679F122C0DFE}"/>
          </ac:spMkLst>
        </pc:spChg>
        <pc:spChg chg="mod">
          <ac:chgData name="Liang,Dr.,Hongzi (HP Medicine) BII-CN-S" userId="29bc0a18-5096-49d5-ae49-3e5745cfa117" providerId="ADAL" clId="{6ABB0A59-492B-4619-8917-6A9C0A590C5D}" dt="2024-02-22T02:14:38.867" v="1397" actId="400"/>
          <ac:spMkLst>
            <pc:docMk/>
            <pc:sldMk cId="2073496715" sldId="2147480065"/>
            <ac:spMk id="87" creationId="{F823CD31-26F5-88FB-AAA5-63806A498A78}"/>
          </ac:spMkLst>
        </pc:spChg>
        <pc:spChg chg="mod">
          <ac:chgData name="Liang,Dr.,Hongzi (HP Medicine) BII-CN-S" userId="29bc0a18-5096-49d5-ae49-3e5745cfa117" providerId="ADAL" clId="{6ABB0A59-492B-4619-8917-6A9C0A590C5D}" dt="2024-02-22T02:01:50.214" v="1098" actId="207"/>
          <ac:spMkLst>
            <pc:docMk/>
            <pc:sldMk cId="2073496715" sldId="2147480065"/>
            <ac:spMk id="122" creationId="{7B659CFC-E98C-395A-EB7E-D55DD75D2BE7}"/>
          </ac:spMkLst>
        </pc:spChg>
        <pc:spChg chg="mod">
          <ac:chgData name="Liang,Dr.,Hongzi (HP Medicine) BII-CN-S" userId="29bc0a18-5096-49d5-ae49-3e5745cfa117" providerId="ADAL" clId="{6ABB0A59-492B-4619-8917-6A9C0A590C5D}" dt="2024-02-22T02:01:50.214" v="1098" actId="207"/>
          <ac:spMkLst>
            <pc:docMk/>
            <pc:sldMk cId="2073496715" sldId="2147480065"/>
            <ac:spMk id="123" creationId="{5FF4DD2A-E369-176F-67C9-33AC0C0D99B8}"/>
          </ac:spMkLst>
        </pc:spChg>
        <pc:spChg chg="mod ord">
          <ac:chgData name="Liang,Dr.,Hongzi (HP Medicine) BII-CN-S" userId="29bc0a18-5096-49d5-ae49-3e5745cfa117" providerId="ADAL" clId="{6ABB0A59-492B-4619-8917-6A9C0A590C5D}" dt="2024-02-22T02:14:34.732" v="1396" actId="167"/>
          <ac:spMkLst>
            <pc:docMk/>
            <pc:sldMk cId="2073496715" sldId="2147480065"/>
            <ac:spMk id="151" creationId="{81014385-CE3D-19F5-DD73-707871AFC66E}"/>
          </ac:spMkLst>
        </pc:spChg>
        <pc:spChg chg="mod">
          <ac:chgData name="Liang,Dr.,Hongzi (HP Medicine) BII-CN-S" userId="29bc0a18-5096-49d5-ae49-3e5745cfa117" providerId="ADAL" clId="{6ABB0A59-492B-4619-8917-6A9C0A590C5D}" dt="2024-02-22T02:12:36.935" v="1390" actId="13926"/>
          <ac:spMkLst>
            <pc:docMk/>
            <pc:sldMk cId="2073496715" sldId="2147480065"/>
            <ac:spMk id="175" creationId="{F65E0113-E3CA-62A3-9775-6C53BA70DC61}"/>
          </ac:spMkLst>
        </pc:spChg>
        <pc:spChg chg="mod">
          <ac:chgData name="Liang,Dr.,Hongzi (HP Medicine) BII-CN-S" userId="29bc0a18-5096-49d5-ae49-3e5745cfa117" providerId="ADAL" clId="{6ABB0A59-492B-4619-8917-6A9C0A590C5D}" dt="2024-02-22T02:02:36.731" v="1103" actId="20577"/>
          <ac:spMkLst>
            <pc:docMk/>
            <pc:sldMk cId="2073496715" sldId="2147480065"/>
            <ac:spMk id="186" creationId="{265BAF6D-6A45-B7FE-64E4-0F91F82A4854}"/>
          </ac:spMkLst>
        </pc:spChg>
        <pc:spChg chg="mod">
          <ac:chgData name="Liang,Dr.,Hongzi (HP Medicine) BII-CN-S" userId="29bc0a18-5096-49d5-ae49-3e5745cfa117" providerId="ADAL" clId="{6ABB0A59-492B-4619-8917-6A9C0A590C5D}" dt="2024-02-22T02:14:29.331" v="1395" actId="207"/>
          <ac:spMkLst>
            <pc:docMk/>
            <pc:sldMk cId="2073496715" sldId="2147480065"/>
            <ac:spMk id="204" creationId="{ACB41FB3-04A2-BE62-DCA8-0E99DB19B76E}"/>
          </ac:spMkLst>
        </pc:spChg>
        <pc:spChg chg="mod">
          <ac:chgData name="Liang,Dr.,Hongzi (HP Medicine) BII-CN-S" userId="29bc0a18-5096-49d5-ae49-3e5745cfa117" providerId="ADAL" clId="{6ABB0A59-492B-4619-8917-6A9C0A590C5D}" dt="2024-02-22T02:14:20.361" v="1392" actId="400"/>
          <ac:spMkLst>
            <pc:docMk/>
            <pc:sldMk cId="2073496715" sldId="2147480065"/>
            <ac:spMk id="207" creationId="{D879B815-3C14-9FC4-D395-00D4A8015199}"/>
          </ac:spMkLst>
        </pc:spChg>
        <pc:spChg chg="mod ord">
          <ac:chgData name="Liang,Dr.,Hongzi (HP Medicine) BII-CN-S" userId="29bc0a18-5096-49d5-ae49-3e5745cfa117" providerId="ADAL" clId="{6ABB0A59-492B-4619-8917-6A9C0A590C5D}" dt="2024-02-22T02:14:15.185" v="1391" actId="167"/>
          <ac:spMkLst>
            <pc:docMk/>
            <pc:sldMk cId="2073496715" sldId="2147480065"/>
            <ac:spMk id="229" creationId="{F03172A0-16AD-A110-ADD7-3056F291C1DF}"/>
          </ac:spMkLst>
        </pc:spChg>
        <pc:grpChg chg="mod">
          <ac:chgData name="Liang,Dr.,Hongzi (HP Medicine) BII-CN-S" userId="29bc0a18-5096-49d5-ae49-3e5745cfa117" providerId="ADAL" clId="{6ABB0A59-492B-4619-8917-6A9C0A590C5D}" dt="2024-02-22T01:51:26.499" v="751" actId="1038"/>
          <ac:grpSpMkLst>
            <pc:docMk/>
            <pc:sldMk cId="2073496715" sldId="2147480065"/>
            <ac:grpSpMk id="21" creationId="{E3CF8100-D9C2-B8EA-A6D9-9DB9FC52C453}"/>
          </ac:grpSpMkLst>
        </pc:grpChg>
        <pc:grpChg chg="mod">
          <ac:chgData name="Liang,Dr.,Hongzi (HP Medicine) BII-CN-S" userId="29bc0a18-5096-49d5-ae49-3e5745cfa117" providerId="ADAL" clId="{6ABB0A59-492B-4619-8917-6A9C0A590C5D}" dt="2024-02-22T08:05:26.269" v="2294" actId="1076"/>
          <ac:grpSpMkLst>
            <pc:docMk/>
            <pc:sldMk cId="2073496715" sldId="2147480065"/>
            <ac:grpSpMk id="119" creationId="{066E396A-AB85-B2BD-8B7B-9D2B1C06E4FC}"/>
          </ac:grpSpMkLst>
        </pc:grpChg>
        <pc:cxnChg chg="mod">
          <ac:chgData name="Liang,Dr.,Hongzi (HP Medicine) BII-CN-S" userId="29bc0a18-5096-49d5-ae49-3e5745cfa117" providerId="ADAL" clId="{6ABB0A59-492B-4619-8917-6A9C0A590C5D}" dt="2024-02-22T02:19:22.047" v="1572" actId="1035"/>
          <ac:cxnSpMkLst>
            <pc:docMk/>
            <pc:sldMk cId="2073496715" sldId="2147480065"/>
            <ac:cxnSpMk id="15" creationId="{C1B47561-FEFA-C292-E030-029413B71606}"/>
          </ac:cxnSpMkLst>
        </pc:cxnChg>
        <pc:cxnChg chg="mod">
          <ac:chgData name="Liang,Dr.,Hongzi (HP Medicine) BII-CN-S" userId="29bc0a18-5096-49d5-ae49-3e5745cfa117" providerId="ADAL" clId="{6ABB0A59-492B-4619-8917-6A9C0A590C5D}" dt="2024-02-22T02:09:33.481" v="1383" actId="1036"/>
          <ac:cxnSpMkLst>
            <pc:docMk/>
            <pc:sldMk cId="2073496715" sldId="2147480065"/>
            <ac:cxnSpMk id="22" creationId="{C680AA8A-E558-B163-AB3F-E2CD7C5E14AD}"/>
          </ac:cxnSpMkLst>
        </pc:cxnChg>
      </pc:sldChg>
      <pc:sldChg chg="del">
        <pc:chgData name="Liang,Dr.,Hongzi (HP Medicine) BII-CN-S" userId="29bc0a18-5096-49d5-ae49-3e5745cfa117" providerId="ADAL" clId="{6ABB0A59-492B-4619-8917-6A9C0A590C5D}" dt="2024-02-22T02:10:35.941" v="1385" actId="47"/>
        <pc:sldMkLst>
          <pc:docMk/>
          <pc:sldMk cId="3993710423" sldId="2147480066"/>
        </pc:sldMkLst>
      </pc:sldChg>
      <pc:sldChg chg="delSp del mod">
        <pc:chgData name="Liang,Dr.,Hongzi (HP Medicine) BII-CN-S" userId="29bc0a18-5096-49d5-ae49-3e5745cfa117" providerId="ADAL" clId="{6ABB0A59-492B-4619-8917-6A9C0A590C5D}" dt="2024-02-22T04:08:26.064" v="2222" actId="47"/>
        <pc:sldMkLst>
          <pc:docMk/>
          <pc:sldMk cId="3918587687" sldId="2147480067"/>
        </pc:sldMkLst>
        <pc:spChg chg="del">
          <ac:chgData name="Liang,Dr.,Hongzi (HP Medicine) BII-CN-S" userId="29bc0a18-5096-49d5-ae49-3e5745cfa117" providerId="ADAL" clId="{6ABB0A59-492B-4619-8917-6A9C0A590C5D}" dt="2024-02-22T02:41:00.511" v="1573" actId="21"/>
          <ac:spMkLst>
            <pc:docMk/>
            <pc:sldMk cId="3918587687" sldId="2147480067"/>
            <ac:spMk id="47" creationId="{EC932F2E-C659-2E47-446C-50E8CAA28546}"/>
          </ac:spMkLst>
        </pc:spChg>
      </pc:sldChg>
      <pc:sldChg chg="del">
        <pc:chgData name="Liang,Dr.,Hongzi (HP Medicine) BII-CN-S" userId="29bc0a18-5096-49d5-ae49-3e5745cfa117" providerId="ADAL" clId="{6ABB0A59-492B-4619-8917-6A9C0A590C5D}" dt="2024-02-23T10:20:49.643" v="6264" actId="47"/>
        <pc:sldMkLst>
          <pc:docMk/>
          <pc:sldMk cId="3276627087" sldId="2147480068"/>
        </pc:sldMkLst>
      </pc:sldChg>
      <pc:sldChg chg="del">
        <pc:chgData name="Liang,Dr.,Hongzi (HP Medicine) BII-CN-S" userId="29bc0a18-5096-49d5-ae49-3e5745cfa117" providerId="ADAL" clId="{6ABB0A59-492B-4619-8917-6A9C0A590C5D}" dt="2024-02-22T08:21:33.407" v="2411" actId="47"/>
        <pc:sldMkLst>
          <pc:docMk/>
          <pc:sldMk cId="2068814007" sldId="2147480071"/>
        </pc:sldMkLst>
      </pc:sldChg>
      <pc:sldChg chg="mod modShow">
        <pc:chgData name="Liang,Dr.,Hongzi (HP Medicine) BII-CN-S" userId="29bc0a18-5096-49d5-ae49-3e5745cfa117" providerId="ADAL" clId="{6ABB0A59-492B-4619-8917-6A9C0A590C5D}" dt="2024-02-23T07:00:08.636" v="3869" actId="729"/>
        <pc:sldMkLst>
          <pc:docMk/>
          <pc:sldMk cId="162136234" sldId="2147480075"/>
        </pc:sldMkLst>
      </pc:sldChg>
      <pc:sldChg chg="add mod ord modShow">
        <pc:chgData name="Liang,Dr.,Hongzi (HP Medicine) BII-CN-S" userId="29bc0a18-5096-49d5-ae49-3e5745cfa117" providerId="ADAL" clId="{6ABB0A59-492B-4619-8917-6A9C0A590C5D}" dt="2024-02-23T10:23:29.161" v="6268" actId="729"/>
        <pc:sldMkLst>
          <pc:docMk/>
          <pc:sldMk cId="1523981717" sldId="2147480416"/>
        </pc:sldMkLst>
      </pc:sldChg>
      <pc:sldChg chg="addSp modSp">
        <pc:chgData name="Liang,Dr.,Hongzi (HP Medicine) BII-CN-S" userId="29bc0a18-5096-49d5-ae49-3e5745cfa117" providerId="ADAL" clId="{6ABB0A59-492B-4619-8917-6A9C0A590C5D}" dt="2024-02-22T02:10:32.014" v="1384"/>
        <pc:sldMkLst>
          <pc:docMk/>
          <pc:sldMk cId="1185261572" sldId="2147480600"/>
        </pc:sldMkLst>
        <pc:graphicFrameChg chg="add mod">
          <ac:chgData name="Liang,Dr.,Hongzi (HP Medicine) BII-CN-S" userId="29bc0a18-5096-49d5-ae49-3e5745cfa117" providerId="ADAL" clId="{6ABB0A59-492B-4619-8917-6A9C0A590C5D}" dt="2024-02-22T02:10:32.014" v="1384"/>
          <ac:graphicFrameMkLst>
            <pc:docMk/>
            <pc:sldMk cId="1185261572" sldId="2147480600"/>
            <ac:graphicFrameMk id="4" creationId="{2B37F356-578A-3EE6-E1B8-B0CD92D0D2A3}"/>
          </ac:graphicFrameMkLst>
        </pc:graphicFrameChg>
      </pc:sldChg>
      <pc:sldChg chg="addSp delSp modSp mod">
        <pc:chgData name="Liang,Dr.,Hongzi (HP Medicine) BII-CN-S" userId="29bc0a18-5096-49d5-ae49-3e5745cfa117" providerId="ADAL" clId="{6ABB0A59-492B-4619-8917-6A9C0A590C5D}" dt="2024-02-23T05:55:23.447" v="3251" actId="20577"/>
        <pc:sldMkLst>
          <pc:docMk/>
          <pc:sldMk cId="374273854" sldId="2147480601"/>
        </pc:sldMkLst>
        <pc:spChg chg="mod">
          <ac:chgData name="Liang,Dr.,Hongzi (HP Medicine) BII-CN-S" userId="29bc0a18-5096-49d5-ae49-3e5745cfa117" providerId="ADAL" clId="{6ABB0A59-492B-4619-8917-6A9C0A590C5D}" dt="2024-02-22T02:41:32.697" v="1601" actId="1036"/>
          <ac:spMkLst>
            <pc:docMk/>
            <pc:sldMk cId="374273854" sldId="2147480601"/>
            <ac:spMk id="3" creationId="{F20D4043-A197-13C5-03F8-BEE1A9A89866}"/>
          </ac:spMkLst>
        </pc:spChg>
        <pc:spChg chg="mod">
          <ac:chgData name="Liang,Dr.,Hongzi (HP Medicine) BII-CN-S" userId="29bc0a18-5096-49d5-ae49-3e5745cfa117" providerId="ADAL" clId="{6ABB0A59-492B-4619-8917-6A9C0A590C5D}" dt="2024-02-22T02:55:50.216" v="1927" actId="20577"/>
          <ac:spMkLst>
            <pc:docMk/>
            <pc:sldMk cId="374273854" sldId="2147480601"/>
            <ac:spMk id="4" creationId="{DE8D630C-0ED6-F5A0-E156-D23A8CC23DEC}"/>
          </ac:spMkLst>
        </pc:spChg>
        <pc:spChg chg="mod">
          <ac:chgData name="Liang,Dr.,Hongzi (HP Medicine) BII-CN-S" userId="29bc0a18-5096-49d5-ae49-3e5745cfa117" providerId="ADAL" clId="{6ABB0A59-492B-4619-8917-6A9C0A590C5D}" dt="2024-02-22T02:41:32.697" v="1601" actId="1036"/>
          <ac:spMkLst>
            <pc:docMk/>
            <pc:sldMk cId="374273854" sldId="2147480601"/>
            <ac:spMk id="10" creationId="{454E1FF3-2510-8232-96A2-0436FE663830}"/>
          </ac:spMkLst>
        </pc:spChg>
        <pc:spChg chg="mod">
          <ac:chgData name="Liang,Dr.,Hongzi (HP Medicine) BII-CN-S" userId="29bc0a18-5096-49d5-ae49-3e5745cfa117" providerId="ADAL" clId="{6ABB0A59-492B-4619-8917-6A9C0A590C5D}" dt="2024-02-22T02:41:52.250" v="1652" actId="1036"/>
          <ac:spMkLst>
            <pc:docMk/>
            <pc:sldMk cId="374273854" sldId="2147480601"/>
            <ac:spMk id="14" creationId="{34730952-58AD-570B-641A-30DE521FBB55}"/>
          </ac:spMkLst>
        </pc:spChg>
        <pc:spChg chg="mod">
          <ac:chgData name="Liang,Dr.,Hongzi (HP Medicine) BII-CN-S" userId="29bc0a18-5096-49d5-ae49-3e5745cfa117" providerId="ADAL" clId="{6ABB0A59-492B-4619-8917-6A9C0A590C5D}" dt="2024-02-22T02:48:57.733" v="1896" actId="207"/>
          <ac:spMkLst>
            <pc:docMk/>
            <pc:sldMk cId="374273854" sldId="2147480601"/>
            <ac:spMk id="19" creationId="{2E5019B4-6B87-284D-D79D-F07C7BF00814}"/>
          </ac:spMkLst>
        </pc:spChg>
        <pc:spChg chg="mod">
          <ac:chgData name="Liang,Dr.,Hongzi (HP Medicine) BII-CN-S" userId="29bc0a18-5096-49d5-ae49-3e5745cfa117" providerId="ADAL" clId="{6ABB0A59-492B-4619-8917-6A9C0A590C5D}" dt="2024-02-22T02:48:11.748" v="1894" actId="1036"/>
          <ac:spMkLst>
            <pc:docMk/>
            <pc:sldMk cId="374273854" sldId="2147480601"/>
            <ac:spMk id="26" creationId="{D6BC4ACC-2152-58F9-65EF-E31D45DD1A15}"/>
          </ac:spMkLst>
        </pc:spChg>
        <pc:spChg chg="mod">
          <ac:chgData name="Liang,Dr.,Hongzi (HP Medicine) BII-CN-S" userId="29bc0a18-5096-49d5-ae49-3e5745cfa117" providerId="ADAL" clId="{6ABB0A59-492B-4619-8917-6A9C0A590C5D}" dt="2024-02-22T02:41:32.697" v="1601" actId="1036"/>
          <ac:spMkLst>
            <pc:docMk/>
            <pc:sldMk cId="374273854" sldId="2147480601"/>
            <ac:spMk id="30" creationId="{D1490013-2D10-1AA7-9147-DD99BF972455}"/>
          </ac:spMkLst>
        </pc:spChg>
        <pc:spChg chg="mod">
          <ac:chgData name="Liang,Dr.,Hongzi (HP Medicine) BII-CN-S" userId="29bc0a18-5096-49d5-ae49-3e5745cfa117" providerId="ADAL" clId="{6ABB0A59-492B-4619-8917-6A9C0A590C5D}" dt="2024-02-22T02:41:32.697" v="1601" actId="1036"/>
          <ac:spMkLst>
            <pc:docMk/>
            <pc:sldMk cId="374273854" sldId="2147480601"/>
            <ac:spMk id="31" creationId="{1D8C90E6-F821-6DF7-2FC3-3A9F5A761E0E}"/>
          </ac:spMkLst>
        </pc:spChg>
        <pc:spChg chg="mod">
          <ac:chgData name="Liang,Dr.,Hongzi (HP Medicine) BII-CN-S" userId="29bc0a18-5096-49d5-ae49-3e5745cfa117" providerId="ADAL" clId="{6ABB0A59-492B-4619-8917-6A9C0A590C5D}" dt="2024-02-22T02:41:32.697" v="1601" actId="1036"/>
          <ac:spMkLst>
            <pc:docMk/>
            <pc:sldMk cId="374273854" sldId="2147480601"/>
            <ac:spMk id="32" creationId="{C79D68D9-FB43-6321-3302-5AAF093242E7}"/>
          </ac:spMkLst>
        </pc:spChg>
        <pc:spChg chg="mod">
          <ac:chgData name="Liang,Dr.,Hongzi (HP Medicine) BII-CN-S" userId="29bc0a18-5096-49d5-ae49-3e5745cfa117" providerId="ADAL" clId="{6ABB0A59-492B-4619-8917-6A9C0A590C5D}" dt="2024-02-22T02:41:32.697" v="1601" actId="1036"/>
          <ac:spMkLst>
            <pc:docMk/>
            <pc:sldMk cId="374273854" sldId="2147480601"/>
            <ac:spMk id="33" creationId="{8CE77E41-E020-67FF-4152-130A246D4B2E}"/>
          </ac:spMkLst>
        </pc:spChg>
        <pc:spChg chg="mod">
          <ac:chgData name="Liang,Dr.,Hongzi (HP Medicine) BII-CN-S" userId="29bc0a18-5096-49d5-ae49-3e5745cfa117" providerId="ADAL" clId="{6ABB0A59-492B-4619-8917-6A9C0A590C5D}" dt="2024-02-22T02:48:11.748" v="1894" actId="1036"/>
          <ac:spMkLst>
            <pc:docMk/>
            <pc:sldMk cId="374273854" sldId="2147480601"/>
            <ac:spMk id="40" creationId="{4AD83902-31BA-65BC-02D3-623C0E0E397B}"/>
          </ac:spMkLst>
        </pc:spChg>
        <pc:spChg chg="add mod">
          <ac:chgData name="Liang,Dr.,Hongzi (HP Medicine) BII-CN-S" userId="29bc0a18-5096-49d5-ae49-3e5745cfa117" providerId="ADAL" clId="{6ABB0A59-492B-4619-8917-6A9C0A590C5D}" dt="2024-02-23T05:51:01.754" v="3105" actId="1076"/>
          <ac:spMkLst>
            <pc:docMk/>
            <pc:sldMk cId="374273854" sldId="2147480601"/>
            <ac:spMk id="47" creationId="{0FD6C55F-C8C6-210D-53B4-F4E612D93AD3}"/>
          </ac:spMkLst>
        </pc:spChg>
        <pc:spChg chg="mod">
          <ac:chgData name="Liang,Dr.,Hongzi (HP Medicine) BII-CN-S" userId="29bc0a18-5096-49d5-ae49-3e5745cfa117" providerId="ADAL" clId="{6ABB0A59-492B-4619-8917-6A9C0A590C5D}" dt="2024-02-22T02:48:11.748" v="1894" actId="1036"/>
          <ac:spMkLst>
            <pc:docMk/>
            <pc:sldMk cId="374273854" sldId="2147480601"/>
            <ac:spMk id="48" creationId="{3D951BAB-08CC-7B16-DA71-5BDB2ADBDFD2}"/>
          </ac:spMkLst>
        </pc:spChg>
        <pc:spChg chg="mod">
          <ac:chgData name="Liang,Dr.,Hongzi (HP Medicine) BII-CN-S" userId="29bc0a18-5096-49d5-ae49-3e5745cfa117" providerId="ADAL" clId="{6ABB0A59-492B-4619-8917-6A9C0A590C5D}" dt="2024-02-22T02:48:11.748" v="1894" actId="1036"/>
          <ac:spMkLst>
            <pc:docMk/>
            <pc:sldMk cId="374273854" sldId="2147480601"/>
            <ac:spMk id="49" creationId="{40045FAA-20F9-4476-D7B7-30334C6B7BAD}"/>
          </ac:spMkLst>
        </pc:spChg>
        <pc:spChg chg="add del mod">
          <ac:chgData name="Liang,Dr.,Hongzi (HP Medicine) BII-CN-S" userId="29bc0a18-5096-49d5-ae49-3e5745cfa117" providerId="ADAL" clId="{6ABB0A59-492B-4619-8917-6A9C0A590C5D}" dt="2024-02-22T02:42:31.480" v="1728"/>
          <ac:spMkLst>
            <pc:docMk/>
            <pc:sldMk cId="374273854" sldId="2147480601"/>
            <ac:spMk id="50" creationId="{DC2B8B34-CEF0-7FE2-C4E2-B699C93CE5F2}"/>
          </ac:spMkLst>
        </pc:spChg>
        <pc:spChg chg="mod">
          <ac:chgData name="Liang,Dr.,Hongzi (HP Medicine) BII-CN-S" userId="29bc0a18-5096-49d5-ae49-3e5745cfa117" providerId="ADAL" clId="{6ABB0A59-492B-4619-8917-6A9C0A590C5D}" dt="2024-02-22T02:56:23.157" v="1930" actId="1038"/>
          <ac:spMkLst>
            <pc:docMk/>
            <pc:sldMk cId="374273854" sldId="2147480601"/>
            <ac:spMk id="54" creationId="{E0B501F9-9077-B759-46FB-7AB07B2E28FB}"/>
          </ac:spMkLst>
        </pc:spChg>
        <pc:spChg chg="del mod">
          <ac:chgData name="Liang,Dr.,Hongzi (HP Medicine) BII-CN-S" userId="29bc0a18-5096-49d5-ae49-3e5745cfa117" providerId="ADAL" clId="{6ABB0A59-492B-4619-8917-6A9C0A590C5D}" dt="2024-02-22T02:41:17.977" v="1576" actId="478"/>
          <ac:spMkLst>
            <pc:docMk/>
            <pc:sldMk cId="374273854" sldId="2147480601"/>
            <ac:spMk id="55" creationId="{42D94F15-BD03-8713-6E05-C8375A7E2584}"/>
          </ac:spMkLst>
        </pc:spChg>
        <pc:spChg chg="add mod">
          <ac:chgData name="Liang,Dr.,Hongzi (HP Medicine) BII-CN-S" userId="29bc0a18-5096-49d5-ae49-3e5745cfa117" providerId="ADAL" clId="{6ABB0A59-492B-4619-8917-6A9C0A590C5D}" dt="2024-02-23T05:55:23.447" v="3251" actId="20577"/>
          <ac:spMkLst>
            <pc:docMk/>
            <pc:sldMk cId="374273854" sldId="2147480601"/>
            <ac:spMk id="63" creationId="{5979B631-C1C0-0BF4-52FC-ECCE15DEF5A8}"/>
          </ac:spMkLst>
        </pc:spChg>
        <pc:spChg chg="mod">
          <ac:chgData name="Liang,Dr.,Hongzi (HP Medicine) BII-CN-S" userId="29bc0a18-5096-49d5-ae49-3e5745cfa117" providerId="ADAL" clId="{6ABB0A59-492B-4619-8917-6A9C0A590C5D}" dt="2024-02-22T02:48:11.748" v="1894" actId="1036"/>
          <ac:spMkLst>
            <pc:docMk/>
            <pc:sldMk cId="374273854" sldId="2147480601"/>
            <ac:spMk id="75" creationId="{CC993A48-25DB-0DB5-5106-3BFD6B15B5F8}"/>
          </ac:spMkLst>
        </pc:spChg>
        <pc:spChg chg="mod">
          <ac:chgData name="Liang,Dr.,Hongzi (HP Medicine) BII-CN-S" userId="29bc0a18-5096-49d5-ae49-3e5745cfa117" providerId="ADAL" clId="{6ABB0A59-492B-4619-8917-6A9C0A590C5D}" dt="2024-02-22T02:48:11.748" v="1894" actId="1036"/>
          <ac:spMkLst>
            <pc:docMk/>
            <pc:sldMk cId="374273854" sldId="2147480601"/>
            <ac:spMk id="76" creationId="{28E54CCD-4EC6-B55E-AD99-B78E4B6DC7A9}"/>
          </ac:spMkLst>
        </pc:spChg>
        <pc:spChg chg="mod">
          <ac:chgData name="Liang,Dr.,Hongzi (HP Medicine) BII-CN-S" userId="29bc0a18-5096-49d5-ae49-3e5745cfa117" providerId="ADAL" clId="{6ABB0A59-492B-4619-8917-6A9C0A590C5D}" dt="2024-02-22T02:53:43.369" v="1922" actId="207"/>
          <ac:spMkLst>
            <pc:docMk/>
            <pc:sldMk cId="374273854" sldId="2147480601"/>
            <ac:spMk id="77" creationId="{9949C35E-F320-EE6F-F7DD-7BE23A03636A}"/>
          </ac:spMkLst>
        </pc:spChg>
        <pc:spChg chg="mod">
          <ac:chgData name="Liang,Dr.,Hongzi (HP Medicine) BII-CN-S" userId="29bc0a18-5096-49d5-ae49-3e5745cfa117" providerId="ADAL" clId="{6ABB0A59-492B-4619-8917-6A9C0A590C5D}" dt="2024-02-22T02:48:11.748" v="1894" actId="1036"/>
          <ac:spMkLst>
            <pc:docMk/>
            <pc:sldMk cId="374273854" sldId="2147480601"/>
            <ac:spMk id="78" creationId="{6CD7EC66-C296-A687-C549-11A061DD4904}"/>
          </ac:spMkLst>
        </pc:spChg>
        <pc:spChg chg="mod">
          <ac:chgData name="Liang,Dr.,Hongzi (HP Medicine) BII-CN-S" userId="29bc0a18-5096-49d5-ae49-3e5745cfa117" providerId="ADAL" clId="{6ABB0A59-492B-4619-8917-6A9C0A590C5D}" dt="2024-02-22T02:48:11.748" v="1894" actId="1036"/>
          <ac:spMkLst>
            <pc:docMk/>
            <pc:sldMk cId="374273854" sldId="2147480601"/>
            <ac:spMk id="79" creationId="{B4C7B7B3-BFA0-0C93-0F51-A6D42D0306C2}"/>
          </ac:spMkLst>
        </pc:spChg>
        <pc:spChg chg="mod">
          <ac:chgData name="Liang,Dr.,Hongzi (HP Medicine) BII-CN-S" userId="29bc0a18-5096-49d5-ae49-3e5745cfa117" providerId="ADAL" clId="{6ABB0A59-492B-4619-8917-6A9C0A590C5D}" dt="2024-02-22T02:48:11.748" v="1894" actId="1036"/>
          <ac:spMkLst>
            <pc:docMk/>
            <pc:sldMk cId="374273854" sldId="2147480601"/>
            <ac:spMk id="80" creationId="{F9BF2B07-3B96-DEEC-5C62-E3F127783C8B}"/>
          </ac:spMkLst>
        </pc:spChg>
        <pc:spChg chg="mod">
          <ac:chgData name="Liang,Dr.,Hongzi (HP Medicine) BII-CN-S" userId="29bc0a18-5096-49d5-ae49-3e5745cfa117" providerId="ADAL" clId="{6ABB0A59-492B-4619-8917-6A9C0A590C5D}" dt="2024-02-22T02:48:11.748" v="1894" actId="1036"/>
          <ac:spMkLst>
            <pc:docMk/>
            <pc:sldMk cId="374273854" sldId="2147480601"/>
            <ac:spMk id="83" creationId="{B8BF9DB5-A396-7AF5-1C96-3E0B583C261A}"/>
          </ac:spMkLst>
        </pc:spChg>
        <pc:spChg chg="mod">
          <ac:chgData name="Liang,Dr.,Hongzi (HP Medicine) BII-CN-S" userId="29bc0a18-5096-49d5-ae49-3e5745cfa117" providerId="ADAL" clId="{6ABB0A59-492B-4619-8917-6A9C0A590C5D}" dt="2024-02-22T02:48:11.748" v="1894" actId="1036"/>
          <ac:spMkLst>
            <pc:docMk/>
            <pc:sldMk cId="374273854" sldId="2147480601"/>
            <ac:spMk id="86" creationId="{83CECB1A-470C-BE46-C8BC-E1D6F522105B}"/>
          </ac:spMkLst>
        </pc:spChg>
        <pc:spChg chg="mod">
          <ac:chgData name="Liang,Dr.,Hongzi (HP Medicine) BII-CN-S" userId="29bc0a18-5096-49d5-ae49-3e5745cfa117" providerId="ADAL" clId="{6ABB0A59-492B-4619-8917-6A9C0A590C5D}" dt="2024-02-22T02:48:11.748" v="1894" actId="1036"/>
          <ac:spMkLst>
            <pc:docMk/>
            <pc:sldMk cId="374273854" sldId="2147480601"/>
            <ac:spMk id="88" creationId="{F3109C4B-EDA5-7E35-FCAB-A96549D32FF4}"/>
          </ac:spMkLst>
        </pc:spChg>
        <pc:spChg chg="mod">
          <ac:chgData name="Liang,Dr.,Hongzi (HP Medicine) BII-CN-S" userId="29bc0a18-5096-49d5-ae49-3e5745cfa117" providerId="ADAL" clId="{6ABB0A59-492B-4619-8917-6A9C0A590C5D}" dt="2024-02-22T02:48:11.748" v="1894" actId="1036"/>
          <ac:spMkLst>
            <pc:docMk/>
            <pc:sldMk cId="374273854" sldId="2147480601"/>
            <ac:spMk id="89" creationId="{F8E4F3F4-DA19-50FD-1027-152E3DCB31A9}"/>
          </ac:spMkLst>
        </pc:spChg>
        <pc:spChg chg="mod">
          <ac:chgData name="Liang,Dr.,Hongzi (HP Medicine) BII-CN-S" userId="29bc0a18-5096-49d5-ae49-3e5745cfa117" providerId="ADAL" clId="{6ABB0A59-492B-4619-8917-6A9C0A590C5D}" dt="2024-02-22T02:48:11.748" v="1894" actId="1036"/>
          <ac:spMkLst>
            <pc:docMk/>
            <pc:sldMk cId="374273854" sldId="2147480601"/>
            <ac:spMk id="91" creationId="{BAB75BB6-2C93-934D-AAA3-47787E554452}"/>
          </ac:spMkLst>
        </pc:spChg>
        <pc:spChg chg="mod">
          <ac:chgData name="Liang,Dr.,Hongzi (HP Medicine) BII-CN-S" userId="29bc0a18-5096-49d5-ae49-3e5745cfa117" providerId="ADAL" clId="{6ABB0A59-492B-4619-8917-6A9C0A590C5D}" dt="2024-02-22T02:48:11.748" v="1894" actId="1036"/>
          <ac:spMkLst>
            <pc:docMk/>
            <pc:sldMk cId="374273854" sldId="2147480601"/>
            <ac:spMk id="92" creationId="{389298B1-3759-5288-570F-83260B9DDAEF}"/>
          </ac:spMkLst>
        </pc:spChg>
        <pc:spChg chg="mod">
          <ac:chgData name="Liang,Dr.,Hongzi (HP Medicine) BII-CN-S" userId="29bc0a18-5096-49d5-ae49-3e5745cfa117" providerId="ADAL" clId="{6ABB0A59-492B-4619-8917-6A9C0A590C5D}" dt="2024-02-22T02:48:11.748" v="1894" actId="1036"/>
          <ac:spMkLst>
            <pc:docMk/>
            <pc:sldMk cId="374273854" sldId="2147480601"/>
            <ac:spMk id="93" creationId="{BE05389C-0B52-E75A-D420-106E48305ECC}"/>
          </ac:spMkLst>
        </pc:spChg>
        <pc:spChg chg="mod">
          <ac:chgData name="Liang,Dr.,Hongzi (HP Medicine) BII-CN-S" userId="29bc0a18-5096-49d5-ae49-3e5745cfa117" providerId="ADAL" clId="{6ABB0A59-492B-4619-8917-6A9C0A590C5D}" dt="2024-02-22T02:48:11.748" v="1894" actId="1036"/>
          <ac:spMkLst>
            <pc:docMk/>
            <pc:sldMk cId="374273854" sldId="2147480601"/>
            <ac:spMk id="94" creationId="{8B89D469-315F-04B7-A5BB-BCEF3C101FFF}"/>
          </ac:spMkLst>
        </pc:spChg>
        <pc:spChg chg="mod">
          <ac:chgData name="Liang,Dr.,Hongzi (HP Medicine) BII-CN-S" userId="29bc0a18-5096-49d5-ae49-3e5745cfa117" providerId="ADAL" clId="{6ABB0A59-492B-4619-8917-6A9C0A590C5D}" dt="2024-02-22T02:48:11.748" v="1894" actId="1036"/>
          <ac:spMkLst>
            <pc:docMk/>
            <pc:sldMk cId="374273854" sldId="2147480601"/>
            <ac:spMk id="95" creationId="{6CA6D3F0-19ED-8E7B-8294-773F210A2A50}"/>
          </ac:spMkLst>
        </pc:spChg>
        <pc:spChg chg="mod">
          <ac:chgData name="Liang,Dr.,Hongzi (HP Medicine) BII-CN-S" userId="29bc0a18-5096-49d5-ae49-3e5745cfa117" providerId="ADAL" clId="{6ABB0A59-492B-4619-8917-6A9C0A590C5D}" dt="2024-02-22T02:48:11.748" v="1894" actId="1036"/>
          <ac:spMkLst>
            <pc:docMk/>
            <pc:sldMk cId="374273854" sldId="2147480601"/>
            <ac:spMk id="96" creationId="{501A5BA6-5020-60C5-6466-E43A7C5E327D}"/>
          </ac:spMkLst>
        </pc:spChg>
        <pc:spChg chg="mod">
          <ac:chgData name="Liang,Dr.,Hongzi (HP Medicine) BII-CN-S" userId="29bc0a18-5096-49d5-ae49-3e5745cfa117" providerId="ADAL" clId="{6ABB0A59-492B-4619-8917-6A9C0A590C5D}" dt="2024-02-22T02:48:11.748" v="1894" actId="1036"/>
          <ac:spMkLst>
            <pc:docMk/>
            <pc:sldMk cId="374273854" sldId="2147480601"/>
            <ac:spMk id="97" creationId="{09A9E68F-3E87-9FBB-EFCA-92C635379806}"/>
          </ac:spMkLst>
        </pc:spChg>
        <pc:spChg chg="mod">
          <ac:chgData name="Liang,Dr.,Hongzi (HP Medicine) BII-CN-S" userId="29bc0a18-5096-49d5-ae49-3e5745cfa117" providerId="ADAL" clId="{6ABB0A59-492B-4619-8917-6A9C0A590C5D}" dt="2024-02-22T02:48:11.748" v="1894" actId="1036"/>
          <ac:spMkLst>
            <pc:docMk/>
            <pc:sldMk cId="374273854" sldId="2147480601"/>
            <ac:spMk id="98" creationId="{AD5F338F-D5F2-35CB-11E0-28AF06E199D2}"/>
          </ac:spMkLst>
        </pc:spChg>
        <pc:spChg chg="mod">
          <ac:chgData name="Liang,Dr.,Hongzi (HP Medicine) BII-CN-S" userId="29bc0a18-5096-49d5-ae49-3e5745cfa117" providerId="ADAL" clId="{6ABB0A59-492B-4619-8917-6A9C0A590C5D}" dt="2024-02-22T02:48:11.748" v="1894" actId="1036"/>
          <ac:spMkLst>
            <pc:docMk/>
            <pc:sldMk cId="374273854" sldId="2147480601"/>
            <ac:spMk id="99" creationId="{10FD3772-9472-B0AD-8A20-A554D1F2F940}"/>
          </ac:spMkLst>
        </pc:spChg>
        <pc:spChg chg="mod">
          <ac:chgData name="Liang,Dr.,Hongzi (HP Medicine) BII-CN-S" userId="29bc0a18-5096-49d5-ae49-3e5745cfa117" providerId="ADAL" clId="{6ABB0A59-492B-4619-8917-6A9C0A590C5D}" dt="2024-02-22T02:48:11.748" v="1894" actId="1036"/>
          <ac:spMkLst>
            <pc:docMk/>
            <pc:sldMk cId="374273854" sldId="2147480601"/>
            <ac:spMk id="100" creationId="{4DB30BC8-0624-7498-9FCC-FDBE118F373E}"/>
          </ac:spMkLst>
        </pc:spChg>
        <pc:grpChg chg="mod">
          <ac:chgData name="Liang,Dr.,Hongzi (HP Medicine) BII-CN-S" userId="29bc0a18-5096-49d5-ae49-3e5745cfa117" providerId="ADAL" clId="{6ABB0A59-492B-4619-8917-6A9C0A590C5D}" dt="2024-02-22T02:41:32.697" v="1601" actId="1036"/>
          <ac:grpSpMkLst>
            <pc:docMk/>
            <pc:sldMk cId="374273854" sldId="2147480601"/>
            <ac:grpSpMk id="16" creationId="{2BDC3DB8-2575-2E6C-04BC-0FF0124AB9DA}"/>
          </ac:grpSpMkLst>
        </pc:grpChg>
        <pc:grpChg chg="mod">
          <ac:chgData name="Liang,Dr.,Hongzi (HP Medicine) BII-CN-S" userId="29bc0a18-5096-49d5-ae49-3e5745cfa117" providerId="ADAL" clId="{6ABB0A59-492B-4619-8917-6A9C0A590C5D}" dt="2024-02-22T02:41:32.697" v="1601" actId="1036"/>
          <ac:grpSpMkLst>
            <pc:docMk/>
            <pc:sldMk cId="374273854" sldId="2147480601"/>
            <ac:grpSpMk id="20" creationId="{D38CC9D7-07D5-0F90-8CF9-7D13DC5A4CA0}"/>
          </ac:grpSpMkLst>
        </pc:grpChg>
        <pc:grpChg chg="mod">
          <ac:chgData name="Liang,Dr.,Hongzi (HP Medicine) BII-CN-S" userId="29bc0a18-5096-49d5-ae49-3e5745cfa117" providerId="ADAL" clId="{6ABB0A59-492B-4619-8917-6A9C0A590C5D}" dt="2024-02-22T02:41:32.697" v="1601" actId="1036"/>
          <ac:grpSpMkLst>
            <pc:docMk/>
            <pc:sldMk cId="374273854" sldId="2147480601"/>
            <ac:grpSpMk id="23" creationId="{CD314714-41C5-19A0-FA31-4E0BA01E068C}"/>
          </ac:grpSpMkLst>
        </pc:grpChg>
        <pc:grpChg chg="mod">
          <ac:chgData name="Liang,Dr.,Hongzi (HP Medicine) BII-CN-S" userId="29bc0a18-5096-49d5-ae49-3e5745cfa117" providerId="ADAL" clId="{6ABB0A59-492B-4619-8917-6A9C0A590C5D}" dt="2024-02-22T02:41:32.697" v="1601" actId="1036"/>
          <ac:grpSpMkLst>
            <pc:docMk/>
            <pc:sldMk cId="374273854" sldId="2147480601"/>
            <ac:grpSpMk id="27" creationId="{8DC0C3AC-9371-0AEF-6EF5-6AADD5D527C9}"/>
          </ac:grpSpMkLst>
        </pc:grpChg>
        <pc:grpChg chg="mod">
          <ac:chgData name="Liang,Dr.,Hongzi (HP Medicine) BII-CN-S" userId="29bc0a18-5096-49d5-ae49-3e5745cfa117" providerId="ADAL" clId="{6ABB0A59-492B-4619-8917-6A9C0A590C5D}" dt="2024-02-22T02:41:32.697" v="1601" actId="1036"/>
          <ac:grpSpMkLst>
            <pc:docMk/>
            <pc:sldMk cId="374273854" sldId="2147480601"/>
            <ac:grpSpMk id="34" creationId="{04690C0D-F67B-2C88-08B6-5CEBFEB63290}"/>
          </ac:grpSpMkLst>
        </pc:grpChg>
        <pc:grpChg chg="mod">
          <ac:chgData name="Liang,Dr.,Hongzi (HP Medicine) BII-CN-S" userId="29bc0a18-5096-49d5-ae49-3e5745cfa117" providerId="ADAL" clId="{6ABB0A59-492B-4619-8917-6A9C0A590C5D}" dt="2024-02-22T02:41:32.697" v="1601" actId="1036"/>
          <ac:grpSpMkLst>
            <pc:docMk/>
            <pc:sldMk cId="374273854" sldId="2147480601"/>
            <ac:grpSpMk id="37" creationId="{E9D5E50F-94BE-E104-2F33-B842115DFCB9}"/>
          </ac:grpSpMkLst>
        </pc:grpChg>
        <pc:grpChg chg="mod">
          <ac:chgData name="Liang,Dr.,Hongzi (HP Medicine) BII-CN-S" userId="29bc0a18-5096-49d5-ae49-3e5745cfa117" providerId="ADAL" clId="{6ABB0A59-492B-4619-8917-6A9C0A590C5D}" dt="2024-02-22T02:41:32.697" v="1601" actId="1036"/>
          <ac:grpSpMkLst>
            <pc:docMk/>
            <pc:sldMk cId="374273854" sldId="2147480601"/>
            <ac:grpSpMk id="41" creationId="{1DBE5653-B75F-3941-725F-B5AC3614F730}"/>
          </ac:grpSpMkLst>
        </pc:grpChg>
        <pc:grpChg chg="mod">
          <ac:chgData name="Liang,Dr.,Hongzi (HP Medicine) BII-CN-S" userId="29bc0a18-5096-49d5-ae49-3e5745cfa117" providerId="ADAL" clId="{6ABB0A59-492B-4619-8917-6A9C0A590C5D}" dt="2024-02-22T02:41:32.697" v="1601" actId="1036"/>
          <ac:grpSpMkLst>
            <pc:docMk/>
            <pc:sldMk cId="374273854" sldId="2147480601"/>
            <ac:grpSpMk id="44" creationId="{4AA75E5E-3559-ECAF-D565-2FC25853EEEA}"/>
          </ac:grpSpMkLst>
        </pc:grpChg>
        <pc:grpChg chg="mod">
          <ac:chgData name="Liang,Dr.,Hongzi (HP Medicine) BII-CN-S" userId="29bc0a18-5096-49d5-ae49-3e5745cfa117" providerId="ADAL" clId="{6ABB0A59-492B-4619-8917-6A9C0A590C5D}" dt="2024-02-22T02:41:32.697" v="1601" actId="1036"/>
          <ac:grpSpMkLst>
            <pc:docMk/>
            <pc:sldMk cId="374273854" sldId="2147480601"/>
            <ac:grpSpMk id="56" creationId="{A16BA9DA-63FB-44AF-F8C7-4EC3AA3D72A7}"/>
          </ac:grpSpMkLst>
        </pc:grpChg>
        <pc:grpChg chg="mod">
          <ac:chgData name="Liang,Dr.,Hongzi (HP Medicine) BII-CN-S" userId="29bc0a18-5096-49d5-ae49-3e5745cfa117" providerId="ADAL" clId="{6ABB0A59-492B-4619-8917-6A9C0A590C5D}" dt="2024-02-22T02:48:11.748" v="1894" actId="1036"/>
          <ac:grpSpMkLst>
            <pc:docMk/>
            <pc:sldMk cId="374273854" sldId="2147480601"/>
            <ac:grpSpMk id="81" creationId="{BEAC8BE2-A38C-74D2-8982-FB2E319E882F}"/>
          </ac:grpSpMkLst>
        </pc:grpChg>
        <pc:grpChg chg="mod">
          <ac:chgData name="Liang,Dr.,Hongzi (HP Medicine) BII-CN-S" userId="29bc0a18-5096-49d5-ae49-3e5745cfa117" providerId="ADAL" clId="{6ABB0A59-492B-4619-8917-6A9C0A590C5D}" dt="2024-02-22T02:48:11.748" v="1894" actId="1036"/>
          <ac:grpSpMkLst>
            <pc:docMk/>
            <pc:sldMk cId="374273854" sldId="2147480601"/>
            <ac:grpSpMk id="82" creationId="{2958DA11-D19E-C9E8-2F9D-C6DF7FDA7075}"/>
          </ac:grpSpMkLst>
        </pc:grpChg>
        <pc:grpChg chg="mod">
          <ac:chgData name="Liang,Dr.,Hongzi (HP Medicine) BII-CN-S" userId="29bc0a18-5096-49d5-ae49-3e5745cfa117" providerId="ADAL" clId="{6ABB0A59-492B-4619-8917-6A9C0A590C5D}" dt="2024-02-22T02:48:11.748" v="1894" actId="1036"/>
          <ac:grpSpMkLst>
            <pc:docMk/>
            <pc:sldMk cId="374273854" sldId="2147480601"/>
            <ac:grpSpMk id="84" creationId="{03DFB3F3-64C6-55EE-0FA0-757A4D5539AF}"/>
          </ac:grpSpMkLst>
        </pc:grpChg>
        <pc:grpChg chg="mod">
          <ac:chgData name="Liang,Dr.,Hongzi (HP Medicine) BII-CN-S" userId="29bc0a18-5096-49d5-ae49-3e5745cfa117" providerId="ADAL" clId="{6ABB0A59-492B-4619-8917-6A9C0A590C5D}" dt="2024-02-22T02:48:11.748" v="1894" actId="1036"/>
          <ac:grpSpMkLst>
            <pc:docMk/>
            <pc:sldMk cId="374273854" sldId="2147480601"/>
            <ac:grpSpMk id="85" creationId="{EF75FDFA-501B-9DA4-A1DD-50BE38D7B8B3}"/>
          </ac:grpSpMkLst>
        </pc:grpChg>
        <pc:grpChg chg="mod">
          <ac:chgData name="Liang,Dr.,Hongzi (HP Medicine) BII-CN-S" userId="29bc0a18-5096-49d5-ae49-3e5745cfa117" providerId="ADAL" clId="{6ABB0A59-492B-4619-8917-6A9C0A590C5D}" dt="2024-02-22T02:48:11.748" v="1894" actId="1036"/>
          <ac:grpSpMkLst>
            <pc:docMk/>
            <pc:sldMk cId="374273854" sldId="2147480601"/>
            <ac:grpSpMk id="87" creationId="{62469E19-C8E9-403B-A86C-D51E1FE4C7B5}"/>
          </ac:grpSpMkLst>
        </pc:grpChg>
        <pc:picChg chg="mod">
          <ac:chgData name="Liang,Dr.,Hongzi (HP Medicine) BII-CN-S" userId="29bc0a18-5096-49d5-ae49-3e5745cfa117" providerId="ADAL" clId="{6ABB0A59-492B-4619-8917-6A9C0A590C5D}" dt="2024-02-22T02:48:11.748" v="1894" actId="1036"/>
          <ac:picMkLst>
            <pc:docMk/>
            <pc:sldMk cId="374273854" sldId="2147480601"/>
            <ac:picMk id="12" creationId="{82D24007-1E51-E581-0B58-8B4B00AF7650}"/>
          </ac:picMkLst>
        </pc:picChg>
        <pc:cxnChg chg="mod">
          <ac:chgData name="Liang,Dr.,Hongzi (HP Medicine) BII-CN-S" userId="29bc0a18-5096-49d5-ae49-3e5745cfa117" providerId="ADAL" clId="{6ABB0A59-492B-4619-8917-6A9C0A590C5D}" dt="2024-02-22T02:48:11.748" v="1894" actId="1036"/>
          <ac:cxnSpMkLst>
            <pc:docMk/>
            <pc:sldMk cId="374273854" sldId="2147480601"/>
            <ac:cxnSpMk id="7" creationId="{4A1E90E9-AE12-7C8A-D4A5-29AB916A661A}"/>
          </ac:cxnSpMkLst>
        </pc:cxnChg>
        <pc:cxnChg chg="add del">
          <ac:chgData name="Liang,Dr.,Hongzi (HP Medicine) BII-CN-S" userId="29bc0a18-5096-49d5-ae49-3e5745cfa117" providerId="ADAL" clId="{6ABB0A59-492B-4619-8917-6A9C0A590C5D}" dt="2024-02-22T02:56:38.225" v="1932" actId="478"/>
          <ac:cxnSpMkLst>
            <pc:docMk/>
            <pc:sldMk cId="374273854" sldId="2147480601"/>
            <ac:cxnSpMk id="51" creationId="{14BE95A5-5C2D-B8CD-0FB6-5484D7A6FE81}"/>
          </ac:cxnSpMkLst>
        </pc:cxnChg>
        <pc:cxnChg chg="add del mod">
          <ac:chgData name="Liang,Dr.,Hongzi (HP Medicine) BII-CN-S" userId="29bc0a18-5096-49d5-ae49-3e5745cfa117" providerId="ADAL" clId="{6ABB0A59-492B-4619-8917-6A9C0A590C5D}" dt="2024-02-22T02:57:53.001" v="1956" actId="478"/>
          <ac:cxnSpMkLst>
            <pc:docMk/>
            <pc:sldMk cId="374273854" sldId="2147480601"/>
            <ac:cxnSpMk id="53" creationId="{EFA60087-AD6B-8DA6-1EF0-1A877EA68149}"/>
          </ac:cxnSpMkLst>
        </pc:cxnChg>
      </pc:sldChg>
      <pc:sldChg chg="modSp new mod">
        <pc:chgData name="Liang,Dr.,Hongzi (HP Medicine) BII-CN-S" userId="29bc0a18-5096-49d5-ae49-3e5745cfa117" providerId="ADAL" clId="{6ABB0A59-492B-4619-8917-6A9C0A590C5D}" dt="2024-02-22T08:20:29.791" v="2399" actId="20577"/>
        <pc:sldMkLst>
          <pc:docMk/>
          <pc:sldMk cId="3270620295" sldId="2147480602"/>
        </pc:sldMkLst>
        <pc:spChg chg="mod">
          <ac:chgData name="Liang,Dr.,Hongzi (HP Medicine) BII-CN-S" userId="29bc0a18-5096-49d5-ae49-3e5745cfa117" providerId="ADAL" clId="{6ABB0A59-492B-4619-8917-6A9C0A590C5D}" dt="2024-02-22T08:20:29.791" v="2399" actId="20577"/>
          <ac:spMkLst>
            <pc:docMk/>
            <pc:sldMk cId="3270620295" sldId="2147480602"/>
            <ac:spMk id="2" creationId="{83419F53-5319-1409-55D0-35D550ADB5FA}"/>
          </ac:spMkLst>
        </pc:spChg>
      </pc:sldChg>
      <pc:sldChg chg="modSp new mod">
        <pc:chgData name="Liang,Dr.,Hongzi (HP Medicine) BII-CN-S" userId="29bc0a18-5096-49d5-ae49-3e5745cfa117" providerId="ADAL" clId="{6ABB0A59-492B-4619-8917-6A9C0A590C5D}" dt="2024-02-22T08:21:03.658" v="2410" actId="20577"/>
        <pc:sldMkLst>
          <pc:docMk/>
          <pc:sldMk cId="3684646506" sldId="2147480603"/>
        </pc:sldMkLst>
        <pc:spChg chg="mod">
          <ac:chgData name="Liang,Dr.,Hongzi (HP Medicine) BII-CN-S" userId="29bc0a18-5096-49d5-ae49-3e5745cfa117" providerId="ADAL" clId="{6ABB0A59-492B-4619-8917-6A9C0A590C5D}" dt="2024-02-22T08:21:03.658" v="2410" actId="20577"/>
          <ac:spMkLst>
            <pc:docMk/>
            <pc:sldMk cId="3684646506" sldId="2147480603"/>
            <ac:spMk id="2" creationId="{C6D4EE1E-6C48-BAAC-792C-14DD0DA7D9EB}"/>
          </ac:spMkLst>
        </pc:spChg>
      </pc:sldChg>
      <pc:sldMasterChg chg="del delSldLayout">
        <pc:chgData name="Liang,Dr.,Hongzi (HP Medicine) BII-CN-S" userId="29bc0a18-5096-49d5-ae49-3e5745cfa117" providerId="ADAL" clId="{6ABB0A59-492B-4619-8917-6A9C0A590C5D}" dt="2024-02-22T08:22:48.933" v="2421" actId="47"/>
        <pc:sldMasterMkLst>
          <pc:docMk/>
          <pc:sldMasterMk cId="2765478609" sldId="2147484626"/>
        </pc:sldMasterMkLst>
        <pc:sldLayoutChg chg="del">
          <pc:chgData name="Liang,Dr.,Hongzi (HP Medicine) BII-CN-S" userId="29bc0a18-5096-49d5-ae49-3e5745cfa117" providerId="ADAL" clId="{6ABB0A59-492B-4619-8917-6A9C0A590C5D}" dt="2024-02-22T08:22:48.933" v="2421" actId="47"/>
          <pc:sldLayoutMkLst>
            <pc:docMk/>
            <pc:sldMasterMk cId="2765478609" sldId="2147484626"/>
            <pc:sldLayoutMk cId="3773578048" sldId="2147484627"/>
          </pc:sldLayoutMkLst>
        </pc:sldLayoutChg>
        <pc:sldLayoutChg chg="del">
          <pc:chgData name="Liang,Dr.,Hongzi (HP Medicine) BII-CN-S" userId="29bc0a18-5096-49d5-ae49-3e5745cfa117" providerId="ADAL" clId="{6ABB0A59-492B-4619-8917-6A9C0A590C5D}" dt="2024-02-22T08:22:48.933" v="2421" actId="47"/>
          <pc:sldLayoutMkLst>
            <pc:docMk/>
            <pc:sldMasterMk cId="2765478609" sldId="2147484626"/>
            <pc:sldLayoutMk cId="147915262" sldId="2147484628"/>
          </pc:sldLayoutMkLst>
        </pc:sldLayoutChg>
        <pc:sldLayoutChg chg="del">
          <pc:chgData name="Liang,Dr.,Hongzi (HP Medicine) BII-CN-S" userId="29bc0a18-5096-49d5-ae49-3e5745cfa117" providerId="ADAL" clId="{6ABB0A59-492B-4619-8917-6A9C0A590C5D}" dt="2024-02-22T08:22:48.933" v="2421" actId="47"/>
          <pc:sldLayoutMkLst>
            <pc:docMk/>
            <pc:sldMasterMk cId="2765478609" sldId="2147484626"/>
            <pc:sldLayoutMk cId="3268959571" sldId="2147484629"/>
          </pc:sldLayoutMkLst>
        </pc:sldLayoutChg>
        <pc:sldLayoutChg chg="del">
          <pc:chgData name="Liang,Dr.,Hongzi (HP Medicine) BII-CN-S" userId="29bc0a18-5096-49d5-ae49-3e5745cfa117" providerId="ADAL" clId="{6ABB0A59-492B-4619-8917-6A9C0A590C5D}" dt="2024-02-22T08:22:48.933" v="2421" actId="47"/>
          <pc:sldLayoutMkLst>
            <pc:docMk/>
            <pc:sldMasterMk cId="2765478609" sldId="2147484626"/>
            <pc:sldLayoutMk cId="679638146" sldId="2147484630"/>
          </pc:sldLayoutMkLst>
        </pc:sldLayoutChg>
        <pc:sldLayoutChg chg="del">
          <pc:chgData name="Liang,Dr.,Hongzi (HP Medicine) BII-CN-S" userId="29bc0a18-5096-49d5-ae49-3e5745cfa117" providerId="ADAL" clId="{6ABB0A59-492B-4619-8917-6A9C0A590C5D}" dt="2024-02-22T08:22:48.933" v="2421" actId="47"/>
          <pc:sldLayoutMkLst>
            <pc:docMk/>
            <pc:sldMasterMk cId="2765478609" sldId="2147484626"/>
            <pc:sldLayoutMk cId="4101423545" sldId="2147484631"/>
          </pc:sldLayoutMkLst>
        </pc:sldLayoutChg>
        <pc:sldLayoutChg chg="del">
          <pc:chgData name="Liang,Dr.,Hongzi (HP Medicine) BII-CN-S" userId="29bc0a18-5096-49d5-ae49-3e5745cfa117" providerId="ADAL" clId="{6ABB0A59-492B-4619-8917-6A9C0A590C5D}" dt="2024-02-22T08:22:48.933" v="2421" actId="47"/>
          <pc:sldLayoutMkLst>
            <pc:docMk/>
            <pc:sldMasterMk cId="2765478609" sldId="2147484626"/>
            <pc:sldLayoutMk cId="1477113201" sldId="2147484632"/>
          </pc:sldLayoutMkLst>
        </pc:sldLayoutChg>
        <pc:sldLayoutChg chg="del">
          <pc:chgData name="Liang,Dr.,Hongzi (HP Medicine) BII-CN-S" userId="29bc0a18-5096-49d5-ae49-3e5745cfa117" providerId="ADAL" clId="{6ABB0A59-492B-4619-8917-6A9C0A590C5D}" dt="2024-02-22T08:22:48.933" v="2421" actId="47"/>
          <pc:sldLayoutMkLst>
            <pc:docMk/>
            <pc:sldMasterMk cId="2765478609" sldId="2147484626"/>
            <pc:sldLayoutMk cId="2548731955" sldId="2147484633"/>
          </pc:sldLayoutMkLst>
        </pc:sldLayoutChg>
      </pc:sldMasterChg>
      <pc:sldMasterChg chg="delSldLayout">
        <pc:chgData name="Liang,Dr.,Hongzi (HP Medicine) BII-CN-S" userId="29bc0a18-5096-49d5-ae49-3e5745cfa117" providerId="ADAL" clId="{6ABB0A59-492B-4619-8917-6A9C0A590C5D}" dt="2024-02-22T08:24:01.857" v="2431" actId="47"/>
        <pc:sldMasterMkLst>
          <pc:docMk/>
          <pc:sldMasterMk cId="2416021015" sldId="2147484803"/>
        </pc:sldMasterMkLst>
        <pc:sldLayoutChg chg="del">
          <pc:chgData name="Liang,Dr.,Hongzi (HP Medicine) BII-CN-S" userId="29bc0a18-5096-49d5-ae49-3e5745cfa117" providerId="ADAL" clId="{6ABB0A59-492B-4619-8917-6A9C0A590C5D}" dt="2024-02-22T08:24:01.857" v="2431" actId="47"/>
          <pc:sldLayoutMkLst>
            <pc:docMk/>
            <pc:sldMasterMk cId="2416021015" sldId="2147484803"/>
            <pc:sldLayoutMk cId="2868822562" sldId="2147484841"/>
          </pc:sldLayoutMkLst>
        </pc:sldLayoutChg>
        <pc:sldLayoutChg chg="del">
          <pc:chgData name="Liang,Dr.,Hongzi (HP Medicine) BII-CN-S" userId="29bc0a18-5096-49d5-ae49-3e5745cfa117" providerId="ADAL" clId="{6ABB0A59-492B-4619-8917-6A9C0A590C5D}" dt="2024-02-22T08:23:41.309" v="2425" actId="47"/>
          <pc:sldLayoutMkLst>
            <pc:docMk/>
            <pc:sldMasterMk cId="2416021015" sldId="2147484803"/>
            <pc:sldLayoutMk cId="1247436226" sldId="2147484842"/>
          </pc:sldLayoutMkLst>
        </pc:sldLayoutChg>
      </pc:sldMasterChg>
      <pc:sldMasterChg chg="del delSldLayout">
        <pc:chgData name="Liang,Dr.,Hongzi (HP Medicine) BII-CN-S" userId="29bc0a18-5096-49d5-ae49-3e5745cfa117" providerId="ADAL" clId="{6ABB0A59-492B-4619-8917-6A9C0A590C5D}" dt="2024-02-23T10:20:47.353" v="6263" actId="47"/>
        <pc:sldMasterMkLst>
          <pc:docMk/>
          <pc:sldMasterMk cId="4070891343" sldId="2147485055"/>
        </pc:sldMasterMkLst>
        <pc:sldLayoutChg chg="del">
          <pc:chgData name="Liang,Dr.,Hongzi (HP Medicine) BII-CN-S" userId="29bc0a18-5096-49d5-ae49-3e5745cfa117" providerId="ADAL" clId="{6ABB0A59-492B-4619-8917-6A9C0A590C5D}" dt="2024-02-23T10:20:47.353" v="6263" actId="47"/>
          <pc:sldLayoutMkLst>
            <pc:docMk/>
            <pc:sldMasterMk cId="4070891343" sldId="2147485055"/>
            <pc:sldLayoutMk cId="3409590587" sldId="2147485056"/>
          </pc:sldLayoutMkLst>
        </pc:sldLayoutChg>
        <pc:sldLayoutChg chg="del">
          <pc:chgData name="Liang,Dr.,Hongzi (HP Medicine) BII-CN-S" userId="29bc0a18-5096-49d5-ae49-3e5745cfa117" providerId="ADAL" clId="{6ABB0A59-492B-4619-8917-6A9C0A590C5D}" dt="2024-02-23T10:20:47.353" v="6263" actId="47"/>
          <pc:sldLayoutMkLst>
            <pc:docMk/>
            <pc:sldMasterMk cId="4070891343" sldId="2147485055"/>
            <pc:sldLayoutMk cId="353068972" sldId="2147485057"/>
          </pc:sldLayoutMkLst>
        </pc:sldLayoutChg>
        <pc:sldLayoutChg chg="del">
          <pc:chgData name="Liang,Dr.,Hongzi (HP Medicine) BII-CN-S" userId="29bc0a18-5096-49d5-ae49-3e5745cfa117" providerId="ADAL" clId="{6ABB0A59-492B-4619-8917-6A9C0A590C5D}" dt="2024-02-23T10:20:47.353" v="6263" actId="47"/>
          <pc:sldLayoutMkLst>
            <pc:docMk/>
            <pc:sldMasterMk cId="4070891343" sldId="2147485055"/>
            <pc:sldLayoutMk cId="2625364384" sldId="2147485058"/>
          </pc:sldLayoutMkLst>
        </pc:sldLayoutChg>
        <pc:sldLayoutChg chg="del">
          <pc:chgData name="Liang,Dr.,Hongzi (HP Medicine) BII-CN-S" userId="29bc0a18-5096-49d5-ae49-3e5745cfa117" providerId="ADAL" clId="{6ABB0A59-492B-4619-8917-6A9C0A590C5D}" dt="2024-02-23T10:20:47.353" v="6263" actId="47"/>
          <pc:sldLayoutMkLst>
            <pc:docMk/>
            <pc:sldMasterMk cId="4070891343" sldId="2147485055"/>
            <pc:sldLayoutMk cId="2008130493" sldId="2147485059"/>
          </pc:sldLayoutMkLst>
        </pc:sldLayoutChg>
        <pc:sldLayoutChg chg="del">
          <pc:chgData name="Liang,Dr.,Hongzi (HP Medicine) BII-CN-S" userId="29bc0a18-5096-49d5-ae49-3e5745cfa117" providerId="ADAL" clId="{6ABB0A59-492B-4619-8917-6A9C0A590C5D}" dt="2024-02-23T10:20:47.353" v="6263" actId="47"/>
          <pc:sldLayoutMkLst>
            <pc:docMk/>
            <pc:sldMasterMk cId="4070891343" sldId="2147485055"/>
            <pc:sldLayoutMk cId="2435140471" sldId="2147485060"/>
          </pc:sldLayoutMkLst>
        </pc:sldLayoutChg>
        <pc:sldLayoutChg chg="del">
          <pc:chgData name="Liang,Dr.,Hongzi (HP Medicine) BII-CN-S" userId="29bc0a18-5096-49d5-ae49-3e5745cfa117" providerId="ADAL" clId="{6ABB0A59-492B-4619-8917-6A9C0A590C5D}" dt="2024-02-23T10:20:47.353" v="6263" actId="47"/>
          <pc:sldLayoutMkLst>
            <pc:docMk/>
            <pc:sldMasterMk cId="4070891343" sldId="2147485055"/>
            <pc:sldLayoutMk cId="1683809978" sldId="2147485061"/>
          </pc:sldLayoutMkLst>
        </pc:sldLayoutChg>
        <pc:sldLayoutChg chg="del">
          <pc:chgData name="Liang,Dr.,Hongzi (HP Medicine) BII-CN-S" userId="29bc0a18-5096-49d5-ae49-3e5745cfa117" providerId="ADAL" clId="{6ABB0A59-492B-4619-8917-6A9C0A590C5D}" dt="2024-02-23T10:20:47.353" v="6263" actId="47"/>
          <pc:sldLayoutMkLst>
            <pc:docMk/>
            <pc:sldMasterMk cId="4070891343" sldId="2147485055"/>
            <pc:sldLayoutMk cId="3350048985" sldId="2147485062"/>
          </pc:sldLayoutMkLst>
        </pc:sldLayoutChg>
      </pc:sldMasterChg>
    </pc:docChg>
  </pc:docChgLst>
  <pc:docChgLst>
    <pc:chgData name="Zhang,Catherine (MED CD&amp;O) BII-CN-S" userId="97b6d1ea-f38e-4cdb-8798-411d7a90e40b" providerId="ADAL" clId="{A15A2483-1EF8-492A-AD85-60974E748A86}"/>
    <pc:docChg chg="undo custSel modSld sldOrd">
      <pc:chgData name="Zhang,Catherine (MED CD&amp;O) BII-CN-S" userId="97b6d1ea-f38e-4cdb-8798-411d7a90e40b" providerId="ADAL" clId="{A15A2483-1EF8-492A-AD85-60974E748A86}" dt="2023-12-18T01:26:10.816" v="143" actId="14100"/>
      <pc:docMkLst>
        <pc:docMk/>
      </pc:docMkLst>
      <pc:sldChg chg="ord">
        <pc:chgData name="Zhang,Catherine (MED CD&amp;O) BII-CN-S" userId="97b6d1ea-f38e-4cdb-8798-411d7a90e40b" providerId="ADAL" clId="{A15A2483-1EF8-492A-AD85-60974E748A86}" dt="2023-12-13T14:06:06.047" v="1"/>
        <pc:sldMkLst>
          <pc:docMk/>
          <pc:sldMk cId="3993710423" sldId="354"/>
        </pc:sldMkLst>
      </pc:sldChg>
      <pc:sldChg chg="mod modShow">
        <pc:chgData name="Zhang,Catherine (MED CD&amp;O) BII-CN-S" userId="97b6d1ea-f38e-4cdb-8798-411d7a90e40b" providerId="ADAL" clId="{A15A2483-1EF8-492A-AD85-60974E748A86}" dt="2023-12-15T06:18:43.369" v="123" actId="729"/>
        <pc:sldMkLst>
          <pc:docMk/>
          <pc:sldMk cId="3457918819" sldId="4869"/>
        </pc:sldMkLst>
      </pc:sldChg>
      <pc:sldChg chg="mod modShow">
        <pc:chgData name="Zhang,Catherine (MED CD&amp;O) BII-CN-S" userId="97b6d1ea-f38e-4cdb-8798-411d7a90e40b" providerId="ADAL" clId="{A15A2483-1EF8-492A-AD85-60974E748A86}" dt="2023-12-15T06:18:43.369" v="123" actId="729"/>
        <pc:sldMkLst>
          <pc:docMk/>
          <pc:sldMk cId="2679397809" sldId="4870"/>
        </pc:sldMkLst>
      </pc:sldChg>
      <pc:sldChg chg="modSp mod">
        <pc:chgData name="Zhang,Catherine (MED CD&amp;O) BII-CN-S" userId="97b6d1ea-f38e-4cdb-8798-411d7a90e40b" providerId="ADAL" clId="{A15A2483-1EF8-492A-AD85-60974E748A86}" dt="2023-12-15T03:08:32.861" v="60" actId="20577"/>
        <pc:sldMkLst>
          <pc:docMk/>
          <pc:sldMk cId="264307271" sldId="2147480028"/>
        </pc:sldMkLst>
        <pc:spChg chg="mod">
          <ac:chgData name="Zhang,Catherine (MED CD&amp;O) BII-CN-S" userId="97b6d1ea-f38e-4cdb-8798-411d7a90e40b" providerId="ADAL" clId="{A15A2483-1EF8-492A-AD85-60974E748A86}" dt="2023-12-15T03:08:32.861" v="60" actId="20577"/>
          <ac:spMkLst>
            <pc:docMk/>
            <pc:sldMk cId="264307271" sldId="2147480028"/>
            <ac:spMk id="59" creationId="{24FBC0E0-2245-EE63-2F4A-49CDDFF36F75}"/>
          </ac:spMkLst>
        </pc:spChg>
      </pc:sldChg>
      <pc:sldChg chg="modSp mod">
        <pc:chgData name="Zhang,Catherine (MED CD&amp;O) BII-CN-S" userId="97b6d1ea-f38e-4cdb-8798-411d7a90e40b" providerId="ADAL" clId="{A15A2483-1EF8-492A-AD85-60974E748A86}" dt="2023-12-17T14:02:25.613" v="133" actId="20577"/>
        <pc:sldMkLst>
          <pc:docMk/>
          <pc:sldMk cId="3404696861" sldId="2147480029"/>
        </pc:sldMkLst>
        <pc:spChg chg="mod">
          <ac:chgData name="Zhang,Catherine (MED CD&amp;O) BII-CN-S" userId="97b6d1ea-f38e-4cdb-8798-411d7a90e40b" providerId="ADAL" clId="{A15A2483-1EF8-492A-AD85-60974E748A86}" dt="2023-12-17T14:02:25.613" v="133" actId="20577"/>
          <ac:spMkLst>
            <pc:docMk/>
            <pc:sldMk cId="3404696861" sldId="2147480029"/>
            <ac:spMk id="60" creationId="{301815FF-7564-5425-46BB-9C7E7A418286}"/>
          </ac:spMkLst>
        </pc:spChg>
      </pc:sldChg>
      <pc:sldChg chg="modSp mod">
        <pc:chgData name="Zhang,Catherine (MED CD&amp;O) BII-CN-S" userId="97b6d1ea-f38e-4cdb-8798-411d7a90e40b" providerId="ADAL" clId="{A15A2483-1EF8-492A-AD85-60974E748A86}" dt="2023-12-17T14:02:37.107" v="136" actId="20577"/>
        <pc:sldMkLst>
          <pc:docMk/>
          <pc:sldMk cId="2818196506" sldId="2147480030"/>
        </pc:sldMkLst>
        <pc:spChg chg="mod">
          <ac:chgData name="Zhang,Catherine (MED CD&amp;O) BII-CN-S" userId="97b6d1ea-f38e-4cdb-8798-411d7a90e40b" providerId="ADAL" clId="{A15A2483-1EF8-492A-AD85-60974E748A86}" dt="2023-12-17T14:02:37.107" v="136" actId="20577"/>
          <ac:spMkLst>
            <pc:docMk/>
            <pc:sldMk cId="2818196506" sldId="2147480030"/>
            <ac:spMk id="12" creationId="{E853305C-D59E-1023-2C92-0066072A861B}"/>
          </ac:spMkLst>
        </pc:spChg>
      </pc:sldChg>
      <pc:sldChg chg="modSp mod">
        <pc:chgData name="Zhang,Catherine (MED CD&amp;O) BII-CN-S" userId="97b6d1ea-f38e-4cdb-8798-411d7a90e40b" providerId="ADAL" clId="{A15A2483-1EF8-492A-AD85-60974E748A86}" dt="2023-12-15T07:00:52.837" v="125" actId="15"/>
        <pc:sldMkLst>
          <pc:docMk/>
          <pc:sldMk cId="1662920444" sldId="2147480043"/>
        </pc:sldMkLst>
        <pc:spChg chg="mod">
          <ac:chgData name="Zhang,Catherine (MED CD&amp;O) BII-CN-S" userId="97b6d1ea-f38e-4cdb-8798-411d7a90e40b" providerId="ADAL" clId="{A15A2483-1EF8-492A-AD85-60974E748A86}" dt="2023-12-15T07:00:52.837" v="125" actId="15"/>
          <ac:spMkLst>
            <pc:docMk/>
            <pc:sldMk cId="1662920444" sldId="2147480043"/>
            <ac:spMk id="129" creationId="{A33AA1BA-FC97-F5FB-582E-C9F0E4CCD8B4}"/>
          </ac:spMkLst>
        </pc:spChg>
      </pc:sldChg>
      <pc:sldChg chg="modSp">
        <pc:chgData name="Zhang,Catherine (MED CD&amp;O) BII-CN-S" userId="97b6d1ea-f38e-4cdb-8798-411d7a90e40b" providerId="ADAL" clId="{A15A2483-1EF8-492A-AD85-60974E748A86}" dt="2023-12-18T01:24:55.587" v="139"/>
        <pc:sldMkLst>
          <pc:docMk/>
          <pc:sldMk cId="175234492" sldId="2147480054"/>
        </pc:sldMkLst>
        <pc:graphicFrameChg chg="mod">
          <ac:chgData name="Zhang,Catherine (MED CD&amp;O) BII-CN-S" userId="97b6d1ea-f38e-4cdb-8798-411d7a90e40b" providerId="ADAL" clId="{A15A2483-1EF8-492A-AD85-60974E748A86}" dt="2023-12-18T01:24:55.587" v="139"/>
          <ac:graphicFrameMkLst>
            <pc:docMk/>
            <pc:sldMk cId="175234492" sldId="2147480054"/>
            <ac:graphicFrameMk id="4" creationId="{7C751E28-9889-3760-2A51-F769EA438510}"/>
          </ac:graphicFrameMkLst>
        </pc:graphicFrameChg>
      </pc:sldChg>
      <pc:sldChg chg="modSp mod">
        <pc:chgData name="Zhang,Catherine (MED CD&amp;O) BII-CN-S" userId="97b6d1ea-f38e-4cdb-8798-411d7a90e40b" providerId="ADAL" clId="{A15A2483-1EF8-492A-AD85-60974E748A86}" dt="2023-12-18T01:26:10.816" v="143" actId="14100"/>
        <pc:sldMkLst>
          <pc:docMk/>
          <pc:sldMk cId="3493696502" sldId="2147480055"/>
        </pc:sldMkLst>
        <pc:graphicFrameChg chg="mod">
          <ac:chgData name="Zhang,Catherine (MED CD&amp;O) BII-CN-S" userId="97b6d1ea-f38e-4cdb-8798-411d7a90e40b" providerId="ADAL" clId="{A15A2483-1EF8-492A-AD85-60974E748A86}" dt="2023-12-17T13:57:37.738" v="127"/>
          <ac:graphicFrameMkLst>
            <pc:docMk/>
            <pc:sldMk cId="3493696502" sldId="2147480055"/>
            <ac:graphicFrameMk id="7" creationId="{5E43E1D8-08D6-AC87-DA05-D98E7595FF9A}"/>
          </ac:graphicFrameMkLst>
        </pc:graphicFrameChg>
        <pc:graphicFrameChg chg="modGraphic">
          <ac:chgData name="Zhang,Catherine (MED CD&amp;O) BII-CN-S" userId="97b6d1ea-f38e-4cdb-8798-411d7a90e40b" providerId="ADAL" clId="{A15A2483-1EF8-492A-AD85-60974E748A86}" dt="2023-12-18T01:26:10.816" v="143" actId="14100"/>
          <ac:graphicFrameMkLst>
            <pc:docMk/>
            <pc:sldMk cId="3493696502" sldId="2147480055"/>
            <ac:graphicFrameMk id="8" creationId="{40105B93-0B16-F3BF-1595-EFE2584F5DFA}"/>
          </ac:graphicFrameMkLst>
        </pc:graphicFrameChg>
      </pc:sldChg>
    </pc:docChg>
  </pc:docChgLst>
  <pc:docChgLst>
    <pc:chgData name="Liang,Dr.,Hongzi (HP Medicine) BII-CN-S" userId="29bc0a18-5096-49d5-ae49-3e5745cfa117" providerId="ADAL" clId="{87508360-3A86-44E8-9347-DBFC33C925C3}"/>
    <pc:docChg chg="undo redo custSel addSld delSld modSld sldOrd">
      <pc:chgData name="Liang,Dr.,Hongzi (HP Medicine) BII-CN-S" userId="29bc0a18-5096-49d5-ae49-3e5745cfa117" providerId="ADAL" clId="{87508360-3A86-44E8-9347-DBFC33C925C3}" dt="2024-02-27T15:44:10.709" v="1246" actId="20577"/>
      <pc:docMkLst>
        <pc:docMk/>
      </pc:docMkLst>
      <pc:sldChg chg="del">
        <pc:chgData name="Liang,Dr.,Hongzi (HP Medicine) BII-CN-S" userId="29bc0a18-5096-49d5-ae49-3e5745cfa117" providerId="ADAL" clId="{87508360-3A86-44E8-9347-DBFC33C925C3}" dt="2024-02-27T06:30:05.385" v="711" actId="47"/>
        <pc:sldMkLst>
          <pc:docMk/>
          <pc:sldMk cId="0" sldId="355"/>
        </pc:sldMkLst>
      </pc:sldChg>
      <pc:sldChg chg="modSp mod">
        <pc:chgData name="Liang,Dr.,Hongzi (HP Medicine) BII-CN-S" userId="29bc0a18-5096-49d5-ae49-3e5745cfa117" providerId="ADAL" clId="{87508360-3A86-44E8-9347-DBFC33C925C3}" dt="2024-02-27T06:14:47.655" v="667" actId="20577"/>
        <pc:sldMkLst>
          <pc:docMk/>
          <pc:sldMk cId="1341461315" sldId="431"/>
        </pc:sldMkLst>
        <pc:spChg chg="mod">
          <ac:chgData name="Liang,Dr.,Hongzi (HP Medicine) BII-CN-S" userId="29bc0a18-5096-49d5-ae49-3e5745cfa117" providerId="ADAL" clId="{87508360-3A86-44E8-9347-DBFC33C925C3}" dt="2024-02-27T06:13:20.799" v="564" actId="242"/>
          <ac:spMkLst>
            <pc:docMk/>
            <pc:sldMk cId="1341461315" sldId="431"/>
            <ac:spMk id="2" creationId="{00000000-0000-0000-0000-000000000000}"/>
          </ac:spMkLst>
        </pc:spChg>
        <pc:spChg chg="mod">
          <ac:chgData name="Liang,Dr.,Hongzi (HP Medicine) BII-CN-S" userId="29bc0a18-5096-49d5-ae49-3e5745cfa117" providerId="ADAL" clId="{87508360-3A86-44E8-9347-DBFC33C925C3}" dt="2024-02-27T06:14:47.655" v="667" actId="20577"/>
          <ac:spMkLst>
            <pc:docMk/>
            <pc:sldMk cId="1341461315" sldId="431"/>
            <ac:spMk id="5" creationId="{00000000-0000-0000-0000-000000000000}"/>
          </ac:spMkLst>
        </pc:spChg>
      </pc:sldChg>
      <pc:sldChg chg="addSp modSp mod">
        <pc:chgData name="Liang,Dr.,Hongzi (HP Medicine) BII-CN-S" userId="29bc0a18-5096-49d5-ae49-3e5745cfa117" providerId="ADAL" clId="{87508360-3A86-44E8-9347-DBFC33C925C3}" dt="2024-02-26T08:50:18.560" v="411" actId="1036"/>
        <pc:sldMkLst>
          <pc:docMk/>
          <pc:sldMk cId="2985877493" sldId="9813"/>
        </pc:sldMkLst>
        <pc:spChg chg="add mod">
          <ac:chgData name="Liang,Dr.,Hongzi (HP Medicine) BII-CN-S" userId="29bc0a18-5096-49d5-ae49-3e5745cfa117" providerId="ADAL" clId="{87508360-3A86-44E8-9347-DBFC33C925C3}" dt="2024-02-26T08:50:18.560" v="411" actId="1036"/>
          <ac:spMkLst>
            <pc:docMk/>
            <pc:sldMk cId="2985877493" sldId="9813"/>
            <ac:spMk id="4" creationId="{FADE3D58-B86F-4646-9036-477A3D6B497F}"/>
          </ac:spMkLst>
        </pc:spChg>
        <pc:graphicFrameChg chg="modGraphic">
          <ac:chgData name="Liang,Dr.,Hongzi (HP Medicine) BII-CN-S" userId="29bc0a18-5096-49d5-ae49-3e5745cfa117" providerId="ADAL" clId="{87508360-3A86-44E8-9347-DBFC33C925C3}" dt="2024-02-26T08:34:54.333" v="1" actId="207"/>
          <ac:graphicFrameMkLst>
            <pc:docMk/>
            <pc:sldMk cId="2985877493" sldId="9813"/>
            <ac:graphicFrameMk id="67" creationId="{F8AA53AD-9C6D-D223-8C42-D666BB20ADB2}"/>
          </ac:graphicFrameMkLst>
        </pc:graphicFrameChg>
      </pc:sldChg>
      <pc:sldChg chg="del">
        <pc:chgData name="Liang,Dr.,Hongzi (HP Medicine) BII-CN-S" userId="29bc0a18-5096-49d5-ae49-3e5745cfa117" providerId="ADAL" clId="{87508360-3A86-44E8-9347-DBFC33C925C3}" dt="2024-02-27T06:30:05.385" v="711" actId="47"/>
        <pc:sldMkLst>
          <pc:docMk/>
          <pc:sldMk cId="3843134500" sldId="2147374301"/>
        </pc:sldMkLst>
      </pc:sldChg>
      <pc:sldChg chg="add">
        <pc:chgData name="Liang,Dr.,Hongzi (HP Medicine) BII-CN-S" userId="29bc0a18-5096-49d5-ae49-3e5745cfa117" providerId="ADAL" clId="{87508360-3A86-44E8-9347-DBFC33C925C3}" dt="2024-02-26T12:45:47.663" v="561"/>
        <pc:sldMkLst>
          <pc:docMk/>
          <pc:sldMk cId="3428356518" sldId="2147476269"/>
        </pc:sldMkLst>
      </pc:sldChg>
      <pc:sldChg chg="add">
        <pc:chgData name="Liang,Dr.,Hongzi (HP Medicine) BII-CN-S" userId="29bc0a18-5096-49d5-ae49-3e5745cfa117" providerId="ADAL" clId="{87508360-3A86-44E8-9347-DBFC33C925C3}" dt="2024-02-26T12:45:47.663" v="561"/>
        <pc:sldMkLst>
          <pc:docMk/>
          <pc:sldMk cId="2072403391" sldId="2147476276"/>
        </pc:sldMkLst>
      </pc:sldChg>
      <pc:sldChg chg="del">
        <pc:chgData name="Liang,Dr.,Hongzi (HP Medicine) BII-CN-S" userId="29bc0a18-5096-49d5-ae49-3e5745cfa117" providerId="ADAL" clId="{87508360-3A86-44E8-9347-DBFC33C925C3}" dt="2024-02-27T06:30:05.385" v="711" actId="47"/>
        <pc:sldMkLst>
          <pc:docMk/>
          <pc:sldMk cId="2527310485" sldId="2147476294"/>
        </pc:sldMkLst>
      </pc:sldChg>
      <pc:sldChg chg="modSp mod">
        <pc:chgData name="Liang,Dr.,Hongzi (HP Medicine) BII-CN-S" userId="29bc0a18-5096-49d5-ae49-3e5745cfa117" providerId="ADAL" clId="{87508360-3A86-44E8-9347-DBFC33C925C3}" dt="2024-02-27T15:44:10.709" v="1246" actId="20577"/>
        <pc:sldMkLst>
          <pc:docMk/>
          <pc:sldMk cId="264307271" sldId="2147480028"/>
        </pc:sldMkLst>
        <pc:spChg chg="mod">
          <ac:chgData name="Liang,Dr.,Hongzi (HP Medicine) BII-CN-S" userId="29bc0a18-5096-49d5-ae49-3e5745cfa117" providerId="ADAL" clId="{87508360-3A86-44E8-9347-DBFC33C925C3}" dt="2024-02-27T06:29:01.600" v="710" actId="14100"/>
          <ac:spMkLst>
            <pc:docMk/>
            <pc:sldMk cId="264307271" sldId="2147480028"/>
            <ac:spMk id="4" creationId="{ADCE8355-C4F7-1475-728C-00D0CD1A262B}"/>
          </ac:spMkLst>
        </pc:spChg>
        <pc:spChg chg="mod">
          <ac:chgData name="Liang,Dr.,Hongzi (HP Medicine) BII-CN-S" userId="29bc0a18-5096-49d5-ae49-3e5745cfa117" providerId="ADAL" clId="{87508360-3A86-44E8-9347-DBFC33C925C3}" dt="2024-02-27T15:44:10.709" v="1246" actId="20577"/>
          <ac:spMkLst>
            <pc:docMk/>
            <pc:sldMk cId="264307271" sldId="2147480028"/>
            <ac:spMk id="67" creationId="{160B291A-EBF6-0D51-57E1-E0529B9F277B}"/>
          </ac:spMkLst>
        </pc:spChg>
      </pc:sldChg>
      <pc:sldChg chg="modSp mod">
        <pc:chgData name="Liang,Dr.,Hongzi (HP Medicine) BII-CN-S" userId="29bc0a18-5096-49d5-ae49-3e5745cfa117" providerId="ADAL" clId="{87508360-3A86-44E8-9347-DBFC33C925C3}" dt="2024-02-26T05:28:25.956" v="0" actId="20577"/>
        <pc:sldMkLst>
          <pc:docMk/>
          <pc:sldMk cId="2818196506" sldId="2147480030"/>
        </pc:sldMkLst>
        <pc:spChg chg="mod">
          <ac:chgData name="Liang,Dr.,Hongzi (HP Medicine) BII-CN-S" userId="29bc0a18-5096-49d5-ae49-3e5745cfa117" providerId="ADAL" clId="{87508360-3A86-44E8-9347-DBFC33C925C3}" dt="2024-02-26T05:28:25.956" v="0" actId="20577"/>
          <ac:spMkLst>
            <pc:docMk/>
            <pc:sldMk cId="2818196506" sldId="2147480030"/>
            <ac:spMk id="39" creationId="{00BE7D5A-DC46-EC5F-E129-368FA8A34966}"/>
          </ac:spMkLst>
        </pc:spChg>
      </pc:sldChg>
      <pc:sldChg chg="modSp mod">
        <pc:chgData name="Liang,Dr.,Hongzi (HP Medicine) BII-CN-S" userId="29bc0a18-5096-49d5-ae49-3e5745cfa117" providerId="ADAL" clId="{87508360-3A86-44E8-9347-DBFC33C925C3}" dt="2024-02-27T15:25:08.107" v="835" actId="1035"/>
        <pc:sldMkLst>
          <pc:docMk/>
          <pc:sldMk cId="2119365825" sldId="2147480034"/>
        </pc:sldMkLst>
        <pc:spChg chg="mod">
          <ac:chgData name="Liang,Dr.,Hongzi (HP Medicine) BII-CN-S" userId="29bc0a18-5096-49d5-ae49-3e5745cfa117" providerId="ADAL" clId="{87508360-3A86-44E8-9347-DBFC33C925C3}" dt="2024-02-27T15:22:37.516" v="752" actId="20577"/>
          <ac:spMkLst>
            <pc:docMk/>
            <pc:sldMk cId="2119365825" sldId="2147480034"/>
            <ac:spMk id="4" creationId="{644ED400-7EE1-3385-1CB5-C14FE1D2FDCA}"/>
          </ac:spMkLst>
        </pc:spChg>
        <pc:spChg chg="mod">
          <ac:chgData name="Liang,Dr.,Hongzi (HP Medicine) BII-CN-S" userId="29bc0a18-5096-49d5-ae49-3e5745cfa117" providerId="ADAL" clId="{87508360-3A86-44E8-9347-DBFC33C925C3}" dt="2024-02-27T15:23:48.690" v="790" actId="1035"/>
          <ac:spMkLst>
            <pc:docMk/>
            <pc:sldMk cId="2119365825" sldId="2147480034"/>
            <ac:spMk id="143" creationId="{D7F7B626-D59A-6C2E-5433-BCAFD02C53A6}"/>
          </ac:spMkLst>
        </pc:spChg>
        <pc:spChg chg="mod">
          <ac:chgData name="Liang,Dr.,Hongzi (HP Medicine) BII-CN-S" userId="29bc0a18-5096-49d5-ae49-3e5745cfa117" providerId="ADAL" clId="{87508360-3A86-44E8-9347-DBFC33C925C3}" dt="2024-02-27T15:23:54.962" v="793" actId="1035"/>
          <ac:spMkLst>
            <pc:docMk/>
            <pc:sldMk cId="2119365825" sldId="2147480034"/>
            <ac:spMk id="148" creationId="{363EDECD-607A-EE21-374A-9BBD82DCDE7D}"/>
          </ac:spMkLst>
        </pc:spChg>
        <pc:spChg chg="mod">
          <ac:chgData name="Liang,Dr.,Hongzi (HP Medicine) BII-CN-S" userId="29bc0a18-5096-49d5-ae49-3e5745cfa117" providerId="ADAL" clId="{87508360-3A86-44E8-9347-DBFC33C925C3}" dt="2024-02-27T15:24:47.525" v="814" actId="1035"/>
          <ac:spMkLst>
            <pc:docMk/>
            <pc:sldMk cId="2119365825" sldId="2147480034"/>
            <ac:spMk id="153" creationId="{0BE28DEB-C925-27ED-1AAF-4E6927F53154}"/>
          </ac:spMkLst>
        </pc:spChg>
        <pc:spChg chg="mod">
          <ac:chgData name="Liang,Dr.,Hongzi (HP Medicine) BII-CN-S" userId="29bc0a18-5096-49d5-ae49-3e5745cfa117" providerId="ADAL" clId="{87508360-3A86-44E8-9347-DBFC33C925C3}" dt="2024-02-27T15:25:08.107" v="835" actId="1035"/>
          <ac:spMkLst>
            <pc:docMk/>
            <pc:sldMk cId="2119365825" sldId="2147480034"/>
            <ac:spMk id="158" creationId="{71100D76-9BBE-4E34-1D1A-8460945B1FBA}"/>
          </ac:spMkLst>
        </pc:spChg>
      </pc:sldChg>
      <pc:sldChg chg="modSp mod">
        <pc:chgData name="Liang,Dr.,Hongzi (HP Medicine) BII-CN-S" userId="29bc0a18-5096-49d5-ae49-3e5745cfa117" providerId="ADAL" clId="{87508360-3A86-44E8-9347-DBFC33C925C3}" dt="2024-02-27T15:20:45.374" v="714" actId="20577"/>
        <pc:sldMkLst>
          <pc:docMk/>
          <pc:sldMk cId="1374588483" sldId="2147480053"/>
        </pc:sldMkLst>
        <pc:graphicFrameChg chg="mod modGraphic">
          <ac:chgData name="Liang,Dr.,Hongzi (HP Medicine) BII-CN-S" userId="29bc0a18-5096-49d5-ae49-3e5745cfa117" providerId="ADAL" clId="{87508360-3A86-44E8-9347-DBFC33C925C3}" dt="2024-02-27T15:20:45.374" v="714" actId="20577"/>
          <ac:graphicFrameMkLst>
            <pc:docMk/>
            <pc:sldMk cId="1374588483" sldId="2147480053"/>
            <ac:graphicFrameMk id="19" creationId="{2867D72B-A130-6827-B506-15D81EEE355D}"/>
          </ac:graphicFrameMkLst>
        </pc:graphicFrameChg>
      </pc:sldChg>
      <pc:sldChg chg="addSp modSp mod">
        <pc:chgData name="Liang,Dr.,Hongzi (HP Medicine) BII-CN-S" userId="29bc0a18-5096-49d5-ae49-3e5745cfa117" providerId="ADAL" clId="{87508360-3A86-44E8-9347-DBFC33C925C3}" dt="2024-02-26T09:25:13.522" v="525" actId="1076"/>
        <pc:sldMkLst>
          <pc:docMk/>
          <pc:sldMk cId="2947162828" sldId="2147480056"/>
        </pc:sldMkLst>
        <pc:spChg chg="add mod">
          <ac:chgData name="Liang,Dr.,Hongzi (HP Medicine) BII-CN-S" userId="29bc0a18-5096-49d5-ae49-3e5745cfa117" providerId="ADAL" clId="{87508360-3A86-44E8-9347-DBFC33C925C3}" dt="2024-02-26T09:24:59.259" v="524" actId="113"/>
          <ac:spMkLst>
            <pc:docMk/>
            <pc:sldMk cId="2947162828" sldId="2147480056"/>
            <ac:spMk id="23" creationId="{205C7C0A-3D79-B99A-D5AF-264A6BEA39C5}"/>
          </ac:spMkLst>
        </pc:spChg>
        <pc:spChg chg="mod">
          <ac:chgData name="Liang,Dr.,Hongzi (HP Medicine) BII-CN-S" userId="29bc0a18-5096-49d5-ae49-3e5745cfa117" providerId="ADAL" clId="{87508360-3A86-44E8-9347-DBFC33C925C3}" dt="2024-02-26T09:25:13.522" v="525" actId="1076"/>
          <ac:spMkLst>
            <pc:docMk/>
            <pc:sldMk cId="2947162828" sldId="2147480056"/>
            <ac:spMk id="174" creationId="{5D98C0FA-6B3C-789C-BE19-EAF650C6BAFB}"/>
          </ac:spMkLst>
        </pc:spChg>
      </pc:sldChg>
      <pc:sldChg chg="delSp mod">
        <pc:chgData name="Liang,Dr.,Hongzi (HP Medicine) BII-CN-S" userId="29bc0a18-5096-49d5-ae49-3e5745cfa117" providerId="ADAL" clId="{87508360-3A86-44E8-9347-DBFC33C925C3}" dt="2024-02-26T08:37:52.792" v="49" actId="478"/>
        <pc:sldMkLst>
          <pc:docMk/>
          <pc:sldMk cId="3493696502" sldId="2147480059"/>
        </pc:sldMkLst>
        <pc:spChg chg="del">
          <ac:chgData name="Liang,Dr.,Hongzi (HP Medicine) BII-CN-S" userId="29bc0a18-5096-49d5-ae49-3e5745cfa117" providerId="ADAL" clId="{87508360-3A86-44E8-9347-DBFC33C925C3}" dt="2024-02-26T08:37:52.792" v="49" actId="478"/>
          <ac:spMkLst>
            <pc:docMk/>
            <pc:sldMk cId="3493696502" sldId="2147480059"/>
            <ac:spMk id="3" creationId="{8E4DB548-68D6-F1AD-803A-1ED234A0AF95}"/>
          </ac:spMkLst>
        </pc:spChg>
      </pc:sldChg>
      <pc:sldChg chg="addSp delSp modSp mod">
        <pc:chgData name="Liang,Dr.,Hongzi (HP Medicine) BII-CN-S" userId="29bc0a18-5096-49d5-ae49-3e5745cfa117" providerId="ADAL" clId="{87508360-3A86-44E8-9347-DBFC33C925C3}" dt="2024-02-27T15:41:36.002" v="1232" actId="113"/>
        <pc:sldMkLst>
          <pc:docMk/>
          <pc:sldMk cId="374273854" sldId="2147480601"/>
        </pc:sldMkLst>
        <pc:spChg chg="del mod">
          <ac:chgData name="Liang,Dr.,Hongzi (HP Medicine) BII-CN-S" userId="29bc0a18-5096-49d5-ae49-3e5745cfa117" providerId="ADAL" clId="{87508360-3A86-44E8-9347-DBFC33C925C3}" dt="2024-02-27T15:34:49.433" v="932" actId="478"/>
          <ac:spMkLst>
            <pc:docMk/>
            <pc:sldMk cId="374273854" sldId="2147480601"/>
            <ac:spMk id="3" creationId="{F20D4043-A197-13C5-03F8-BEE1A9A89866}"/>
          </ac:spMkLst>
        </pc:spChg>
        <pc:spChg chg="mod">
          <ac:chgData name="Liang,Dr.,Hongzi (HP Medicine) BII-CN-S" userId="29bc0a18-5096-49d5-ae49-3e5745cfa117" providerId="ADAL" clId="{87508360-3A86-44E8-9347-DBFC33C925C3}" dt="2024-02-27T15:29:35.161" v="865" actId="1038"/>
          <ac:spMkLst>
            <pc:docMk/>
            <pc:sldMk cId="374273854" sldId="2147480601"/>
            <ac:spMk id="18" creationId="{AB9CE93F-814F-6B6A-9A94-C73E0F6EE1EE}"/>
          </ac:spMkLst>
        </pc:spChg>
        <pc:spChg chg="mod">
          <ac:chgData name="Liang,Dr.,Hongzi (HP Medicine) BII-CN-S" userId="29bc0a18-5096-49d5-ae49-3e5745cfa117" providerId="ADAL" clId="{87508360-3A86-44E8-9347-DBFC33C925C3}" dt="2024-02-27T15:35:15.490" v="936" actId="14100"/>
          <ac:spMkLst>
            <pc:docMk/>
            <pc:sldMk cId="374273854" sldId="2147480601"/>
            <ac:spMk id="19" creationId="{2E5019B4-6B87-284D-D79D-F07C7BF00814}"/>
          </ac:spMkLst>
        </pc:spChg>
        <pc:spChg chg="mod">
          <ac:chgData name="Liang,Dr.,Hongzi (HP Medicine) BII-CN-S" userId="29bc0a18-5096-49d5-ae49-3e5745cfa117" providerId="ADAL" clId="{87508360-3A86-44E8-9347-DBFC33C925C3}" dt="2024-02-27T15:34:38.947" v="930" actId="20577"/>
          <ac:spMkLst>
            <pc:docMk/>
            <pc:sldMk cId="374273854" sldId="2147480601"/>
            <ac:spMk id="21" creationId="{5E5814E2-0AD4-F28A-6B41-D30F87F21999}"/>
          </ac:spMkLst>
        </pc:spChg>
        <pc:spChg chg="mod">
          <ac:chgData name="Liang,Dr.,Hongzi (HP Medicine) BII-CN-S" userId="29bc0a18-5096-49d5-ae49-3e5745cfa117" providerId="ADAL" clId="{87508360-3A86-44E8-9347-DBFC33C925C3}" dt="2024-02-27T15:29:13.153" v="853" actId="20577"/>
          <ac:spMkLst>
            <pc:docMk/>
            <pc:sldMk cId="374273854" sldId="2147480601"/>
            <ac:spMk id="25" creationId="{A26287C7-0EA8-128B-D1B1-1EB895A33957}"/>
          </ac:spMkLst>
        </pc:spChg>
        <pc:spChg chg="del mod topLvl">
          <ac:chgData name="Liang,Dr.,Hongzi (HP Medicine) BII-CN-S" userId="29bc0a18-5096-49d5-ae49-3e5745cfa117" providerId="ADAL" clId="{87508360-3A86-44E8-9347-DBFC33C925C3}" dt="2024-02-27T15:35:37.380" v="956" actId="478"/>
          <ac:spMkLst>
            <pc:docMk/>
            <pc:sldMk cId="374273854" sldId="2147480601"/>
            <ac:spMk id="28" creationId="{19D1DC82-38F0-AFA2-87F4-D67D951AA71D}"/>
          </ac:spMkLst>
        </pc:spChg>
        <pc:spChg chg="del topLvl">
          <ac:chgData name="Liang,Dr.,Hongzi (HP Medicine) BII-CN-S" userId="29bc0a18-5096-49d5-ae49-3e5745cfa117" providerId="ADAL" clId="{87508360-3A86-44E8-9347-DBFC33C925C3}" dt="2024-02-27T15:34:43.828" v="931" actId="478"/>
          <ac:spMkLst>
            <pc:docMk/>
            <pc:sldMk cId="374273854" sldId="2147480601"/>
            <ac:spMk id="29" creationId="{2A40E703-C764-9E30-1150-ED36E0733082}"/>
          </ac:spMkLst>
        </pc:spChg>
        <pc:spChg chg="mod">
          <ac:chgData name="Liang,Dr.,Hongzi (HP Medicine) BII-CN-S" userId="29bc0a18-5096-49d5-ae49-3e5745cfa117" providerId="ADAL" clId="{87508360-3A86-44E8-9347-DBFC33C925C3}" dt="2024-02-27T15:29:44.814" v="867" actId="1038"/>
          <ac:spMkLst>
            <pc:docMk/>
            <pc:sldMk cId="374273854" sldId="2147480601"/>
            <ac:spMk id="30" creationId="{D1490013-2D10-1AA7-9147-DD99BF972455}"/>
          </ac:spMkLst>
        </pc:spChg>
        <pc:spChg chg="mod">
          <ac:chgData name="Liang,Dr.,Hongzi (HP Medicine) BII-CN-S" userId="29bc0a18-5096-49d5-ae49-3e5745cfa117" providerId="ADAL" clId="{87508360-3A86-44E8-9347-DBFC33C925C3}" dt="2024-02-27T15:35:32.728" v="955" actId="1038"/>
          <ac:spMkLst>
            <pc:docMk/>
            <pc:sldMk cId="374273854" sldId="2147480601"/>
            <ac:spMk id="31" creationId="{1D8C90E6-F821-6DF7-2FC3-3A9F5A761E0E}"/>
          </ac:spMkLst>
        </pc:spChg>
        <pc:spChg chg="mod">
          <ac:chgData name="Liang,Dr.,Hongzi (HP Medicine) BII-CN-S" userId="29bc0a18-5096-49d5-ae49-3e5745cfa117" providerId="ADAL" clId="{87508360-3A86-44E8-9347-DBFC33C925C3}" dt="2024-02-27T15:29:44.814" v="867" actId="1038"/>
          <ac:spMkLst>
            <pc:docMk/>
            <pc:sldMk cId="374273854" sldId="2147480601"/>
            <ac:spMk id="32" creationId="{C79D68D9-FB43-6321-3302-5AAF093242E7}"/>
          </ac:spMkLst>
        </pc:spChg>
        <pc:spChg chg="del mod">
          <ac:chgData name="Liang,Dr.,Hongzi (HP Medicine) BII-CN-S" userId="29bc0a18-5096-49d5-ae49-3e5745cfa117" providerId="ADAL" clId="{87508360-3A86-44E8-9347-DBFC33C925C3}" dt="2024-02-27T15:34:51.615" v="934" actId="478"/>
          <ac:spMkLst>
            <pc:docMk/>
            <pc:sldMk cId="374273854" sldId="2147480601"/>
            <ac:spMk id="33" creationId="{8CE77E41-E020-67FF-4152-130A246D4B2E}"/>
          </ac:spMkLst>
        </pc:spChg>
        <pc:spChg chg="mod">
          <ac:chgData name="Liang,Dr.,Hongzi (HP Medicine) BII-CN-S" userId="29bc0a18-5096-49d5-ae49-3e5745cfa117" providerId="ADAL" clId="{87508360-3A86-44E8-9347-DBFC33C925C3}" dt="2024-02-27T15:31:04.736" v="921" actId="1037"/>
          <ac:spMkLst>
            <pc:docMk/>
            <pc:sldMk cId="374273854" sldId="2147480601"/>
            <ac:spMk id="35" creationId="{BD6D23F9-56CB-158D-391F-940B0A9A5B54}"/>
          </ac:spMkLst>
        </pc:spChg>
        <pc:spChg chg="mod">
          <ac:chgData name="Liang,Dr.,Hongzi (HP Medicine) BII-CN-S" userId="29bc0a18-5096-49d5-ae49-3e5745cfa117" providerId="ADAL" clId="{87508360-3A86-44E8-9347-DBFC33C925C3}" dt="2024-02-27T15:31:10.121" v="926" actId="1035"/>
          <ac:spMkLst>
            <pc:docMk/>
            <pc:sldMk cId="374273854" sldId="2147480601"/>
            <ac:spMk id="38" creationId="{9D6E8831-FDEE-87F8-00C6-472D08C63635}"/>
          </ac:spMkLst>
        </pc:spChg>
        <pc:spChg chg="mod">
          <ac:chgData name="Liang,Dr.,Hongzi (HP Medicine) BII-CN-S" userId="29bc0a18-5096-49d5-ae49-3e5745cfa117" providerId="ADAL" clId="{87508360-3A86-44E8-9347-DBFC33C925C3}" dt="2024-02-27T15:36:19.263" v="1028" actId="20577"/>
          <ac:spMkLst>
            <pc:docMk/>
            <pc:sldMk cId="374273854" sldId="2147480601"/>
            <ac:spMk id="47" creationId="{0FD6C55F-C8C6-210D-53B4-F4E612D93AD3}"/>
          </ac:spMkLst>
        </pc:spChg>
        <pc:spChg chg="add del mod">
          <ac:chgData name="Liang,Dr.,Hongzi (HP Medicine) BII-CN-S" userId="29bc0a18-5096-49d5-ae49-3e5745cfa117" providerId="ADAL" clId="{87508360-3A86-44E8-9347-DBFC33C925C3}" dt="2024-02-27T15:29:07.581" v="851" actId="571"/>
          <ac:spMkLst>
            <pc:docMk/>
            <pc:sldMk cId="374273854" sldId="2147480601"/>
            <ac:spMk id="50" creationId="{ACBC2DEC-CE6A-498E-BAF4-1B91187337D0}"/>
          </ac:spMkLst>
        </pc:spChg>
        <pc:spChg chg="add del mod">
          <ac:chgData name="Liang,Dr.,Hongzi (HP Medicine) BII-CN-S" userId="29bc0a18-5096-49d5-ae49-3e5745cfa117" providerId="ADAL" clId="{87508360-3A86-44E8-9347-DBFC33C925C3}" dt="2024-02-27T15:29:07.581" v="851" actId="571"/>
          <ac:spMkLst>
            <pc:docMk/>
            <pc:sldMk cId="374273854" sldId="2147480601"/>
            <ac:spMk id="52" creationId="{53FFF688-0567-9835-19BE-E8C539B17F79}"/>
          </ac:spMkLst>
        </pc:spChg>
        <pc:spChg chg="mod">
          <ac:chgData name="Liang,Dr.,Hongzi (HP Medicine) BII-CN-S" userId="29bc0a18-5096-49d5-ae49-3e5745cfa117" providerId="ADAL" clId="{87508360-3A86-44E8-9347-DBFC33C925C3}" dt="2024-02-27T15:29:07.581" v="851" actId="571"/>
          <ac:spMkLst>
            <pc:docMk/>
            <pc:sldMk cId="374273854" sldId="2147480601"/>
            <ac:spMk id="55" creationId="{CCFDA8C3-D392-BCCB-9376-D46EE5C89C17}"/>
          </ac:spMkLst>
        </pc:spChg>
        <pc:spChg chg="mod">
          <ac:chgData name="Liang,Dr.,Hongzi (HP Medicine) BII-CN-S" userId="29bc0a18-5096-49d5-ae49-3e5745cfa117" providerId="ADAL" clId="{87508360-3A86-44E8-9347-DBFC33C925C3}" dt="2024-02-27T15:41:36.002" v="1232" actId="113"/>
          <ac:spMkLst>
            <pc:docMk/>
            <pc:sldMk cId="374273854" sldId="2147480601"/>
            <ac:spMk id="63" creationId="{5979B631-C1C0-0BF4-52FC-ECCE15DEF5A8}"/>
          </ac:spMkLst>
        </pc:spChg>
        <pc:spChg chg="mod">
          <ac:chgData name="Liang,Dr.,Hongzi (HP Medicine) BII-CN-S" userId="29bc0a18-5096-49d5-ae49-3e5745cfa117" providerId="ADAL" clId="{87508360-3A86-44E8-9347-DBFC33C925C3}" dt="2024-02-27T15:29:07.581" v="851" actId="571"/>
          <ac:spMkLst>
            <pc:docMk/>
            <pc:sldMk cId="374273854" sldId="2147480601"/>
            <ac:spMk id="64" creationId="{C461BE27-80BD-A384-8AC8-4506B0CE6DE8}"/>
          </ac:spMkLst>
        </pc:spChg>
        <pc:spChg chg="mod">
          <ac:chgData name="Liang,Dr.,Hongzi (HP Medicine) BII-CN-S" userId="29bc0a18-5096-49d5-ae49-3e5745cfa117" providerId="ADAL" clId="{87508360-3A86-44E8-9347-DBFC33C925C3}" dt="2024-02-27T15:29:07.581" v="851" actId="571"/>
          <ac:spMkLst>
            <pc:docMk/>
            <pc:sldMk cId="374273854" sldId="2147480601"/>
            <ac:spMk id="66" creationId="{095C2B4D-167E-C3F3-D92A-1B849D9DC144}"/>
          </ac:spMkLst>
        </pc:spChg>
        <pc:spChg chg="mod">
          <ac:chgData name="Liang,Dr.,Hongzi (HP Medicine) BII-CN-S" userId="29bc0a18-5096-49d5-ae49-3e5745cfa117" providerId="ADAL" clId="{87508360-3A86-44E8-9347-DBFC33C925C3}" dt="2024-02-27T15:29:07.581" v="851" actId="571"/>
          <ac:spMkLst>
            <pc:docMk/>
            <pc:sldMk cId="374273854" sldId="2147480601"/>
            <ac:spMk id="67" creationId="{A2077A87-963B-E998-C6DC-19754AFB2C1C}"/>
          </ac:spMkLst>
        </pc:spChg>
        <pc:spChg chg="mod">
          <ac:chgData name="Liang,Dr.,Hongzi (HP Medicine) BII-CN-S" userId="29bc0a18-5096-49d5-ae49-3e5745cfa117" providerId="ADAL" clId="{87508360-3A86-44E8-9347-DBFC33C925C3}" dt="2024-02-27T15:29:07.581" v="851" actId="571"/>
          <ac:spMkLst>
            <pc:docMk/>
            <pc:sldMk cId="374273854" sldId="2147480601"/>
            <ac:spMk id="69" creationId="{5661F6C2-7BC1-31FD-2297-FB039F969894}"/>
          </ac:spMkLst>
        </pc:spChg>
        <pc:spChg chg="mod">
          <ac:chgData name="Liang,Dr.,Hongzi (HP Medicine) BII-CN-S" userId="29bc0a18-5096-49d5-ae49-3e5745cfa117" providerId="ADAL" clId="{87508360-3A86-44E8-9347-DBFC33C925C3}" dt="2024-02-27T15:29:07.581" v="851" actId="571"/>
          <ac:spMkLst>
            <pc:docMk/>
            <pc:sldMk cId="374273854" sldId="2147480601"/>
            <ac:spMk id="70" creationId="{DCB885BD-7277-10D7-C256-ED121D263FEF}"/>
          </ac:spMkLst>
        </pc:spChg>
        <pc:spChg chg="add del mod">
          <ac:chgData name="Liang,Dr.,Hongzi (HP Medicine) BII-CN-S" userId="29bc0a18-5096-49d5-ae49-3e5745cfa117" providerId="ADAL" clId="{87508360-3A86-44E8-9347-DBFC33C925C3}" dt="2024-02-27T15:29:07.581" v="851" actId="571"/>
          <ac:spMkLst>
            <pc:docMk/>
            <pc:sldMk cId="374273854" sldId="2147480601"/>
            <ac:spMk id="71" creationId="{5EA8353E-5C27-2DD6-6648-204144896E5B}"/>
          </ac:spMkLst>
        </pc:spChg>
        <pc:spChg chg="add del mod">
          <ac:chgData name="Liang,Dr.,Hongzi (HP Medicine) BII-CN-S" userId="29bc0a18-5096-49d5-ae49-3e5745cfa117" providerId="ADAL" clId="{87508360-3A86-44E8-9347-DBFC33C925C3}" dt="2024-02-27T15:29:07.581" v="851" actId="571"/>
          <ac:spMkLst>
            <pc:docMk/>
            <pc:sldMk cId="374273854" sldId="2147480601"/>
            <ac:spMk id="72" creationId="{3B03D1F8-7298-E5B3-035C-AFB49B716196}"/>
          </ac:spMkLst>
        </pc:spChg>
        <pc:spChg chg="add del mod">
          <ac:chgData name="Liang,Dr.,Hongzi (HP Medicine) BII-CN-S" userId="29bc0a18-5096-49d5-ae49-3e5745cfa117" providerId="ADAL" clId="{87508360-3A86-44E8-9347-DBFC33C925C3}" dt="2024-02-27T15:29:07.581" v="851" actId="571"/>
          <ac:spMkLst>
            <pc:docMk/>
            <pc:sldMk cId="374273854" sldId="2147480601"/>
            <ac:spMk id="73" creationId="{16CFC191-BF41-4F20-7A99-B4C27C34A33A}"/>
          </ac:spMkLst>
        </pc:spChg>
        <pc:spChg chg="add del mod">
          <ac:chgData name="Liang,Dr.,Hongzi (HP Medicine) BII-CN-S" userId="29bc0a18-5096-49d5-ae49-3e5745cfa117" providerId="ADAL" clId="{87508360-3A86-44E8-9347-DBFC33C925C3}" dt="2024-02-27T15:29:07.581" v="851" actId="571"/>
          <ac:spMkLst>
            <pc:docMk/>
            <pc:sldMk cId="374273854" sldId="2147480601"/>
            <ac:spMk id="74" creationId="{801FE271-6608-5B1B-22A3-80D890CCC4A5}"/>
          </ac:spMkLst>
        </pc:spChg>
        <pc:spChg chg="mod">
          <ac:chgData name="Liang,Dr.,Hongzi (HP Medicine) BII-CN-S" userId="29bc0a18-5096-49d5-ae49-3e5745cfa117" providerId="ADAL" clId="{87508360-3A86-44E8-9347-DBFC33C925C3}" dt="2024-02-27T15:37:04.910" v="1041" actId="20577"/>
          <ac:spMkLst>
            <pc:docMk/>
            <pc:sldMk cId="374273854" sldId="2147480601"/>
            <ac:spMk id="77" creationId="{9949C35E-F320-EE6F-F7DD-7BE23A03636A}"/>
          </ac:spMkLst>
        </pc:spChg>
        <pc:spChg chg="del">
          <ac:chgData name="Liang,Dr.,Hongzi (HP Medicine) BII-CN-S" userId="29bc0a18-5096-49d5-ae49-3e5745cfa117" providerId="ADAL" clId="{87508360-3A86-44E8-9347-DBFC33C925C3}" dt="2024-02-27T15:37:17.590" v="1042" actId="478"/>
          <ac:spMkLst>
            <pc:docMk/>
            <pc:sldMk cId="374273854" sldId="2147480601"/>
            <ac:spMk id="86" creationId="{83CECB1A-470C-BE46-C8BC-E1D6F522105B}"/>
          </ac:spMkLst>
        </pc:spChg>
        <pc:spChg chg="del mod">
          <ac:chgData name="Liang,Dr.,Hongzi (HP Medicine) BII-CN-S" userId="29bc0a18-5096-49d5-ae49-3e5745cfa117" providerId="ADAL" clId="{87508360-3A86-44E8-9347-DBFC33C925C3}" dt="2024-02-27T15:37:24.132" v="1045" actId="478"/>
          <ac:spMkLst>
            <pc:docMk/>
            <pc:sldMk cId="374273854" sldId="2147480601"/>
            <ac:spMk id="89" creationId="{F8E4F3F4-DA19-50FD-1027-152E3DCB31A9}"/>
          </ac:spMkLst>
        </pc:spChg>
        <pc:spChg chg="del mod topLvl">
          <ac:chgData name="Liang,Dr.,Hongzi (HP Medicine) BII-CN-S" userId="29bc0a18-5096-49d5-ae49-3e5745cfa117" providerId="ADAL" clId="{87508360-3A86-44E8-9347-DBFC33C925C3}" dt="2024-02-27T15:37:27.542" v="1047" actId="478"/>
          <ac:spMkLst>
            <pc:docMk/>
            <pc:sldMk cId="374273854" sldId="2147480601"/>
            <ac:spMk id="91" creationId="{BAB75BB6-2C93-934D-AAA3-47787E554452}"/>
          </ac:spMkLst>
        </pc:spChg>
        <pc:spChg chg="del topLvl">
          <ac:chgData name="Liang,Dr.,Hongzi (HP Medicine) BII-CN-S" userId="29bc0a18-5096-49d5-ae49-3e5745cfa117" providerId="ADAL" clId="{87508360-3A86-44E8-9347-DBFC33C925C3}" dt="2024-02-27T15:37:20.994" v="1043" actId="478"/>
          <ac:spMkLst>
            <pc:docMk/>
            <pc:sldMk cId="374273854" sldId="2147480601"/>
            <ac:spMk id="92" creationId="{389298B1-3759-5288-570F-83260B9DDAEF}"/>
          </ac:spMkLst>
        </pc:spChg>
        <pc:spChg chg="mod">
          <ac:chgData name="Liang,Dr.,Hongzi (HP Medicine) BII-CN-S" userId="29bc0a18-5096-49d5-ae49-3e5745cfa117" providerId="ADAL" clId="{87508360-3A86-44E8-9347-DBFC33C925C3}" dt="2024-02-27T15:38:27.506" v="1107" actId="1035"/>
          <ac:spMkLst>
            <pc:docMk/>
            <pc:sldMk cId="374273854" sldId="2147480601"/>
            <ac:spMk id="93" creationId="{BE05389C-0B52-E75A-D420-106E48305ECC}"/>
          </ac:spMkLst>
        </pc:spChg>
        <pc:spChg chg="mod">
          <ac:chgData name="Liang,Dr.,Hongzi (HP Medicine) BII-CN-S" userId="29bc0a18-5096-49d5-ae49-3e5745cfa117" providerId="ADAL" clId="{87508360-3A86-44E8-9347-DBFC33C925C3}" dt="2024-02-27T15:39:00.915" v="1130" actId="1035"/>
          <ac:spMkLst>
            <pc:docMk/>
            <pc:sldMk cId="374273854" sldId="2147480601"/>
            <ac:spMk id="95" creationId="{6CA6D3F0-19ED-8E7B-8294-773F210A2A50}"/>
          </ac:spMkLst>
        </pc:spChg>
        <pc:spChg chg="mod">
          <ac:chgData name="Liang,Dr.,Hongzi (HP Medicine) BII-CN-S" userId="29bc0a18-5096-49d5-ae49-3e5745cfa117" providerId="ADAL" clId="{87508360-3A86-44E8-9347-DBFC33C925C3}" dt="2024-02-27T15:37:36.759" v="1072" actId="20577"/>
          <ac:spMkLst>
            <pc:docMk/>
            <pc:sldMk cId="374273854" sldId="2147480601"/>
            <ac:spMk id="97" creationId="{09A9E68F-3E87-9FBB-EFCA-92C635379806}"/>
          </ac:spMkLst>
        </pc:spChg>
        <pc:spChg chg="mod">
          <ac:chgData name="Liang,Dr.,Hongzi (HP Medicine) BII-CN-S" userId="29bc0a18-5096-49d5-ae49-3e5745cfa117" providerId="ADAL" clId="{87508360-3A86-44E8-9347-DBFC33C925C3}" dt="2024-02-27T15:29:07.581" v="851" actId="571"/>
          <ac:spMkLst>
            <pc:docMk/>
            <pc:sldMk cId="374273854" sldId="2147480601"/>
            <ac:spMk id="101" creationId="{0FCE9118-453C-6F7A-903B-761E732577ED}"/>
          </ac:spMkLst>
        </pc:spChg>
        <pc:spChg chg="mod">
          <ac:chgData name="Liang,Dr.,Hongzi (HP Medicine) BII-CN-S" userId="29bc0a18-5096-49d5-ae49-3e5745cfa117" providerId="ADAL" clId="{87508360-3A86-44E8-9347-DBFC33C925C3}" dt="2024-02-27T15:29:07.581" v="851" actId="571"/>
          <ac:spMkLst>
            <pc:docMk/>
            <pc:sldMk cId="374273854" sldId="2147480601"/>
            <ac:spMk id="102" creationId="{588F7BC5-6EC0-4F82-1A50-B6B789039B6A}"/>
          </ac:spMkLst>
        </pc:spChg>
        <pc:spChg chg="mod">
          <ac:chgData name="Liang,Dr.,Hongzi (HP Medicine) BII-CN-S" userId="29bc0a18-5096-49d5-ae49-3e5745cfa117" providerId="ADAL" clId="{87508360-3A86-44E8-9347-DBFC33C925C3}" dt="2024-02-27T15:29:07.581" v="851" actId="571"/>
          <ac:spMkLst>
            <pc:docMk/>
            <pc:sldMk cId="374273854" sldId="2147480601"/>
            <ac:spMk id="104" creationId="{910174E1-2E15-61B8-07F0-7BDDE108A4D5}"/>
          </ac:spMkLst>
        </pc:spChg>
        <pc:spChg chg="mod">
          <ac:chgData name="Liang,Dr.,Hongzi (HP Medicine) BII-CN-S" userId="29bc0a18-5096-49d5-ae49-3e5745cfa117" providerId="ADAL" clId="{87508360-3A86-44E8-9347-DBFC33C925C3}" dt="2024-02-27T15:29:07.581" v="851" actId="571"/>
          <ac:spMkLst>
            <pc:docMk/>
            <pc:sldMk cId="374273854" sldId="2147480601"/>
            <ac:spMk id="105" creationId="{6946356C-8602-E291-BF8B-7C1C1831A614}"/>
          </ac:spMkLst>
        </pc:spChg>
        <pc:grpChg chg="add del mod">
          <ac:chgData name="Liang,Dr.,Hongzi (HP Medicine) BII-CN-S" userId="29bc0a18-5096-49d5-ae49-3e5745cfa117" providerId="ADAL" clId="{87508360-3A86-44E8-9347-DBFC33C925C3}" dt="2024-02-27T15:29:44.814" v="867" actId="1038"/>
          <ac:grpSpMkLst>
            <pc:docMk/>
            <pc:sldMk cId="374273854" sldId="2147480601"/>
            <ac:grpSpMk id="16" creationId="{2BDC3DB8-2575-2E6C-04BC-0FF0124AB9DA}"/>
          </ac:grpSpMkLst>
        </pc:grpChg>
        <pc:grpChg chg="mod">
          <ac:chgData name="Liang,Dr.,Hongzi (HP Medicine) BII-CN-S" userId="29bc0a18-5096-49d5-ae49-3e5745cfa117" providerId="ADAL" clId="{87508360-3A86-44E8-9347-DBFC33C925C3}" dt="2024-02-27T15:35:25.246" v="946" actId="1037"/>
          <ac:grpSpMkLst>
            <pc:docMk/>
            <pc:sldMk cId="374273854" sldId="2147480601"/>
            <ac:grpSpMk id="20" creationId="{D38CC9D7-07D5-0F90-8CF9-7D13DC5A4CA0}"/>
          </ac:grpSpMkLst>
        </pc:grpChg>
        <pc:grpChg chg="mod">
          <ac:chgData name="Liang,Dr.,Hongzi (HP Medicine) BII-CN-S" userId="29bc0a18-5096-49d5-ae49-3e5745cfa117" providerId="ADAL" clId="{87508360-3A86-44E8-9347-DBFC33C925C3}" dt="2024-02-27T15:29:44.814" v="867" actId="1038"/>
          <ac:grpSpMkLst>
            <pc:docMk/>
            <pc:sldMk cId="374273854" sldId="2147480601"/>
            <ac:grpSpMk id="23" creationId="{CD314714-41C5-19A0-FA31-4E0BA01E068C}"/>
          </ac:grpSpMkLst>
        </pc:grpChg>
        <pc:grpChg chg="del mod">
          <ac:chgData name="Liang,Dr.,Hongzi (HP Medicine) BII-CN-S" userId="29bc0a18-5096-49d5-ae49-3e5745cfa117" providerId="ADAL" clId="{87508360-3A86-44E8-9347-DBFC33C925C3}" dt="2024-02-27T15:34:43.828" v="931" actId="478"/>
          <ac:grpSpMkLst>
            <pc:docMk/>
            <pc:sldMk cId="374273854" sldId="2147480601"/>
            <ac:grpSpMk id="27" creationId="{8DC0C3AC-9371-0AEF-6EF5-6AADD5D527C9}"/>
          </ac:grpSpMkLst>
        </pc:grpChg>
        <pc:grpChg chg="mod">
          <ac:chgData name="Liang,Dr.,Hongzi (HP Medicine) BII-CN-S" userId="29bc0a18-5096-49d5-ae49-3e5745cfa117" providerId="ADAL" clId="{87508360-3A86-44E8-9347-DBFC33C925C3}" dt="2024-02-27T15:36:08.357" v="1027" actId="1037"/>
          <ac:grpSpMkLst>
            <pc:docMk/>
            <pc:sldMk cId="374273854" sldId="2147480601"/>
            <ac:grpSpMk id="34" creationId="{04690C0D-F67B-2C88-08B6-5CEBFEB63290}"/>
          </ac:grpSpMkLst>
        </pc:grpChg>
        <pc:grpChg chg="mod">
          <ac:chgData name="Liang,Dr.,Hongzi (HP Medicine) BII-CN-S" userId="29bc0a18-5096-49d5-ae49-3e5745cfa117" providerId="ADAL" clId="{87508360-3A86-44E8-9347-DBFC33C925C3}" dt="2024-02-27T15:36:03.027" v="1012" actId="1037"/>
          <ac:grpSpMkLst>
            <pc:docMk/>
            <pc:sldMk cId="374273854" sldId="2147480601"/>
            <ac:grpSpMk id="37" creationId="{E9D5E50F-94BE-E104-2F33-B842115DFCB9}"/>
          </ac:grpSpMkLst>
        </pc:grpChg>
        <pc:grpChg chg="add del mod">
          <ac:chgData name="Liang,Dr.,Hongzi (HP Medicine) BII-CN-S" userId="29bc0a18-5096-49d5-ae49-3e5745cfa117" providerId="ADAL" clId="{87508360-3A86-44E8-9347-DBFC33C925C3}" dt="2024-02-27T15:29:07.581" v="851" actId="571"/>
          <ac:grpSpMkLst>
            <pc:docMk/>
            <pc:sldMk cId="374273854" sldId="2147480601"/>
            <ac:grpSpMk id="53" creationId="{64849DA0-084A-D755-E15C-93A7B090F5DE}"/>
          </ac:grpSpMkLst>
        </pc:grpChg>
        <pc:grpChg chg="add del mod">
          <ac:chgData name="Liang,Dr.,Hongzi (HP Medicine) BII-CN-S" userId="29bc0a18-5096-49d5-ae49-3e5745cfa117" providerId="ADAL" clId="{87508360-3A86-44E8-9347-DBFC33C925C3}" dt="2024-02-27T15:29:07.581" v="851" actId="571"/>
          <ac:grpSpMkLst>
            <pc:docMk/>
            <pc:sldMk cId="374273854" sldId="2147480601"/>
            <ac:grpSpMk id="65" creationId="{24DA0E10-2A3D-2B27-A93A-68B69B752FB2}"/>
          </ac:grpSpMkLst>
        </pc:grpChg>
        <pc:grpChg chg="add del mod">
          <ac:chgData name="Liang,Dr.,Hongzi (HP Medicine) BII-CN-S" userId="29bc0a18-5096-49d5-ae49-3e5745cfa117" providerId="ADAL" clId="{87508360-3A86-44E8-9347-DBFC33C925C3}" dt="2024-02-27T15:29:07.581" v="851" actId="571"/>
          <ac:grpSpMkLst>
            <pc:docMk/>
            <pc:sldMk cId="374273854" sldId="2147480601"/>
            <ac:grpSpMk id="68" creationId="{4564E564-594C-6390-2BC4-F4D2EC545344}"/>
          </ac:grpSpMkLst>
        </pc:grpChg>
        <pc:grpChg chg="mod">
          <ac:chgData name="Liang,Dr.,Hongzi (HP Medicine) BII-CN-S" userId="29bc0a18-5096-49d5-ae49-3e5745cfa117" providerId="ADAL" clId="{87508360-3A86-44E8-9347-DBFC33C925C3}" dt="2024-02-27T15:39:38.169" v="1196" actId="1038"/>
          <ac:grpSpMkLst>
            <pc:docMk/>
            <pc:sldMk cId="374273854" sldId="2147480601"/>
            <ac:grpSpMk id="84" creationId="{03DFB3F3-64C6-55EE-0FA0-757A4D5539AF}"/>
          </ac:grpSpMkLst>
        </pc:grpChg>
        <pc:grpChg chg="mod">
          <ac:chgData name="Liang,Dr.,Hongzi (HP Medicine) BII-CN-S" userId="29bc0a18-5096-49d5-ae49-3e5745cfa117" providerId="ADAL" clId="{87508360-3A86-44E8-9347-DBFC33C925C3}" dt="2024-02-27T15:39:19.622" v="1159" actId="1037"/>
          <ac:grpSpMkLst>
            <pc:docMk/>
            <pc:sldMk cId="374273854" sldId="2147480601"/>
            <ac:grpSpMk id="85" creationId="{EF75FDFA-501B-9DA4-A1DD-50BE38D7B8B3}"/>
          </ac:grpSpMkLst>
        </pc:grpChg>
        <pc:grpChg chg="del">
          <ac:chgData name="Liang,Dr.,Hongzi (HP Medicine) BII-CN-S" userId="29bc0a18-5096-49d5-ae49-3e5745cfa117" providerId="ADAL" clId="{87508360-3A86-44E8-9347-DBFC33C925C3}" dt="2024-02-27T15:37:20.994" v="1043" actId="478"/>
          <ac:grpSpMkLst>
            <pc:docMk/>
            <pc:sldMk cId="374273854" sldId="2147480601"/>
            <ac:grpSpMk id="87" creationId="{62469E19-C8E9-403B-A86C-D51E1FE4C7B5}"/>
          </ac:grpSpMkLst>
        </pc:grpChg>
        <pc:grpChg chg="add del mod">
          <ac:chgData name="Liang,Dr.,Hongzi (HP Medicine) BII-CN-S" userId="29bc0a18-5096-49d5-ae49-3e5745cfa117" providerId="ADAL" clId="{87508360-3A86-44E8-9347-DBFC33C925C3}" dt="2024-02-27T15:29:07.581" v="851" actId="571"/>
          <ac:grpSpMkLst>
            <pc:docMk/>
            <pc:sldMk cId="374273854" sldId="2147480601"/>
            <ac:grpSpMk id="90" creationId="{45991CCC-2279-6AAC-E6F1-B166E933B240}"/>
          </ac:grpSpMkLst>
        </pc:grpChg>
        <pc:grpChg chg="add del mod">
          <ac:chgData name="Liang,Dr.,Hongzi (HP Medicine) BII-CN-S" userId="29bc0a18-5096-49d5-ae49-3e5745cfa117" providerId="ADAL" clId="{87508360-3A86-44E8-9347-DBFC33C925C3}" dt="2024-02-27T15:29:07.581" v="851" actId="571"/>
          <ac:grpSpMkLst>
            <pc:docMk/>
            <pc:sldMk cId="374273854" sldId="2147480601"/>
            <ac:grpSpMk id="103" creationId="{AFEC49C1-5240-F416-BED6-B88ACA22D1B6}"/>
          </ac:grpSpMkLst>
        </pc:grpChg>
        <pc:graphicFrameChg chg="add mod">
          <ac:chgData name="Liang,Dr.,Hongzi (HP Medicine) BII-CN-S" userId="29bc0a18-5096-49d5-ae49-3e5745cfa117" providerId="ADAL" clId="{87508360-3A86-44E8-9347-DBFC33C925C3}" dt="2024-02-27T15:29:07.581" v="851" actId="571"/>
          <ac:graphicFrameMkLst>
            <pc:docMk/>
            <pc:sldMk cId="374273854" sldId="2147480601"/>
            <ac:graphicFrameMk id="51" creationId="{21F94214-BAAF-687F-B46D-ABE16553A4FB}"/>
          </ac:graphicFrameMkLst>
        </pc:graphicFrameChg>
      </pc:sldChg>
      <pc:sldChg chg="addSp delSp modSp new mod ord">
        <pc:chgData name="Liang,Dr.,Hongzi (HP Medicine) BII-CN-S" userId="29bc0a18-5096-49d5-ae49-3e5745cfa117" providerId="ADAL" clId="{87508360-3A86-44E8-9347-DBFC33C925C3}" dt="2024-02-26T12:45:11.701" v="560"/>
        <pc:sldMkLst>
          <pc:docMk/>
          <pc:sldMk cId="3893968065" sldId="2147481649"/>
        </pc:sldMkLst>
        <pc:spChg chg="mod">
          <ac:chgData name="Liang,Dr.,Hongzi (HP Medicine) BII-CN-S" userId="29bc0a18-5096-49d5-ae49-3e5745cfa117" providerId="ADAL" clId="{87508360-3A86-44E8-9347-DBFC33C925C3}" dt="2024-02-26T12:44:31.354" v="531" actId="14100"/>
          <ac:spMkLst>
            <pc:docMk/>
            <pc:sldMk cId="3893968065" sldId="2147481649"/>
            <ac:spMk id="2" creationId="{76F830ED-2B0F-01E1-1982-E565D94B7CA9}"/>
          </ac:spMkLst>
        </pc:spChg>
        <pc:spChg chg="mod">
          <ac:chgData name="Liang,Dr.,Hongzi (HP Medicine) BII-CN-S" userId="29bc0a18-5096-49d5-ae49-3e5745cfa117" providerId="ADAL" clId="{87508360-3A86-44E8-9347-DBFC33C925C3}" dt="2024-02-26T12:44:59.831" v="558" actId="20577"/>
          <ac:spMkLst>
            <pc:docMk/>
            <pc:sldMk cId="3893968065" sldId="2147481649"/>
            <ac:spMk id="3" creationId="{5E38DF15-7150-ED40-D1B8-C23A42472BC9}"/>
          </ac:spMkLst>
        </pc:spChg>
        <pc:graphicFrameChg chg="add del modGraphic">
          <ac:chgData name="Liang,Dr.,Hongzi (HP Medicine) BII-CN-S" userId="29bc0a18-5096-49d5-ae49-3e5745cfa117" providerId="ADAL" clId="{87508360-3A86-44E8-9347-DBFC33C925C3}" dt="2024-02-26T12:44:44.875" v="535" actId="27309"/>
          <ac:graphicFrameMkLst>
            <pc:docMk/>
            <pc:sldMk cId="3893968065" sldId="2147481649"/>
            <ac:graphicFrameMk id="7" creationId="{BCD191C2-F223-F99C-83BF-711EE458605B}"/>
          </ac:graphicFrameMkLst>
        </pc:graphicFrameChg>
      </pc:sldChg>
    </pc:docChg>
  </pc:docChgLst>
  <pc:docChgLst>
    <pc:chgData name="Dai,Dr.,Chris (HP Medicine) BII-CN-S" userId="3e58a745-3dd4-4a16-bba7-0132b90feb2d" providerId="ADAL" clId="{4D29F7AA-FC49-44D3-BC8E-C84C224F46AA}"/>
    <pc:docChg chg="undo redo custSel addSld delSld modSld">
      <pc:chgData name="Dai,Dr.,Chris (HP Medicine) BII-CN-S" userId="3e58a745-3dd4-4a16-bba7-0132b90feb2d" providerId="ADAL" clId="{4D29F7AA-FC49-44D3-BC8E-C84C224F46AA}" dt="2024-01-10T08:31:31.546" v="63" actId="207"/>
      <pc:docMkLst>
        <pc:docMk/>
      </pc:docMkLst>
      <pc:sldChg chg="del">
        <pc:chgData name="Dai,Dr.,Chris (HP Medicine) BII-CN-S" userId="3e58a745-3dd4-4a16-bba7-0132b90feb2d" providerId="ADAL" clId="{4D29F7AA-FC49-44D3-BC8E-C84C224F46AA}" dt="2024-01-10T06:00:30.371" v="6"/>
        <pc:sldMkLst>
          <pc:docMk/>
          <pc:sldMk cId="3260843142" sldId="1060"/>
        </pc:sldMkLst>
      </pc:sldChg>
      <pc:sldChg chg="del">
        <pc:chgData name="Dai,Dr.,Chris (HP Medicine) BII-CN-S" userId="3e58a745-3dd4-4a16-bba7-0132b90feb2d" providerId="ADAL" clId="{4D29F7AA-FC49-44D3-BC8E-C84C224F46AA}" dt="2024-01-10T05:59:20.175" v="0" actId="47"/>
        <pc:sldMkLst>
          <pc:docMk/>
          <pc:sldMk cId="3457918819" sldId="4869"/>
        </pc:sldMkLst>
      </pc:sldChg>
      <pc:sldChg chg="del">
        <pc:chgData name="Dai,Dr.,Chris (HP Medicine) BII-CN-S" userId="3e58a745-3dd4-4a16-bba7-0132b90feb2d" providerId="ADAL" clId="{4D29F7AA-FC49-44D3-BC8E-C84C224F46AA}" dt="2024-01-10T05:59:20.175" v="0" actId="47"/>
        <pc:sldMkLst>
          <pc:docMk/>
          <pc:sldMk cId="2679397809" sldId="4870"/>
        </pc:sldMkLst>
      </pc:sldChg>
      <pc:sldChg chg="modSp del mod">
        <pc:chgData name="Dai,Dr.,Chris (HP Medicine) BII-CN-S" userId="3e58a745-3dd4-4a16-bba7-0132b90feb2d" providerId="ADAL" clId="{4D29F7AA-FC49-44D3-BC8E-C84C224F46AA}" dt="2024-01-10T08:20:49.125" v="62" actId="20577"/>
        <pc:sldMkLst>
          <pc:docMk/>
          <pc:sldMk cId="2985877493" sldId="9813"/>
        </pc:sldMkLst>
        <pc:spChg chg="mod">
          <ac:chgData name="Dai,Dr.,Chris (HP Medicine) BII-CN-S" userId="3e58a745-3dd4-4a16-bba7-0132b90feb2d" providerId="ADAL" clId="{4D29F7AA-FC49-44D3-BC8E-C84C224F46AA}" dt="2024-01-10T08:20:49.125" v="62" actId="20577"/>
          <ac:spMkLst>
            <pc:docMk/>
            <pc:sldMk cId="2985877493" sldId="9813"/>
            <ac:spMk id="82" creationId="{6CEDC699-0C7E-BA75-BA4D-711625D1239D}"/>
          </ac:spMkLst>
        </pc:spChg>
      </pc:sldChg>
      <pc:sldChg chg="add del mod modShow">
        <pc:chgData name="Dai,Dr.,Chris (HP Medicine) BII-CN-S" userId="3e58a745-3dd4-4a16-bba7-0132b90feb2d" providerId="ADAL" clId="{4D29F7AA-FC49-44D3-BC8E-C84C224F46AA}" dt="2024-01-10T06:01:01.013" v="8" actId="729"/>
        <pc:sldMkLst>
          <pc:docMk/>
          <pc:sldMk cId="1449955767" sldId="2147377461"/>
        </pc:sldMkLst>
      </pc:sldChg>
      <pc:sldChg chg="del">
        <pc:chgData name="Dai,Dr.,Chris (HP Medicine) BII-CN-S" userId="3e58a745-3dd4-4a16-bba7-0132b90feb2d" providerId="ADAL" clId="{4D29F7AA-FC49-44D3-BC8E-C84C224F46AA}" dt="2024-01-10T05:59:20.175" v="0" actId="47"/>
        <pc:sldMkLst>
          <pc:docMk/>
          <pc:sldMk cId="264307271" sldId="2147480028"/>
        </pc:sldMkLst>
      </pc:sldChg>
      <pc:sldChg chg="del">
        <pc:chgData name="Dai,Dr.,Chris (HP Medicine) BII-CN-S" userId="3e58a745-3dd4-4a16-bba7-0132b90feb2d" providerId="ADAL" clId="{4D29F7AA-FC49-44D3-BC8E-C84C224F46AA}" dt="2024-01-10T05:59:20.175" v="0" actId="47"/>
        <pc:sldMkLst>
          <pc:docMk/>
          <pc:sldMk cId="3404696861" sldId="2147480029"/>
        </pc:sldMkLst>
      </pc:sldChg>
      <pc:sldChg chg="del">
        <pc:chgData name="Dai,Dr.,Chris (HP Medicine) BII-CN-S" userId="3e58a745-3dd4-4a16-bba7-0132b90feb2d" providerId="ADAL" clId="{4D29F7AA-FC49-44D3-BC8E-C84C224F46AA}" dt="2024-01-10T05:59:20.175" v="0" actId="47"/>
        <pc:sldMkLst>
          <pc:docMk/>
          <pc:sldMk cId="3828956331" sldId="2147480031"/>
        </pc:sldMkLst>
      </pc:sldChg>
      <pc:sldChg chg="modSp del mod">
        <pc:chgData name="Dai,Dr.,Chris (HP Medicine) BII-CN-S" userId="3e58a745-3dd4-4a16-bba7-0132b90feb2d" providerId="ADAL" clId="{4D29F7AA-FC49-44D3-BC8E-C84C224F46AA}" dt="2024-01-10T07:13:54.921" v="59" actId="14100"/>
        <pc:sldMkLst>
          <pc:docMk/>
          <pc:sldMk cId="2303469543" sldId="2147480032"/>
        </pc:sldMkLst>
        <pc:spChg chg="mod">
          <ac:chgData name="Dai,Dr.,Chris (HP Medicine) BII-CN-S" userId="3e58a745-3dd4-4a16-bba7-0132b90feb2d" providerId="ADAL" clId="{4D29F7AA-FC49-44D3-BC8E-C84C224F46AA}" dt="2024-01-10T07:13:54.921" v="59" actId="14100"/>
          <ac:spMkLst>
            <pc:docMk/>
            <pc:sldMk cId="2303469543" sldId="2147480032"/>
            <ac:spMk id="46" creationId="{FF151C82-CF01-D6AB-759C-151FC0D8E179}"/>
          </ac:spMkLst>
        </pc:spChg>
      </pc:sldChg>
      <pc:sldChg chg="del">
        <pc:chgData name="Dai,Dr.,Chris (HP Medicine) BII-CN-S" userId="3e58a745-3dd4-4a16-bba7-0132b90feb2d" providerId="ADAL" clId="{4D29F7AA-FC49-44D3-BC8E-C84C224F46AA}" dt="2024-01-10T05:59:20.175" v="0" actId="47"/>
        <pc:sldMkLst>
          <pc:docMk/>
          <pc:sldMk cId="3950406364" sldId="2147480041"/>
        </pc:sldMkLst>
      </pc:sldChg>
      <pc:sldChg chg="del">
        <pc:chgData name="Dai,Dr.,Chris (HP Medicine) BII-CN-S" userId="3e58a745-3dd4-4a16-bba7-0132b90feb2d" providerId="ADAL" clId="{4D29F7AA-FC49-44D3-BC8E-C84C224F46AA}" dt="2024-01-10T05:59:20.175" v="0" actId="47"/>
        <pc:sldMkLst>
          <pc:docMk/>
          <pc:sldMk cId="3295580741" sldId="2147480042"/>
        </pc:sldMkLst>
      </pc:sldChg>
      <pc:sldChg chg="add del">
        <pc:chgData name="Dai,Dr.,Chris (HP Medicine) BII-CN-S" userId="3e58a745-3dd4-4a16-bba7-0132b90feb2d" providerId="ADAL" clId="{4D29F7AA-FC49-44D3-BC8E-C84C224F46AA}" dt="2024-01-10T05:59:48.400" v="3" actId="47"/>
        <pc:sldMkLst>
          <pc:docMk/>
          <pc:sldMk cId="1990090878" sldId="2147480043"/>
        </pc:sldMkLst>
      </pc:sldChg>
      <pc:sldChg chg="del">
        <pc:chgData name="Dai,Dr.,Chris (HP Medicine) BII-CN-S" userId="3e58a745-3dd4-4a16-bba7-0132b90feb2d" providerId="ADAL" clId="{4D29F7AA-FC49-44D3-BC8E-C84C224F46AA}" dt="2024-01-10T05:59:49.897" v="4" actId="47"/>
        <pc:sldMkLst>
          <pc:docMk/>
          <pc:sldMk cId="2085565647" sldId="2147480044"/>
        </pc:sldMkLst>
      </pc:sldChg>
      <pc:sldChg chg="modSp">
        <pc:chgData name="Dai,Dr.,Chris (HP Medicine) BII-CN-S" userId="3e58a745-3dd4-4a16-bba7-0132b90feb2d" providerId="ADAL" clId="{4D29F7AA-FC49-44D3-BC8E-C84C224F46AA}" dt="2024-01-10T08:31:31.546" v="63" actId="207"/>
        <pc:sldMkLst>
          <pc:docMk/>
          <pc:sldMk cId="2967279070" sldId="2147480048"/>
        </pc:sldMkLst>
        <pc:graphicFrameChg chg="mod">
          <ac:chgData name="Dai,Dr.,Chris (HP Medicine) BII-CN-S" userId="3e58a745-3dd4-4a16-bba7-0132b90feb2d" providerId="ADAL" clId="{4D29F7AA-FC49-44D3-BC8E-C84C224F46AA}" dt="2024-01-10T08:31:31.546" v="63" actId="207"/>
          <ac:graphicFrameMkLst>
            <pc:docMk/>
            <pc:sldMk cId="2967279070" sldId="2147480048"/>
            <ac:graphicFrameMk id="7" creationId="{7AA68175-9795-DB06-A8DE-2209F2EF812F}"/>
          </ac:graphicFrameMkLst>
        </pc:graphicFrameChg>
      </pc:sldChg>
      <pc:sldChg chg="del">
        <pc:chgData name="Dai,Dr.,Chris (HP Medicine) BII-CN-S" userId="3e58a745-3dd4-4a16-bba7-0132b90feb2d" providerId="ADAL" clId="{4D29F7AA-FC49-44D3-BC8E-C84C224F46AA}" dt="2024-01-10T05:59:20.175" v="0" actId="47"/>
        <pc:sldMkLst>
          <pc:docMk/>
          <pc:sldMk cId="2947792055" sldId="2147480059"/>
        </pc:sldMkLst>
      </pc:sldChg>
      <pc:sldMasterChg chg="delSldLayout">
        <pc:chgData name="Dai,Dr.,Chris (HP Medicine) BII-CN-S" userId="3e58a745-3dd4-4a16-bba7-0132b90feb2d" providerId="ADAL" clId="{4D29F7AA-FC49-44D3-BC8E-C84C224F46AA}" dt="2024-01-10T05:59:20.175" v="0" actId="47"/>
        <pc:sldMasterMkLst>
          <pc:docMk/>
          <pc:sldMasterMk cId="2211166772" sldId="2147484877"/>
        </pc:sldMasterMkLst>
        <pc:sldLayoutChg chg="del">
          <pc:chgData name="Dai,Dr.,Chris (HP Medicine) BII-CN-S" userId="3e58a745-3dd4-4a16-bba7-0132b90feb2d" providerId="ADAL" clId="{4D29F7AA-FC49-44D3-BC8E-C84C224F46AA}" dt="2024-01-10T05:59:20.175" v="0" actId="47"/>
          <pc:sldLayoutMkLst>
            <pc:docMk/>
            <pc:sldMasterMk cId="2211166772" sldId="2147484877"/>
            <pc:sldLayoutMk cId="2769279757" sldId="2147484984"/>
          </pc:sldLayoutMkLst>
        </pc:sldLayoutChg>
        <pc:sldLayoutChg chg="del">
          <pc:chgData name="Dai,Dr.,Chris (HP Medicine) BII-CN-S" userId="3e58a745-3dd4-4a16-bba7-0132b90feb2d" providerId="ADAL" clId="{4D29F7AA-FC49-44D3-BC8E-C84C224F46AA}" dt="2024-01-10T05:59:20.175" v="0" actId="47"/>
          <pc:sldLayoutMkLst>
            <pc:docMk/>
            <pc:sldMasterMk cId="2211166772" sldId="2147484877"/>
            <pc:sldLayoutMk cId="1861536746" sldId="2147484985"/>
          </pc:sldLayoutMkLst>
        </pc:sldLayoutChg>
      </pc:sldMasterChg>
    </pc:docChg>
  </pc:docChgLst>
  <pc:docChgLst>
    <pc:chgData name="Liang,Dr.,Hongzi (HP Medicine) BII-CN-S" userId="29bc0a18-5096-49d5-ae49-3e5745cfa117" providerId="ADAL" clId="{EE0F4BD3-E59F-485E-8B25-EA195D900C97}"/>
    <pc:docChg chg="delSld modSld">
      <pc:chgData name="Liang,Dr.,Hongzi (HP Medicine) BII-CN-S" userId="29bc0a18-5096-49d5-ae49-3e5745cfa117" providerId="ADAL" clId="{EE0F4BD3-E59F-485E-8B25-EA195D900C97}" dt="2023-12-15T09:35:55.964" v="1" actId="47"/>
      <pc:docMkLst>
        <pc:docMk/>
      </pc:docMkLst>
      <pc:sldChg chg="modSp">
        <pc:chgData name="Liang,Dr.,Hongzi (HP Medicine) BII-CN-S" userId="29bc0a18-5096-49d5-ae49-3e5745cfa117" providerId="ADAL" clId="{EE0F4BD3-E59F-485E-8B25-EA195D900C97}" dt="2023-12-15T09:35:35.655" v="0"/>
        <pc:sldMkLst>
          <pc:docMk/>
          <pc:sldMk cId="2303469543" sldId="2147480032"/>
        </pc:sldMkLst>
        <pc:graphicFrameChg chg="mod">
          <ac:chgData name="Liang,Dr.,Hongzi (HP Medicine) BII-CN-S" userId="29bc0a18-5096-49d5-ae49-3e5745cfa117" providerId="ADAL" clId="{EE0F4BD3-E59F-485E-8B25-EA195D900C97}" dt="2023-12-15T09:35:35.655" v="0"/>
          <ac:graphicFrameMkLst>
            <pc:docMk/>
            <pc:sldMk cId="2303469543" sldId="2147480032"/>
            <ac:graphicFrameMk id="4" creationId="{CAAF8E8F-E025-4A12-E2E4-B5DBAEB9C765}"/>
          </ac:graphicFrameMkLst>
        </pc:graphicFrameChg>
      </pc:sldChg>
      <pc:sldChg chg="del">
        <pc:chgData name="Liang,Dr.,Hongzi (HP Medicine) BII-CN-S" userId="29bc0a18-5096-49d5-ae49-3e5745cfa117" providerId="ADAL" clId="{EE0F4BD3-E59F-485E-8B25-EA195D900C97}" dt="2023-12-15T09:35:55.964" v="1" actId="47"/>
        <pc:sldMkLst>
          <pc:docMk/>
          <pc:sldMk cId="2939953457" sldId="2147480050"/>
        </pc:sldMkLst>
      </pc:sldChg>
    </pc:docChg>
  </pc:docChgLst>
  <pc:docChgLst>
    <pc:chgData name="Liang,Dr.,Hongzi (HP Medicine) BII-CN-S" userId="29bc0a18-5096-49d5-ae49-3e5745cfa117" providerId="ADAL" clId="{C73290EC-D695-4C1C-9D44-96B2F9DF240D}"/>
    <pc:docChg chg="undo custSel addSld delSld modSld">
      <pc:chgData name="Liang,Dr.,Hongzi (HP Medicine) BII-CN-S" userId="29bc0a18-5096-49d5-ae49-3e5745cfa117" providerId="ADAL" clId="{C73290EC-D695-4C1C-9D44-96B2F9DF240D}" dt="2024-03-20T14:42:05.956" v="1576" actId="20577"/>
      <pc:docMkLst>
        <pc:docMk/>
      </pc:docMkLst>
      <pc:sldChg chg="addSp delSp modSp mod">
        <pc:chgData name="Liang,Dr.,Hongzi (HP Medicine) BII-CN-S" userId="29bc0a18-5096-49d5-ae49-3e5745cfa117" providerId="ADAL" clId="{C73290EC-D695-4C1C-9D44-96B2F9DF240D}" dt="2024-03-20T14:10:52.804" v="1553" actId="20577"/>
        <pc:sldMkLst>
          <pc:docMk/>
          <pc:sldMk cId="2985877493" sldId="9813"/>
        </pc:sldMkLst>
        <pc:spChg chg="mod">
          <ac:chgData name="Liang,Dr.,Hongzi (HP Medicine) BII-CN-S" userId="29bc0a18-5096-49d5-ae49-3e5745cfa117" providerId="ADAL" clId="{C73290EC-D695-4C1C-9D44-96B2F9DF240D}" dt="2024-03-20T14:09:39.265" v="1492" actId="113"/>
          <ac:spMkLst>
            <pc:docMk/>
            <pc:sldMk cId="2985877493" sldId="9813"/>
            <ac:spMk id="4" creationId="{FADE3D58-B86F-4646-9036-477A3D6B497F}"/>
          </ac:spMkLst>
        </pc:spChg>
        <pc:spChg chg="add del mod">
          <ac:chgData name="Liang,Dr.,Hongzi (HP Medicine) BII-CN-S" userId="29bc0a18-5096-49d5-ae49-3e5745cfa117" providerId="ADAL" clId="{C73290EC-D695-4C1C-9D44-96B2F9DF240D}" dt="2024-03-20T13:54:59.831" v="1092" actId="1035"/>
          <ac:spMkLst>
            <pc:docMk/>
            <pc:sldMk cId="2985877493" sldId="9813"/>
            <ac:spMk id="6" creationId="{587AAD8A-B9EB-F503-6DC9-8D574ABA8F50}"/>
          </ac:spMkLst>
        </pc:spChg>
        <pc:spChg chg="add mod">
          <ac:chgData name="Liang,Dr.,Hongzi (HP Medicine) BII-CN-S" userId="29bc0a18-5096-49d5-ae49-3e5745cfa117" providerId="ADAL" clId="{C73290EC-D695-4C1C-9D44-96B2F9DF240D}" dt="2024-03-20T14:10:44.805" v="1545" actId="1076"/>
          <ac:spMkLst>
            <pc:docMk/>
            <pc:sldMk cId="2985877493" sldId="9813"/>
            <ac:spMk id="9" creationId="{E67A7C87-14B5-34D7-5E0F-22057358CB7E}"/>
          </ac:spMkLst>
        </pc:spChg>
        <pc:spChg chg="mod">
          <ac:chgData name="Liang,Dr.,Hongzi (HP Medicine) BII-CN-S" userId="29bc0a18-5096-49d5-ae49-3e5745cfa117" providerId="ADAL" clId="{C73290EC-D695-4C1C-9D44-96B2F9DF240D}" dt="2024-03-20T14:03:53.197" v="1255" actId="400"/>
          <ac:spMkLst>
            <pc:docMk/>
            <pc:sldMk cId="2985877493" sldId="9813"/>
            <ac:spMk id="11" creationId="{EFBC354F-0B38-E338-B2EA-20D75175498E}"/>
          </ac:spMkLst>
        </pc:spChg>
        <pc:spChg chg="mod">
          <ac:chgData name="Liang,Dr.,Hongzi (HP Medicine) BII-CN-S" userId="29bc0a18-5096-49d5-ae49-3e5745cfa117" providerId="ADAL" clId="{C73290EC-D695-4C1C-9D44-96B2F9DF240D}" dt="2024-03-20T14:03:22.126" v="1231" actId="1076"/>
          <ac:spMkLst>
            <pc:docMk/>
            <pc:sldMk cId="2985877493" sldId="9813"/>
            <ac:spMk id="24" creationId="{61DADC44-E035-F7FF-030B-39B04489EE98}"/>
          </ac:spMkLst>
        </pc:spChg>
        <pc:spChg chg="add mod">
          <ac:chgData name="Liang,Dr.,Hongzi (HP Medicine) BII-CN-S" userId="29bc0a18-5096-49d5-ae49-3e5745cfa117" providerId="ADAL" clId="{C73290EC-D695-4C1C-9D44-96B2F9DF240D}" dt="2024-03-20T14:10:52.804" v="1553" actId="20577"/>
          <ac:spMkLst>
            <pc:docMk/>
            <pc:sldMk cId="2985877493" sldId="9813"/>
            <ac:spMk id="26" creationId="{049D8295-9861-D6A2-4618-F9D6B3BB0584}"/>
          </ac:spMkLst>
        </pc:spChg>
        <pc:spChg chg="mod">
          <ac:chgData name="Liang,Dr.,Hongzi (HP Medicine) BII-CN-S" userId="29bc0a18-5096-49d5-ae49-3e5745cfa117" providerId="ADAL" clId="{C73290EC-D695-4C1C-9D44-96B2F9DF240D}" dt="2024-03-20T13:51:18.169" v="1035" actId="1037"/>
          <ac:spMkLst>
            <pc:docMk/>
            <pc:sldMk cId="2985877493" sldId="9813"/>
            <ac:spMk id="30" creationId="{4B787E25-FEB6-DCB7-CCDA-D9FDEB4456C9}"/>
          </ac:spMkLst>
        </pc:spChg>
        <pc:spChg chg="mod">
          <ac:chgData name="Liang,Dr.,Hongzi (HP Medicine) BII-CN-S" userId="29bc0a18-5096-49d5-ae49-3e5745cfa117" providerId="ADAL" clId="{C73290EC-D695-4C1C-9D44-96B2F9DF240D}" dt="2024-03-20T13:51:18.169" v="1035" actId="1037"/>
          <ac:spMkLst>
            <pc:docMk/>
            <pc:sldMk cId="2985877493" sldId="9813"/>
            <ac:spMk id="31" creationId="{AF5FC86D-80CE-F7E1-4D73-A16B27EB454F}"/>
          </ac:spMkLst>
        </pc:spChg>
        <pc:spChg chg="mod">
          <ac:chgData name="Liang,Dr.,Hongzi (HP Medicine) BII-CN-S" userId="29bc0a18-5096-49d5-ae49-3e5745cfa117" providerId="ADAL" clId="{C73290EC-D695-4C1C-9D44-96B2F9DF240D}" dt="2024-03-20T13:51:30.287" v="1047" actId="1037"/>
          <ac:spMkLst>
            <pc:docMk/>
            <pc:sldMk cId="2985877493" sldId="9813"/>
            <ac:spMk id="33" creationId="{44078596-69CD-C546-C30F-35F82B2A32BE}"/>
          </ac:spMkLst>
        </pc:spChg>
        <pc:spChg chg="mod">
          <ac:chgData name="Liang,Dr.,Hongzi (HP Medicine) BII-CN-S" userId="29bc0a18-5096-49d5-ae49-3e5745cfa117" providerId="ADAL" clId="{C73290EC-D695-4C1C-9D44-96B2F9DF240D}" dt="2024-03-20T13:51:30.287" v="1047" actId="1037"/>
          <ac:spMkLst>
            <pc:docMk/>
            <pc:sldMk cId="2985877493" sldId="9813"/>
            <ac:spMk id="34" creationId="{6A56CD95-FDB4-BBF8-0236-4EC01AD00B4E}"/>
          </ac:spMkLst>
        </pc:spChg>
        <pc:spChg chg="mod">
          <ac:chgData name="Liang,Dr.,Hongzi (HP Medicine) BII-CN-S" userId="29bc0a18-5096-49d5-ae49-3e5745cfa117" providerId="ADAL" clId="{C73290EC-D695-4C1C-9D44-96B2F9DF240D}" dt="2024-03-20T13:55:04.030" v="1093" actId="1076"/>
          <ac:spMkLst>
            <pc:docMk/>
            <pc:sldMk cId="2985877493" sldId="9813"/>
            <ac:spMk id="36" creationId="{D426A7E9-F5EF-79AF-C6A2-5BD276BFB05C}"/>
          </ac:spMkLst>
        </pc:spChg>
        <pc:spChg chg="mod">
          <ac:chgData name="Liang,Dr.,Hongzi (HP Medicine) BII-CN-S" userId="29bc0a18-5096-49d5-ae49-3e5745cfa117" providerId="ADAL" clId="{C73290EC-D695-4C1C-9D44-96B2F9DF240D}" dt="2024-03-20T13:55:04.030" v="1093" actId="1076"/>
          <ac:spMkLst>
            <pc:docMk/>
            <pc:sldMk cId="2985877493" sldId="9813"/>
            <ac:spMk id="37" creationId="{5F0E1CC0-70B2-5E2C-1DF3-3D48127EB422}"/>
          </ac:spMkLst>
        </pc:spChg>
        <pc:spChg chg="mod">
          <ac:chgData name="Liang,Dr.,Hongzi (HP Medicine) BII-CN-S" userId="29bc0a18-5096-49d5-ae49-3e5745cfa117" providerId="ADAL" clId="{C73290EC-D695-4C1C-9D44-96B2F9DF240D}" dt="2024-03-20T14:10:15.273" v="1518" actId="400"/>
          <ac:spMkLst>
            <pc:docMk/>
            <pc:sldMk cId="2985877493" sldId="9813"/>
            <ac:spMk id="46" creationId="{DCDF7C48-10C3-68EB-5538-C158096EED34}"/>
          </ac:spMkLst>
        </pc:spChg>
        <pc:spChg chg="mod">
          <ac:chgData name="Liang,Dr.,Hongzi (HP Medicine) BII-CN-S" userId="29bc0a18-5096-49d5-ae49-3e5745cfa117" providerId="ADAL" clId="{C73290EC-D695-4C1C-9D44-96B2F9DF240D}" dt="2024-03-20T14:07:41.904" v="1387" actId="1038"/>
          <ac:spMkLst>
            <pc:docMk/>
            <pc:sldMk cId="2985877493" sldId="9813"/>
            <ac:spMk id="47" creationId="{D2B81A79-B124-7D2F-DE4C-4B1FD9A05F0E}"/>
          </ac:spMkLst>
        </pc:spChg>
        <pc:spChg chg="mod">
          <ac:chgData name="Liang,Dr.,Hongzi (HP Medicine) BII-CN-S" userId="29bc0a18-5096-49d5-ae49-3e5745cfa117" providerId="ADAL" clId="{C73290EC-D695-4C1C-9D44-96B2F9DF240D}" dt="2024-03-20T14:10:24.463" v="1528" actId="1035"/>
          <ac:spMkLst>
            <pc:docMk/>
            <pc:sldMk cId="2985877493" sldId="9813"/>
            <ac:spMk id="49" creationId="{E9D11AFD-A649-CA8F-3DB2-69D6128A21F7}"/>
          </ac:spMkLst>
        </pc:spChg>
        <pc:spChg chg="mod">
          <ac:chgData name="Liang,Dr.,Hongzi (HP Medicine) BII-CN-S" userId="29bc0a18-5096-49d5-ae49-3e5745cfa117" providerId="ADAL" clId="{C73290EC-D695-4C1C-9D44-96B2F9DF240D}" dt="2024-03-20T14:10:24.463" v="1528" actId="1035"/>
          <ac:spMkLst>
            <pc:docMk/>
            <pc:sldMk cId="2985877493" sldId="9813"/>
            <ac:spMk id="50" creationId="{61AA2983-2FFE-B877-4B61-529294A3C91A}"/>
          </ac:spMkLst>
        </pc:spChg>
        <pc:spChg chg="mod">
          <ac:chgData name="Liang,Dr.,Hongzi (HP Medicine) BII-CN-S" userId="29bc0a18-5096-49d5-ae49-3e5745cfa117" providerId="ADAL" clId="{C73290EC-D695-4C1C-9D44-96B2F9DF240D}" dt="2024-03-20T14:06:00.172" v="1342" actId="113"/>
          <ac:spMkLst>
            <pc:docMk/>
            <pc:sldMk cId="2985877493" sldId="9813"/>
            <ac:spMk id="66" creationId="{0FB47982-0B8E-56F8-B823-C9FDA579B600}"/>
          </ac:spMkLst>
        </pc:spChg>
        <pc:grpChg chg="add mod">
          <ac:chgData name="Liang,Dr.,Hongzi (HP Medicine) BII-CN-S" userId="29bc0a18-5096-49d5-ae49-3e5745cfa117" providerId="ADAL" clId="{C73290EC-D695-4C1C-9D44-96B2F9DF240D}" dt="2024-03-20T14:03:22.126" v="1231" actId="1076"/>
          <ac:grpSpMkLst>
            <pc:docMk/>
            <pc:sldMk cId="2985877493" sldId="9813"/>
            <ac:grpSpMk id="10" creationId="{B33494B5-DE30-8A4D-BC67-57C02D077BB5}"/>
          </ac:grpSpMkLst>
        </pc:grpChg>
        <pc:grpChg chg="mod">
          <ac:chgData name="Liang,Dr.,Hongzi (HP Medicine) BII-CN-S" userId="29bc0a18-5096-49d5-ae49-3e5745cfa117" providerId="ADAL" clId="{C73290EC-D695-4C1C-9D44-96B2F9DF240D}" dt="2024-03-20T13:51:45.228" v="1058" actId="1038"/>
          <ac:grpSpMkLst>
            <pc:docMk/>
            <pc:sldMk cId="2985877493" sldId="9813"/>
            <ac:grpSpMk id="29" creationId="{A0FBB36C-D2A9-9965-DB81-DB561814E951}"/>
          </ac:grpSpMkLst>
        </pc:grpChg>
        <pc:grpChg chg="mod">
          <ac:chgData name="Liang,Dr.,Hongzi (HP Medicine) BII-CN-S" userId="29bc0a18-5096-49d5-ae49-3e5745cfa117" providerId="ADAL" clId="{C73290EC-D695-4C1C-9D44-96B2F9DF240D}" dt="2024-03-20T13:51:30.287" v="1047" actId="1037"/>
          <ac:grpSpMkLst>
            <pc:docMk/>
            <pc:sldMk cId="2985877493" sldId="9813"/>
            <ac:grpSpMk id="32" creationId="{9E73A92A-77F9-BE35-C588-BF67CCCFE4FA}"/>
          </ac:grpSpMkLst>
        </pc:grpChg>
        <pc:grpChg chg="mod">
          <ac:chgData name="Liang,Dr.,Hongzi (HP Medicine) BII-CN-S" userId="29bc0a18-5096-49d5-ae49-3e5745cfa117" providerId="ADAL" clId="{C73290EC-D695-4C1C-9D44-96B2F9DF240D}" dt="2024-03-20T13:55:04.030" v="1093" actId="1076"/>
          <ac:grpSpMkLst>
            <pc:docMk/>
            <pc:sldMk cId="2985877493" sldId="9813"/>
            <ac:grpSpMk id="35" creationId="{1F12C595-91FE-E7E2-B2BA-98284B48F001}"/>
          </ac:grpSpMkLst>
        </pc:grpChg>
        <pc:grpChg chg="mod">
          <ac:chgData name="Liang,Dr.,Hongzi (HP Medicine) BII-CN-S" userId="29bc0a18-5096-49d5-ae49-3e5745cfa117" providerId="ADAL" clId="{C73290EC-D695-4C1C-9D44-96B2F9DF240D}" dt="2024-03-20T14:10:39.400" v="1544" actId="1076"/>
          <ac:grpSpMkLst>
            <pc:docMk/>
            <pc:sldMk cId="2985877493" sldId="9813"/>
            <ac:grpSpMk id="45" creationId="{F0E2B289-5F02-85AF-9AA7-AD254A2884A7}"/>
          </ac:grpSpMkLst>
        </pc:grpChg>
        <pc:grpChg chg="mod">
          <ac:chgData name="Liang,Dr.,Hongzi (HP Medicine) BII-CN-S" userId="29bc0a18-5096-49d5-ae49-3e5745cfa117" providerId="ADAL" clId="{C73290EC-D695-4C1C-9D44-96B2F9DF240D}" dt="2024-03-20T14:10:24.463" v="1528" actId="1035"/>
          <ac:grpSpMkLst>
            <pc:docMk/>
            <pc:sldMk cId="2985877493" sldId="9813"/>
            <ac:grpSpMk id="48" creationId="{93DA2F33-5063-CD8D-DB05-EF76F1F11530}"/>
          </ac:grpSpMkLst>
        </pc:grpChg>
        <pc:graphicFrameChg chg="ord">
          <ac:chgData name="Liang,Dr.,Hongzi (HP Medicine) BII-CN-S" userId="29bc0a18-5096-49d5-ae49-3e5745cfa117" providerId="ADAL" clId="{C73290EC-D695-4C1C-9D44-96B2F9DF240D}" dt="2024-03-20T13:54:22.677" v="1068" actId="167"/>
          <ac:graphicFrameMkLst>
            <pc:docMk/>
            <pc:sldMk cId="2985877493" sldId="9813"/>
            <ac:graphicFrameMk id="67" creationId="{F8AA53AD-9C6D-D223-8C42-D666BB20ADB2}"/>
          </ac:graphicFrameMkLst>
        </pc:graphicFrameChg>
      </pc:sldChg>
      <pc:sldChg chg="add del">
        <pc:chgData name="Liang,Dr.,Hongzi (HP Medicine) BII-CN-S" userId="29bc0a18-5096-49d5-ae49-3e5745cfa117" providerId="ADAL" clId="{C73290EC-D695-4C1C-9D44-96B2F9DF240D}" dt="2024-03-20T07:21:10.699" v="6"/>
        <pc:sldMkLst>
          <pc:docMk/>
          <pc:sldMk cId="2889184596" sldId="2147476288"/>
        </pc:sldMkLst>
      </pc:sldChg>
      <pc:sldChg chg="delSp modSp mod">
        <pc:chgData name="Liang,Dr.,Hongzi (HP Medicine) BII-CN-S" userId="29bc0a18-5096-49d5-ae49-3e5745cfa117" providerId="ADAL" clId="{C73290EC-D695-4C1C-9D44-96B2F9DF240D}" dt="2024-03-20T07:53:55.175" v="483" actId="20577"/>
        <pc:sldMkLst>
          <pc:docMk/>
          <pc:sldMk cId="264307271" sldId="2147480028"/>
        </pc:sldMkLst>
        <pc:spChg chg="del">
          <ac:chgData name="Liang,Dr.,Hongzi (HP Medicine) BII-CN-S" userId="29bc0a18-5096-49d5-ae49-3e5745cfa117" providerId="ADAL" clId="{C73290EC-D695-4C1C-9D44-96B2F9DF240D}" dt="2024-03-20T07:53:34.040" v="481" actId="478"/>
          <ac:spMkLst>
            <pc:docMk/>
            <pc:sldMk cId="264307271" sldId="2147480028"/>
            <ac:spMk id="4" creationId="{ADCE8355-C4F7-1475-728C-00D0CD1A262B}"/>
          </ac:spMkLst>
        </pc:spChg>
        <pc:spChg chg="mod">
          <ac:chgData name="Liang,Dr.,Hongzi (HP Medicine) BII-CN-S" userId="29bc0a18-5096-49d5-ae49-3e5745cfa117" providerId="ADAL" clId="{C73290EC-D695-4C1C-9D44-96B2F9DF240D}" dt="2024-03-20T07:53:55.175" v="483" actId="20577"/>
          <ac:spMkLst>
            <pc:docMk/>
            <pc:sldMk cId="264307271" sldId="2147480028"/>
            <ac:spMk id="67" creationId="{160B291A-EBF6-0D51-57E1-E0529B9F277B}"/>
          </ac:spMkLst>
        </pc:spChg>
      </pc:sldChg>
      <pc:sldChg chg="delSp modSp mod">
        <pc:chgData name="Liang,Dr.,Hongzi (HP Medicine) BII-CN-S" userId="29bc0a18-5096-49d5-ae49-3e5745cfa117" providerId="ADAL" clId="{C73290EC-D695-4C1C-9D44-96B2F9DF240D}" dt="2024-03-20T08:04:45.759" v="486" actId="1076"/>
        <pc:sldMkLst>
          <pc:docMk/>
          <pc:sldMk cId="2818196506" sldId="2147480030"/>
        </pc:sldMkLst>
        <pc:spChg chg="del">
          <ac:chgData name="Liang,Dr.,Hongzi (HP Medicine) BII-CN-S" userId="29bc0a18-5096-49d5-ae49-3e5745cfa117" providerId="ADAL" clId="{C73290EC-D695-4C1C-9D44-96B2F9DF240D}" dt="2024-03-20T08:04:38.100" v="485" actId="478"/>
          <ac:spMkLst>
            <pc:docMk/>
            <pc:sldMk cId="2818196506" sldId="2147480030"/>
            <ac:spMk id="14" creationId="{561000A3-4218-4D4F-1391-8B2D7C3E6393}"/>
          </ac:spMkLst>
        </pc:spChg>
        <pc:spChg chg="mod">
          <ac:chgData name="Liang,Dr.,Hongzi (HP Medicine) BII-CN-S" userId="29bc0a18-5096-49d5-ae49-3e5745cfa117" providerId="ADAL" clId="{C73290EC-D695-4C1C-9D44-96B2F9DF240D}" dt="2024-03-20T08:04:45.759" v="486" actId="1076"/>
          <ac:spMkLst>
            <pc:docMk/>
            <pc:sldMk cId="2818196506" sldId="2147480030"/>
            <ac:spMk id="39" creationId="{00BE7D5A-DC46-EC5F-E129-368FA8A34966}"/>
          </ac:spMkLst>
        </pc:spChg>
      </pc:sldChg>
      <pc:sldChg chg="add del">
        <pc:chgData name="Liang,Dr.,Hongzi (HP Medicine) BII-CN-S" userId="29bc0a18-5096-49d5-ae49-3e5745cfa117" providerId="ADAL" clId="{C73290EC-D695-4C1C-9D44-96B2F9DF240D}" dt="2024-03-20T07:21:10.699" v="6"/>
        <pc:sldMkLst>
          <pc:docMk/>
          <pc:sldMk cId="1127228928" sldId="2147480048"/>
        </pc:sldMkLst>
      </pc:sldChg>
      <pc:sldChg chg="modSp add del mod">
        <pc:chgData name="Liang,Dr.,Hongzi (HP Medicine) BII-CN-S" userId="29bc0a18-5096-49d5-ae49-3e5745cfa117" providerId="ADAL" clId="{C73290EC-D695-4C1C-9D44-96B2F9DF240D}" dt="2024-03-20T08:10:59.253" v="541" actId="404"/>
        <pc:sldMkLst>
          <pc:docMk/>
          <pc:sldMk cId="3266880530" sldId="2147480051"/>
        </pc:sldMkLst>
        <pc:spChg chg="mod">
          <ac:chgData name="Liang,Dr.,Hongzi (HP Medicine) BII-CN-S" userId="29bc0a18-5096-49d5-ae49-3e5745cfa117" providerId="ADAL" clId="{C73290EC-D695-4C1C-9D44-96B2F9DF240D}" dt="2024-03-20T08:10:49.475" v="538" actId="404"/>
          <ac:spMkLst>
            <pc:docMk/>
            <pc:sldMk cId="3266880530" sldId="2147480051"/>
            <ac:spMk id="10" creationId="{A6195362-DEC1-906A-735D-70561B5778AF}"/>
          </ac:spMkLst>
        </pc:spChg>
        <pc:spChg chg="mod">
          <ac:chgData name="Liang,Dr.,Hongzi (HP Medicine) BII-CN-S" userId="29bc0a18-5096-49d5-ae49-3e5745cfa117" providerId="ADAL" clId="{C73290EC-D695-4C1C-9D44-96B2F9DF240D}" dt="2024-03-20T08:10:34.459" v="532" actId="404"/>
          <ac:spMkLst>
            <pc:docMk/>
            <pc:sldMk cId="3266880530" sldId="2147480051"/>
            <ac:spMk id="13" creationId="{54B4C2B4-7CB2-DE49-49FF-A1903331C41D}"/>
          </ac:spMkLst>
        </pc:spChg>
        <pc:spChg chg="mod">
          <ac:chgData name="Liang,Dr.,Hongzi (HP Medicine) BII-CN-S" userId="29bc0a18-5096-49d5-ae49-3e5745cfa117" providerId="ADAL" clId="{C73290EC-D695-4C1C-9D44-96B2F9DF240D}" dt="2024-03-20T08:10:59.253" v="541" actId="404"/>
          <ac:spMkLst>
            <pc:docMk/>
            <pc:sldMk cId="3266880530" sldId="2147480051"/>
            <ac:spMk id="31" creationId="{AC315CAB-D57D-5EF2-063B-B1B88B549EE0}"/>
          </ac:spMkLst>
        </pc:spChg>
        <pc:spChg chg="mod">
          <ac:chgData name="Liang,Dr.,Hongzi (HP Medicine) BII-CN-S" userId="29bc0a18-5096-49d5-ae49-3e5745cfa117" providerId="ADAL" clId="{C73290EC-D695-4C1C-9D44-96B2F9DF240D}" dt="2024-03-20T08:10:54.054" v="540" actId="404"/>
          <ac:spMkLst>
            <pc:docMk/>
            <pc:sldMk cId="3266880530" sldId="2147480051"/>
            <ac:spMk id="34" creationId="{93CA41D8-4CB8-F478-D2AD-9C546BCA7A08}"/>
          </ac:spMkLst>
        </pc:spChg>
        <pc:spChg chg="mod">
          <ac:chgData name="Liang,Dr.,Hongzi (HP Medicine) BII-CN-S" userId="29bc0a18-5096-49d5-ae49-3e5745cfa117" providerId="ADAL" clId="{C73290EC-D695-4C1C-9D44-96B2F9DF240D}" dt="2024-03-20T08:10:45.017" v="536" actId="404"/>
          <ac:spMkLst>
            <pc:docMk/>
            <pc:sldMk cId="3266880530" sldId="2147480051"/>
            <ac:spMk id="37" creationId="{70FE8F48-2883-0152-5B42-771F95063025}"/>
          </ac:spMkLst>
        </pc:spChg>
        <pc:spChg chg="mod">
          <ac:chgData name="Liang,Dr.,Hongzi (HP Medicine) BII-CN-S" userId="29bc0a18-5096-49d5-ae49-3e5745cfa117" providerId="ADAL" clId="{C73290EC-D695-4C1C-9D44-96B2F9DF240D}" dt="2024-03-20T08:10:40.493" v="535" actId="404"/>
          <ac:spMkLst>
            <pc:docMk/>
            <pc:sldMk cId="3266880530" sldId="2147480051"/>
            <ac:spMk id="40" creationId="{6A5EA9B3-9C5B-F1E7-1F41-ECB2C076BCDD}"/>
          </ac:spMkLst>
        </pc:spChg>
      </pc:sldChg>
      <pc:sldChg chg="add">
        <pc:chgData name="Liang,Dr.,Hongzi (HP Medicine) BII-CN-S" userId="29bc0a18-5096-49d5-ae49-3e5745cfa117" providerId="ADAL" clId="{C73290EC-D695-4C1C-9D44-96B2F9DF240D}" dt="2024-03-20T07:21:10.699" v="6"/>
        <pc:sldMkLst>
          <pc:docMk/>
          <pc:sldMk cId="3487181511" sldId="2147480055"/>
        </pc:sldMkLst>
      </pc:sldChg>
      <pc:sldChg chg="add">
        <pc:chgData name="Liang,Dr.,Hongzi (HP Medicine) BII-CN-S" userId="29bc0a18-5096-49d5-ae49-3e5745cfa117" providerId="ADAL" clId="{C73290EC-D695-4C1C-9D44-96B2F9DF240D}" dt="2024-03-20T07:21:10.699" v="6"/>
        <pc:sldMkLst>
          <pc:docMk/>
          <pc:sldMk cId="351409295" sldId="2147480056"/>
        </pc:sldMkLst>
      </pc:sldChg>
      <pc:sldChg chg="addSp modSp mod">
        <pc:chgData name="Liang,Dr.,Hongzi (HP Medicine) BII-CN-S" userId="29bc0a18-5096-49d5-ae49-3e5745cfa117" providerId="ADAL" clId="{C73290EC-D695-4C1C-9D44-96B2F9DF240D}" dt="2024-03-20T13:53:32.621" v="1059" actId="1076"/>
        <pc:sldMkLst>
          <pc:docMk/>
          <pc:sldMk cId="2828716542" sldId="2147480057"/>
        </pc:sldMkLst>
        <pc:spChg chg="mod">
          <ac:chgData name="Liang,Dr.,Hongzi (HP Medicine) BII-CN-S" userId="29bc0a18-5096-49d5-ae49-3e5745cfa117" providerId="ADAL" clId="{C73290EC-D695-4C1C-9D44-96B2F9DF240D}" dt="2024-03-20T08:42:57.670" v="783" actId="1035"/>
          <ac:spMkLst>
            <pc:docMk/>
            <pc:sldMk cId="2828716542" sldId="2147480057"/>
            <ac:spMk id="5" creationId="{526F568A-28FF-435A-3C92-305353D9C750}"/>
          </ac:spMkLst>
        </pc:spChg>
        <pc:spChg chg="mod">
          <ac:chgData name="Liang,Dr.,Hongzi (HP Medicine) BII-CN-S" userId="29bc0a18-5096-49d5-ae49-3e5745cfa117" providerId="ADAL" clId="{C73290EC-D695-4C1C-9D44-96B2F9DF240D}" dt="2024-03-20T13:53:32.621" v="1059" actId="1076"/>
          <ac:spMkLst>
            <pc:docMk/>
            <pc:sldMk cId="2828716542" sldId="2147480057"/>
            <ac:spMk id="23" creationId="{E719617C-9FAF-5A6E-5F6F-DEC759196477}"/>
          </ac:spMkLst>
        </pc:spChg>
        <pc:spChg chg="add mod">
          <ac:chgData name="Liang,Dr.,Hongzi (HP Medicine) BII-CN-S" userId="29bc0a18-5096-49d5-ae49-3e5745cfa117" providerId="ADAL" clId="{C73290EC-D695-4C1C-9D44-96B2F9DF240D}" dt="2024-03-20T08:38:02.305" v="777" actId="1036"/>
          <ac:spMkLst>
            <pc:docMk/>
            <pc:sldMk cId="2828716542" sldId="2147480057"/>
            <ac:spMk id="60" creationId="{DF7A1461-85AA-8AA0-6B99-F8B317C86D96}"/>
          </ac:spMkLst>
        </pc:spChg>
        <pc:spChg chg="mod">
          <ac:chgData name="Liang,Dr.,Hongzi (HP Medicine) BII-CN-S" userId="29bc0a18-5096-49d5-ae49-3e5745cfa117" providerId="ADAL" clId="{C73290EC-D695-4C1C-9D44-96B2F9DF240D}" dt="2024-03-20T08:19:21.551" v="547" actId="1076"/>
          <ac:spMkLst>
            <pc:docMk/>
            <pc:sldMk cId="2828716542" sldId="2147480057"/>
            <ac:spMk id="174" creationId="{5D98C0FA-6B3C-789C-BE19-EAF650C6BAFB}"/>
          </ac:spMkLst>
        </pc:spChg>
      </pc:sldChg>
      <pc:sldChg chg="add del">
        <pc:chgData name="Liang,Dr.,Hongzi (HP Medicine) BII-CN-S" userId="29bc0a18-5096-49d5-ae49-3e5745cfa117" providerId="ADAL" clId="{C73290EC-D695-4C1C-9D44-96B2F9DF240D}" dt="2024-03-20T07:21:10.699" v="6"/>
        <pc:sldMkLst>
          <pc:docMk/>
          <pc:sldMk cId="1821292923" sldId="2147480059"/>
        </pc:sldMkLst>
      </pc:sldChg>
      <pc:sldChg chg="add">
        <pc:chgData name="Liang,Dr.,Hongzi (HP Medicine) BII-CN-S" userId="29bc0a18-5096-49d5-ae49-3e5745cfa117" providerId="ADAL" clId="{C73290EC-D695-4C1C-9D44-96B2F9DF240D}" dt="2024-03-20T07:21:10.699" v="6"/>
        <pc:sldMkLst>
          <pc:docMk/>
          <pc:sldMk cId="3500815953" sldId="2147480060"/>
        </pc:sldMkLst>
      </pc:sldChg>
      <pc:sldChg chg="add">
        <pc:chgData name="Liang,Dr.,Hongzi (HP Medicine) BII-CN-S" userId="29bc0a18-5096-49d5-ae49-3e5745cfa117" providerId="ADAL" clId="{C73290EC-D695-4C1C-9D44-96B2F9DF240D}" dt="2024-03-20T07:21:10.699" v="6"/>
        <pc:sldMkLst>
          <pc:docMk/>
          <pc:sldMk cId="401929819" sldId="2147480061"/>
        </pc:sldMkLst>
      </pc:sldChg>
      <pc:sldChg chg="modSp mod">
        <pc:chgData name="Liang,Dr.,Hongzi (HP Medicine) BII-CN-S" userId="29bc0a18-5096-49d5-ae49-3e5745cfa117" providerId="ADAL" clId="{C73290EC-D695-4C1C-9D44-96B2F9DF240D}" dt="2024-03-20T07:29:25.394" v="8"/>
        <pc:sldMkLst>
          <pc:docMk/>
          <pc:sldMk cId="2073496715" sldId="2147480065"/>
        </pc:sldMkLst>
        <pc:spChg chg="mod">
          <ac:chgData name="Liang,Dr.,Hongzi (HP Medicine) BII-CN-S" userId="29bc0a18-5096-49d5-ae49-3e5745cfa117" providerId="ADAL" clId="{C73290EC-D695-4C1C-9D44-96B2F9DF240D}" dt="2024-03-20T07:29:25.394" v="8"/>
          <ac:spMkLst>
            <pc:docMk/>
            <pc:sldMk cId="2073496715" sldId="2147480065"/>
            <ac:spMk id="3" creationId="{88E83040-0606-612C-E90D-6190F09FC8E2}"/>
          </ac:spMkLst>
        </pc:spChg>
      </pc:sldChg>
      <pc:sldChg chg="modSp mod">
        <pc:chgData name="Liang,Dr.,Hongzi (HP Medicine) BII-CN-S" userId="29bc0a18-5096-49d5-ae49-3e5745cfa117" providerId="ADAL" clId="{C73290EC-D695-4C1C-9D44-96B2F9DF240D}" dt="2024-03-20T08:09:13.055" v="529" actId="20577"/>
        <pc:sldMkLst>
          <pc:docMk/>
          <pc:sldMk cId="3893968065" sldId="2147481649"/>
        </pc:sldMkLst>
        <pc:spChg chg="mod">
          <ac:chgData name="Liang,Dr.,Hongzi (HP Medicine) BII-CN-S" userId="29bc0a18-5096-49d5-ae49-3e5745cfa117" providerId="ADAL" clId="{C73290EC-D695-4C1C-9D44-96B2F9DF240D}" dt="2024-03-20T08:09:13.055" v="529" actId="20577"/>
          <ac:spMkLst>
            <pc:docMk/>
            <pc:sldMk cId="3893968065" sldId="2147481649"/>
            <ac:spMk id="2" creationId="{76F830ED-2B0F-01E1-1982-E565D94B7CA9}"/>
          </ac:spMkLst>
        </pc:spChg>
      </pc:sldChg>
      <pc:sldChg chg="modSp mod">
        <pc:chgData name="Liang,Dr.,Hongzi (HP Medicine) BII-CN-S" userId="29bc0a18-5096-49d5-ae49-3e5745cfa117" providerId="ADAL" clId="{C73290EC-D695-4C1C-9D44-96B2F9DF240D}" dt="2024-03-20T14:19:16.631" v="1567" actId="13926"/>
        <pc:sldMkLst>
          <pc:docMk/>
          <pc:sldMk cId="1965380288" sldId="2147481656"/>
        </pc:sldMkLst>
        <pc:spChg chg="mod">
          <ac:chgData name="Liang,Dr.,Hongzi (HP Medicine) BII-CN-S" userId="29bc0a18-5096-49d5-ae49-3e5745cfa117" providerId="ADAL" clId="{C73290EC-D695-4C1C-9D44-96B2F9DF240D}" dt="2024-03-20T14:19:12.295" v="1566" actId="13926"/>
          <ac:spMkLst>
            <pc:docMk/>
            <pc:sldMk cId="1965380288" sldId="2147481656"/>
            <ac:spMk id="8" creationId="{53A904A5-D854-0934-67A6-E47D81778765}"/>
          </ac:spMkLst>
        </pc:spChg>
        <pc:graphicFrameChg chg="modGraphic">
          <ac:chgData name="Liang,Dr.,Hongzi (HP Medicine) BII-CN-S" userId="29bc0a18-5096-49d5-ae49-3e5745cfa117" providerId="ADAL" clId="{C73290EC-D695-4C1C-9D44-96B2F9DF240D}" dt="2024-03-20T14:19:16.631" v="1567" actId="13926"/>
          <ac:graphicFrameMkLst>
            <pc:docMk/>
            <pc:sldMk cId="1965380288" sldId="2147481656"/>
            <ac:graphicFrameMk id="19" creationId="{2867D72B-A130-6827-B506-15D81EEE355D}"/>
          </ac:graphicFrameMkLst>
        </pc:graphicFrameChg>
      </pc:sldChg>
      <pc:sldChg chg="addSp modSp mod">
        <pc:chgData name="Liang,Dr.,Hongzi (HP Medicine) BII-CN-S" userId="29bc0a18-5096-49d5-ae49-3e5745cfa117" providerId="ADAL" clId="{C73290EC-D695-4C1C-9D44-96B2F9DF240D}" dt="2024-03-20T07:32:24.602" v="59" actId="207"/>
        <pc:sldMkLst>
          <pc:docMk/>
          <pc:sldMk cId="3993710423" sldId="2147481658"/>
        </pc:sldMkLst>
        <pc:spChg chg="mod">
          <ac:chgData name="Liang,Dr.,Hongzi (HP Medicine) BII-CN-S" userId="29bc0a18-5096-49d5-ae49-3e5745cfa117" providerId="ADAL" clId="{C73290EC-D695-4C1C-9D44-96B2F9DF240D}" dt="2024-03-20T06:25:34.986" v="3" actId="20577"/>
          <ac:spMkLst>
            <pc:docMk/>
            <pc:sldMk cId="3993710423" sldId="2147481658"/>
            <ac:spMk id="2" creationId="{F0FD550A-CFF6-4949-8A4E-DA5B1E884C99}"/>
          </ac:spMkLst>
        </pc:spChg>
        <pc:spChg chg="add mod">
          <ac:chgData name="Liang,Dr.,Hongzi (HP Medicine) BII-CN-S" userId="29bc0a18-5096-49d5-ae49-3e5745cfa117" providerId="ADAL" clId="{C73290EC-D695-4C1C-9D44-96B2F9DF240D}" dt="2024-03-20T07:32:24.602" v="59" actId="207"/>
          <ac:spMkLst>
            <pc:docMk/>
            <pc:sldMk cId="3993710423" sldId="2147481658"/>
            <ac:spMk id="7" creationId="{25207555-68C8-DB41-3B37-8EFA73A802CD}"/>
          </ac:spMkLst>
        </pc:spChg>
        <pc:cxnChg chg="add mod">
          <ac:chgData name="Liang,Dr.,Hongzi (HP Medicine) BII-CN-S" userId="29bc0a18-5096-49d5-ae49-3e5745cfa117" providerId="ADAL" clId="{C73290EC-D695-4C1C-9D44-96B2F9DF240D}" dt="2024-03-20T07:32:11.703" v="58" actId="1036"/>
          <ac:cxnSpMkLst>
            <pc:docMk/>
            <pc:sldMk cId="3993710423" sldId="2147481658"/>
            <ac:cxnSpMk id="10" creationId="{5B99701C-1815-D2B4-0E8A-E7CDC3BF7703}"/>
          </ac:cxnSpMkLst>
        </pc:cxnChg>
      </pc:sldChg>
      <pc:sldChg chg="modSp mod">
        <pc:chgData name="Liang,Dr.,Hongzi (HP Medicine) BII-CN-S" userId="29bc0a18-5096-49d5-ae49-3e5745cfa117" providerId="ADAL" clId="{C73290EC-D695-4C1C-9D44-96B2F9DF240D}" dt="2024-03-20T14:23:20.092" v="1568" actId="14100"/>
        <pc:sldMkLst>
          <pc:docMk/>
          <pc:sldMk cId="3786095831" sldId="2147481659"/>
        </pc:sldMkLst>
        <pc:spChg chg="mod">
          <ac:chgData name="Liang,Dr.,Hongzi (HP Medicine) BII-CN-S" userId="29bc0a18-5096-49d5-ae49-3e5745cfa117" providerId="ADAL" clId="{C73290EC-D695-4C1C-9D44-96B2F9DF240D}" dt="2024-03-20T07:36:03.508" v="72" actId="207"/>
          <ac:spMkLst>
            <pc:docMk/>
            <pc:sldMk cId="3786095831" sldId="2147481659"/>
            <ac:spMk id="19" creationId="{2E5019B4-6B87-284D-D79D-F07C7BF00814}"/>
          </ac:spMkLst>
        </pc:spChg>
        <pc:spChg chg="mod">
          <ac:chgData name="Liang,Dr.,Hongzi (HP Medicine) BII-CN-S" userId="29bc0a18-5096-49d5-ae49-3e5745cfa117" providerId="ADAL" clId="{C73290EC-D695-4C1C-9D44-96B2F9DF240D}" dt="2024-03-20T14:23:20.092" v="1568" actId="14100"/>
          <ac:spMkLst>
            <pc:docMk/>
            <pc:sldMk cId="3786095831" sldId="2147481659"/>
            <ac:spMk id="41" creationId="{98160812-E041-2B5B-029F-F46B899269C1}"/>
          </ac:spMkLst>
        </pc:spChg>
        <pc:grpChg chg="mod">
          <ac:chgData name="Liang,Dr.,Hongzi (HP Medicine) BII-CN-S" userId="29bc0a18-5096-49d5-ae49-3e5745cfa117" providerId="ADAL" clId="{C73290EC-D695-4C1C-9D44-96B2F9DF240D}" dt="2024-03-20T07:50:02.847" v="480" actId="14100"/>
          <ac:grpSpMkLst>
            <pc:docMk/>
            <pc:sldMk cId="3786095831" sldId="2147481659"/>
            <ac:grpSpMk id="13" creationId="{D17A31BC-0171-2DA9-9A33-617F8A52679D}"/>
          </ac:grpSpMkLst>
        </pc:grpChg>
      </pc:sldChg>
      <pc:sldChg chg="addSp modSp mod">
        <pc:chgData name="Liang,Dr.,Hongzi (HP Medicine) BII-CN-S" userId="29bc0a18-5096-49d5-ae49-3e5745cfa117" providerId="ADAL" clId="{C73290EC-D695-4C1C-9D44-96B2F9DF240D}" dt="2024-03-20T14:42:05.956" v="1576" actId="20577"/>
        <pc:sldMkLst>
          <pc:docMk/>
          <pc:sldMk cId="830672128" sldId="2147481660"/>
        </pc:sldMkLst>
        <pc:spChg chg="mod">
          <ac:chgData name="Liang,Dr.,Hongzi (HP Medicine) BII-CN-S" userId="29bc0a18-5096-49d5-ae49-3e5745cfa117" providerId="ADAL" clId="{C73290EC-D695-4C1C-9D44-96B2F9DF240D}" dt="2024-03-20T10:00:00.491" v="826" actId="20577"/>
          <ac:spMkLst>
            <pc:docMk/>
            <pc:sldMk cId="830672128" sldId="2147481660"/>
            <ac:spMk id="5" creationId="{D650633D-4B85-CFA8-33B9-1152DCEF65E4}"/>
          </ac:spMkLst>
        </pc:spChg>
        <pc:spChg chg="add mod">
          <ac:chgData name="Liang,Dr.,Hongzi (HP Medicine) BII-CN-S" userId="29bc0a18-5096-49d5-ae49-3e5745cfa117" providerId="ADAL" clId="{C73290EC-D695-4C1C-9D44-96B2F9DF240D}" dt="2024-03-20T10:01:22.495" v="917" actId="948"/>
          <ac:spMkLst>
            <pc:docMk/>
            <pc:sldMk cId="830672128" sldId="2147481660"/>
            <ac:spMk id="12" creationId="{6FFD096E-CE1A-BC99-DB4A-A3C38EA3AE86}"/>
          </ac:spMkLst>
        </pc:spChg>
        <pc:graphicFrameChg chg="mod">
          <ac:chgData name="Liang,Dr.,Hongzi (HP Medicine) BII-CN-S" userId="29bc0a18-5096-49d5-ae49-3e5745cfa117" providerId="ADAL" clId="{C73290EC-D695-4C1C-9D44-96B2F9DF240D}" dt="2024-03-20T14:42:05.956" v="1576" actId="20577"/>
          <ac:graphicFrameMkLst>
            <pc:docMk/>
            <pc:sldMk cId="830672128" sldId="2147481660"/>
            <ac:graphicFrameMk id="2" creationId="{4BC7A738-844B-CF58-1F39-BF105C7B141A}"/>
          </ac:graphicFrameMkLst>
        </pc:graphicFrameChg>
        <pc:picChg chg="add mod">
          <ac:chgData name="Liang,Dr.,Hongzi (HP Medicine) BII-CN-S" userId="29bc0a18-5096-49d5-ae49-3e5745cfa117" providerId="ADAL" clId="{C73290EC-D695-4C1C-9D44-96B2F9DF240D}" dt="2024-03-20T09:59:46.223" v="813" actId="1036"/>
          <ac:picMkLst>
            <pc:docMk/>
            <pc:sldMk cId="830672128" sldId="2147481660"/>
            <ac:picMk id="7" creationId="{B8857B20-2DD6-5DB7-ACD6-1B4D1F366655}"/>
          </ac:picMkLst>
        </pc:picChg>
        <pc:picChg chg="add mod">
          <ac:chgData name="Liang,Dr.,Hongzi (HP Medicine) BII-CN-S" userId="29bc0a18-5096-49d5-ae49-3e5745cfa117" providerId="ADAL" clId="{C73290EC-D695-4C1C-9D44-96B2F9DF240D}" dt="2024-03-20T09:59:46.223" v="813" actId="1036"/>
          <ac:picMkLst>
            <pc:docMk/>
            <pc:sldMk cId="830672128" sldId="2147481660"/>
            <ac:picMk id="9" creationId="{B10B0255-59C4-7E40-CEE5-1ADBFD322A96}"/>
          </ac:picMkLst>
        </pc:picChg>
        <pc:picChg chg="add mod">
          <ac:chgData name="Liang,Dr.,Hongzi (HP Medicine) BII-CN-S" userId="29bc0a18-5096-49d5-ae49-3e5745cfa117" providerId="ADAL" clId="{C73290EC-D695-4C1C-9D44-96B2F9DF240D}" dt="2024-03-20T10:02:09.694" v="938" actId="1036"/>
          <ac:picMkLst>
            <pc:docMk/>
            <pc:sldMk cId="830672128" sldId="2147481660"/>
            <ac:picMk id="11" creationId="{29A72E57-696E-86D8-3DDA-DD97DC726FE6}"/>
          </ac:picMkLst>
        </pc:picChg>
      </pc:sldChg>
      <pc:sldChg chg="del">
        <pc:chgData name="Liang,Dr.,Hongzi (HP Medicine) BII-CN-S" userId="29bc0a18-5096-49d5-ae49-3e5745cfa117" providerId="ADAL" clId="{C73290EC-D695-4C1C-9D44-96B2F9DF240D}" dt="2024-03-20T07:20:54.817" v="5" actId="47"/>
        <pc:sldMkLst>
          <pc:docMk/>
          <pc:sldMk cId="163166827" sldId="2147481664"/>
        </pc:sldMkLst>
      </pc:sldChg>
      <pc:sldChg chg="modSp mod">
        <pc:chgData name="Liang,Dr.,Hongzi (HP Medicine) BII-CN-S" userId="29bc0a18-5096-49d5-ae49-3e5745cfa117" providerId="ADAL" clId="{C73290EC-D695-4C1C-9D44-96B2F9DF240D}" dt="2024-03-20T14:14:44.288" v="1565" actId="20577"/>
        <pc:sldMkLst>
          <pc:docMk/>
          <pc:sldMk cId="3142963651" sldId="2147481665"/>
        </pc:sldMkLst>
        <pc:graphicFrameChg chg="modGraphic">
          <ac:chgData name="Liang,Dr.,Hongzi (HP Medicine) BII-CN-S" userId="29bc0a18-5096-49d5-ae49-3e5745cfa117" providerId="ADAL" clId="{C73290EC-D695-4C1C-9D44-96B2F9DF240D}" dt="2024-03-20T14:14:44.288" v="1565" actId="20577"/>
          <ac:graphicFrameMkLst>
            <pc:docMk/>
            <pc:sldMk cId="3142963651" sldId="2147481665"/>
            <ac:graphicFrameMk id="6" creationId="{00000000-0000-0000-0000-000000000000}"/>
          </ac:graphicFrameMkLst>
        </pc:graphicFrameChg>
      </pc:sldChg>
      <pc:sldChg chg="add">
        <pc:chgData name="Liang,Dr.,Hongzi (HP Medicine) BII-CN-S" userId="29bc0a18-5096-49d5-ae49-3e5745cfa117" providerId="ADAL" clId="{C73290EC-D695-4C1C-9D44-96B2F9DF240D}" dt="2024-03-20T07:21:10.699" v="6"/>
        <pc:sldMkLst>
          <pc:docMk/>
          <pc:sldMk cId="163166827" sldId="2147481666"/>
        </pc:sldMkLst>
      </pc:sldChg>
      <pc:sldChg chg="del">
        <pc:chgData name="Liang,Dr.,Hongzi (HP Medicine) BII-CN-S" userId="29bc0a18-5096-49d5-ae49-3e5745cfa117" providerId="ADAL" clId="{C73290EC-D695-4C1C-9D44-96B2F9DF240D}" dt="2024-03-20T08:10:27.302" v="530" actId="47"/>
        <pc:sldMkLst>
          <pc:docMk/>
          <pc:sldMk cId="210232517" sldId="2147481667"/>
        </pc:sldMkLst>
      </pc:sldChg>
    </pc:docChg>
  </pc:docChgLst>
  <pc:docChgLst>
    <pc:chgData name="Zhang,Catherine (MED CD&amp;O) BII-CN-S" userId="97b6d1ea-f38e-4cdb-8798-411d7a90e40b" providerId="ADAL" clId="{2A3AD14E-ACA6-4B15-921C-68D681479E89}"/>
    <pc:docChg chg="undo custSel modSld">
      <pc:chgData name="Zhang,Catherine (MED CD&amp;O) BII-CN-S" userId="97b6d1ea-f38e-4cdb-8798-411d7a90e40b" providerId="ADAL" clId="{2A3AD14E-ACA6-4B15-921C-68D681479E89}" dt="2023-11-13T05:36:53.551" v="514" actId="14100"/>
      <pc:docMkLst>
        <pc:docMk/>
      </pc:docMkLst>
      <pc:sldChg chg="addSp modSp mod">
        <pc:chgData name="Zhang,Catherine (MED CD&amp;O) BII-CN-S" userId="97b6d1ea-f38e-4cdb-8798-411d7a90e40b" providerId="ADAL" clId="{2A3AD14E-ACA6-4B15-921C-68D681479E89}" dt="2023-11-13T05:19:21.833" v="353"/>
        <pc:sldMkLst>
          <pc:docMk/>
          <pc:sldMk cId="2728942184" sldId="404"/>
        </pc:sldMkLst>
        <pc:graphicFrameChg chg="add mod modGraphic">
          <ac:chgData name="Zhang,Catherine (MED CD&amp;O) BII-CN-S" userId="97b6d1ea-f38e-4cdb-8798-411d7a90e40b" providerId="ADAL" clId="{2A3AD14E-ACA6-4B15-921C-68D681479E89}" dt="2023-11-13T05:19:21.833" v="353"/>
          <ac:graphicFrameMkLst>
            <pc:docMk/>
            <pc:sldMk cId="2728942184" sldId="404"/>
            <ac:graphicFrameMk id="6" creationId="{1345BF8B-8294-EBB8-A6D7-95BE3CD38015}"/>
          </ac:graphicFrameMkLst>
        </pc:graphicFrameChg>
      </pc:sldChg>
      <pc:sldChg chg="modSp mod">
        <pc:chgData name="Zhang,Catherine (MED CD&amp;O) BII-CN-S" userId="97b6d1ea-f38e-4cdb-8798-411d7a90e40b" providerId="ADAL" clId="{2A3AD14E-ACA6-4B15-921C-68D681479E89}" dt="2023-11-13T03:28:47.176" v="109" actId="20577"/>
        <pc:sldMkLst>
          <pc:docMk/>
          <pc:sldMk cId="2421512818" sldId="2146845671"/>
        </pc:sldMkLst>
        <pc:spChg chg="mod">
          <ac:chgData name="Zhang,Catherine (MED CD&amp;O) BII-CN-S" userId="97b6d1ea-f38e-4cdb-8798-411d7a90e40b" providerId="ADAL" clId="{2A3AD14E-ACA6-4B15-921C-68D681479E89}" dt="2023-11-13T03:28:47.176" v="109" actId="20577"/>
          <ac:spMkLst>
            <pc:docMk/>
            <pc:sldMk cId="2421512818" sldId="2146845671"/>
            <ac:spMk id="14" creationId="{FD4E6021-C23E-7EC5-9372-B26FAAE8D45F}"/>
          </ac:spMkLst>
        </pc:spChg>
      </pc:sldChg>
      <pc:sldChg chg="modSp mod">
        <pc:chgData name="Zhang,Catherine (MED CD&amp;O) BII-CN-S" userId="97b6d1ea-f38e-4cdb-8798-411d7a90e40b" providerId="ADAL" clId="{2A3AD14E-ACA6-4B15-921C-68D681479E89}" dt="2023-11-13T03:40:22.802" v="348" actId="20577"/>
        <pc:sldMkLst>
          <pc:docMk/>
          <pc:sldMk cId="58518451" sldId="2147479526"/>
        </pc:sldMkLst>
        <pc:spChg chg="mod">
          <ac:chgData name="Zhang,Catherine (MED CD&amp;O) BII-CN-S" userId="97b6d1ea-f38e-4cdb-8798-411d7a90e40b" providerId="ADAL" clId="{2A3AD14E-ACA6-4B15-921C-68D681479E89}" dt="2023-11-13T03:40:22.802" v="348" actId="20577"/>
          <ac:spMkLst>
            <pc:docMk/>
            <pc:sldMk cId="58518451" sldId="2147479526"/>
            <ac:spMk id="8" creationId="{EC5D3620-0AA5-5DEF-99E1-1814AE3AADEC}"/>
          </ac:spMkLst>
        </pc:spChg>
      </pc:sldChg>
      <pc:sldChg chg="modSp mod">
        <pc:chgData name="Zhang,Catherine (MED CD&amp;O) BII-CN-S" userId="97b6d1ea-f38e-4cdb-8798-411d7a90e40b" providerId="ADAL" clId="{2A3AD14E-ACA6-4B15-921C-68D681479E89}" dt="2023-11-13T03:36:00.785" v="286" actId="20577"/>
        <pc:sldMkLst>
          <pc:docMk/>
          <pc:sldMk cId="1674635986" sldId="2147480014"/>
        </pc:sldMkLst>
        <pc:spChg chg="mod">
          <ac:chgData name="Zhang,Catherine (MED CD&amp;O) BII-CN-S" userId="97b6d1ea-f38e-4cdb-8798-411d7a90e40b" providerId="ADAL" clId="{2A3AD14E-ACA6-4B15-921C-68D681479E89}" dt="2023-11-13T03:36:00.785" v="286" actId="20577"/>
          <ac:spMkLst>
            <pc:docMk/>
            <pc:sldMk cId="1674635986" sldId="2147480014"/>
            <ac:spMk id="71" creationId="{353DAA44-8D8F-40DD-A712-3C7147EC0042}"/>
          </ac:spMkLst>
        </pc:spChg>
      </pc:sldChg>
      <pc:sldChg chg="modSp mod">
        <pc:chgData name="Zhang,Catherine (MED CD&amp;O) BII-CN-S" userId="97b6d1ea-f38e-4cdb-8798-411d7a90e40b" providerId="ADAL" clId="{2A3AD14E-ACA6-4B15-921C-68D681479E89}" dt="2023-11-13T03:32:26.920" v="201" actId="20577"/>
        <pc:sldMkLst>
          <pc:docMk/>
          <pc:sldMk cId="1540710500" sldId="2147480017"/>
        </pc:sldMkLst>
        <pc:spChg chg="mod">
          <ac:chgData name="Zhang,Catherine (MED CD&amp;O) BII-CN-S" userId="97b6d1ea-f38e-4cdb-8798-411d7a90e40b" providerId="ADAL" clId="{2A3AD14E-ACA6-4B15-921C-68D681479E89}" dt="2023-11-13T03:32:26.920" v="201" actId="20577"/>
          <ac:spMkLst>
            <pc:docMk/>
            <pc:sldMk cId="1540710500" sldId="2147480017"/>
            <ac:spMk id="3" creationId="{D7941560-63AD-16BD-D82B-4477211A4D70}"/>
          </ac:spMkLst>
        </pc:spChg>
      </pc:sldChg>
      <pc:sldChg chg="modSp mod">
        <pc:chgData name="Zhang,Catherine (MED CD&amp;O) BII-CN-S" userId="97b6d1ea-f38e-4cdb-8798-411d7a90e40b" providerId="ADAL" clId="{2A3AD14E-ACA6-4B15-921C-68D681479E89}" dt="2023-11-13T05:36:53.551" v="514" actId="14100"/>
        <pc:sldMkLst>
          <pc:docMk/>
          <pc:sldMk cId="3828956331" sldId="2147480031"/>
        </pc:sldMkLst>
        <pc:spChg chg="mod">
          <ac:chgData name="Zhang,Catherine (MED CD&amp;O) BII-CN-S" userId="97b6d1ea-f38e-4cdb-8798-411d7a90e40b" providerId="ADAL" clId="{2A3AD14E-ACA6-4B15-921C-68D681479E89}" dt="2023-11-13T05:36:53.551" v="514" actId="14100"/>
          <ac:spMkLst>
            <pc:docMk/>
            <pc:sldMk cId="3828956331" sldId="2147480031"/>
            <ac:spMk id="34" creationId="{E06C2F04-EE45-8814-CDCD-1DDE01A52502}"/>
          </ac:spMkLst>
        </pc:spChg>
      </pc:sldChg>
    </pc:docChg>
  </pc:docChgLst>
  <pc:docChgLst>
    <pc:chgData name="Zhu,Julia (HP Medicine) BII-CN-S" userId="03b5dd03-9d84-43b3-85a3-94d8f7e7e050" providerId="ADAL" clId="{5841A06D-77AE-42EC-9573-EDAAF6A99D5B}"/>
    <pc:docChg chg="sldOrd">
      <pc:chgData name="Zhu,Julia (HP Medicine) BII-CN-S" userId="03b5dd03-9d84-43b3-85a3-94d8f7e7e050" providerId="ADAL" clId="{5841A06D-77AE-42EC-9573-EDAAF6A99D5B}" dt="2023-11-10T09:43:58.096" v="0" actId="20578"/>
      <pc:docMkLst>
        <pc:docMk/>
      </pc:docMkLst>
      <pc:sldChg chg="ord">
        <pc:chgData name="Zhu,Julia (HP Medicine) BII-CN-S" userId="03b5dd03-9d84-43b3-85a3-94d8f7e7e050" providerId="ADAL" clId="{5841A06D-77AE-42EC-9573-EDAAF6A99D5B}" dt="2023-11-10T09:43:58.096" v="0" actId="20578"/>
        <pc:sldMkLst>
          <pc:docMk/>
          <pc:sldMk cId="484784866" sldId="2147476291"/>
        </pc:sldMkLst>
      </pc:sldChg>
    </pc:docChg>
  </pc:docChgLst>
  <pc:docChgLst>
    <pc:chgData name="Zhang,Catherine (MED CD&amp;O) BII-CN-S" userId="97b6d1ea-f38e-4cdb-8798-411d7a90e40b" providerId="ADAL" clId="{85175666-735C-46A8-832C-CE9CFFC0D012}"/>
    <pc:docChg chg="undo custSel modSld sldOrd">
      <pc:chgData name="Zhang,Catherine (MED CD&amp;O) BII-CN-S" userId="97b6d1ea-f38e-4cdb-8798-411d7a90e40b" providerId="ADAL" clId="{85175666-735C-46A8-832C-CE9CFFC0D012}" dt="2024-01-11T08:42:25.807" v="55" actId="14734"/>
      <pc:docMkLst>
        <pc:docMk/>
      </pc:docMkLst>
      <pc:sldChg chg="ord">
        <pc:chgData name="Zhang,Catherine (MED CD&amp;O) BII-CN-S" userId="97b6d1ea-f38e-4cdb-8798-411d7a90e40b" providerId="ADAL" clId="{85175666-735C-46A8-832C-CE9CFFC0D012}" dt="2024-01-11T08:26:32.676" v="1"/>
        <pc:sldMkLst>
          <pc:docMk/>
          <pc:sldMk cId="1341461315" sldId="431"/>
        </pc:sldMkLst>
      </pc:sldChg>
      <pc:sldChg chg="modSp mod">
        <pc:chgData name="Zhang,Catherine (MED CD&amp;O) BII-CN-S" userId="97b6d1ea-f38e-4cdb-8798-411d7a90e40b" providerId="ADAL" clId="{85175666-735C-46A8-832C-CE9CFFC0D012}" dt="2024-01-11T08:38:55.434" v="43" actId="20577"/>
        <pc:sldMkLst>
          <pc:docMk/>
          <pc:sldMk cId="2985877493" sldId="9813"/>
        </pc:sldMkLst>
        <pc:spChg chg="mod">
          <ac:chgData name="Zhang,Catherine (MED CD&amp;O) BII-CN-S" userId="97b6d1ea-f38e-4cdb-8798-411d7a90e40b" providerId="ADAL" clId="{85175666-735C-46A8-832C-CE9CFFC0D012}" dt="2024-01-11T08:38:55.434" v="43" actId="20577"/>
          <ac:spMkLst>
            <pc:docMk/>
            <pc:sldMk cId="2985877493" sldId="9813"/>
            <ac:spMk id="82" creationId="{6CEDC699-0C7E-BA75-BA4D-711625D1239D}"/>
          </ac:spMkLst>
        </pc:spChg>
      </pc:sldChg>
      <pc:sldChg chg="addSp modSp mod">
        <pc:chgData name="Zhang,Catherine (MED CD&amp;O) BII-CN-S" userId="97b6d1ea-f38e-4cdb-8798-411d7a90e40b" providerId="ADAL" clId="{85175666-735C-46A8-832C-CE9CFFC0D012}" dt="2024-01-11T08:42:25.807" v="55" actId="14734"/>
        <pc:sldMkLst>
          <pc:docMk/>
          <pc:sldMk cId="3993710423" sldId="2147480066"/>
        </pc:sldMkLst>
        <pc:graphicFrameChg chg="add mod modGraphic">
          <ac:chgData name="Zhang,Catherine (MED CD&amp;O) BII-CN-S" userId="97b6d1ea-f38e-4cdb-8798-411d7a90e40b" providerId="ADAL" clId="{85175666-735C-46A8-832C-CE9CFFC0D012}" dt="2024-01-11T08:42:25.807" v="55" actId="14734"/>
          <ac:graphicFrameMkLst>
            <pc:docMk/>
            <pc:sldMk cId="3993710423" sldId="2147480066"/>
            <ac:graphicFrameMk id="4" creationId="{9414F642-EF79-9F4E-D477-0066C5FA5691}"/>
          </ac:graphicFrameMkLst>
        </pc:graphicFrameChg>
      </pc:sldChg>
      <pc:sldChg chg="modSp">
        <pc:chgData name="Zhang,Catherine (MED CD&amp;O) BII-CN-S" userId="97b6d1ea-f38e-4cdb-8798-411d7a90e40b" providerId="ADAL" clId="{85175666-735C-46A8-832C-CE9CFFC0D012}" dt="2024-01-11T08:33:31.168" v="39"/>
        <pc:sldMkLst>
          <pc:docMk/>
          <pc:sldMk cId="3276627087" sldId="2147480068"/>
        </pc:sldMkLst>
        <pc:graphicFrameChg chg="mod">
          <ac:chgData name="Zhang,Catherine (MED CD&amp;O) BII-CN-S" userId="97b6d1ea-f38e-4cdb-8798-411d7a90e40b" providerId="ADAL" clId="{85175666-735C-46A8-832C-CE9CFFC0D012}" dt="2024-01-11T08:33:31.168" v="39"/>
          <ac:graphicFrameMkLst>
            <pc:docMk/>
            <pc:sldMk cId="3276627087" sldId="2147480068"/>
            <ac:graphicFrameMk id="7" creationId="{5E43E1D8-08D6-AC87-DA05-D98E7595FF9A}"/>
          </ac:graphicFrameMkLst>
        </pc:graphicFrameChg>
      </pc:sldChg>
    </pc:docChg>
  </pc:docChgLst>
  <pc:docChgLst>
    <pc:chgData name="Liu,Dr.,Meiruo (HP Medicine) BII-CN-S" userId="ece9aa16-5bba-4d2f-b200-019c8e2ba0a0" providerId="ADAL" clId="{36784586-8319-4413-B376-D529029634AD}"/>
    <pc:docChg chg="modSld">
      <pc:chgData name="Liu,Dr.,Meiruo (HP Medicine) BII-CN-S" userId="ece9aa16-5bba-4d2f-b200-019c8e2ba0a0" providerId="ADAL" clId="{36784586-8319-4413-B376-D529029634AD}" dt="2024-05-27T02:08:26.067" v="2" actId="20578"/>
      <pc:docMkLst>
        <pc:docMk/>
      </pc:docMkLst>
      <pc:sldChg chg="modSp mod">
        <pc:chgData name="Liu,Dr.,Meiruo (HP Medicine) BII-CN-S" userId="ece9aa16-5bba-4d2f-b200-019c8e2ba0a0" providerId="ADAL" clId="{36784586-8319-4413-B376-D529029634AD}" dt="2024-05-27T02:08:26.067" v="2" actId="20578"/>
        <pc:sldMkLst>
          <pc:docMk/>
          <pc:sldMk cId="3326657515" sldId="2147481648"/>
        </pc:sldMkLst>
        <pc:spChg chg="mod">
          <ac:chgData name="Liu,Dr.,Meiruo (HP Medicine) BII-CN-S" userId="ece9aa16-5bba-4d2f-b200-019c8e2ba0a0" providerId="ADAL" clId="{36784586-8319-4413-B376-D529029634AD}" dt="2024-04-24T15:27:35.277" v="1" actId="20577"/>
          <ac:spMkLst>
            <pc:docMk/>
            <pc:sldMk cId="3326657515" sldId="2147481648"/>
            <ac:spMk id="4" creationId="{B43A7AC3-9CBD-7EE0-AEF0-FE6B99C32DD3}"/>
          </ac:spMkLst>
        </pc:spChg>
        <pc:spChg chg="mod">
          <ac:chgData name="Liu,Dr.,Meiruo (HP Medicine) BII-CN-S" userId="ece9aa16-5bba-4d2f-b200-019c8e2ba0a0" providerId="ADAL" clId="{36784586-8319-4413-B376-D529029634AD}" dt="2024-05-27T02:08:26.067" v="2" actId="20578"/>
          <ac:spMkLst>
            <pc:docMk/>
            <pc:sldMk cId="3326657515" sldId="2147481648"/>
            <ac:spMk id="187" creationId="{602CCD44-A612-8847-8E81-1D7296DD3A6C}"/>
          </ac:spMkLst>
        </pc:spChg>
      </pc:sldChg>
    </pc:docChg>
  </pc:docChgLst>
  <pc:docChgLst>
    <pc:chgData name="Liu,Dr.,Meiruo (HP Medicine) BII-CN-S" userId="ece9aa16-5bba-4d2f-b200-019c8e2ba0a0" providerId="ADAL" clId="{9F54E4E5-7318-4A61-AEC5-CB88CE25E3C0}"/>
    <pc:docChg chg="undo custSel delSld modSld">
      <pc:chgData name="Liu,Dr.,Meiruo (HP Medicine) BII-CN-S" userId="ece9aa16-5bba-4d2f-b200-019c8e2ba0a0" providerId="ADAL" clId="{9F54E4E5-7318-4A61-AEC5-CB88CE25E3C0}" dt="2024-03-20T11:47:03.291" v="1788" actId="20577"/>
      <pc:docMkLst>
        <pc:docMk/>
      </pc:docMkLst>
      <pc:sldChg chg="modSp mod">
        <pc:chgData name="Liu,Dr.,Meiruo (HP Medicine) BII-CN-S" userId="ece9aa16-5bba-4d2f-b200-019c8e2ba0a0" providerId="ADAL" clId="{9F54E4E5-7318-4A61-AEC5-CB88CE25E3C0}" dt="2024-03-15T09:11:20.985" v="0" actId="20577"/>
        <pc:sldMkLst>
          <pc:docMk/>
          <pc:sldMk cId="3270620295" sldId="2147480602"/>
        </pc:sldMkLst>
        <pc:spChg chg="mod">
          <ac:chgData name="Liu,Dr.,Meiruo (HP Medicine) BII-CN-S" userId="ece9aa16-5bba-4d2f-b200-019c8e2ba0a0" providerId="ADAL" clId="{9F54E4E5-7318-4A61-AEC5-CB88CE25E3C0}" dt="2024-03-15T09:11:20.985" v="0" actId="20577"/>
          <ac:spMkLst>
            <pc:docMk/>
            <pc:sldMk cId="3270620295" sldId="2147480602"/>
            <ac:spMk id="3" creationId="{5938E29C-F971-3DD1-7B53-EDA5E4FE3087}"/>
          </ac:spMkLst>
        </pc:spChg>
      </pc:sldChg>
      <pc:sldChg chg="addSp modSp mod">
        <pc:chgData name="Liu,Dr.,Meiruo (HP Medicine) BII-CN-S" userId="ece9aa16-5bba-4d2f-b200-019c8e2ba0a0" providerId="ADAL" clId="{9F54E4E5-7318-4A61-AEC5-CB88CE25E3C0}" dt="2024-03-19T09:41:40.899" v="1743" actId="1038"/>
        <pc:sldMkLst>
          <pc:docMk/>
          <pc:sldMk cId="2785038488" sldId="2147480604"/>
        </pc:sldMkLst>
        <pc:spChg chg="add mod">
          <ac:chgData name="Liu,Dr.,Meiruo (HP Medicine) BII-CN-S" userId="ece9aa16-5bba-4d2f-b200-019c8e2ba0a0" providerId="ADAL" clId="{9F54E4E5-7318-4A61-AEC5-CB88CE25E3C0}" dt="2024-03-18T10:39:29.835" v="686" actId="14100"/>
          <ac:spMkLst>
            <pc:docMk/>
            <pc:sldMk cId="2785038488" sldId="2147480604"/>
            <ac:spMk id="10" creationId="{4365105C-37E1-5F21-83FD-1CBFC1E47F7C}"/>
          </ac:spMkLst>
        </pc:spChg>
        <pc:spChg chg="mod">
          <ac:chgData name="Liu,Dr.,Meiruo (HP Medicine) BII-CN-S" userId="ece9aa16-5bba-4d2f-b200-019c8e2ba0a0" providerId="ADAL" clId="{9F54E4E5-7318-4A61-AEC5-CB88CE25E3C0}" dt="2024-03-15T09:16:37.825" v="40" actId="2085"/>
          <ac:spMkLst>
            <pc:docMk/>
            <pc:sldMk cId="2785038488" sldId="2147480604"/>
            <ac:spMk id="78" creationId="{91332A9C-7A62-6211-5D8D-63B38DC269D8}"/>
          </ac:spMkLst>
        </pc:spChg>
        <pc:grpChg chg="mod">
          <ac:chgData name="Liu,Dr.,Meiruo (HP Medicine) BII-CN-S" userId="ece9aa16-5bba-4d2f-b200-019c8e2ba0a0" providerId="ADAL" clId="{9F54E4E5-7318-4A61-AEC5-CB88CE25E3C0}" dt="2024-03-19T09:41:40.899" v="1743" actId="1038"/>
          <ac:grpSpMkLst>
            <pc:docMk/>
            <pc:sldMk cId="2785038488" sldId="2147480604"/>
            <ac:grpSpMk id="39" creationId="{431B778B-4DCC-2D5A-14C0-F97238265FB4}"/>
          </ac:grpSpMkLst>
        </pc:grpChg>
      </pc:sldChg>
      <pc:sldChg chg="addSp delSp modSp mod">
        <pc:chgData name="Liu,Dr.,Meiruo (HP Medicine) BII-CN-S" userId="ece9aa16-5bba-4d2f-b200-019c8e2ba0a0" providerId="ADAL" clId="{9F54E4E5-7318-4A61-AEC5-CB88CE25E3C0}" dt="2024-03-20T11:47:03.291" v="1788" actId="20577"/>
        <pc:sldMkLst>
          <pc:docMk/>
          <pc:sldMk cId="3326657515" sldId="2147481648"/>
        </pc:sldMkLst>
        <pc:spChg chg="add mod">
          <ac:chgData name="Liu,Dr.,Meiruo (HP Medicine) BII-CN-S" userId="ece9aa16-5bba-4d2f-b200-019c8e2ba0a0" providerId="ADAL" clId="{9F54E4E5-7318-4A61-AEC5-CB88CE25E3C0}" dt="2024-03-20T11:47:03.291" v="1788" actId="20577"/>
          <ac:spMkLst>
            <pc:docMk/>
            <pc:sldMk cId="3326657515" sldId="2147481648"/>
            <ac:spMk id="4" creationId="{B43A7AC3-9CBD-7EE0-AEF0-FE6B99C32DD3}"/>
          </ac:spMkLst>
        </pc:spChg>
        <pc:spChg chg="mod topLvl">
          <ac:chgData name="Liu,Dr.,Meiruo (HP Medicine) BII-CN-S" userId="ece9aa16-5bba-4d2f-b200-019c8e2ba0a0" providerId="ADAL" clId="{9F54E4E5-7318-4A61-AEC5-CB88CE25E3C0}" dt="2024-03-19T11:56:59.760" v="1753"/>
          <ac:spMkLst>
            <pc:docMk/>
            <pc:sldMk cId="3326657515" sldId="2147481648"/>
            <ac:spMk id="21" creationId="{35ED2365-2691-CD52-CD5F-BDB0E928CC2F}"/>
          </ac:spMkLst>
        </pc:spChg>
        <pc:spChg chg="mod topLvl">
          <ac:chgData name="Liu,Dr.,Meiruo (HP Medicine) BII-CN-S" userId="ece9aa16-5bba-4d2f-b200-019c8e2ba0a0" providerId="ADAL" clId="{9F54E4E5-7318-4A61-AEC5-CB88CE25E3C0}" dt="2024-03-19T11:56:59.761" v="1754"/>
          <ac:spMkLst>
            <pc:docMk/>
            <pc:sldMk cId="3326657515" sldId="2147481648"/>
            <ac:spMk id="69" creationId="{76202A5A-DC90-F2A2-E4AC-35664B96CEC3}"/>
          </ac:spMkLst>
        </pc:spChg>
        <pc:spChg chg="mod topLvl">
          <ac:chgData name="Liu,Dr.,Meiruo (HP Medicine) BII-CN-S" userId="ece9aa16-5bba-4d2f-b200-019c8e2ba0a0" providerId="ADAL" clId="{9F54E4E5-7318-4A61-AEC5-CB88CE25E3C0}" dt="2024-03-19T11:56:59.761" v="1754"/>
          <ac:spMkLst>
            <pc:docMk/>
            <pc:sldMk cId="3326657515" sldId="2147481648"/>
            <ac:spMk id="70" creationId="{2299DFB0-2B5E-9C7D-089F-592C3A04F7A8}"/>
          </ac:spMkLst>
        </pc:spChg>
        <pc:spChg chg="mod topLvl">
          <ac:chgData name="Liu,Dr.,Meiruo (HP Medicine) BII-CN-S" userId="ece9aa16-5bba-4d2f-b200-019c8e2ba0a0" providerId="ADAL" clId="{9F54E4E5-7318-4A61-AEC5-CB88CE25E3C0}" dt="2024-03-19T11:56:59.762" v="1755"/>
          <ac:spMkLst>
            <pc:docMk/>
            <pc:sldMk cId="3326657515" sldId="2147481648"/>
            <ac:spMk id="88" creationId="{C74FCB26-AE57-2537-E450-537D0498FC83}"/>
          </ac:spMkLst>
        </pc:spChg>
        <pc:spChg chg="mod topLvl">
          <ac:chgData name="Liu,Dr.,Meiruo (HP Medicine) BII-CN-S" userId="ece9aa16-5bba-4d2f-b200-019c8e2ba0a0" providerId="ADAL" clId="{9F54E4E5-7318-4A61-AEC5-CB88CE25E3C0}" dt="2024-03-19T11:56:59.762" v="1755"/>
          <ac:spMkLst>
            <pc:docMk/>
            <pc:sldMk cId="3326657515" sldId="2147481648"/>
            <ac:spMk id="89" creationId="{7FBED814-6FBC-517B-4021-713240DE8A43}"/>
          </ac:spMkLst>
        </pc:spChg>
        <pc:spChg chg="mod topLvl">
          <ac:chgData name="Liu,Dr.,Meiruo (HP Medicine) BII-CN-S" userId="ece9aa16-5bba-4d2f-b200-019c8e2ba0a0" providerId="ADAL" clId="{9F54E4E5-7318-4A61-AEC5-CB88CE25E3C0}" dt="2024-03-19T11:56:59.763" v="1756"/>
          <ac:spMkLst>
            <pc:docMk/>
            <pc:sldMk cId="3326657515" sldId="2147481648"/>
            <ac:spMk id="101" creationId="{34F5A320-A993-35C5-D2DE-34E376B7C7AC}"/>
          </ac:spMkLst>
        </pc:spChg>
        <pc:spChg chg="mod topLvl">
          <ac:chgData name="Liu,Dr.,Meiruo (HP Medicine) BII-CN-S" userId="ece9aa16-5bba-4d2f-b200-019c8e2ba0a0" providerId="ADAL" clId="{9F54E4E5-7318-4A61-AEC5-CB88CE25E3C0}" dt="2024-03-19T11:56:59.763" v="1756"/>
          <ac:spMkLst>
            <pc:docMk/>
            <pc:sldMk cId="3326657515" sldId="2147481648"/>
            <ac:spMk id="102" creationId="{7287F0A7-2243-B5EA-9BDC-6FC2F7AE7DB5}"/>
          </ac:spMkLst>
        </pc:spChg>
        <pc:spChg chg="mod topLvl">
          <ac:chgData name="Liu,Dr.,Meiruo (HP Medicine) BII-CN-S" userId="ece9aa16-5bba-4d2f-b200-019c8e2ba0a0" providerId="ADAL" clId="{9F54E4E5-7318-4A61-AEC5-CB88CE25E3C0}" dt="2024-03-19T11:56:59.763" v="1757"/>
          <ac:spMkLst>
            <pc:docMk/>
            <pc:sldMk cId="3326657515" sldId="2147481648"/>
            <ac:spMk id="129" creationId="{18D39E99-03A1-9DAF-D805-B0C95D4B4100}"/>
          </ac:spMkLst>
        </pc:spChg>
        <pc:spChg chg="mod topLvl">
          <ac:chgData name="Liu,Dr.,Meiruo (HP Medicine) BII-CN-S" userId="ece9aa16-5bba-4d2f-b200-019c8e2ba0a0" providerId="ADAL" clId="{9F54E4E5-7318-4A61-AEC5-CB88CE25E3C0}" dt="2024-03-19T11:56:59.763" v="1757"/>
          <ac:spMkLst>
            <pc:docMk/>
            <pc:sldMk cId="3326657515" sldId="2147481648"/>
            <ac:spMk id="130" creationId="{58E75F98-5A3D-F026-CC4B-6752D1D95760}"/>
          </ac:spMkLst>
        </pc:spChg>
        <pc:spChg chg="mod">
          <ac:chgData name="Liu,Dr.,Meiruo (HP Medicine) BII-CN-S" userId="ece9aa16-5bba-4d2f-b200-019c8e2ba0a0" providerId="ADAL" clId="{9F54E4E5-7318-4A61-AEC5-CB88CE25E3C0}" dt="2024-03-18T10:43:31.881" v="752" actId="2711"/>
          <ac:spMkLst>
            <pc:docMk/>
            <pc:sldMk cId="3326657515" sldId="2147481648"/>
            <ac:spMk id="162" creationId="{AB842C90-582D-8634-F7E1-DFF05024601F}"/>
          </ac:spMkLst>
        </pc:spChg>
        <pc:spChg chg="mod topLvl">
          <ac:chgData name="Liu,Dr.,Meiruo (HP Medicine) BII-CN-S" userId="ece9aa16-5bba-4d2f-b200-019c8e2ba0a0" providerId="ADAL" clId="{9F54E4E5-7318-4A61-AEC5-CB88CE25E3C0}" dt="2024-03-19T11:56:59.764" v="1758"/>
          <ac:spMkLst>
            <pc:docMk/>
            <pc:sldMk cId="3326657515" sldId="2147481648"/>
            <ac:spMk id="168" creationId="{785C8914-5BAC-7F14-2B92-54192C7D3037}"/>
          </ac:spMkLst>
        </pc:spChg>
        <pc:spChg chg="mod topLvl">
          <ac:chgData name="Liu,Dr.,Meiruo (HP Medicine) BII-CN-S" userId="ece9aa16-5bba-4d2f-b200-019c8e2ba0a0" providerId="ADAL" clId="{9F54E4E5-7318-4A61-AEC5-CB88CE25E3C0}" dt="2024-03-19T11:56:59.764" v="1758"/>
          <ac:spMkLst>
            <pc:docMk/>
            <pc:sldMk cId="3326657515" sldId="2147481648"/>
            <ac:spMk id="169" creationId="{8582953B-9F9E-D52E-843A-BEFE2AE9400E}"/>
          </ac:spMkLst>
        </pc:spChg>
        <pc:spChg chg="mod topLvl">
          <ac:chgData name="Liu,Dr.,Meiruo (HP Medicine) BII-CN-S" userId="ece9aa16-5bba-4d2f-b200-019c8e2ba0a0" providerId="ADAL" clId="{9F54E4E5-7318-4A61-AEC5-CB88CE25E3C0}" dt="2024-03-19T11:56:59.765" v="1759"/>
          <ac:spMkLst>
            <pc:docMk/>
            <pc:sldMk cId="3326657515" sldId="2147481648"/>
            <ac:spMk id="180" creationId="{74D4229B-93D3-77F5-8534-E663C6242BA3}"/>
          </ac:spMkLst>
        </pc:spChg>
        <pc:spChg chg="mod topLvl">
          <ac:chgData name="Liu,Dr.,Meiruo (HP Medicine) BII-CN-S" userId="ece9aa16-5bba-4d2f-b200-019c8e2ba0a0" providerId="ADAL" clId="{9F54E4E5-7318-4A61-AEC5-CB88CE25E3C0}" dt="2024-03-19T11:56:59.765" v="1759"/>
          <ac:spMkLst>
            <pc:docMk/>
            <pc:sldMk cId="3326657515" sldId="2147481648"/>
            <ac:spMk id="181" creationId="{A9F167D4-FF24-4584-7431-AACA1BCEA379}"/>
          </ac:spMkLst>
        </pc:spChg>
        <pc:spChg chg="mod">
          <ac:chgData name="Liu,Dr.,Meiruo (HP Medicine) BII-CN-S" userId="ece9aa16-5bba-4d2f-b200-019c8e2ba0a0" providerId="ADAL" clId="{9F54E4E5-7318-4A61-AEC5-CB88CE25E3C0}" dt="2024-03-15T09:17:58.290" v="58" actId="207"/>
          <ac:spMkLst>
            <pc:docMk/>
            <pc:sldMk cId="3326657515" sldId="2147481648"/>
            <ac:spMk id="187" creationId="{602CCD44-A612-8847-8E81-1D7296DD3A6C}"/>
          </ac:spMkLst>
        </pc:spChg>
        <pc:spChg chg="mod">
          <ac:chgData name="Liu,Dr.,Meiruo (HP Medicine) BII-CN-S" userId="ece9aa16-5bba-4d2f-b200-019c8e2ba0a0" providerId="ADAL" clId="{9F54E4E5-7318-4A61-AEC5-CB88CE25E3C0}" dt="2024-03-18T10:43:31.881" v="752" actId="2711"/>
          <ac:spMkLst>
            <pc:docMk/>
            <pc:sldMk cId="3326657515" sldId="2147481648"/>
            <ac:spMk id="191" creationId="{F718391F-EA2F-99B4-FDA7-547D1610F2FC}"/>
          </ac:spMkLst>
        </pc:spChg>
        <pc:grpChg chg="del">
          <ac:chgData name="Liu,Dr.,Meiruo (HP Medicine) BII-CN-S" userId="ece9aa16-5bba-4d2f-b200-019c8e2ba0a0" providerId="ADAL" clId="{9F54E4E5-7318-4A61-AEC5-CB88CE25E3C0}" dt="2024-03-19T11:56:59.760" v="1753"/>
          <ac:grpSpMkLst>
            <pc:docMk/>
            <pc:sldMk cId="3326657515" sldId="2147481648"/>
            <ac:grpSpMk id="20" creationId="{B85FEDDB-DDF4-C562-ACE7-1B1C4F00E2CE}"/>
          </ac:grpSpMkLst>
        </pc:grpChg>
        <pc:grpChg chg="del">
          <ac:chgData name="Liu,Dr.,Meiruo (HP Medicine) BII-CN-S" userId="ece9aa16-5bba-4d2f-b200-019c8e2ba0a0" providerId="ADAL" clId="{9F54E4E5-7318-4A61-AEC5-CB88CE25E3C0}" dt="2024-03-19T11:56:59.761" v="1754"/>
          <ac:grpSpMkLst>
            <pc:docMk/>
            <pc:sldMk cId="3326657515" sldId="2147481648"/>
            <ac:grpSpMk id="68" creationId="{0D50BEAF-E793-459F-48F9-F9189F33457F}"/>
          </ac:grpSpMkLst>
        </pc:grpChg>
        <pc:grpChg chg="del">
          <ac:chgData name="Liu,Dr.,Meiruo (HP Medicine) BII-CN-S" userId="ece9aa16-5bba-4d2f-b200-019c8e2ba0a0" providerId="ADAL" clId="{9F54E4E5-7318-4A61-AEC5-CB88CE25E3C0}" dt="2024-03-19T11:56:59.762" v="1755"/>
          <ac:grpSpMkLst>
            <pc:docMk/>
            <pc:sldMk cId="3326657515" sldId="2147481648"/>
            <ac:grpSpMk id="86" creationId="{158E10D4-6A96-A2E1-74D6-047A67EFC222}"/>
          </ac:grpSpMkLst>
        </pc:grpChg>
        <pc:grpChg chg="del">
          <ac:chgData name="Liu,Dr.,Meiruo (HP Medicine) BII-CN-S" userId="ece9aa16-5bba-4d2f-b200-019c8e2ba0a0" providerId="ADAL" clId="{9F54E4E5-7318-4A61-AEC5-CB88CE25E3C0}" dt="2024-03-19T11:56:59.763" v="1756"/>
          <ac:grpSpMkLst>
            <pc:docMk/>
            <pc:sldMk cId="3326657515" sldId="2147481648"/>
            <ac:grpSpMk id="100" creationId="{04EDE513-9CAA-6B5F-2E0E-F67D0425D938}"/>
          </ac:grpSpMkLst>
        </pc:grpChg>
        <pc:grpChg chg="del">
          <ac:chgData name="Liu,Dr.,Meiruo (HP Medicine) BII-CN-S" userId="ece9aa16-5bba-4d2f-b200-019c8e2ba0a0" providerId="ADAL" clId="{9F54E4E5-7318-4A61-AEC5-CB88CE25E3C0}" dt="2024-03-19T11:56:59.763" v="1757"/>
          <ac:grpSpMkLst>
            <pc:docMk/>
            <pc:sldMk cId="3326657515" sldId="2147481648"/>
            <ac:grpSpMk id="126" creationId="{993028E3-8513-76AF-9FF4-E48A451BD8BB}"/>
          </ac:grpSpMkLst>
        </pc:grpChg>
        <pc:grpChg chg="del">
          <ac:chgData name="Liu,Dr.,Meiruo (HP Medicine) BII-CN-S" userId="ece9aa16-5bba-4d2f-b200-019c8e2ba0a0" providerId="ADAL" clId="{9F54E4E5-7318-4A61-AEC5-CB88CE25E3C0}" dt="2024-03-19T11:56:59.764" v="1758"/>
          <ac:grpSpMkLst>
            <pc:docMk/>
            <pc:sldMk cId="3326657515" sldId="2147481648"/>
            <ac:grpSpMk id="167" creationId="{3211D78C-481A-A966-4A22-FC215F44CC50}"/>
          </ac:grpSpMkLst>
        </pc:grpChg>
        <pc:grpChg chg="del">
          <ac:chgData name="Liu,Dr.,Meiruo (HP Medicine) BII-CN-S" userId="ece9aa16-5bba-4d2f-b200-019c8e2ba0a0" providerId="ADAL" clId="{9F54E4E5-7318-4A61-AEC5-CB88CE25E3C0}" dt="2024-03-19T11:56:59.765" v="1759"/>
          <ac:grpSpMkLst>
            <pc:docMk/>
            <pc:sldMk cId="3326657515" sldId="2147481648"/>
            <ac:grpSpMk id="179" creationId="{1187F82F-83C7-9309-3B2C-41EDA8D513C6}"/>
          </ac:grpSpMkLst>
        </pc:grpChg>
        <pc:cxnChg chg="mod topLvl">
          <ac:chgData name="Liu,Dr.,Meiruo (HP Medicine) BII-CN-S" userId="ece9aa16-5bba-4d2f-b200-019c8e2ba0a0" providerId="ADAL" clId="{9F54E4E5-7318-4A61-AEC5-CB88CE25E3C0}" dt="2024-03-19T11:56:59.760" v="1753"/>
          <ac:cxnSpMkLst>
            <pc:docMk/>
            <pc:sldMk cId="3326657515" sldId="2147481648"/>
            <ac:cxnSpMk id="22" creationId="{D54EF711-BF0E-E59D-AA2B-52A03EF0BAD3}"/>
          </ac:cxnSpMkLst>
        </pc:cxnChg>
      </pc:sldChg>
      <pc:sldChg chg="del">
        <pc:chgData name="Liu,Dr.,Meiruo (HP Medicine) BII-CN-S" userId="ece9aa16-5bba-4d2f-b200-019c8e2ba0a0" providerId="ADAL" clId="{9F54E4E5-7318-4A61-AEC5-CB88CE25E3C0}" dt="2024-03-15T09:14:35.635" v="38" actId="47"/>
        <pc:sldMkLst>
          <pc:docMk/>
          <pc:sldMk cId="1215068372" sldId="2147481652"/>
        </pc:sldMkLst>
      </pc:sldChg>
      <pc:sldChg chg="modSp mod">
        <pc:chgData name="Liu,Dr.,Meiruo (HP Medicine) BII-CN-S" userId="ece9aa16-5bba-4d2f-b200-019c8e2ba0a0" providerId="ADAL" clId="{9F54E4E5-7318-4A61-AEC5-CB88CE25E3C0}" dt="2024-03-19T09:39:58.531" v="1705" actId="20577"/>
        <pc:sldMkLst>
          <pc:docMk/>
          <pc:sldMk cId="1965380288" sldId="2147481656"/>
        </pc:sldMkLst>
        <pc:spChg chg="mod">
          <ac:chgData name="Liu,Dr.,Meiruo (HP Medicine) BII-CN-S" userId="ece9aa16-5bba-4d2f-b200-019c8e2ba0a0" providerId="ADAL" clId="{9F54E4E5-7318-4A61-AEC5-CB88CE25E3C0}" dt="2024-03-19T09:37:52.068" v="1645" actId="20577"/>
          <ac:spMkLst>
            <pc:docMk/>
            <pc:sldMk cId="1965380288" sldId="2147481656"/>
            <ac:spMk id="8" creationId="{53A904A5-D854-0934-67A6-E47D81778765}"/>
          </ac:spMkLst>
        </pc:spChg>
        <pc:graphicFrameChg chg="mod modGraphic">
          <ac:chgData name="Liu,Dr.,Meiruo (HP Medicine) BII-CN-S" userId="ece9aa16-5bba-4d2f-b200-019c8e2ba0a0" providerId="ADAL" clId="{9F54E4E5-7318-4A61-AEC5-CB88CE25E3C0}" dt="2024-03-19T09:39:58.531" v="1705" actId="20577"/>
          <ac:graphicFrameMkLst>
            <pc:docMk/>
            <pc:sldMk cId="1965380288" sldId="2147481656"/>
            <ac:graphicFrameMk id="19" creationId="{2867D72B-A130-6827-B506-15D81EEE355D}"/>
          </ac:graphicFrameMkLst>
        </pc:graphicFrameChg>
      </pc:sldChg>
    </pc:docChg>
  </pc:docChgLst>
  <pc:docChgLst>
    <pc:chgData name="Liu,Dr.,Meiruo (HP Medicine) BII-CN-S" userId="ece9aa16-5bba-4d2f-b200-019c8e2ba0a0" providerId="ADAL" clId="{6DDEAEDA-F74F-4B9F-A1E3-68A71BBA5E83}"/>
    <pc:docChg chg="undo custSel addSld delSld modSld">
      <pc:chgData name="Liu,Dr.,Meiruo (HP Medicine) BII-CN-S" userId="ece9aa16-5bba-4d2f-b200-019c8e2ba0a0" providerId="ADAL" clId="{6DDEAEDA-F74F-4B9F-A1E3-68A71BBA5E83}" dt="2024-04-23T07:11:16.129" v="820" actId="1038"/>
      <pc:docMkLst>
        <pc:docMk/>
      </pc:docMkLst>
      <pc:sldChg chg="modSp mod">
        <pc:chgData name="Liu,Dr.,Meiruo (HP Medicine) BII-CN-S" userId="ece9aa16-5bba-4d2f-b200-019c8e2ba0a0" providerId="ADAL" clId="{6DDEAEDA-F74F-4B9F-A1E3-68A71BBA5E83}" dt="2024-04-22T02:56:22.250" v="703" actId="12"/>
        <pc:sldMkLst>
          <pc:docMk/>
          <pc:sldMk cId="1341461315" sldId="431"/>
        </pc:sldMkLst>
        <pc:spChg chg="mod">
          <ac:chgData name="Liu,Dr.,Meiruo (HP Medicine) BII-CN-S" userId="ece9aa16-5bba-4d2f-b200-019c8e2ba0a0" providerId="ADAL" clId="{6DDEAEDA-F74F-4B9F-A1E3-68A71BBA5E83}" dt="2024-04-22T02:56:22.250" v="703" actId="12"/>
          <ac:spMkLst>
            <pc:docMk/>
            <pc:sldMk cId="1341461315" sldId="431"/>
            <ac:spMk id="5" creationId="{00000000-0000-0000-0000-000000000000}"/>
          </ac:spMkLst>
        </pc:spChg>
      </pc:sldChg>
      <pc:sldChg chg="modSp add del mod">
        <pc:chgData name="Liu,Dr.,Meiruo (HP Medicine) BII-CN-S" userId="ece9aa16-5bba-4d2f-b200-019c8e2ba0a0" providerId="ADAL" clId="{6DDEAEDA-F74F-4B9F-A1E3-68A71BBA5E83}" dt="2024-04-22T06:39:42.322" v="736" actId="20577"/>
        <pc:sldMkLst>
          <pc:docMk/>
          <pc:sldMk cId="3260843142" sldId="1060"/>
        </pc:sldMkLst>
        <pc:graphicFrameChg chg="mod modGraphic">
          <ac:chgData name="Liu,Dr.,Meiruo (HP Medicine) BII-CN-S" userId="ece9aa16-5bba-4d2f-b200-019c8e2ba0a0" providerId="ADAL" clId="{6DDEAEDA-F74F-4B9F-A1E3-68A71BBA5E83}" dt="2024-04-22T06:39:42.322" v="736" actId="20577"/>
          <ac:graphicFrameMkLst>
            <pc:docMk/>
            <pc:sldMk cId="3260843142" sldId="1060"/>
            <ac:graphicFrameMk id="6" creationId="{00000000-0000-0000-0000-000000000000}"/>
          </ac:graphicFrameMkLst>
        </pc:graphicFrameChg>
      </pc:sldChg>
      <pc:sldChg chg="del">
        <pc:chgData name="Liu,Dr.,Meiruo (HP Medicine) BII-CN-S" userId="ece9aa16-5bba-4d2f-b200-019c8e2ba0a0" providerId="ADAL" clId="{6DDEAEDA-F74F-4B9F-A1E3-68A71BBA5E83}" dt="2024-04-22T00:52:53.694" v="27" actId="2696"/>
        <pc:sldMkLst>
          <pc:docMk/>
          <pc:sldMk cId="388521456" sldId="2147377962"/>
        </pc:sldMkLst>
      </pc:sldChg>
      <pc:sldChg chg="del">
        <pc:chgData name="Liu,Dr.,Meiruo (HP Medicine) BII-CN-S" userId="ece9aa16-5bba-4d2f-b200-019c8e2ba0a0" providerId="ADAL" clId="{6DDEAEDA-F74F-4B9F-A1E3-68A71BBA5E83}" dt="2024-04-22T01:56:07.547" v="171" actId="47"/>
        <pc:sldMkLst>
          <pc:docMk/>
          <pc:sldMk cId="2889184596" sldId="2147476288"/>
        </pc:sldMkLst>
      </pc:sldChg>
      <pc:sldChg chg="addCm delCm modCm">
        <pc:chgData name="Liu,Dr.,Meiruo (HP Medicine) BII-CN-S" userId="ece9aa16-5bba-4d2f-b200-019c8e2ba0a0" providerId="ADAL" clId="{6DDEAEDA-F74F-4B9F-A1E3-68A71BBA5E83}" dt="2024-04-23T02:35:36.412" v="746" actId="1592"/>
        <pc:sldMkLst>
          <pc:docMk/>
          <pc:sldMk cId="2712658358" sldId="2147480015"/>
        </pc:sldMkLst>
      </pc:sldChg>
      <pc:sldChg chg="addSp modSp mod">
        <pc:chgData name="Liu,Dr.,Meiruo (HP Medicine) BII-CN-S" userId="ece9aa16-5bba-4d2f-b200-019c8e2ba0a0" providerId="ADAL" clId="{6DDEAEDA-F74F-4B9F-A1E3-68A71BBA5E83}" dt="2024-04-23T07:11:16.129" v="820" actId="1038"/>
        <pc:sldMkLst>
          <pc:docMk/>
          <pc:sldMk cId="3404696861" sldId="2147480029"/>
        </pc:sldMkLst>
        <pc:spChg chg="mod">
          <ac:chgData name="Liu,Dr.,Meiruo (HP Medicine) BII-CN-S" userId="ece9aa16-5bba-4d2f-b200-019c8e2ba0a0" providerId="ADAL" clId="{6DDEAEDA-F74F-4B9F-A1E3-68A71BBA5E83}" dt="2024-04-23T07:11:10.884" v="790" actId="164"/>
          <ac:spMkLst>
            <pc:docMk/>
            <pc:sldMk cId="3404696861" sldId="2147480029"/>
            <ac:spMk id="10" creationId="{F1D233FE-EACA-6095-DE2D-A84CF86ED466}"/>
          </ac:spMkLst>
        </pc:spChg>
        <pc:grpChg chg="add mod">
          <ac:chgData name="Liu,Dr.,Meiruo (HP Medicine) BII-CN-S" userId="ece9aa16-5bba-4d2f-b200-019c8e2ba0a0" providerId="ADAL" clId="{6DDEAEDA-F74F-4B9F-A1E3-68A71BBA5E83}" dt="2024-04-23T07:11:16.129" v="820" actId="1038"/>
          <ac:grpSpMkLst>
            <pc:docMk/>
            <pc:sldMk cId="3404696861" sldId="2147480029"/>
            <ac:grpSpMk id="8" creationId="{B042F120-01C6-B6BD-997D-59C6C0356289}"/>
          </ac:grpSpMkLst>
        </pc:grpChg>
        <pc:cxnChg chg="mod">
          <ac:chgData name="Liu,Dr.,Meiruo (HP Medicine) BII-CN-S" userId="ece9aa16-5bba-4d2f-b200-019c8e2ba0a0" providerId="ADAL" clId="{6DDEAEDA-F74F-4B9F-A1E3-68A71BBA5E83}" dt="2024-04-23T07:11:10.884" v="790" actId="164"/>
          <ac:cxnSpMkLst>
            <pc:docMk/>
            <pc:sldMk cId="3404696861" sldId="2147480029"/>
            <ac:cxnSpMk id="9" creationId="{139F36E1-11D0-C238-90FA-3E290628BD4A}"/>
          </ac:cxnSpMkLst>
        </pc:cxnChg>
      </pc:sldChg>
      <pc:sldChg chg="del">
        <pc:chgData name="Liu,Dr.,Meiruo (HP Medicine) BII-CN-S" userId="ece9aa16-5bba-4d2f-b200-019c8e2ba0a0" providerId="ADAL" clId="{6DDEAEDA-F74F-4B9F-A1E3-68A71BBA5E83}" dt="2024-04-22T01:56:07.547" v="171" actId="47"/>
        <pc:sldMkLst>
          <pc:docMk/>
          <pc:sldMk cId="1127228928" sldId="2147480048"/>
        </pc:sldMkLst>
      </pc:sldChg>
      <pc:sldChg chg="del">
        <pc:chgData name="Liu,Dr.,Meiruo (HP Medicine) BII-CN-S" userId="ece9aa16-5bba-4d2f-b200-019c8e2ba0a0" providerId="ADAL" clId="{6DDEAEDA-F74F-4B9F-A1E3-68A71BBA5E83}" dt="2024-04-22T01:56:07.547" v="171" actId="47"/>
        <pc:sldMkLst>
          <pc:docMk/>
          <pc:sldMk cId="3266880530" sldId="2147480051"/>
        </pc:sldMkLst>
      </pc:sldChg>
      <pc:sldChg chg="add del">
        <pc:chgData name="Liu,Dr.,Meiruo (HP Medicine) BII-CN-S" userId="ece9aa16-5bba-4d2f-b200-019c8e2ba0a0" providerId="ADAL" clId="{6DDEAEDA-F74F-4B9F-A1E3-68A71BBA5E83}" dt="2024-04-22T00:47:55.003" v="3" actId="47"/>
        <pc:sldMkLst>
          <pc:docMk/>
          <pc:sldMk cId="1374588483" sldId="2147480053"/>
        </pc:sldMkLst>
      </pc:sldChg>
      <pc:sldChg chg="del">
        <pc:chgData name="Liu,Dr.,Meiruo (HP Medicine) BII-CN-S" userId="ece9aa16-5bba-4d2f-b200-019c8e2ba0a0" providerId="ADAL" clId="{6DDEAEDA-F74F-4B9F-A1E3-68A71BBA5E83}" dt="2024-04-22T01:56:07.547" v="171" actId="47"/>
        <pc:sldMkLst>
          <pc:docMk/>
          <pc:sldMk cId="3487181511" sldId="2147480055"/>
        </pc:sldMkLst>
      </pc:sldChg>
      <pc:sldChg chg="del">
        <pc:chgData name="Liu,Dr.,Meiruo (HP Medicine) BII-CN-S" userId="ece9aa16-5bba-4d2f-b200-019c8e2ba0a0" providerId="ADAL" clId="{6DDEAEDA-F74F-4B9F-A1E3-68A71BBA5E83}" dt="2024-04-22T01:56:07.547" v="171" actId="47"/>
        <pc:sldMkLst>
          <pc:docMk/>
          <pc:sldMk cId="351409295" sldId="2147480056"/>
        </pc:sldMkLst>
      </pc:sldChg>
      <pc:sldChg chg="del">
        <pc:chgData name="Liu,Dr.,Meiruo (HP Medicine) BII-CN-S" userId="ece9aa16-5bba-4d2f-b200-019c8e2ba0a0" providerId="ADAL" clId="{6DDEAEDA-F74F-4B9F-A1E3-68A71BBA5E83}" dt="2024-04-22T01:56:07.547" v="171" actId="47"/>
        <pc:sldMkLst>
          <pc:docMk/>
          <pc:sldMk cId="1821292923" sldId="2147480059"/>
        </pc:sldMkLst>
      </pc:sldChg>
      <pc:sldChg chg="del">
        <pc:chgData name="Liu,Dr.,Meiruo (HP Medicine) BII-CN-S" userId="ece9aa16-5bba-4d2f-b200-019c8e2ba0a0" providerId="ADAL" clId="{6DDEAEDA-F74F-4B9F-A1E3-68A71BBA5E83}" dt="2024-04-22T01:56:07.547" v="171" actId="47"/>
        <pc:sldMkLst>
          <pc:docMk/>
          <pc:sldMk cId="3500815953" sldId="2147480060"/>
        </pc:sldMkLst>
      </pc:sldChg>
      <pc:sldChg chg="del">
        <pc:chgData name="Liu,Dr.,Meiruo (HP Medicine) BII-CN-S" userId="ece9aa16-5bba-4d2f-b200-019c8e2ba0a0" providerId="ADAL" clId="{6DDEAEDA-F74F-4B9F-A1E3-68A71BBA5E83}" dt="2024-04-22T01:56:07.547" v="171" actId="47"/>
        <pc:sldMkLst>
          <pc:docMk/>
          <pc:sldMk cId="401929819" sldId="2147480061"/>
        </pc:sldMkLst>
      </pc:sldChg>
      <pc:sldChg chg="addCm modCm">
        <pc:chgData name="Liu,Dr.,Meiruo (HP Medicine) BII-CN-S" userId="ece9aa16-5bba-4d2f-b200-019c8e2ba0a0" providerId="ADAL" clId="{6DDEAEDA-F74F-4B9F-A1E3-68A71BBA5E83}" dt="2024-04-23T02:26:34.307" v="742"/>
        <pc:sldMkLst>
          <pc:docMk/>
          <pc:sldMk cId="2073496715" sldId="2147480065"/>
        </pc:sldMkLst>
      </pc:sldChg>
      <pc:sldChg chg="addSp modSp mod">
        <pc:chgData name="Liu,Dr.,Meiruo (HP Medicine) BII-CN-S" userId="ece9aa16-5bba-4d2f-b200-019c8e2ba0a0" providerId="ADAL" clId="{6DDEAEDA-F74F-4B9F-A1E3-68A71BBA5E83}" dt="2024-04-22T02:27:12.744" v="341" actId="1035"/>
        <pc:sldMkLst>
          <pc:docMk/>
          <pc:sldMk cId="2785038488" sldId="2147480604"/>
        </pc:sldMkLst>
        <pc:spChg chg="mod">
          <ac:chgData name="Liu,Dr.,Meiruo (HP Medicine) BII-CN-S" userId="ece9aa16-5bba-4d2f-b200-019c8e2ba0a0" providerId="ADAL" clId="{6DDEAEDA-F74F-4B9F-A1E3-68A71BBA5E83}" dt="2024-04-22T00:52:04.796" v="13" actId="207"/>
          <ac:spMkLst>
            <pc:docMk/>
            <pc:sldMk cId="2785038488" sldId="2147480604"/>
            <ac:spMk id="10" creationId="{4365105C-37E1-5F21-83FD-1CBFC1E47F7C}"/>
          </ac:spMkLst>
        </pc:spChg>
        <pc:spChg chg="add mod">
          <ac:chgData name="Liu,Dr.,Meiruo (HP Medicine) BII-CN-S" userId="ece9aa16-5bba-4d2f-b200-019c8e2ba0a0" providerId="ADAL" clId="{6DDEAEDA-F74F-4B9F-A1E3-68A71BBA5E83}" dt="2024-04-22T00:52:42.666" v="26" actId="1076"/>
          <ac:spMkLst>
            <pc:docMk/>
            <pc:sldMk cId="2785038488" sldId="2147480604"/>
            <ac:spMk id="20" creationId="{62114E45-69AC-F813-1043-D9C47D7E426A}"/>
          </ac:spMkLst>
        </pc:spChg>
        <pc:grpChg chg="mod">
          <ac:chgData name="Liu,Dr.,Meiruo (HP Medicine) BII-CN-S" userId="ece9aa16-5bba-4d2f-b200-019c8e2ba0a0" providerId="ADAL" clId="{6DDEAEDA-F74F-4B9F-A1E3-68A71BBA5E83}" dt="2024-04-22T02:27:12.744" v="341" actId="1035"/>
          <ac:grpSpMkLst>
            <pc:docMk/>
            <pc:sldMk cId="2785038488" sldId="2147480604"/>
            <ac:grpSpMk id="39" creationId="{431B778B-4DCC-2D5A-14C0-F97238265FB4}"/>
          </ac:grpSpMkLst>
        </pc:grpChg>
      </pc:sldChg>
      <pc:sldChg chg="addSp delSp modSp mod">
        <pc:chgData name="Liu,Dr.,Meiruo (HP Medicine) BII-CN-S" userId="ece9aa16-5bba-4d2f-b200-019c8e2ba0a0" providerId="ADAL" clId="{6DDEAEDA-F74F-4B9F-A1E3-68A71BBA5E83}" dt="2024-04-22T02:54:05.888" v="673" actId="20577"/>
        <pc:sldMkLst>
          <pc:docMk/>
          <pc:sldMk cId="3326657515" sldId="2147481648"/>
        </pc:sldMkLst>
        <pc:spChg chg="mod">
          <ac:chgData name="Liu,Dr.,Meiruo (HP Medicine) BII-CN-S" userId="ece9aa16-5bba-4d2f-b200-019c8e2ba0a0" providerId="ADAL" clId="{6DDEAEDA-F74F-4B9F-A1E3-68A71BBA5E83}" dt="2024-04-22T02:54:05.888" v="673" actId="20577"/>
          <ac:spMkLst>
            <pc:docMk/>
            <pc:sldMk cId="3326657515" sldId="2147481648"/>
            <ac:spMk id="4" creationId="{B43A7AC3-9CBD-7EE0-AEF0-FE6B99C32DD3}"/>
          </ac:spMkLst>
        </pc:spChg>
        <pc:spChg chg="add del mod">
          <ac:chgData name="Liu,Dr.,Meiruo (HP Medicine) BII-CN-S" userId="ece9aa16-5bba-4d2f-b200-019c8e2ba0a0" providerId="ADAL" clId="{6DDEAEDA-F74F-4B9F-A1E3-68A71BBA5E83}" dt="2024-04-22T00:51:05.982" v="9" actId="478"/>
          <ac:spMkLst>
            <pc:docMk/>
            <pc:sldMk cId="3326657515" sldId="2147481648"/>
            <ac:spMk id="5" creationId="{E7211823-8042-89D6-A855-1EBFAE55F66F}"/>
          </ac:spMkLst>
        </pc:spChg>
        <pc:spChg chg="add mod ord">
          <ac:chgData name="Liu,Dr.,Meiruo (HP Medicine) BII-CN-S" userId="ece9aa16-5bba-4d2f-b200-019c8e2ba0a0" providerId="ADAL" clId="{6DDEAEDA-F74F-4B9F-A1E3-68A71BBA5E83}" dt="2024-04-22T02:28:34.642" v="344" actId="167"/>
          <ac:spMkLst>
            <pc:docMk/>
            <pc:sldMk cId="3326657515" sldId="2147481648"/>
            <ac:spMk id="11" creationId="{49D53B04-DF91-978E-629A-79AAC37142C5}"/>
          </ac:spMkLst>
        </pc:spChg>
        <pc:spChg chg="add mod">
          <ac:chgData name="Liu,Dr.,Meiruo (HP Medicine) BII-CN-S" userId="ece9aa16-5bba-4d2f-b200-019c8e2ba0a0" providerId="ADAL" clId="{6DDEAEDA-F74F-4B9F-A1E3-68A71BBA5E83}" dt="2024-04-22T02:25:49.460" v="289" actId="20577"/>
          <ac:spMkLst>
            <pc:docMk/>
            <pc:sldMk cId="3326657515" sldId="2147481648"/>
            <ac:spMk id="12" creationId="{3D071D1C-B291-264A-9E71-348124E8748F}"/>
          </ac:spMkLst>
        </pc:spChg>
        <pc:spChg chg="add del mod">
          <ac:chgData name="Liu,Dr.,Meiruo (HP Medicine) BII-CN-S" userId="ece9aa16-5bba-4d2f-b200-019c8e2ba0a0" providerId="ADAL" clId="{6DDEAEDA-F74F-4B9F-A1E3-68A71BBA5E83}" dt="2024-04-22T02:27:56.655" v="342" actId="478"/>
          <ac:spMkLst>
            <pc:docMk/>
            <pc:sldMk cId="3326657515" sldId="2147481648"/>
            <ac:spMk id="13" creationId="{1D77D5CD-1F10-DE30-5F3F-9FA238770167}"/>
          </ac:spMkLst>
        </pc:spChg>
        <pc:spChg chg="add del mod">
          <ac:chgData name="Liu,Dr.,Meiruo (HP Medicine) BII-CN-S" userId="ece9aa16-5bba-4d2f-b200-019c8e2ba0a0" providerId="ADAL" clId="{6DDEAEDA-F74F-4B9F-A1E3-68A71BBA5E83}" dt="2024-04-22T02:40:11.071" v="345" actId="478"/>
          <ac:spMkLst>
            <pc:docMk/>
            <pc:sldMk cId="3326657515" sldId="2147481648"/>
            <ac:spMk id="14" creationId="{A22885B4-22AB-70F9-3379-7E505FF76F67}"/>
          </ac:spMkLst>
        </pc:spChg>
        <pc:spChg chg="mod">
          <ac:chgData name="Liu,Dr.,Meiruo (HP Medicine) BII-CN-S" userId="ece9aa16-5bba-4d2f-b200-019c8e2ba0a0" providerId="ADAL" clId="{6DDEAEDA-F74F-4B9F-A1E3-68A71BBA5E83}" dt="2024-04-22T01:09:17.800" v="65" actId="1076"/>
          <ac:spMkLst>
            <pc:docMk/>
            <pc:sldMk cId="3326657515" sldId="2147481648"/>
            <ac:spMk id="21" creationId="{35ED2365-2691-CD52-CD5F-BDB0E928CC2F}"/>
          </ac:spMkLst>
        </pc:spChg>
        <pc:spChg chg="mod ord">
          <ac:chgData name="Liu,Dr.,Meiruo (HP Medicine) BII-CN-S" userId="ece9aa16-5bba-4d2f-b200-019c8e2ba0a0" providerId="ADAL" clId="{6DDEAEDA-F74F-4B9F-A1E3-68A71BBA5E83}" dt="2024-04-22T01:09:12.642" v="64" actId="167"/>
          <ac:spMkLst>
            <pc:docMk/>
            <pc:sldMk cId="3326657515" sldId="2147481648"/>
            <ac:spMk id="23" creationId="{23F95A6B-8040-AF43-21B2-3E7EAFBBC9F4}"/>
          </ac:spMkLst>
        </pc:spChg>
        <pc:spChg chg="mod">
          <ac:chgData name="Liu,Dr.,Meiruo (HP Medicine) BII-CN-S" userId="ece9aa16-5bba-4d2f-b200-019c8e2ba0a0" providerId="ADAL" clId="{6DDEAEDA-F74F-4B9F-A1E3-68A71BBA5E83}" dt="2024-04-22T02:46:23.160" v="581" actId="20577"/>
          <ac:spMkLst>
            <pc:docMk/>
            <pc:sldMk cId="3326657515" sldId="2147481648"/>
            <ac:spMk id="162" creationId="{AB842C90-582D-8634-F7E1-DFF05024601F}"/>
          </ac:spMkLst>
        </pc:spChg>
        <pc:spChg chg="mod">
          <ac:chgData name="Liu,Dr.,Meiruo (HP Medicine) BII-CN-S" userId="ece9aa16-5bba-4d2f-b200-019c8e2ba0a0" providerId="ADAL" clId="{6DDEAEDA-F74F-4B9F-A1E3-68A71BBA5E83}" dt="2024-04-22T02:21:13.204" v="210" actId="113"/>
          <ac:spMkLst>
            <pc:docMk/>
            <pc:sldMk cId="3326657515" sldId="2147481648"/>
            <ac:spMk id="187" creationId="{602CCD44-A612-8847-8E81-1D7296DD3A6C}"/>
          </ac:spMkLst>
        </pc:spChg>
        <pc:grpChg chg="mod">
          <ac:chgData name="Liu,Dr.,Meiruo (HP Medicine) BII-CN-S" userId="ece9aa16-5bba-4d2f-b200-019c8e2ba0a0" providerId="ADAL" clId="{6DDEAEDA-F74F-4B9F-A1E3-68A71BBA5E83}" dt="2024-04-22T02:46:28.070" v="586" actId="1035"/>
          <ac:grpSpMkLst>
            <pc:docMk/>
            <pc:sldMk cId="3326657515" sldId="2147481648"/>
            <ac:grpSpMk id="192" creationId="{7C013757-4491-0FF4-63E8-D520E05D286B}"/>
          </ac:grpSpMkLst>
        </pc:grpChg>
        <pc:cxnChg chg="mod">
          <ac:chgData name="Liu,Dr.,Meiruo (HP Medicine) BII-CN-S" userId="ece9aa16-5bba-4d2f-b200-019c8e2ba0a0" providerId="ADAL" clId="{6DDEAEDA-F74F-4B9F-A1E3-68A71BBA5E83}" dt="2024-04-22T01:09:24.159" v="72" actId="1035"/>
          <ac:cxnSpMkLst>
            <pc:docMk/>
            <pc:sldMk cId="3326657515" sldId="2147481648"/>
            <ac:cxnSpMk id="22" creationId="{D54EF711-BF0E-E59D-AA2B-52A03EF0BAD3}"/>
          </ac:cxnSpMkLst>
        </pc:cxnChg>
      </pc:sldChg>
      <pc:sldChg chg="del">
        <pc:chgData name="Liu,Dr.,Meiruo (HP Medicine) BII-CN-S" userId="ece9aa16-5bba-4d2f-b200-019c8e2ba0a0" providerId="ADAL" clId="{6DDEAEDA-F74F-4B9F-A1E3-68A71BBA5E83}" dt="2024-04-22T01:56:07.547" v="171" actId="47"/>
        <pc:sldMkLst>
          <pc:docMk/>
          <pc:sldMk cId="3893968065" sldId="2147481649"/>
        </pc:sldMkLst>
      </pc:sldChg>
      <pc:sldChg chg="modSp mod">
        <pc:chgData name="Liu,Dr.,Meiruo (HP Medicine) BII-CN-S" userId="ece9aa16-5bba-4d2f-b200-019c8e2ba0a0" providerId="ADAL" clId="{6DDEAEDA-F74F-4B9F-A1E3-68A71BBA5E83}" dt="2024-04-22T00:48:14.192" v="5"/>
        <pc:sldMkLst>
          <pc:docMk/>
          <pc:sldMk cId="1965380288" sldId="2147481656"/>
        </pc:sldMkLst>
        <pc:spChg chg="mod">
          <ac:chgData name="Liu,Dr.,Meiruo (HP Medicine) BII-CN-S" userId="ece9aa16-5bba-4d2f-b200-019c8e2ba0a0" providerId="ADAL" clId="{6DDEAEDA-F74F-4B9F-A1E3-68A71BBA5E83}" dt="2024-04-22T00:47:38.357" v="1" actId="13926"/>
          <ac:spMkLst>
            <pc:docMk/>
            <pc:sldMk cId="1965380288" sldId="2147481656"/>
            <ac:spMk id="8" creationId="{53A904A5-D854-0934-67A6-E47D81778765}"/>
          </ac:spMkLst>
        </pc:spChg>
        <pc:graphicFrameChg chg="mod modGraphic">
          <ac:chgData name="Liu,Dr.,Meiruo (HP Medicine) BII-CN-S" userId="ece9aa16-5bba-4d2f-b200-019c8e2ba0a0" providerId="ADAL" clId="{6DDEAEDA-F74F-4B9F-A1E3-68A71BBA5E83}" dt="2024-04-22T00:48:14.192" v="5"/>
          <ac:graphicFrameMkLst>
            <pc:docMk/>
            <pc:sldMk cId="1965380288" sldId="2147481656"/>
            <ac:graphicFrameMk id="19" creationId="{2867D72B-A130-6827-B506-15D81EEE355D}"/>
          </ac:graphicFrameMkLst>
        </pc:graphicFrameChg>
      </pc:sldChg>
      <pc:sldChg chg="addCm delCm">
        <pc:chgData name="Liu,Dr.,Meiruo (HP Medicine) BII-CN-S" userId="ece9aa16-5bba-4d2f-b200-019c8e2ba0a0" providerId="ADAL" clId="{6DDEAEDA-F74F-4B9F-A1E3-68A71BBA5E83}" dt="2024-04-23T02:18:17.269" v="738" actId="1592"/>
        <pc:sldMkLst>
          <pc:docMk/>
          <pc:sldMk cId="939860254" sldId="2147481657"/>
        </pc:sldMkLst>
      </pc:sldChg>
      <pc:sldChg chg="del">
        <pc:chgData name="Liu,Dr.,Meiruo (HP Medicine) BII-CN-S" userId="ece9aa16-5bba-4d2f-b200-019c8e2ba0a0" providerId="ADAL" clId="{6DDEAEDA-F74F-4B9F-A1E3-68A71BBA5E83}" dt="2024-04-22T06:21:14.270" v="707" actId="47"/>
        <pc:sldMkLst>
          <pc:docMk/>
          <pc:sldMk cId="3142963651" sldId="2147481665"/>
        </pc:sldMkLst>
      </pc:sldChg>
      <pc:sldChg chg="del">
        <pc:chgData name="Liu,Dr.,Meiruo (HP Medicine) BII-CN-S" userId="ece9aa16-5bba-4d2f-b200-019c8e2ba0a0" providerId="ADAL" clId="{6DDEAEDA-F74F-4B9F-A1E3-68A71BBA5E83}" dt="2024-04-22T01:56:07.547" v="171" actId="47"/>
        <pc:sldMkLst>
          <pc:docMk/>
          <pc:sldMk cId="163166827" sldId="2147481666"/>
        </pc:sldMkLst>
      </pc:sldChg>
      <pc:sldChg chg="modSp mod">
        <pc:chgData name="Liu,Dr.,Meiruo (HP Medicine) BII-CN-S" userId="ece9aa16-5bba-4d2f-b200-019c8e2ba0a0" providerId="ADAL" clId="{6DDEAEDA-F74F-4B9F-A1E3-68A71BBA5E83}" dt="2024-04-23T07:10:45.696" v="764" actId="1038"/>
        <pc:sldMkLst>
          <pc:docMk/>
          <pc:sldMk cId="3568533602" sldId="2147481667"/>
        </pc:sldMkLst>
        <pc:grpChg chg="mod">
          <ac:chgData name="Liu,Dr.,Meiruo (HP Medicine) BII-CN-S" userId="ece9aa16-5bba-4d2f-b200-019c8e2ba0a0" providerId="ADAL" clId="{6DDEAEDA-F74F-4B9F-A1E3-68A71BBA5E83}" dt="2024-04-23T07:10:45.696" v="764" actId="1038"/>
          <ac:grpSpMkLst>
            <pc:docMk/>
            <pc:sldMk cId="3568533602" sldId="2147481667"/>
            <ac:grpSpMk id="71" creationId="{E0B1B510-A24F-FC7E-61A4-2789EF6D79D4}"/>
          </ac:grpSpMkLst>
        </pc:grpChg>
      </pc:sldChg>
      <pc:sldChg chg="addSp modSp mod">
        <pc:chgData name="Liu,Dr.,Meiruo (HP Medicine) BII-CN-S" userId="ece9aa16-5bba-4d2f-b200-019c8e2ba0a0" providerId="ADAL" clId="{6DDEAEDA-F74F-4B9F-A1E3-68A71BBA5E83}" dt="2024-04-23T07:11:01.420" v="789" actId="1037"/>
        <pc:sldMkLst>
          <pc:docMk/>
          <pc:sldMk cId="2655749749" sldId="2147482014"/>
        </pc:sldMkLst>
        <pc:spChg chg="mod">
          <ac:chgData name="Liu,Dr.,Meiruo (HP Medicine) BII-CN-S" userId="ece9aa16-5bba-4d2f-b200-019c8e2ba0a0" providerId="ADAL" clId="{6DDEAEDA-F74F-4B9F-A1E3-68A71BBA5E83}" dt="2024-04-23T07:10:56.850" v="765" actId="164"/>
          <ac:spMkLst>
            <pc:docMk/>
            <pc:sldMk cId="2655749749" sldId="2147482014"/>
            <ac:spMk id="62" creationId="{C809A2AF-A28A-FF9B-27C2-8A81E02671B0}"/>
          </ac:spMkLst>
        </pc:spChg>
        <pc:grpChg chg="add mod">
          <ac:chgData name="Liu,Dr.,Meiruo (HP Medicine) BII-CN-S" userId="ece9aa16-5bba-4d2f-b200-019c8e2ba0a0" providerId="ADAL" clId="{6DDEAEDA-F74F-4B9F-A1E3-68A71BBA5E83}" dt="2024-04-23T07:11:01.420" v="789" actId="1037"/>
          <ac:grpSpMkLst>
            <pc:docMk/>
            <pc:sldMk cId="2655749749" sldId="2147482014"/>
            <ac:grpSpMk id="4" creationId="{D74F97C7-248E-A865-E246-39ABA86B4943}"/>
          </ac:grpSpMkLst>
        </pc:grpChg>
        <pc:cxnChg chg="mod">
          <ac:chgData name="Liu,Dr.,Meiruo (HP Medicine) BII-CN-S" userId="ece9aa16-5bba-4d2f-b200-019c8e2ba0a0" providerId="ADAL" clId="{6DDEAEDA-F74F-4B9F-A1E3-68A71BBA5E83}" dt="2024-04-23T07:10:56.850" v="765" actId="164"/>
          <ac:cxnSpMkLst>
            <pc:docMk/>
            <pc:sldMk cId="2655749749" sldId="2147482014"/>
            <ac:cxnSpMk id="61" creationId="{7DD78E92-D915-5FC6-69A5-95E55ED92A3F}"/>
          </ac:cxnSpMkLst>
        </pc:cxnChg>
      </pc:sldChg>
      <pc:sldChg chg="modSp add mod">
        <pc:chgData name="Liu,Dr.,Meiruo (HP Medicine) BII-CN-S" userId="ece9aa16-5bba-4d2f-b200-019c8e2ba0a0" providerId="ADAL" clId="{6DDEAEDA-F74F-4B9F-A1E3-68A71BBA5E83}" dt="2024-04-22T02:56:00.013" v="701" actId="20577"/>
        <pc:sldMkLst>
          <pc:docMk/>
          <pc:sldMk cId="2538718583" sldId="2147482018"/>
        </pc:sldMkLst>
        <pc:spChg chg="mod">
          <ac:chgData name="Liu,Dr.,Meiruo (HP Medicine) BII-CN-S" userId="ece9aa16-5bba-4d2f-b200-019c8e2ba0a0" providerId="ADAL" clId="{6DDEAEDA-F74F-4B9F-A1E3-68A71BBA5E83}" dt="2024-04-22T02:55:50.516" v="685" actId="20577"/>
          <ac:spMkLst>
            <pc:docMk/>
            <pc:sldMk cId="2538718583" sldId="2147482018"/>
            <ac:spMk id="4" creationId="{3F7C54BC-645B-C0DA-DC8B-ECD8DBDF82F6}"/>
          </ac:spMkLst>
        </pc:spChg>
        <pc:spChg chg="mod">
          <ac:chgData name="Liu,Dr.,Meiruo (HP Medicine) BII-CN-S" userId="ece9aa16-5bba-4d2f-b200-019c8e2ba0a0" providerId="ADAL" clId="{6DDEAEDA-F74F-4B9F-A1E3-68A71BBA5E83}" dt="2024-04-22T02:56:00.013" v="701" actId="20577"/>
          <ac:spMkLst>
            <pc:docMk/>
            <pc:sldMk cId="2538718583" sldId="2147482018"/>
            <ac:spMk id="5" creationId="{62672A29-1CC6-C512-7AC6-058646FA8CA3}"/>
          </ac:spMkLst>
        </pc:spChg>
      </pc:sldChg>
    </pc:docChg>
  </pc:docChgLst>
  <pc:docChgLst>
    <pc:chgData name="Dai,Dr.,Chris (HP Medicine) BII-CN-S" userId="S::chris.dai@boehringer-ingelheim.com::3e58a745-3dd4-4a16-bba7-0132b90feb2d" providerId="AD" clId="Web-{90492AB5-839E-130F-A12A-CBD937262CF9}"/>
    <pc:docChg chg="addSld delSld modMainMaster">
      <pc:chgData name="Dai,Dr.,Chris (HP Medicine) BII-CN-S" userId="S::chris.dai@boehringer-ingelheim.com::3e58a745-3dd4-4a16-bba7-0132b90feb2d" providerId="AD" clId="Web-{90492AB5-839E-130F-A12A-CBD937262CF9}" dt="2023-11-09T07:46:09.325" v="16"/>
      <pc:docMkLst>
        <pc:docMk/>
      </pc:docMkLst>
      <pc:sldChg chg="del">
        <pc:chgData name="Dai,Dr.,Chris (HP Medicine) BII-CN-S" userId="S::chris.dai@boehringer-ingelheim.com::3e58a745-3dd4-4a16-bba7-0132b90feb2d" providerId="AD" clId="Web-{90492AB5-839E-130F-A12A-CBD937262CF9}" dt="2023-11-09T07:45:56.715" v="3"/>
        <pc:sldMkLst>
          <pc:docMk/>
          <pc:sldMk cId="3563159918" sldId="2147479970"/>
        </pc:sldMkLst>
      </pc:sldChg>
      <pc:sldChg chg="del">
        <pc:chgData name="Dai,Dr.,Chris (HP Medicine) BII-CN-S" userId="S::chris.dai@boehringer-ingelheim.com::3e58a745-3dd4-4a16-bba7-0132b90feb2d" providerId="AD" clId="Web-{90492AB5-839E-130F-A12A-CBD937262CF9}" dt="2023-11-09T07:45:56.684" v="2"/>
        <pc:sldMkLst>
          <pc:docMk/>
          <pc:sldMk cId="160368125" sldId="2147479997"/>
        </pc:sldMkLst>
      </pc:sldChg>
      <pc:sldChg chg="del">
        <pc:chgData name="Dai,Dr.,Chris (HP Medicine) BII-CN-S" userId="S::chris.dai@boehringer-ingelheim.com::3e58a745-3dd4-4a16-bba7-0132b90feb2d" providerId="AD" clId="Web-{90492AB5-839E-130F-A12A-CBD937262CF9}" dt="2023-11-09T07:45:56.793" v="7"/>
        <pc:sldMkLst>
          <pc:docMk/>
          <pc:sldMk cId="3586552819" sldId="2147480001"/>
        </pc:sldMkLst>
      </pc:sldChg>
      <pc:sldChg chg="del">
        <pc:chgData name="Dai,Dr.,Chris (HP Medicine) BII-CN-S" userId="S::chris.dai@boehringer-ingelheim.com::3e58a745-3dd4-4a16-bba7-0132b90feb2d" providerId="AD" clId="Web-{90492AB5-839E-130F-A12A-CBD937262CF9}" dt="2023-11-09T07:45:56.637" v="0"/>
        <pc:sldMkLst>
          <pc:docMk/>
          <pc:sldMk cId="2371754290" sldId="2147480004"/>
        </pc:sldMkLst>
      </pc:sldChg>
      <pc:sldChg chg="del">
        <pc:chgData name="Dai,Dr.,Chris (HP Medicine) BII-CN-S" userId="S::chris.dai@boehringer-ingelheim.com::3e58a745-3dd4-4a16-bba7-0132b90feb2d" providerId="AD" clId="Web-{90492AB5-839E-130F-A12A-CBD937262CF9}" dt="2023-11-09T07:45:56.731" v="4"/>
        <pc:sldMkLst>
          <pc:docMk/>
          <pc:sldMk cId="3483775307" sldId="2147480005"/>
        </pc:sldMkLst>
      </pc:sldChg>
      <pc:sldChg chg="del">
        <pc:chgData name="Dai,Dr.,Chris (HP Medicine) BII-CN-S" userId="S::chris.dai@boehringer-ingelheim.com::3e58a745-3dd4-4a16-bba7-0132b90feb2d" providerId="AD" clId="Web-{90492AB5-839E-130F-A12A-CBD937262CF9}" dt="2023-11-09T07:45:56.762" v="6"/>
        <pc:sldMkLst>
          <pc:docMk/>
          <pc:sldMk cId="229916391" sldId="2147480007"/>
        </pc:sldMkLst>
      </pc:sldChg>
      <pc:sldChg chg="del">
        <pc:chgData name="Dai,Dr.,Chris (HP Medicine) BII-CN-S" userId="S::chris.dai@boehringer-ingelheim.com::3e58a745-3dd4-4a16-bba7-0132b90feb2d" providerId="AD" clId="Web-{90492AB5-839E-130F-A12A-CBD937262CF9}" dt="2023-11-09T07:45:56.668" v="1"/>
        <pc:sldMkLst>
          <pc:docMk/>
          <pc:sldMk cId="1325780108" sldId="2147480009"/>
        </pc:sldMkLst>
      </pc:sldChg>
      <pc:sldChg chg="del">
        <pc:chgData name="Dai,Dr.,Chris (HP Medicine) BII-CN-S" userId="S::chris.dai@boehringer-ingelheim.com::3e58a745-3dd4-4a16-bba7-0132b90feb2d" providerId="AD" clId="Web-{90492AB5-839E-130F-A12A-CBD937262CF9}" dt="2023-11-09T07:45:56.746" v="5"/>
        <pc:sldMkLst>
          <pc:docMk/>
          <pc:sldMk cId="3000963701" sldId="2147480010"/>
        </pc:sldMkLst>
      </pc:sldChg>
      <pc:sldChg chg="add">
        <pc:chgData name="Dai,Dr.,Chris (HP Medicine) BII-CN-S" userId="S::chris.dai@boehringer-ingelheim.com::3e58a745-3dd4-4a16-bba7-0132b90feb2d" providerId="AD" clId="Web-{90492AB5-839E-130F-A12A-CBD937262CF9}" dt="2023-11-09T07:46:04.950" v="8"/>
        <pc:sldMkLst>
          <pc:docMk/>
          <pc:sldMk cId="1274451671" sldId="2147480013"/>
        </pc:sldMkLst>
      </pc:sldChg>
      <pc:sldChg chg="add">
        <pc:chgData name="Dai,Dr.,Chris (HP Medicine) BII-CN-S" userId="S::chris.dai@boehringer-ingelheim.com::3e58a745-3dd4-4a16-bba7-0132b90feb2d" providerId="AD" clId="Web-{90492AB5-839E-130F-A12A-CBD937262CF9}" dt="2023-11-09T07:46:05.575" v="9"/>
        <pc:sldMkLst>
          <pc:docMk/>
          <pc:sldMk cId="1674635986" sldId="2147480014"/>
        </pc:sldMkLst>
      </pc:sldChg>
      <pc:sldChg chg="add">
        <pc:chgData name="Dai,Dr.,Chris (HP Medicine) BII-CN-S" userId="S::chris.dai@boehringer-ingelheim.com::3e58a745-3dd4-4a16-bba7-0132b90feb2d" providerId="AD" clId="Web-{90492AB5-839E-130F-A12A-CBD937262CF9}" dt="2023-11-09T07:46:06.231" v="10"/>
        <pc:sldMkLst>
          <pc:docMk/>
          <pc:sldMk cId="3951655346" sldId="2147480015"/>
        </pc:sldMkLst>
      </pc:sldChg>
      <pc:sldChg chg="add">
        <pc:chgData name="Dai,Dr.,Chris (HP Medicine) BII-CN-S" userId="S::chris.dai@boehringer-ingelheim.com::3e58a745-3dd4-4a16-bba7-0132b90feb2d" providerId="AD" clId="Web-{90492AB5-839E-130F-A12A-CBD937262CF9}" dt="2023-11-09T07:46:06.731" v="11"/>
        <pc:sldMkLst>
          <pc:docMk/>
          <pc:sldMk cId="459546790" sldId="2147480016"/>
        </pc:sldMkLst>
      </pc:sldChg>
      <pc:sldChg chg="add">
        <pc:chgData name="Dai,Dr.,Chris (HP Medicine) BII-CN-S" userId="S::chris.dai@boehringer-ingelheim.com::3e58a745-3dd4-4a16-bba7-0132b90feb2d" providerId="AD" clId="Web-{90492AB5-839E-130F-A12A-CBD937262CF9}" dt="2023-11-09T07:46:07.231" v="12"/>
        <pc:sldMkLst>
          <pc:docMk/>
          <pc:sldMk cId="1540710500" sldId="2147480017"/>
        </pc:sldMkLst>
      </pc:sldChg>
      <pc:sldChg chg="add">
        <pc:chgData name="Dai,Dr.,Chris (HP Medicine) BII-CN-S" userId="S::chris.dai@boehringer-ingelheim.com::3e58a745-3dd4-4a16-bba7-0132b90feb2d" providerId="AD" clId="Web-{90492AB5-839E-130F-A12A-CBD937262CF9}" dt="2023-11-09T07:46:07.763" v="13"/>
        <pc:sldMkLst>
          <pc:docMk/>
          <pc:sldMk cId="3990209671" sldId="2147480018"/>
        </pc:sldMkLst>
      </pc:sldChg>
      <pc:sldChg chg="add">
        <pc:chgData name="Dai,Dr.,Chris (HP Medicine) BII-CN-S" userId="S::chris.dai@boehringer-ingelheim.com::3e58a745-3dd4-4a16-bba7-0132b90feb2d" providerId="AD" clId="Web-{90492AB5-839E-130F-A12A-CBD937262CF9}" dt="2023-11-09T07:46:08.294" v="14"/>
        <pc:sldMkLst>
          <pc:docMk/>
          <pc:sldMk cId="2655625100" sldId="2147480019"/>
        </pc:sldMkLst>
      </pc:sldChg>
      <pc:sldChg chg="add">
        <pc:chgData name="Dai,Dr.,Chris (HP Medicine) BII-CN-S" userId="S::chris.dai@boehringer-ingelheim.com::3e58a745-3dd4-4a16-bba7-0132b90feb2d" providerId="AD" clId="Web-{90492AB5-839E-130F-A12A-CBD937262CF9}" dt="2023-11-09T07:46:08.513" v="15"/>
        <pc:sldMkLst>
          <pc:docMk/>
          <pc:sldMk cId="2484038239" sldId="2147480020"/>
        </pc:sldMkLst>
      </pc:sldChg>
      <pc:sldChg chg="add">
        <pc:chgData name="Dai,Dr.,Chris (HP Medicine) BII-CN-S" userId="S::chris.dai@boehringer-ingelheim.com::3e58a745-3dd4-4a16-bba7-0132b90feb2d" providerId="AD" clId="Web-{90492AB5-839E-130F-A12A-CBD937262CF9}" dt="2023-11-09T07:46:09.325" v="16"/>
        <pc:sldMkLst>
          <pc:docMk/>
          <pc:sldMk cId="1252194340" sldId="2147480021"/>
        </pc:sldMkLst>
      </pc:sldChg>
      <pc:sldMasterChg chg="modSldLayout">
        <pc:chgData name="Dai,Dr.,Chris (HP Medicine) BII-CN-S" userId="S::chris.dai@boehringer-ingelheim.com::3e58a745-3dd4-4a16-bba7-0132b90feb2d" providerId="AD" clId="Web-{90492AB5-839E-130F-A12A-CBD937262CF9}" dt="2023-11-09T07:46:06.231" v="10"/>
        <pc:sldMasterMkLst>
          <pc:docMk/>
          <pc:sldMasterMk cId="1905170342" sldId="2147484611"/>
        </pc:sldMasterMkLst>
        <pc:sldLayoutChg chg="replId">
          <pc:chgData name="Dai,Dr.,Chris (HP Medicine) BII-CN-S" userId="S::chris.dai@boehringer-ingelheim.com::3e58a745-3dd4-4a16-bba7-0132b90feb2d" providerId="AD" clId="Web-{90492AB5-839E-130F-A12A-CBD937262CF9}" dt="2023-11-09T07:46:06.231" v="10"/>
          <pc:sldLayoutMkLst>
            <pc:docMk/>
            <pc:sldMasterMk cId="1905170342" sldId="2147484611"/>
            <pc:sldLayoutMk cId="2723619652" sldId="2147484773"/>
          </pc:sldLayoutMkLst>
        </pc:sldLayoutChg>
      </pc:sldMasterChg>
      <pc:sldMasterChg chg="addSldLayout">
        <pc:chgData name="Dai,Dr.,Chris (HP Medicine) BII-CN-S" userId="S::chris.dai@boehringer-ingelheim.com::3e58a745-3dd4-4a16-bba7-0132b90feb2d" providerId="AD" clId="Web-{90492AB5-839E-130F-A12A-CBD937262CF9}" dt="2023-11-09T07:46:06.231" v="10"/>
        <pc:sldMasterMkLst>
          <pc:docMk/>
          <pc:sldMasterMk cId="3618445567" sldId="2147484660"/>
        </pc:sldMasterMkLst>
        <pc:sldLayoutChg chg="add">
          <pc:chgData name="Dai,Dr.,Chris (HP Medicine) BII-CN-S" userId="S::chris.dai@boehringer-ingelheim.com::3e58a745-3dd4-4a16-bba7-0132b90feb2d" providerId="AD" clId="Web-{90492AB5-839E-130F-A12A-CBD937262CF9}" dt="2023-11-09T07:46:06.231" v="10"/>
          <pc:sldLayoutMkLst>
            <pc:docMk/>
            <pc:sldMasterMk cId="3618445567" sldId="2147484660"/>
            <pc:sldLayoutMk cId="3326480534" sldId="2147484624"/>
          </pc:sldLayoutMkLst>
        </pc:sldLayoutChg>
      </pc:sldMasterChg>
    </pc:docChg>
  </pc:docChgLst>
  <pc:docChgLst>
    <pc:chgData name="Liang,Dr.,Hongzi (HP Medicine) BII-CN-S" userId="29bc0a18-5096-49d5-ae49-3e5745cfa117" providerId="ADAL" clId="{44FEFDFD-21F9-4271-884D-ABEC75EAA616}"/>
    <pc:docChg chg="undo custSel modSld">
      <pc:chgData name="Liang,Dr.,Hongzi (HP Medicine) BII-CN-S" userId="29bc0a18-5096-49d5-ae49-3e5745cfa117" providerId="ADAL" clId="{44FEFDFD-21F9-4271-884D-ABEC75EAA616}" dt="2023-12-18T06:00:51.932" v="264" actId="1036"/>
      <pc:docMkLst>
        <pc:docMk/>
      </pc:docMkLst>
      <pc:sldChg chg="modSp mod">
        <pc:chgData name="Liang,Dr.,Hongzi (HP Medicine) BII-CN-S" userId="29bc0a18-5096-49d5-ae49-3e5745cfa117" providerId="ADAL" clId="{44FEFDFD-21F9-4271-884D-ABEC75EAA616}" dt="2023-12-17T14:29:47.708" v="1" actId="20577"/>
        <pc:sldMkLst>
          <pc:docMk/>
          <pc:sldMk cId="2119365825" sldId="2147480034"/>
        </pc:sldMkLst>
        <pc:spChg chg="mod">
          <ac:chgData name="Liang,Dr.,Hongzi (HP Medicine) BII-CN-S" userId="29bc0a18-5096-49d5-ae49-3e5745cfa117" providerId="ADAL" clId="{44FEFDFD-21F9-4271-884D-ABEC75EAA616}" dt="2023-12-17T14:29:47.708" v="1" actId="20577"/>
          <ac:spMkLst>
            <pc:docMk/>
            <pc:sldMk cId="2119365825" sldId="2147480034"/>
            <ac:spMk id="138" creationId="{218A2698-E84D-3D2A-2603-23A24AE7CCE0}"/>
          </ac:spMkLst>
        </pc:spChg>
      </pc:sldChg>
      <pc:sldChg chg="addSp delSp modSp mod">
        <pc:chgData name="Liang,Dr.,Hongzi (HP Medicine) BII-CN-S" userId="29bc0a18-5096-49d5-ae49-3e5745cfa117" providerId="ADAL" clId="{44FEFDFD-21F9-4271-884D-ABEC75EAA616}" dt="2023-12-18T06:00:51.932" v="264" actId="1036"/>
        <pc:sldMkLst>
          <pc:docMk/>
          <pc:sldMk cId="1662920444" sldId="2147480043"/>
        </pc:sldMkLst>
        <pc:spChg chg="mod">
          <ac:chgData name="Liang,Dr.,Hongzi (HP Medicine) BII-CN-S" userId="29bc0a18-5096-49d5-ae49-3e5745cfa117" providerId="ADAL" clId="{44FEFDFD-21F9-4271-884D-ABEC75EAA616}" dt="2023-12-18T06:00:47.659" v="250"/>
          <ac:spMkLst>
            <pc:docMk/>
            <pc:sldMk cId="1662920444" sldId="2147480043"/>
            <ac:spMk id="135" creationId="{D746EB39-1CA4-F8D9-B2D9-64670E6B4A27}"/>
          </ac:spMkLst>
        </pc:spChg>
        <pc:spChg chg="mod">
          <ac:chgData name="Liang,Dr.,Hongzi (HP Medicine) BII-CN-S" userId="29bc0a18-5096-49d5-ae49-3e5745cfa117" providerId="ADAL" clId="{44FEFDFD-21F9-4271-884D-ABEC75EAA616}" dt="2023-12-18T06:00:47.659" v="250"/>
          <ac:spMkLst>
            <pc:docMk/>
            <pc:sldMk cId="1662920444" sldId="2147480043"/>
            <ac:spMk id="136" creationId="{C9719A51-F675-BBE0-62EB-9E15ECEE3A0C}"/>
          </ac:spMkLst>
        </pc:spChg>
        <pc:grpChg chg="add mod">
          <ac:chgData name="Liang,Dr.,Hongzi (HP Medicine) BII-CN-S" userId="29bc0a18-5096-49d5-ae49-3e5745cfa117" providerId="ADAL" clId="{44FEFDFD-21F9-4271-884D-ABEC75EAA616}" dt="2023-12-18T06:00:51.932" v="264" actId="1036"/>
          <ac:grpSpMkLst>
            <pc:docMk/>
            <pc:sldMk cId="1662920444" sldId="2147480043"/>
            <ac:grpSpMk id="119" creationId="{066E396A-AB85-B2BD-8B7B-9D2B1C06E4FC}"/>
          </ac:grpSpMkLst>
        </pc:grpChg>
        <pc:picChg chg="del">
          <ac:chgData name="Liang,Dr.,Hongzi (HP Medicine) BII-CN-S" userId="29bc0a18-5096-49d5-ae49-3e5745cfa117" providerId="ADAL" clId="{44FEFDFD-21F9-4271-884D-ABEC75EAA616}" dt="2023-12-18T06:00:47.285" v="249" actId="478"/>
          <ac:picMkLst>
            <pc:docMk/>
            <pc:sldMk cId="1662920444" sldId="2147480043"/>
            <ac:picMk id="37" creationId="{69634E20-BC4D-B814-5948-A90FA6D5F9CD}"/>
          </ac:picMkLst>
        </pc:picChg>
        <pc:picChg chg="mod">
          <ac:chgData name="Liang,Dr.,Hongzi (HP Medicine) BII-CN-S" userId="29bc0a18-5096-49d5-ae49-3e5745cfa117" providerId="ADAL" clId="{44FEFDFD-21F9-4271-884D-ABEC75EAA616}" dt="2023-12-18T06:00:47.659" v="250"/>
          <ac:picMkLst>
            <pc:docMk/>
            <pc:sldMk cId="1662920444" sldId="2147480043"/>
            <ac:picMk id="134" creationId="{7CF24AE6-E339-8C9B-B8E3-587C8B83268F}"/>
          </ac:picMkLst>
        </pc:picChg>
      </pc:sldChg>
      <pc:sldChg chg="addSp delSp modSp mod">
        <pc:chgData name="Liang,Dr.,Hongzi (HP Medicine) BII-CN-S" userId="29bc0a18-5096-49d5-ae49-3e5745cfa117" providerId="ADAL" clId="{44FEFDFD-21F9-4271-884D-ABEC75EAA616}" dt="2023-12-18T06:00:12.575" v="248" actId="207"/>
        <pc:sldMkLst>
          <pc:docMk/>
          <pc:sldMk cId="2689349481" sldId="2147480051"/>
        </pc:sldMkLst>
        <pc:spChg chg="add mod">
          <ac:chgData name="Liang,Dr.,Hongzi (HP Medicine) BII-CN-S" userId="29bc0a18-5096-49d5-ae49-3e5745cfa117" providerId="ADAL" clId="{44FEFDFD-21F9-4271-884D-ABEC75EAA616}" dt="2023-12-18T05:58:53.152" v="233" actId="1037"/>
          <ac:spMkLst>
            <pc:docMk/>
            <pc:sldMk cId="2689349481" sldId="2147480051"/>
            <ac:spMk id="3" creationId="{4160BE5C-42FD-6894-6514-926A7DB834F1}"/>
          </ac:spMkLst>
        </pc:spChg>
        <pc:spChg chg="add mod">
          <ac:chgData name="Liang,Dr.,Hongzi (HP Medicine) BII-CN-S" userId="29bc0a18-5096-49d5-ae49-3e5745cfa117" providerId="ADAL" clId="{44FEFDFD-21F9-4271-884D-ABEC75EAA616}" dt="2023-12-18T05:58:16.047" v="218" actId="1038"/>
          <ac:spMkLst>
            <pc:docMk/>
            <pc:sldMk cId="2689349481" sldId="2147480051"/>
            <ac:spMk id="4" creationId="{772C7DBB-9458-7296-D85E-26A44866530E}"/>
          </ac:spMkLst>
        </pc:spChg>
        <pc:spChg chg="mod">
          <ac:chgData name="Liang,Dr.,Hongzi (HP Medicine) BII-CN-S" userId="29bc0a18-5096-49d5-ae49-3e5745cfa117" providerId="ADAL" clId="{44FEFDFD-21F9-4271-884D-ABEC75EAA616}" dt="2023-12-18T05:59:35.391" v="247" actId="1037"/>
          <ac:spMkLst>
            <pc:docMk/>
            <pc:sldMk cId="2689349481" sldId="2147480051"/>
            <ac:spMk id="6" creationId="{FA91635F-479D-B3B3-249A-D087658543AA}"/>
          </ac:spMkLst>
        </pc:spChg>
        <pc:spChg chg="add mod">
          <ac:chgData name="Liang,Dr.,Hongzi (HP Medicine) BII-CN-S" userId="29bc0a18-5096-49d5-ae49-3e5745cfa117" providerId="ADAL" clId="{44FEFDFD-21F9-4271-884D-ABEC75EAA616}" dt="2023-12-18T05:58:53.152" v="233" actId="1037"/>
          <ac:spMkLst>
            <pc:docMk/>
            <pc:sldMk cId="2689349481" sldId="2147480051"/>
            <ac:spMk id="8" creationId="{B4110747-619B-B826-2F6E-06797D376A64}"/>
          </ac:spMkLst>
        </pc:spChg>
        <pc:spChg chg="add mod">
          <ac:chgData name="Liang,Dr.,Hongzi (HP Medicine) BII-CN-S" userId="29bc0a18-5096-49d5-ae49-3e5745cfa117" providerId="ADAL" clId="{44FEFDFD-21F9-4271-884D-ABEC75EAA616}" dt="2023-12-18T05:57:46.071" v="203" actId="1076"/>
          <ac:spMkLst>
            <pc:docMk/>
            <pc:sldMk cId="2689349481" sldId="2147480051"/>
            <ac:spMk id="9" creationId="{4A59E39C-9578-A5D0-336F-4F3E4226D09A}"/>
          </ac:spMkLst>
        </pc:spChg>
        <pc:spChg chg="add mod">
          <ac:chgData name="Liang,Dr.,Hongzi (HP Medicine) BII-CN-S" userId="29bc0a18-5096-49d5-ae49-3e5745cfa117" providerId="ADAL" clId="{44FEFDFD-21F9-4271-884D-ABEC75EAA616}" dt="2023-12-18T05:57:46.071" v="203" actId="1076"/>
          <ac:spMkLst>
            <pc:docMk/>
            <pc:sldMk cId="2689349481" sldId="2147480051"/>
            <ac:spMk id="10" creationId="{7DC6DF31-A12E-C5ED-E69F-222139752FBC}"/>
          </ac:spMkLst>
        </pc:spChg>
        <pc:spChg chg="add mod">
          <ac:chgData name="Liang,Dr.,Hongzi (HP Medicine) BII-CN-S" userId="29bc0a18-5096-49d5-ae49-3e5745cfa117" providerId="ADAL" clId="{44FEFDFD-21F9-4271-884D-ABEC75EAA616}" dt="2023-12-18T05:58:16.047" v="218" actId="1038"/>
          <ac:spMkLst>
            <pc:docMk/>
            <pc:sldMk cId="2689349481" sldId="2147480051"/>
            <ac:spMk id="11" creationId="{CEB3478B-49C5-A6D5-B943-E36A169B4542}"/>
          </ac:spMkLst>
        </pc:spChg>
        <pc:spChg chg="mod">
          <ac:chgData name="Liang,Dr.,Hongzi (HP Medicine) BII-CN-S" userId="29bc0a18-5096-49d5-ae49-3e5745cfa117" providerId="ADAL" clId="{44FEFDFD-21F9-4271-884D-ABEC75EAA616}" dt="2023-12-18T05:59:28.282" v="236" actId="1076"/>
          <ac:spMkLst>
            <pc:docMk/>
            <pc:sldMk cId="2689349481" sldId="2147480051"/>
            <ac:spMk id="28" creationId="{179BED5E-16DB-8991-CC14-DDFB46078314}"/>
          </ac:spMkLst>
        </pc:spChg>
        <pc:grpChg chg="del">
          <ac:chgData name="Liang,Dr.,Hongzi (HP Medicine) BII-CN-S" userId="29bc0a18-5096-49d5-ae49-3e5745cfa117" providerId="ADAL" clId="{44FEFDFD-21F9-4271-884D-ABEC75EAA616}" dt="2023-12-18T05:53:11.870" v="2" actId="478"/>
          <ac:grpSpMkLst>
            <pc:docMk/>
            <pc:sldMk cId="2689349481" sldId="2147480051"/>
            <ac:grpSpMk id="7" creationId="{F4D237A5-A356-C1B1-8AE9-26853FAE20F6}"/>
          </ac:grpSpMkLst>
        </pc:grpChg>
        <pc:graphicFrameChg chg="modGraphic">
          <ac:chgData name="Liang,Dr.,Hongzi (HP Medicine) BII-CN-S" userId="29bc0a18-5096-49d5-ae49-3e5745cfa117" providerId="ADAL" clId="{44FEFDFD-21F9-4271-884D-ABEC75EAA616}" dt="2023-12-18T06:00:12.575" v="248" actId="207"/>
          <ac:graphicFrameMkLst>
            <pc:docMk/>
            <pc:sldMk cId="2689349481" sldId="2147480051"/>
            <ac:graphicFrameMk id="19" creationId="{2867D72B-A130-6827-B506-15D81EEE355D}"/>
          </ac:graphicFrameMkLst>
        </pc:graphicFrameChg>
      </pc:sldChg>
    </pc:docChg>
  </pc:docChgLst>
  <pc:docChgLst>
    <pc:chgData name="Liang,Dr.,Hongzi (HP Medicine) BII-CN-S" userId="29bc0a18-5096-49d5-ae49-3e5745cfa117" providerId="ADAL" clId="{33021EF1-905D-4AA9-9EB9-EFF7678F103B}"/>
    <pc:docChg chg="undo redo custSel addSld delSld modSld sldOrd delMainMaster">
      <pc:chgData name="Liang,Dr.,Hongzi (HP Medicine) BII-CN-S" userId="29bc0a18-5096-49d5-ae49-3e5745cfa117" providerId="ADAL" clId="{33021EF1-905D-4AA9-9EB9-EFF7678F103B}" dt="2024-03-19T10:14:45.017" v="3196" actId="47"/>
      <pc:docMkLst>
        <pc:docMk/>
      </pc:docMkLst>
      <pc:sldChg chg="del">
        <pc:chgData name="Liang,Dr.,Hongzi (HP Medicine) BII-CN-S" userId="29bc0a18-5096-49d5-ae49-3e5745cfa117" providerId="ADAL" clId="{33021EF1-905D-4AA9-9EB9-EFF7678F103B}" dt="2024-03-19T02:13:43.403" v="1951" actId="47"/>
        <pc:sldMkLst>
          <pc:docMk/>
          <pc:sldMk cId="3607593836" sldId="300"/>
        </pc:sldMkLst>
      </pc:sldChg>
      <pc:sldChg chg="addSp delSp modSp mod">
        <pc:chgData name="Liang,Dr.,Hongzi (HP Medicine) BII-CN-S" userId="29bc0a18-5096-49d5-ae49-3e5745cfa117" providerId="ADAL" clId="{33021EF1-905D-4AA9-9EB9-EFF7678F103B}" dt="2024-03-19T02:12:27.769" v="1924" actId="20577"/>
        <pc:sldMkLst>
          <pc:docMk/>
          <pc:sldMk cId="1341461315" sldId="431"/>
        </pc:sldMkLst>
        <pc:spChg chg="mod">
          <ac:chgData name="Liang,Dr.,Hongzi (HP Medicine) BII-CN-S" userId="29bc0a18-5096-49d5-ae49-3e5745cfa117" providerId="ADAL" clId="{33021EF1-905D-4AA9-9EB9-EFF7678F103B}" dt="2024-03-19T02:12:27.769" v="1924" actId="20577"/>
          <ac:spMkLst>
            <pc:docMk/>
            <pc:sldMk cId="1341461315" sldId="431"/>
            <ac:spMk id="5" creationId="{00000000-0000-0000-0000-000000000000}"/>
          </ac:spMkLst>
        </pc:spChg>
        <pc:picChg chg="add del">
          <ac:chgData name="Liang,Dr.,Hongzi (HP Medicine) BII-CN-S" userId="29bc0a18-5096-49d5-ae49-3e5745cfa117" providerId="ADAL" clId="{33021EF1-905D-4AA9-9EB9-EFF7678F103B}" dt="2024-03-19T02:11:31.357" v="1910" actId="22"/>
          <ac:picMkLst>
            <pc:docMk/>
            <pc:sldMk cId="1341461315" sldId="431"/>
            <ac:picMk id="4" creationId="{265C3BBB-9AFC-4D57-65D3-00EF123857B7}"/>
          </ac:picMkLst>
        </pc:picChg>
      </pc:sldChg>
      <pc:sldChg chg="del ord">
        <pc:chgData name="Liang,Dr.,Hongzi (HP Medicine) BII-CN-S" userId="29bc0a18-5096-49d5-ae49-3e5745cfa117" providerId="ADAL" clId="{33021EF1-905D-4AA9-9EB9-EFF7678F103B}" dt="2024-03-19T09:16:38.640" v="2894" actId="47"/>
        <pc:sldMkLst>
          <pc:docMk/>
          <pc:sldMk cId="3260843142" sldId="1060"/>
        </pc:sldMkLst>
      </pc:sldChg>
      <pc:sldChg chg="addSp delSp modSp mod">
        <pc:chgData name="Liang,Dr.,Hongzi (HP Medicine) BII-CN-S" userId="29bc0a18-5096-49d5-ae49-3e5745cfa117" providerId="ADAL" clId="{33021EF1-905D-4AA9-9EB9-EFF7678F103B}" dt="2024-03-19T10:14:04.051" v="3194" actId="1076"/>
        <pc:sldMkLst>
          <pc:docMk/>
          <pc:sldMk cId="2985877493" sldId="9813"/>
        </pc:sldMkLst>
        <pc:spChg chg="mod">
          <ac:chgData name="Liang,Dr.,Hongzi (HP Medicine) BII-CN-S" userId="29bc0a18-5096-49d5-ae49-3e5745cfa117" providerId="ADAL" clId="{33021EF1-905D-4AA9-9EB9-EFF7678F103B}" dt="2024-03-19T10:14:04.051" v="3194" actId="1076"/>
          <ac:spMkLst>
            <pc:docMk/>
            <pc:sldMk cId="2985877493" sldId="9813"/>
            <ac:spMk id="4" creationId="{FADE3D58-B86F-4646-9036-477A3D6B497F}"/>
          </ac:spMkLst>
        </pc:spChg>
        <pc:spChg chg="add del mod ord">
          <ac:chgData name="Liang,Dr.,Hongzi (HP Medicine) BII-CN-S" userId="29bc0a18-5096-49d5-ae49-3e5745cfa117" providerId="ADAL" clId="{33021EF1-905D-4AA9-9EB9-EFF7678F103B}" dt="2024-03-16T04:05:12.104" v="821" actId="2085"/>
          <ac:spMkLst>
            <pc:docMk/>
            <pc:sldMk cId="2985877493" sldId="9813"/>
            <ac:spMk id="6" creationId="{587AAD8A-B9EB-F503-6DC9-8D574ABA8F50}"/>
          </ac:spMkLst>
        </pc:spChg>
        <pc:spChg chg="mod">
          <ac:chgData name="Liang,Dr.,Hongzi (HP Medicine) BII-CN-S" userId="29bc0a18-5096-49d5-ae49-3e5745cfa117" providerId="ADAL" clId="{33021EF1-905D-4AA9-9EB9-EFF7678F103B}" dt="2024-03-16T04:20:41.528" v="1322" actId="1035"/>
          <ac:spMkLst>
            <pc:docMk/>
            <pc:sldMk cId="2985877493" sldId="9813"/>
            <ac:spMk id="14" creationId="{1A4B0D45-456A-7BDF-A2BB-D47045CE9EDF}"/>
          </ac:spMkLst>
        </pc:spChg>
        <pc:spChg chg="mod">
          <ac:chgData name="Liang,Dr.,Hongzi (HP Medicine) BII-CN-S" userId="29bc0a18-5096-49d5-ae49-3e5745cfa117" providerId="ADAL" clId="{33021EF1-905D-4AA9-9EB9-EFF7678F103B}" dt="2024-03-16T04:20:41.528" v="1322" actId="1035"/>
          <ac:spMkLst>
            <pc:docMk/>
            <pc:sldMk cId="2985877493" sldId="9813"/>
            <ac:spMk id="38" creationId="{456F02E3-01D5-E543-75F4-A5A796B12781}"/>
          </ac:spMkLst>
        </pc:spChg>
        <pc:spChg chg="mod">
          <ac:chgData name="Liang,Dr.,Hongzi (HP Medicine) BII-CN-S" userId="29bc0a18-5096-49d5-ae49-3e5745cfa117" providerId="ADAL" clId="{33021EF1-905D-4AA9-9EB9-EFF7678F103B}" dt="2024-03-16T04:20:41.528" v="1322" actId="1035"/>
          <ac:spMkLst>
            <pc:docMk/>
            <pc:sldMk cId="2985877493" sldId="9813"/>
            <ac:spMk id="39" creationId="{04A8CD4C-8373-EF23-8BD6-02355D01DBE7}"/>
          </ac:spMkLst>
        </pc:spChg>
        <pc:spChg chg="mod">
          <ac:chgData name="Liang,Dr.,Hongzi (HP Medicine) BII-CN-S" userId="29bc0a18-5096-49d5-ae49-3e5745cfa117" providerId="ADAL" clId="{33021EF1-905D-4AA9-9EB9-EFF7678F103B}" dt="2024-03-16T04:20:41.528" v="1322" actId="1035"/>
          <ac:spMkLst>
            <pc:docMk/>
            <pc:sldMk cId="2985877493" sldId="9813"/>
            <ac:spMk id="40" creationId="{129B0E5A-E7E6-72E3-AC0A-6FE1D0BF0625}"/>
          </ac:spMkLst>
        </pc:spChg>
        <pc:spChg chg="mod">
          <ac:chgData name="Liang,Dr.,Hongzi (HP Medicine) BII-CN-S" userId="29bc0a18-5096-49d5-ae49-3e5745cfa117" providerId="ADAL" clId="{33021EF1-905D-4AA9-9EB9-EFF7678F103B}" dt="2024-03-16T04:20:41.528" v="1322" actId="1035"/>
          <ac:spMkLst>
            <pc:docMk/>
            <pc:sldMk cId="2985877493" sldId="9813"/>
            <ac:spMk id="42" creationId="{DABBC13B-2438-4A04-531D-7079E33E0D2A}"/>
          </ac:spMkLst>
        </pc:spChg>
        <pc:spChg chg="mod">
          <ac:chgData name="Liang,Dr.,Hongzi (HP Medicine) BII-CN-S" userId="29bc0a18-5096-49d5-ae49-3e5745cfa117" providerId="ADAL" clId="{33021EF1-905D-4AA9-9EB9-EFF7678F103B}" dt="2024-03-16T04:20:41.528" v="1322" actId="1035"/>
          <ac:spMkLst>
            <pc:docMk/>
            <pc:sldMk cId="2985877493" sldId="9813"/>
            <ac:spMk id="43" creationId="{2B2C025A-E85A-9F00-7EB0-2E7EC8715CF2}"/>
          </ac:spMkLst>
        </pc:spChg>
        <pc:spChg chg="mod">
          <ac:chgData name="Liang,Dr.,Hongzi (HP Medicine) BII-CN-S" userId="29bc0a18-5096-49d5-ae49-3e5745cfa117" providerId="ADAL" clId="{33021EF1-905D-4AA9-9EB9-EFF7678F103B}" dt="2024-03-16T04:20:41.528" v="1322" actId="1035"/>
          <ac:spMkLst>
            <pc:docMk/>
            <pc:sldMk cId="2985877493" sldId="9813"/>
            <ac:spMk id="44" creationId="{541E44FD-B116-E0B1-0042-0E9C31BB123C}"/>
          </ac:spMkLst>
        </pc:spChg>
        <pc:spChg chg="mod">
          <ac:chgData name="Liang,Dr.,Hongzi (HP Medicine) BII-CN-S" userId="29bc0a18-5096-49d5-ae49-3e5745cfa117" providerId="ADAL" clId="{33021EF1-905D-4AA9-9EB9-EFF7678F103B}" dt="2024-03-16T04:21:02.044" v="1335" actId="1035"/>
          <ac:spMkLst>
            <pc:docMk/>
            <pc:sldMk cId="2985877493" sldId="9813"/>
            <ac:spMk id="46" creationId="{DCDF7C48-10C3-68EB-5538-C158096EED34}"/>
          </ac:spMkLst>
        </pc:spChg>
        <pc:spChg chg="mod">
          <ac:chgData name="Liang,Dr.,Hongzi (HP Medicine) BII-CN-S" userId="29bc0a18-5096-49d5-ae49-3e5745cfa117" providerId="ADAL" clId="{33021EF1-905D-4AA9-9EB9-EFF7678F103B}" dt="2024-03-16T04:21:02.044" v="1335" actId="1035"/>
          <ac:spMkLst>
            <pc:docMk/>
            <pc:sldMk cId="2985877493" sldId="9813"/>
            <ac:spMk id="47" creationId="{D2B81A79-B124-7D2F-DE4C-4B1FD9A05F0E}"/>
          </ac:spMkLst>
        </pc:spChg>
        <pc:spChg chg="mod">
          <ac:chgData name="Liang,Dr.,Hongzi (HP Medicine) BII-CN-S" userId="29bc0a18-5096-49d5-ae49-3e5745cfa117" providerId="ADAL" clId="{33021EF1-905D-4AA9-9EB9-EFF7678F103B}" dt="2024-03-16T04:21:02.044" v="1335" actId="1035"/>
          <ac:spMkLst>
            <pc:docMk/>
            <pc:sldMk cId="2985877493" sldId="9813"/>
            <ac:spMk id="49" creationId="{E9D11AFD-A649-CA8F-3DB2-69D6128A21F7}"/>
          </ac:spMkLst>
        </pc:spChg>
        <pc:spChg chg="mod">
          <ac:chgData name="Liang,Dr.,Hongzi (HP Medicine) BII-CN-S" userId="29bc0a18-5096-49d5-ae49-3e5745cfa117" providerId="ADAL" clId="{33021EF1-905D-4AA9-9EB9-EFF7678F103B}" dt="2024-03-16T04:21:02.044" v="1335" actId="1035"/>
          <ac:spMkLst>
            <pc:docMk/>
            <pc:sldMk cId="2985877493" sldId="9813"/>
            <ac:spMk id="50" creationId="{61AA2983-2FFE-B877-4B61-529294A3C91A}"/>
          </ac:spMkLst>
        </pc:spChg>
        <pc:spChg chg="mod">
          <ac:chgData name="Liang,Dr.,Hongzi (HP Medicine) BII-CN-S" userId="29bc0a18-5096-49d5-ae49-3e5745cfa117" providerId="ADAL" clId="{33021EF1-905D-4AA9-9EB9-EFF7678F103B}" dt="2024-03-16T04:20:41.528" v="1322" actId="1035"/>
          <ac:spMkLst>
            <pc:docMk/>
            <pc:sldMk cId="2985877493" sldId="9813"/>
            <ac:spMk id="51" creationId="{AE4E5189-5E3D-A3A5-F39D-E40B176ABCB6}"/>
          </ac:spMkLst>
        </pc:spChg>
        <pc:spChg chg="mod">
          <ac:chgData name="Liang,Dr.,Hongzi (HP Medicine) BII-CN-S" userId="29bc0a18-5096-49d5-ae49-3e5745cfa117" providerId="ADAL" clId="{33021EF1-905D-4AA9-9EB9-EFF7678F103B}" dt="2024-03-16T04:20:41.528" v="1322" actId="1035"/>
          <ac:spMkLst>
            <pc:docMk/>
            <pc:sldMk cId="2985877493" sldId="9813"/>
            <ac:spMk id="52" creationId="{0B6434D8-00B8-FC1C-BE59-3410CD3139A6}"/>
          </ac:spMkLst>
        </pc:spChg>
        <pc:spChg chg="mod">
          <ac:chgData name="Liang,Dr.,Hongzi (HP Medicine) BII-CN-S" userId="29bc0a18-5096-49d5-ae49-3e5745cfa117" providerId="ADAL" clId="{33021EF1-905D-4AA9-9EB9-EFF7678F103B}" dt="2024-03-16T04:20:41.528" v="1322" actId="1035"/>
          <ac:spMkLst>
            <pc:docMk/>
            <pc:sldMk cId="2985877493" sldId="9813"/>
            <ac:spMk id="53" creationId="{A085CC73-DE73-31C3-B076-FE6D440A0FF7}"/>
          </ac:spMkLst>
        </pc:spChg>
        <pc:spChg chg="mod">
          <ac:chgData name="Liang,Dr.,Hongzi (HP Medicine) BII-CN-S" userId="29bc0a18-5096-49d5-ae49-3e5745cfa117" providerId="ADAL" clId="{33021EF1-905D-4AA9-9EB9-EFF7678F103B}" dt="2024-03-16T04:20:41.528" v="1322" actId="1035"/>
          <ac:spMkLst>
            <pc:docMk/>
            <pc:sldMk cId="2985877493" sldId="9813"/>
            <ac:spMk id="54" creationId="{55EB8F2E-322E-CDCE-22FD-4D2FBDFFE321}"/>
          </ac:spMkLst>
        </pc:spChg>
        <pc:spChg chg="mod">
          <ac:chgData name="Liang,Dr.,Hongzi (HP Medicine) BII-CN-S" userId="29bc0a18-5096-49d5-ae49-3e5745cfa117" providerId="ADAL" clId="{33021EF1-905D-4AA9-9EB9-EFF7678F103B}" dt="2024-03-16T04:20:41.528" v="1322" actId="1035"/>
          <ac:spMkLst>
            <pc:docMk/>
            <pc:sldMk cId="2985877493" sldId="9813"/>
            <ac:spMk id="55" creationId="{AD7DF63A-6847-68E9-1CF1-39EAB2463FD7}"/>
          </ac:spMkLst>
        </pc:spChg>
        <pc:spChg chg="mod">
          <ac:chgData name="Liang,Dr.,Hongzi (HP Medicine) BII-CN-S" userId="29bc0a18-5096-49d5-ae49-3e5745cfa117" providerId="ADAL" clId="{33021EF1-905D-4AA9-9EB9-EFF7678F103B}" dt="2024-03-16T04:20:41.528" v="1322" actId="1035"/>
          <ac:spMkLst>
            <pc:docMk/>
            <pc:sldMk cId="2985877493" sldId="9813"/>
            <ac:spMk id="59" creationId="{7D51949B-048F-3C8B-3C90-A268E63B6732}"/>
          </ac:spMkLst>
        </pc:spChg>
        <pc:spChg chg="mod">
          <ac:chgData name="Liang,Dr.,Hongzi (HP Medicine) BII-CN-S" userId="29bc0a18-5096-49d5-ae49-3e5745cfa117" providerId="ADAL" clId="{33021EF1-905D-4AA9-9EB9-EFF7678F103B}" dt="2024-03-16T04:20:20.228" v="1311" actId="1076"/>
          <ac:spMkLst>
            <pc:docMk/>
            <pc:sldMk cId="2985877493" sldId="9813"/>
            <ac:spMk id="66" creationId="{0FB47982-0B8E-56F8-B823-C9FDA579B600}"/>
          </ac:spMkLst>
        </pc:spChg>
        <pc:spChg chg="mod">
          <ac:chgData name="Liang,Dr.,Hongzi (HP Medicine) BII-CN-S" userId="29bc0a18-5096-49d5-ae49-3e5745cfa117" providerId="ADAL" clId="{33021EF1-905D-4AA9-9EB9-EFF7678F103B}" dt="2024-03-16T04:21:09.426" v="1336" actId="1076"/>
          <ac:spMkLst>
            <pc:docMk/>
            <pc:sldMk cId="2985877493" sldId="9813"/>
            <ac:spMk id="70" creationId="{B2F705AC-69B8-E770-C88F-DF614CBE77C7}"/>
          </ac:spMkLst>
        </pc:spChg>
        <pc:spChg chg="mod">
          <ac:chgData name="Liang,Dr.,Hongzi (HP Medicine) BII-CN-S" userId="29bc0a18-5096-49d5-ae49-3e5745cfa117" providerId="ADAL" clId="{33021EF1-905D-4AA9-9EB9-EFF7678F103B}" dt="2024-03-16T04:20:41.528" v="1322" actId="1035"/>
          <ac:spMkLst>
            <pc:docMk/>
            <pc:sldMk cId="2985877493" sldId="9813"/>
            <ac:spMk id="81" creationId="{2B911D87-DCBB-59FD-08A0-360B3B78BE12}"/>
          </ac:spMkLst>
        </pc:spChg>
        <pc:grpChg chg="mod">
          <ac:chgData name="Liang,Dr.,Hongzi (HP Medicine) BII-CN-S" userId="29bc0a18-5096-49d5-ae49-3e5745cfa117" providerId="ADAL" clId="{33021EF1-905D-4AA9-9EB9-EFF7678F103B}" dt="2024-03-16T04:20:41.528" v="1322" actId="1035"/>
          <ac:grpSpMkLst>
            <pc:docMk/>
            <pc:sldMk cId="2985877493" sldId="9813"/>
            <ac:grpSpMk id="13" creationId="{262E041F-D82B-384B-B9B2-B0A1D0FCB728}"/>
          </ac:grpSpMkLst>
        </pc:grpChg>
        <pc:grpChg chg="mod">
          <ac:chgData name="Liang,Dr.,Hongzi (HP Medicine) BII-CN-S" userId="29bc0a18-5096-49d5-ae49-3e5745cfa117" providerId="ADAL" clId="{33021EF1-905D-4AA9-9EB9-EFF7678F103B}" dt="2024-03-16T04:21:02.044" v="1335" actId="1035"/>
          <ac:grpSpMkLst>
            <pc:docMk/>
            <pc:sldMk cId="2985877493" sldId="9813"/>
            <ac:grpSpMk id="45" creationId="{F0E2B289-5F02-85AF-9AA7-AD254A2884A7}"/>
          </ac:grpSpMkLst>
        </pc:grpChg>
        <pc:grpChg chg="mod">
          <ac:chgData name="Liang,Dr.,Hongzi (HP Medicine) BII-CN-S" userId="29bc0a18-5096-49d5-ae49-3e5745cfa117" providerId="ADAL" clId="{33021EF1-905D-4AA9-9EB9-EFF7678F103B}" dt="2024-03-16T04:21:02.044" v="1335" actId="1035"/>
          <ac:grpSpMkLst>
            <pc:docMk/>
            <pc:sldMk cId="2985877493" sldId="9813"/>
            <ac:grpSpMk id="48" creationId="{93DA2F33-5063-CD8D-DB05-EF76F1F11530}"/>
          </ac:grpSpMkLst>
        </pc:grpChg>
        <pc:grpChg chg="mod">
          <ac:chgData name="Liang,Dr.,Hongzi (HP Medicine) BII-CN-S" userId="29bc0a18-5096-49d5-ae49-3e5745cfa117" providerId="ADAL" clId="{33021EF1-905D-4AA9-9EB9-EFF7678F103B}" dt="2024-03-16T03:37:33.776" v="686" actId="1038"/>
          <ac:grpSpMkLst>
            <pc:docMk/>
            <pc:sldMk cId="2985877493" sldId="9813"/>
            <ac:grpSpMk id="71" creationId="{E0B1B510-A24F-FC7E-61A4-2789EF6D79D4}"/>
          </ac:grpSpMkLst>
        </pc:grpChg>
        <pc:picChg chg="mod">
          <ac:chgData name="Liang,Dr.,Hongzi (HP Medicine) BII-CN-S" userId="29bc0a18-5096-49d5-ae49-3e5745cfa117" providerId="ADAL" clId="{33021EF1-905D-4AA9-9EB9-EFF7678F103B}" dt="2024-03-16T04:20:41.528" v="1322" actId="1035"/>
          <ac:picMkLst>
            <pc:docMk/>
            <pc:sldMk cId="2985877493" sldId="9813"/>
            <ac:picMk id="15" creationId="{05CF259C-B651-DF5F-3240-9D435D84305B}"/>
          </ac:picMkLst>
        </pc:picChg>
        <pc:cxnChg chg="mod">
          <ac:chgData name="Liang,Dr.,Hongzi (HP Medicine) BII-CN-S" userId="29bc0a18-5096-49d5-ae49-3e5745cfa117" providerId="ADAL" clId="{33021EF1-905D-4AA9-9EB9-EFF7678F103B}" dt="2024-03-16T04:20:41.528" v="1322" actId="1035"/>
          <ac:cxnSpMkLst>
            <pc:docMk/>
            <pc:sldMk cId="2985877493" sldId="9813"/>
            <ac:cxnSpMk id="56" creationId="{BE01B06D-FB39-A8C0-BE57-67EE433082D2}"/>
          </ac:cxnSpMkLst>
        </pc:cxnChg>
        <pc:cxnChg chg="mod">
          <ac:chgData name="Liang,Dr.,Hongzi (HP Medicine) BII-CN-S" userId="29bc0a18-5096-49d5-ae49-3e5745cfa117" providerId="ADAL" clId="{33021EF1-905D-4AA9-9EB9-EFF7678F103B}" dt="2024-03-16T04:20:41.528" v="1322" actId="1035"/>
          <ac:cxnSpMkLst>
            <pc:docMk/>
            <pc:sldMk cId="2985877493" sldId="9813"/>
            <ac:cxnSpMk id="80" creationId="{B07FAD34-2FC6-6B2E-7614-F3FBA0DF93EC}"/>
          </ac:cxnSpMkLst>
        </pc:cxnChg>
      </pc:sldChg>
      <pc:sldChg chg="mod modShow">
        <pc:chgData name="Liang,Dr.,Hongzi (HP Medicine) BII-CN-S" userId="29bc0a18-5096-49d5-ae49-3e5745cfa117" providerId="ADAL" clId="{33021EF1-905D-4AA9-9EB9-EFF7678F103B}" dt="2024-03-19T10:14:30.575" v="3195" actId="729"/>
        <pc:sldMkLst>
          <pc:docMk/>
          <pc:sldMk cId="4063460144" sldId="2145705917"/>
        </pc:sldMkLst>
      </pc:sldChg>
      <pc:sldChg chg="del">
        <pc:chgData name="Liang,Dr.,Hongzi (HP Medicine) BII-CN-S" userId="29bc0a18-5096-49d5-ae49-3e5745cfa117" providerId="ADAL" clId="{33021EF1-905D-4AA9-9EB9-EFF7678F103B}" dt="2024-03-19T02:13:43.403" v="1951" actId="47"/>
        <pc:sldMkLst>
          <pc:docMk/>
          <pc:sldMk cId="395752913" sldId="2147374302"/>
        </pc:sldMkLst>
      </pc:sldChg>
      <pc:sldChg chg="del">
        <pc:chgData name="Liang,Dr.,Hongzi (HP Medicine) BII-CN-S" userId="29bc0a18-5096-49d5-ae49-3e5745cfa117" providerId="ADAL" clId="{33021EF1-905D-4AA9-9EB9-EFF7678F103B}" dt="2024-03-19T02:13:43.403" v="1951" actId="47"/>
        <pc:sldMkLst>
          <pc:docMk/>
          <pc:sldMk cId="2312685498" sldId="2147469009"/>
        </pc:sldMkLst>
      </pc:sldChg>
      <pc:sldChg chg="del">
        <pc:chgData name="Liang,Dr.,Hongzi (HP Medicine) BII-CN-S" userId="29bc0a18-5096-49d5-ae49-3e5745cfa117" providerId="ADAL" clId="{33021EF1-905D-4AA9-9EB9-EFF7678F103B}" dt="2024-03-19T02:13:43.403" v="1951" actId="47"/>
        <pc:sldMkLst>
          <pc:docMk/>
          <pc:sldMk cId="1186230382" sldId="2147469332"/>
        </pc:sldMkLst>
      </pc:sldChg>
      <pc:sldChg chg="del">
        <pc:chgData name="Liang,Dr.,Hongzi (HP Medicine) BII-CN-S" userId="29bc0a18-5096-49d5-ae49-3e5745cfa117" providerId="ADAL" clId="{33021EF1-905D-4AA9-9EB9-EFF7678F103B}" dt="2024-03-19T06:11:08.829" v="2893" actId="47"/>
        <pc:sldMkLst>
          <pc:docMk/>
          <pc:sldMk cId="3428356518" sldId="2147476269"/>
        </pc:sldMkLst>
      </pc:sldChg>
      <pc:sldChg chg="del">
        <pc:chgData name="Liang,Dr.,Hongzi (HP Medicine) BII-CN-S" userId="29bc0a18-5096-49d5-ae49-3e5745cfa117" providerId="ADAL" clId="{33021EF1-905D-4AA9-9EB9-EFF7678F103B}" dt="2024-03-19T06:11:06.441" v="2892" actId="47"/>
        <pc:sldMkLst>
          <pc:docMk/>
          <pc:sldMk cId="2072403391" sldId="2147476276"/>
        </pc:sldMkLst>
      </pc:sldChg>
      <pc:sldChg chg="del">
        <pc:chgData name="Liang,Dr.,Hongzi (HP Medicine) BII-CN-S" userId="29bc0a18-5096-49d5-ae49-3e5745cfa117" providerId="ADAL" clId="{33021EF1-905D-4AA9-9EB9-EFF7678F103B}" dt="2024-03-19T02:13:43.403" v="1951" actId="47"/>
        <pc:sldMkLst>
          <pc:docMk/>
          <pc:sldMk cId="1974134911" sldId="2147476284"/>
        </pc:sldMkLst>
      </pc:sldChg>
      <pc:sldChg chg="add">
        <pc:chgData name="Liang,Dr.,Hongzi (HP Medicine) BII-CN-S" userId="29bc0a18-5096-49d5-ae49-3e5745cfa117" providerId="ADAL" clId="{33021EF1-905D-4AA9-9EB9-EFF7678F103B}" dt="2024-03-19T02:14:00.706" v="1952"/>
        <pc:sldMkLst>
          <pc:docMk/>
          <pc:sldMk cId="2889184596" sldId="2147476288"/>
        </pc:sldMkLst>
      </pc:sldChg>
      <pc:sldChg chg="del">
        <pc:chgData name="Liang,Dr.,Hongzi (HP Medicine) BII-CN-S" userId="29bc0a18-5096-49d5-ae49-3e5745cfa117" providerId="ADAL" clId="{33021EF1-905D-4AA9-9EB9-EFF7678F103B}" dt="2024-03-19T02:13:43.403" v="1951" actId="47"/>
        <pc:sldMkLst>
          <pc:docMk/>
          <pc:sldMk cId="3895023688" sldId="2147476290"/>
        </pc:sldMkLst>
      </pc:sldChg>
      <pc:sldChg chg="del">
        <pc:chgData name="Liang,Dr.,Hongzi (HP Medicine) BII-CN-S" userId="29bc0a18-5096-49d5-ae49-3e5745cfa117" providerId="ADAL" clId="{33021EF1-905D-4AA9-9EB9-EFF7678F103B}" dt="2024-03-19T02:13:43.403" v="1951" actId="47"/>
        <pc:sldMkLst>
          <pc:docMk/>
          <pc:sldMk cId="1101885411" sldId="2147476292"/>
        </pc:sldMkLst>
      </pc:sldChg>
      <pc:sldChg chg="modSp mod">
        <pc:chgData name="Liang,Dr.,Hongzi (HP Medicine) BII-CN-S" userId="29bc0a18-5096-49d5-ae49-3e5745cfa117" providerId="ADAL" clId="{33021EF1-905D-4AA9-9EB9-EFF7678F103B}" dt="2024-03-19T09:55:57.316" v="2934" actId="20577"/>
        <pc:sldMkLst>
          <pc:docMk/>
          <pc:sldMk cId="2238557511" sldId="2147479994"/>
        </pc:sldMkLst>
        <pc:spChg chg="mod">
          <ac:chgData name="Liang,Dr.,Hongzi (HP Medicine) BII-CN-S" userId="29bc0a18-5096-49d5-ae49-3e5745cfa117" providerId="ADAL" clId="{33021EF1-905D-4AA9-9EB9-EFF7678F103B}" dt="2024-03-19T09:52:45.513" v="2916" actId="20577"/>
          <ac:spMkLst>
            <pc:docMk/>
            <pc:sldMk cId="2238557511" sldId="2147479994"/>
            <ac:spMk id="6" creationId="{D58F3507-D9FD-2FE2-9623-1D96C41B6272}"/>
          </ac:spMkLst>
        </pc:spChg>
        <pc:graphicFrameChg chg="mod modGraphic">
          <ac:chgData name="Liang,Dr.,Hongzi (HP Medicine) BII-CN-S" userId="29bc0a18-5096-49d5-ae49-3e5745cfa117" providerId="ADAL" clId="{33021EF1-905D-4AA9-9EB9-EFF7678F103B}" dt="2024-03-19T09:55:57.316" v="2934" actId="20577"/>
          <ac:graphicFrameMkLst>
            <pc:docMk/>
            <pc:sldMk cId="2238557511" sldId="2147479994"/>
            <ac:graphicFrameMk id="3" creationId="{57439FF4-AD9C-4950-47BB-F1DC20966027}"/>
          </ac:graphicFrameMkLst>
        </pc:graphicFrameChg>
      </pc:sldChg>
      <pc:sldChg chg="delSp modSp mod modShow">
        <pc:chgData name="Liang,Dr.,Hongzi (HP Medicine) BII-CN-S" userId="29bc0a18-5096-49d5-ae49-3e5745cfa117" providerId="ADAL" clId="{33021EF1-905D-4AA9-9EB9-EFF7678F103B}" dt="2024-03-19T02:33:22.582" v="2043" actId="478"/>
        <pc:sldMkLst>
          <pc:docMk/>
          <pc:sldMk cId="2712658358" sldId="2147480015"/>
        </pc:sldMkLst>
        <pc:spChg chg="mod">
          <ac:chgData name="Liang,Dr.,Hongzi (HP Medicine) BII-CN-S" userId="29bc0a18-5096-49d5-ae49-3e5745cfa117" providerId="ADAL" clId="{33021EF1-905D-4AA9-9EB9-EFF7678F103B}" dt="2024-03-19T02:32:51.090" v="2042" actId="20577"/>
          <ac:spMkLst>
            <pc:docMk/>
            <pc:sldMk cId="2712658358" sldId="2147480015"/>
            <ac:spMk id="7" creationId="{67260099-C747-CDD2-B6D4-56928E62C340}"/>
          </ac:spMkLst>
        </pc:spChg>
        <pc:spChg chg="del">
          <ac:chgData name="Liang,Dr.,Hongzi (HP Medicine) BII-CN-S" userId="29bc0a18-5096-49d5-ae49-3e5745cfa117" providerId="ADAL" clId="{33021EF1-905D-4AA9-9EB9-EFF7678F103B}" dt="2024-03-19T02:33:22.582" v="2043" actId="478"/>
          <ac:spMkLst>
            <pc:docMk/>
            <pc:sldMk cId="2712658358" sldId="2147480015"/>
            <ac:spMk id="8" creationId="{88F28466-5DAA-E252-65A3-1A2E28428DC0}"/>
          </ac:spMkLst>
        </pc:spChg>
      </pc:sldChg>
      <pc:sldChg chg="delSp modSp mod">
        <pc:chgData name="Liang,Dr.,Hongzi (HP Medicine) BII-CN-S" userId="29bc0a18-5096-49d5-ae49-3e5745cfa117" providerId="ADAL" clId="{33021EF1-905D-4AA9-9EB9-EFF7678F103B}" dt="2024-03-18T05:49:25.344" v="1504" actId="1037"/>
        <pc:sldMkLst>
          <pc:docMk/>
          <pc:sldMk cId="264307271" sldId="2147480028"/>
        </pc:sldMkLst>
        <pc:spChg chg="mod">
          <ac:chgData name="Liang,Dr.,Hongzi (HP Medicine) BII-CN-S" userId="29bc0a18-5096-49d5-ae49-3e5745cfa117" providerId="ADAL" clId="{33021EF1-905D-4AA9-9EB9-EFF7678F103B}" dt="2024-03-18T05:49:25.344" v="1504" actId="1037"/>
          <ac:spMkLst>
            <pc:docMk/>
            <pc:sldMk cId="264307271" sldId="2147480028"/>
            <ac:spMk id="20" creationId="{FC84F1CA-F1C9-471B-81E0-6DA03A1A94D1}"/>
          </ac:spMkLst>
        </pc:spChg>
        <pc:spChg chg="mod">
          <ac:chgData name="Liang,Dr.,Hongzi (HP Medicine) BII-CN-S" userId="29bc0a18-5096-49d5-ae49-3e5745cfa117" providerId="ADAL" clId="{33021EF1-905D-4AA9-9EB9-EFF7678F103B}" dt="2024-03-18T05:49:25.344" v="1504" actId="1037"/>
          <ac:spMkLst>
            <pc:docMk/>
            <pc:sldMk cId="264307271" sldId="2147480028"/>
            <ac:spMk id="21" creationId="{458E7A32-2FC1-5F73-FDA4-A4D324977D9D}"/>
          </ac:spMkLst>
        </pc:spChg>
        <pc:spChg chg="mod">
          <ac:chgData name="Liang,Dr.,Hongzi (HP Medicine) BII-CN-S" userId="29bc0a18-5096-49d5-ae49-3e5745cfa117" providerId="ADAL" clId="{33021EF1-905D-4AA9-9EB9-EFF7678F103B}" dt="2024-03-18T05:46:54.510" v="1482" actId="1076"/>
          <ac:spMkLst>
            <pc:docMk/>
            <pc:sldMk cId="264307271" sldId="2147480028"/>
            <ac:spMk id="22" creationId="{5D2C97E1-3BDC-540F-A875-23F3B0703B75}"/>
          </ac:spMkLst>
        </pc:spChg>
        <pc:spChg chg="mod">
          <ac:chgData name="Liang,Dr.,Hongzi (HP Medicine) BII-CN-S" userId="29bc0a18-5096-49d5-ae49-3e5745cfa117" providerId="ADAL" clId="{33021EF1-905D-4AA9-9EB9-EFF7678F103B}" dt="2024-03-18T05:49:25.344" v="1504" actId="1037"/>
          <ac:spMkLst>
            <pc:docMk/>
            <pc:sldMk cId="264307271" sldId="2147480028"/>
            <ac:spMk id="29" creationId="{32FFFC10-26FF-5058-EB0A-0E3797D2206B}"/>
          </ac:spMkLst>
        </pc:spChg>
        <pc:spChg chg="mod">
          <ac:chgData name="Liang,Dr.,Hongzi (HP Medicine) BII-CN-S" userId="29bc0a18-5096-49d5-ae49-3e5745cfa117" providerId="ADAL" clId="{33021EF1-905D-4AA9-9EB9-EFF7678F103B}" dt="2024-03-18T05:49:25.344" v="1504" actId="1037"/>
          <ac:spMkLst>
            <pc:docMk/>
            <pc:sldMk cId="264307271" sldId="2147480028"/>
            <ac:spMk id="30" creationId="{D7F2E8D9-20C1-43EA-27C3-3F8521AC0F57}"/>
          </ac:spMkLst>
        </pc:spChg>
        <pc:spChg chg="mod">
          <ac:chgData name="Liang,Dr.,Hongzi (HP Medicine) BII-CN-S" userId="29bc0a18-5096-49d5-ae49-3e5745cfa117" providerId="ADAL" clId="{33021EF1-905D-4AA9-9EB9-EFF7678F103B}" dt="2024-03-18T05:49:25.344" v="1504" actId="1037"/>
          <ac:spMkLst>
            <pc:docMk/>
            <pc:sldMk cId="264307271" sldId="2147480028"/>
            <ac:spMk id="33" creationId="{9327AFF1-9C1E-2BED-FC15-576E21437B65}"/>
          </ac:spMkLst>
        </pc:spChg>
        <pc:spChg chg="mod">
          <ac:chgData name="Liang,Dr.,Hongzi (HP Medicine) BII-CN-S" userId="29bc0a18-5096-49d5-ae49-3e5745cfa117" providerId="ADAL" clId="{33021EF1-905D-4AA9-9EB9-EFF7678F103B}" dt="2024-03-18T05:49:25.344" v="1504" actId="1037"/>
          <ac:spMkLst>
            <pc:docMk/>
            <pc:sldMk cId="264307271" sldId="2147480028"/>
            <ac:spMk id="34" creationId="{6BF6C023-BDE9-3C49-F5D3-48AA3E384215}"/>
          </ac:spMkLst>
        </pc:spChg>
        <pc:spChg chg="mod">
          <ac:chgData name="Liang,Dr.,Hongzi (HP Medicine) BII-CN-S" userId="29bc0a18-5096-49d5-ae49-3e5745cfa117" providerId="ADAL" clId="{33021EF1-905D-4AA9-9EB9-EFF7678F103B}" dt="2024-03-18T05:49:25.344" v="1504" actId="1037"/>
          <ac:spMkLst>
            <pc:docMk/>
            <pc:sldMk cId="264307271" sldId="2147480028"/>
            <ac:spMk id="35" creationId="{ED1AA5F0-E6AA-4C0E-0D8E-391BC0DA135F}"/>
          </ac:spMkLst>
        </pc:spChg>
        <pc:spChg chg="mod">
          <ac:chgData name="Liang,Dr.,Hongzi (HP Medicine) BII-CN-S" userId="29bc0a18-5096-49d5-ae49-3e5745cfa117" providerId="ADAL" clId="{33021EF1-905D-4AA9-9EB9-EFF7678F103B}" dt="2024-03-18T05:49:10.446" v="1501" actId="14100"/>
          <ac:spMkLst>
            <pc:docMk/>
            <pc:sldMk cId="264307271" sldId="2147480028"/>
            <ac:spMk id="36" creationId="{BC30C90B-A852-D4A5-15CC-2922D59205FC}"/>
          </ac:spMkLst>
        </pc:spChg>
        <pc:spChg chg="mod">
          <ac:chgData name="Liang,Dr.,Hongzi (HP Medicine) BII-CN-S" userId="29bc0a18-5096-49d5-ae49-3e5745cfa117" providerId="ADAL" clId="{33021EF1-905D-4AA9-9EB9-EFF7678F103B}" dt="2024-03-18T05:46:43.727" v="1481" actId="1076"/>
          <ac:spMkLst>
            <pc:docMk/>
            <pc:sldMk cId="264307271" sldId="2147480028"/>
            <ac:spMk id="37" creationId="{13BDFCD4-902E-353C-8AF6-F2E382B165CF}"/>
          </ac:spMkLst>
        </pc:spChg>
        <pc:spChg chg="mod">
          <ac:chgData name="Liang,Dr.,Hongzi (HP Medicine) BII-CN-S" userId="29bc0a18-5096-49d5-ae49-3e5745cfa117" providerId="ADAL" clId="{33021EF1-905D-4AA9-9EB9-EFF7678F103B}" dt="2024-03-18T05:46:29.202" v="1479" actId="1076"/>
          <ac:spMkLst>
            <pc:docMk/>
            <pc:sldMk cId="264307271" sldId="2147480028"/>
            <ac:spMk id="42" creationId="{9F7A6C42-95B4-28D0-86A5-B60B1BC404D2}"/>
          </ac:spMkLst>
        </pc:spChg>
        <pc:spChg chg="mod">
          <ac:chgData name="Liang,Dr.,Hongzi (HP Medicine) BII-CN-S" userId="29bc0a18-5096-49d5-ae49-3e5745cfa117" providerId="ADAL" clId="{33021EF1-905D-4AA9-9EB9-EFF7678F103B}" dt="2024-03-18T05:47:22.141" v="1484" actId="1076"/>
          <ac:spMkLst>
            <pc:docMk/>
            <pc:sldMk cId="264307271" sldId="2147480028"/>
            <ac:spMk id="45" creationId="{4A37A573-3E00-8F05-B9A4-1D879DB1D2CF}"/>
          </ac:spMkLst>
        </pc:spChg>
        <pc:spChg chg="mod topLvl">
          <ac:chgData name="Liang,Dr.,Hongzi (HP Medicine) BII-CN-S" userId="29bc0a18-5096-49d5-ae49-3e5745cfa117" providerId="ADAL" clId="{33021EF1-905D-4AA9-9EB9-EFF7678F103B}" dt="2024-03-18T05:47:05.676" v="1483" actId="165"/>
          <ac:spMkLst>
            <pc:docMk/>
            <pc:sldMk cId="264307271" sldId="2147480028"/>
            <ac:spMk id="62" creationId="{C809A2AF-A28A-FF9B-27C2-8A81E02671B0}"/>
          </ac:spMkLst>
        </pc:spChg>
        <pc:spChg chg="mod">
          <ac:chgData name="Liang,Dr.,Hongzi (HP Medicine) BII-CN-S" userId="29bc0a18-5096-49d5-ae49-3e5745cfa117" providerId="ADAL" clId="{33021EF1-905D-4AA9-9EB9-EFF7678F103B}" dt="2024-03-16T04:25:08.201" v="1364" actId="20577"/>
          <ac:spMkLst>
            <pc:docMk/>
            <pc:sldMk cId="264307271" sldId="2147480028"/>
            <ac:spMk id="67" creationId="{160B291A-EBF6-0D51-57E1-E0529B9F277B}"/>
          </ac:spMkLst>
        </pc:spChg>
        <pc:grpChg chg="mod">
          <ac:chgData name="Liang,Dr.,Hongzi (HP Medicine) BII-CN-S" userId="29bc0a18-5096-49d5-ae49-3e5745cfa117" providerId="ADAL" clId="{33021EF1-905D-4AA9-9EB9-EFF7678F103B}" dt="2024-03-18T05:49:25.344" v="1504" actId="1037"/>
          <ac:grpSpMkLst>
            <pc:docMk/>
            <pc:sldMk cId="264307271" sldId="2147480028"/>
            <ac:grpSpMk id="26" creationId="{84E77881-C4ED-2739-522B-F7D18D88A930}"/>
          </ac:grpSpMkLst>
        </pc:grpChg>
        <pc:grpChg chg="del mod">
          <ac:chgData name="Liang,Dr.,Hongzi (HP Medicine) BII-CN-S" userId="29bc0a18-5096-49d5-ae49-3e5745cfa117" providerId="ADAL" clId="{33021EF1-905D-4AA9-9EB9-EFF7678F103B}" dt="2024-03-18T05:47:05.676" v="1483" actId="165"/>
          <ac:grpSpMkLst>
            <pc:docMk/>
            <pc:sldMk cId="264307271" sldId="2147480028"/>
            <ac:grpSpMk id="60" creationId="{560D808D-73B8-99DC-C3BF-0F8E72FCABFB}"/>
          </ac:grpSpMkLst>
        </pc:grpChg>
        <pc:cxnChg chg="mod topLvl">
          <ac:chgData name="Liang,Dr.,Hongzi (HP Medicine) BII-CN-S" userId="29bc0a18-5096-49d5-ae49-3e5745cfa117" providerId="ADAL" clId="{33021EF1-905D-4AA9-9EB9-EFF7678F103B}" dt="2024-03-18T05:47:05.676" v="1483" actId="165"/>
          <ac:cxnSpMkLst>
            <pc:docMk/>
            <pc:sldMk cId="264307271" sldId="2147480028"/>
            <ac:cxnSpMk id="61" creationId="{7DD78E92-D915-5FC6-69A5-95E55ED92A3F}"/>
          </ac:cxnSpMkLst>
        </pc:cxnChg>
      </pc:sldChg>
      <pc:sldChg chg="addSp delSp modSp mod">
        <pc:chgData name="Liang,Dr.,Hongzi (HP Medicine) BII-CN-S" userId="29bc0a18-5096-49d5-ae49-3e5745cfa117" providerId="ADAL" clId="{33021EF1-905D-4AA9-9EB9-EFF7678F103B}" dt="2024-03-18T05:50:48.627" v="1547" actId="1036"/>
        <pc:sldMkLst>
          <pc:docMk/>
          <pc:sldMk cId="3404696861" sldId="2147480029"/>
        </pc:sldMkLst>
        <pc:spChg chg="add mod">
          <ac:chgData name="Liang,Dr.,Hongzi (HP Medicine) BII-CN-S" userId="29bc0a18-5096-49d5-ae49-3e5745cfa117" providerId="ADAL" clId="{33021EF1-905D-4AA9-9EB9-EFF7678F103B}" dt="2024-03-18T05:43:34.422" v="1432" actId="1035"/>
          <ac:spMkLst>
            <pc:docMk/>
            <pc:sldMk cId="3404696861" sldId="2147480029"/>
            <ac:spMk id="4" creationId="{BD7493EA-114C-55FC-3A32-053339171F13}"/>
          </ac:spMkLst>
        </pc:spChg>
        <pc:spChg chg="mod topLvl">
          <ac:chgData name="Liang,Dr.,Hongzi (HP Medicine) BII-CN-S" userId="29bc0a18-5096-49d5-ae49-3e5745cfa117" providerId="ADAL" clId="{33021EF1-905D-4AA9-9EB9-EFF7678F103B}" dt="2024-03-18T05:50:30.926" v="1530" actId="165"/>
          <ac:spMkLst>
            <pc:docMk/>
            <pc:sldMk cId="3404696861" sldId="2147480029"/>
            <ac:spMk id="10" creationId="{F1D233FE-EACA-6095-DE2D-A84CF86ED466}"/>
          </ac:spMkLst>
        </pc:spChg>
        <pc:spChg chg="mod">
          <ac:chgData name="Liang,Dr.,Hongzi (HP Medicine) BII-CN-S" userId="29bc0a18-5096-49d5-ae49-3e5745cfa117" providerId="ADAL" clId="{33021EF1-905D-4AA9-9EB9-EFF7678F103B}" dt="2024-03-18T05:43:03.197" v="1423" actId="207"/>
          <ac:spMkLst>
            <pc:docMk/>
            <pc:sldMk cId="3404696861" sldId="2147480029"/>
            <ac:spMk id="70" creationId="{3ACE82E8-3B59-6E73-F253-D1E82A41EC5B}"/>
          </ac:spMkLst>
        </pc:spChg>
        <pc:spChg chg="mod">
          <ac:chgData name="Liang,Dr.,Hongzi (HP Medicine) BII-CN-S" userId="29bc0a18-5096-49d5-ae49-3e5745cfa117" providerId="ADAL" clId="{33021EF1-905D-4AA9-9EB9-EFF7678F103B}" dt="2024-03-18T05:43:06.017" v="1424" actId="207"/>
          <ac:spMkLst>
            <pc:docMk/>
            <pc:sldMk cId="3404696861" sldId="2147480029"/>
            <ac:spMk id="72" creationId="{8DAC030B-D761-AD3B-58EF-E5CA15F3D245}"/>
          </ac:spMkLst>
        </pc:spChg>
        <pc:grpChg chg="del mod">
          <ac:chgData name="Liang,Dr.,Hongzi (HP Medicine) BII-CN-S" userId="29bc0a18-5096-49d5-ae49-3e5745cfa117" providerId="ADAL" clId="{33021EF1-905D-4AA9-9EB9-EFF7678F103B}" dt="2024-03-18T05:50:30.926" v="1530" actId="165"/>
          <ac:grpSpMkLst>
            <pc:docMk/>
            <pc:sldMk cId="3404696861" sldId="2147480029"/>
            <ac:grpSpMk id="8" creationId="{C4621F60-30C7-348A-AA38-CDC67018A272}"/>
          </ac:grpSpMkLst>
        </pc:grpChg>
        <pc:cxnChg chg="mod topLvl">
          <ac:chgData name="Liang,Dr.,Hongzi (HP Medicine) BII-CN-S" userId="29bc0a18-5096-49d5-ae49-3e5745cfa117" providerId="ADAL" clId="{33021EF1-905D-4AA9-9EB9-EFF7678F103B}" dt="2024-03-18T05:50:48.627" v="1547" actId="1036"/>
          <ac:cxnSpMkLst>
            <pc:docMk/>
            <pc:sldMk cId="3404696861" sldId="2147480029"/>
            <ac:cxnSpMk id="9" creationId="{139F36E1-11D0-C238-90FA-3E290628BD4A}"/>
          </ac:cxnSpMkLst>
        </pc:cxnChg>
      </pc:sldChg>
      <pc:sldChg chg="modSp mod">
        <pc:chgData name="Liang,Dr.,Hongzi (HP Medicine) BII-CN-S" userId="29bc0a18-5096-49d5-ae49-3e5745cfa117" providerId="ADAL" clId="{33021EF1-905D-4AA9-9EB9-EFF7678F103B}" dt="2024-03-19T09:29:29.062" v="2914" actId="12"/>
        <pc:sldMkLst>
          <pc:docMk/>
          <pc:sldMk cId="2818196506" sldId="2147480030"/>
        </pc:sldMkLst>
        <pc:spChg chg="mod">
          <ac:chgData name="Liang,Dr.,Hongzi (HP Medicine) BII-CN-S" userId="29bc0a18-5096-49d5-ae49-3e5745cfa117" providerId="ADAL" clId="{33021EF1-905D-4AA9-9EB9-EFF7678F103B}" dt="2024-03-18T05:51:21.957" v="1558" actId="1036"/>
          <ac:spMkLst>
            <pc:docMk/>
            <pc:sldMk cId="2818196506" sldId="2147480030"/>
            <ac:spMk id="10" creationId="{7F2BC305-BE82-B9A3-62A8-D182C2DBFFB5}"/>
          </ac:spMkLst>
        </pc:spChg>
        <pc:spChg chg="mod">
          <ac:chgData name="Liang,Dr.,Hongzi (HP Medicine) BII-CN-S" userId="29bc0a18-5096-49d5-ae49-3e5745cfa117" providerId="ADAL" clId="{33021EF1-905D-4AA9-9EB9-EFF7678F103B}" dt="2024-03-18T06:11:49.490" v="1624" actId="113"/>
          <ac:spMkLst>
            <pc:docMk/>
            <pc:sldMk cId="2818196506" sldId="2147480030"/>
            <ac:spMk id="14" creationId="{561000A3-4218-4D4F-1391-8B2D7C3E6393}"/>
          </ac:spMkLst>
        </pc:spChg>
        <pc:spChg chg="mod">
          <ac:chgData name="Liang,Dr.,Hongzi (HP Medicine) BII-CN-S" userId="29bc0a18-5096-49d5-ae49-3e5745cfa117" providerId="ADAL" clId="{33021EF1-905D-4AA9-9EB9-EFF7678F103B}" dt="2024-03-19T09:29:29.062" v="2914" actId="12"/>
          <ac:spMkLst>
            <pc:docMk/>
            <pc:sldMk cId="2818196506" sldId="2147480030"/>
            <ac:spMk id="39" creationId="{00BE7D5A-DC46-EC5F-E129-368FA8A34966}"/>
          </ac:spMkLst>
        </pc:spChg>
        <pc:grpChg chg="mod">
          <ac:chgData name="Liang,Dr.,Hongzi (HP Medicine) BII-CN-S" userId="29bc0a18-5096-49d5-ae49-3e5745cfa117" providerId="ADAL" clId="{33021EF1-905D-4AA9-9EB9-EFF7678F103B}" dt="2024-03-18T05:51:51.659" v="1583" actId="1038"/>
          <ac:grpSpMkLst>
            <pc:docMk/>
            <pc:sldMk cId="2818196506" sldId="2147480030"/>
            <ac:grpSpMk id="8" creationId="{A823E1E9-265E-DC14-1C3A-6B209CBC22EA}"/>
          </ac:grpSpMkLst>
        </pc:grpChg>
        <pc:cxnChg chg="mod">
          <ac:chgData name="Liang,Dr.,Hongzi (HP Medicine) BII-CN-S" userId="29bc0a18-5096-49d5-ae49-3e5745cfa117" providerId="ADAL" clId="{33021EF1-905D-4AA9-9EB9-EFF7678F103B}" dt="2024-03-18T05:51:34.969" v="1573" actId="1036"/>
          <ac:cxnSpMkLst>
            <pc:docMk/>
            <pc:sldMk cId="2818196506" sldId="2147480030"/>
            <ac:cxnSpMk id="9" creationId="{7FD311E6-0980-FC03-27D2-D80FD1909200}"/>
          </ac:cxnSpMkLst>
        </pc:cxnChg>
      </pc:sldChg>
      <pc:sldChg chg="del">
        <pc:chgData name="Liang,Dr.,Hongzi (HP Medicine) BII-CN-S" userId="29bc0a18-5096-49d5-ae49-3e5745cfa117" providerId="ADAL" clId="{33021EF1-905D-4AA9-9EB9-EFF7678F103B}" dt="2024-03-16T02:57:04.895" v="319" actId="47"/>
        <pc:sldMkLst>
          <pc:docMk/>
          <pc:sldMk cId="2119365825" sldId="2147480034"/>
        </pc:sldMkLst>
      </pc:sldChg>
      <pc:sldChg chg="del">
        <pc:chgData name="Liang,Dr.,Hongzi (HP Medicine) BII-CN-S" userId="29bc0a18-5096-49d5-ae49-3e5745cfa117" providerId="ADAL" clId="{33021EF1-905D-4AA9-9EB9-EFF7678F103B}" dt="2024-03-16T04:23:24.671" v="1341" actId="47"/>
        <pc:sldMkLst>
          <pc:docMk/>
          <pc:sldMk cId="3950406364" sldId="2147480041"/>
        </pc:sldMkLst>
      </pc:sldChg>
      <pc:sldChg chg="add">
        <pc:chgData name="Liang,Dr.,Hongzi (HP Medicine) BII-CN-S" userId="29bc0a18-5096-49d5-ae49-3e5745cfa117" providerId="ADAL" clId="{33021EF1-905D-4AA9-9EB9-EFF7678F103B}" dt="2024-03-19T02:14:00.706" v="1952"/>
        <pc:sldMkLst>
          <pc:docMk/>
          <pc:sldMk cId="1127228928" sldId="2147480048"/>
        </pc:sldMkLst>
      </pc:sldChg>
      <pc:sldChg chg="add">
        <pc:chgData name="Liang,Dr.,Hongzi (HP Medicine) BII-CN-S" userId="29bc0a18-5096-49d5-ae49-3e5745cfa117" providerId="ADAL" clId="{33021EF1-905D-4AA9-9EB9-EFF7678F103B}" dt="2024-03-19T02:14:00.706" v="1952"/>
        <pc:sldMkLst>
          <pc:docMk/>
          <pc:sldMk cId="3266880530" sldId="2147480051"/>
        </pc:sldMkLst>
      </pc:sldChg>
      <pc:sldChg chg="del">
        <pc:chgData name="Liang,Dr.,Hongzi (HP Medicine) BII-CN-S" userId="29bc0a18-5096-49d5-ae49-3e5745cfa117" providerId="ADAL" clId="{33021EF1-905D-4AA9-9EB9-EFF7678F103B}" dt="2024-03-15T06:02:39.796" v="11" actId="47"/>
        <pc:sldMkLst>
          <pc:docMk/>
          <pc:sldMk cId="1374588483" sldId="2147480053"/>
        </pc:sldMkLst>
      </pc:sldChg>
      <pc:sldChg chg="del">
        <pc:chgData name="Liang,Dr.,Hongzi (HP Medicine) BII-CN-S" userId="29bc0a18-5096-49d5-ae49-3e5745cfa117" providerId="ADAL" clId="{33021EF1-905D-4AA9-9EB9-EFF7678F103B}" dt="2024-03-18T06:25:07.248" v="1774" actId="47"/>
        <pc:sldMkLst>
          <pc:docMk/>
          <pc:sldMk cId="2947162828" sldId="2147480056"/>
        </pc:sldMkLst>
      </pc:sldChg>
      <pc:sldChg chg="addSp delSp modSp mod">
        <pc:chgData name="Liang,Dr.,Hongzi (HP Medicine) BII-CN-S" userId="29bc0a18-5096-49d5-ae49-3e5745cfa117" providerId="ADAL" clId="{33021EF1-905D-4AA9-9EB9-EFF7678F103B}" dt="2024-03-19T06:03:38.600" v="2758" actId="14100"/>
        <pc:sldMkLst>
          <pc:docMk/>
          <pc:sldMk cId="2828716542" sldId="2147480057"/>
        </pc:sldMkLst>
        <pc:spChg chg="add mod">
          <ac:chgData name="Liang,Dr.,Hongzi (HP Medicine) BII-CN-S" userId="29bc0a18-5096-49d5-ae49-3e5745cfa117" providerId="ADAL" clId="{33021EF1-905D-4AA9-9EB9-EFF7678F103B}" dt="2024-03-19T06:03:38.600" v="2758" actId="14100"/>
          <ac:spMkLst>
            <pc:docMk/>
            <pc:sldMk cId="2828716542" sldId="2147480057"/>
            <ac:spMk id="5" creationId="{526F568A-28FF-435A-3C92-305353D9C750}"/>
          </ac:spMkLst>
        </pc:spChg>
        <pc:spChg chg="mod">
          <ac:chgData name="Liang,Dr.,Hongzi (HP Medicine) BII-CN-S" userId="29bc0a18-5096-49d5-ae49-3e5745cfa117" providerId="ADAL" clId="{33021EF1-905D-4AA9-9EB9-EFF7678F103B}" dt="2024-03-19T05:35:30.673" v="2097" actId="1035"/>
          <ac:spMkLst>
            <pc:docMk/>
            <pc:sldMk cId="2828716542" sldId="2147480057"/>
            <ac:spMk id="12" creationId="{DD8521CC-83B5-0617-0AC9-84A4804657E0}"/>
          </ac:spMkLst>
        </pc:spChg>
        <pc:spChg chg="mod">
          <ac:chgData name="Liang,Dr.,Hongzi (HP Medicine) BII-CN-S" userId="29bc0a18-5096-49d5-ae49-3e5745cfa117" providerId="ADAL" clId="{33021EF1-905D-4AA9-9EB9-EFF7678F103B}" dt="2024-03-19T05:36:48.156" v="2137" actId="1037"/>
          <ac:spMkLst>
            <pc:docMk/>
            <pc:sldMk cId="2828716542" sldId="2147480057"/>
            <ac:spMk id="22" creationId="{F61D8AD5-7C28-F2B4-F590-89694E18D6C2}"/>
          </ac:spMkLst>
        </pc:spChg>
        <pc:spChg chg="mod">
          <ac:chgData name="Liang,Dr.,Hongzi (HP Medicine) BII-CN-S" userId="29bc0a18-5096-49d5-ae49-3e5745cfa117" providerId="ADAL" clId="{33021EF1-905D-4AA9-9EB9-EFF7678F103B}" dt="2024-03-19T05:36:21.550" v="2122" actId="1037"/>
          <ac:spMkLst>
            <pc:docMk/>
            <pc:sldMk cId="2828716542" sldId="2147480057"/>
            <ac:spMk id="26" creationId="{989B7B91-A785-EF2B-6B78-12BF4FC97FBC}"/>
          </ac:spMkLst>
        </pc:spChg>
        <pc:spChg chg="mod">
          <ac:chgData name="Liang,Dr.,Hongzi (HP Medicine) BII-CN-S" userId="29bc0a18-5096-49d5-ae49-3e5745cfa117" providerId="ADAL" clId="{33021EF1-905D-4AA9-9EB9-EFF7678F103B}" dt="2024-03-19T05:37:29.524" v="2166" actId="1036"/>
          <ac:spMkLst>
            <pc:docMk/>
            <pc:sldMk cId="2828716542" sldId="2147480057"/>
            <ac:spMk id="28" creationId="{F3FD560C-643E-856A-A715-682FF04D72D7}"/>
          </ac:spMkLst>
        </pc:spChg>
        <pc:spChg chg="mod">
          <ac:chgData name="Liang,Dr.,Hongzi (HP Medicine) BII-CN-S" userId="29bc0a18-5096-49d5-ae49-3e5745cfa117" providerId="ADAL" clId="{33021EF1-905D-4AA9-9EB9-EFF7678F103B}" dt="2024-03-19T05:36:33.131" v="2127" actId="1038"/>
          <ac:spMkLst>
            <pc:docMk/>
            <pc:sldMk cId="2828716542" sldId="2147480057"/>
            <ac:spMk id="30" creationId="{2C1CD4B5-08D8-5779-C757-8856B59E6AA3}"/>
          </ac:spMkLst>
        </pc:spChg>
        <pc:spChg chg="mod">
          <ac:chgData name="Liang,Dr.,Hongzi (HP Medicine) BII-CN-S" userId="29bc0a18-5096-49d5-ae49-3e5745cfa117" providerId="ADAL" clId="{33021EF1-905D-4AA9-9EB9-EFF7678F103B}" dt="2024-03-19T05:43:49.479" v="2426"/>
          <ac:spMkLst>
            <pc:docMk/>
            <pc:sldMk cId="2828716542" sldId="2147480057"/>
            <ac:spMk id="32" creationId="{A02D029F-CE67-D841-55A7-DFE57112BE16}"/>
          </ac:spMkLst>
        </pc:spChg>
        <pc:spChg chg="mod">
          <ac:chgData name="Liang,Dr.,Hongzi (HP Medicine) BII-CN-S" userId="29bc0a18-5096-49d5-ae49-3e5745cfa117" providerId="ADAL" clId="{33021EF1-905D-4AA9-9EB9-EFF7678F103B}" dt="2024-03-19T05:43:49.479" v="2426"/>
          <ac:spMkLst>
            <pc:docMk/>
            <pc:sldMk cId="2828716542" sldId="2147480057"/>
            <ac:spMk id="33" creationId="{2EF30D15-0A97-DB06-01E8-01FDFA31709A}"/>
          </ac:spMkLst>
        </pc:spChg>
        <pc:spChg chg="mod">
          <ac:chgData name="Liang,Dr.,Hongzi (HP Medicine) BII-CN-S" userId="29bc0a18-5096-49d5-ae49-3e5745cfa117" providerId="ADAL" clId="{33021EF1-905D-4AA9-9EB9-EFF7678F103B}" dt="2024-03-19T05:45:30.205" v="2454" actId="20577"/>
          <ac:spMkLst>
            <pc:docMk/>
            <pc:sldMk cId="2828716542" sldId="2147480057"/>
            <ac:spMk id="49" creationId="{9FA1EADB-E656-E414-D7A5-ED88D29D7EC3}"/>
          </ac:spMkLst>
        </pc:spChg>
        <pc:spChg chg="mod">
          <ac:chgData name="Liang,Dr.,Hongzi (HP Medicine) BII-CN-S" userId="29bc0a18-5096-49d5-ae49-3e5745cfa117" providerId="ADAL" clId="{33021EF1-905D-4AA9-9EB9-EFF7678F103B}" dt="2024-03-19T05:45:09.887" v="2440"/>
          <ac:spMkLst>
            <pc:docMk/>
            <pc:sldMk cId="2828716542" sldId="2147480057"/>
            <ac:spMk id="51" creationId="{15759034-2ACE-FADF-9BA3-4650B216F2A2}"/>
          </ac:spMkLst>
        </pc:spChg>
        <pc:spChg chg="mod">
          <ac:chgData name="Liang,Dr.,Hongzi (HP Medicine) BII-CN-S" userId="29bc0a18-5096-49d5-ae49-3e5745cfa117" providerId="ADAL" clId="{33021EF1-905D-4AA9-9EB9-EFF7678F103B}" dt="2024-03-19T05:45:09.887" v="2440"/>
          <ac:spMkLst>
            <pc:docMk/>
            <pc:sldMk cId="2828716542" sldId="2147480057"/>
            <ac:spMk id="52" creationId="{05926A78-626A-8413-1A3D-4985153396F4}"/>
          </ac:spMkLst>
        </pc:spChg>
        <pc:spChg chg="mod">
          <ac:chgData name="Liang,Dr.,Hongzi (HP Medicine) BII-CN-S" userId="29bc0a18-5096-49d5-ae49-3e5745cfa117" providerId="ADAL" clId="{33021EF1-905D-4AA9-9EB9-EFF7678F103B}" dt="2024-03-19T05:57:34.605" v="2644"/>
          <ac:spMkLst>
            <pc:docMk/>
            <pc:sldMk cId="2828716542" sldId="2147480057"/>
            <ac:spMk id="61" creationId="{66BFD1B9-B16F-31A3-14FE-1924559B42F0}"/>
          </ac:spMkLst>
        </pc:spChg>
        <pc:spChg chg="mod">
          <ac:chgData name="Liang,Dr.,Hongzi (HP Medicine) BII-CN-S" userId="29bc0a18-5096-49d5-ae49-3e5745cfa117" providerId="ADAL" clId="{33021EF1-905D-4AA9-9EB9-EFF7678F103B}" dt="2024-03-19T05:57:34.605" v="2644"/>
          <ac:spMkLst>
            <pc:docMk/>
            <pc:sldMk cId="2828716542" sldId="2147480057"/>
            <ac:spMk id="63" creationId="{B2E648F8-83D9-3693-72BC-892B1BF4F3F1}"/>
          </ac:spMkLst>
        </pc:spChg>
        <pc:spChg chg="mod">
          <ac:chgData name="Liang,Dr.,Hongzi (HP Medicine) BII-CN-S" userId="29bc0a18-5096-49d5-ae49-3e5745cfa117" providerId="ADAL" clId="{33021EF1-905D-4AA9-9EB9-EFF7678F103B}" dt="2024-03-19T05:51:06.123" v="2461" actId="14100"/>
          <ac:spMkLst>
            <pc:docMk/>
            <pc:sldMk cId="2828716542" sldId="2147480057"/>
            <ac:spMk id="137" creationId="{E555EB10-BDF9-14FE-3F33-B899C8C44CFD}"/>
          </ac:spMkLst>
        </pc:spChg>
        <pc:spChg chg="mod">
          <ac:chgData name="Liang,Dr.,Hongzi (HP Medicine) BII-CN-S" userId="29bc0a18-5096-49d5-ae49-3e5745cfa117" providerId="ADAL" clId="{33021EF1-905D-4AA9-9EB9-EFF7678F103B}" dt="2024-03-19T05:57:20.265" v="2643" actId="1037"/>
          <ac:spMkLst>
            <pc:docMk/>
            <pc:sldMk cId="2828716542" sldId="2147480057"/>
            <ac:spMk id="158" creationId="{60F147B8-1BC4-E230-58F5-7AA159418555}"/>
          </ac:spMkLst>
        </pc:spChg>
        <pc:spChg chg="mod">
          <ac:chgData name="Liang,Dr.,Hongzi (HP Medicine) BII-CN-S" userId="29bc0a18-5096-49d5-ae49-3e5745cfa117" providerId="ADAL" clId="{33021EF1-905D-4AA9-9EB9-EFF7678F103B}" dt="2024-03-19T05:56:48.390" v="2624" actId="1037"/>
          <ac:spMkLst>
            <pc:docMk/>
            <pc:sldMk cId="2828716542" sldId="2147480057"/>
            <ac:spMk id="161" creationId="{75BF1FDD-1BE2-FDC8-2BA4-D0FCE133B7E2}"/>
          </ac:spMkLst>
        </pc:spChg>
        <pc:spChg chg="mod">
          <ac:chgData name="Liang,Dr.,Hongzi (HP Medicine) BII-CN-S" userId="29bc0a18-5096-49d5-ae49-3e5745cfa117" providerId="ADAL" clId="{33021EF1-905D-4AA9-9EB9-EFF7678F103B}" dt="2024-03-19T05:51:29.334" v="2464" actId="14100"/>
          <ac:spMkLst>
            <pc:docMk/>
            <pc:sldMk cId="2828716542" sldId="2147480057"/>
            <ac:spMk id="232" creationId="{76930A5F-1F17-99F2-7D03-1BFCFD573C1F}"/>
          </ac:spMkLst>
        </pc:spChg>
        <pc:spChg chg="mod">
          <ac:chgData name="Liang,Dr.,Hongzi (HP Medicine) BII-CN-S" userId="29bc0a18-5096-49d5-ae49-3e5745cfa117" providerId="ADAL" clId="{33021EF1-905D-4AA9-9EB9-EFF7678F103B}" dt="2024-03-19T05:43:33.948" v="2403" actId="20577"/>
          <ac:spMkLst>
            <pc:docMk/>
            <pc:sldMk cId="2828716542" sldId="2147480057"/>
            <ac:spMk id="233" creationId="{FD00679C-398F-1C12-7B75-671882A1A782}"/>
          </ac:spMkLst>
        </pc:spChg>
        <pc:spChg chg="mod">
          <ac:chgData name="Liang,Dr.,Hongzi (HP Medicine) BII-CN-S" userId="29bc0a18-5096-49d5-ae49-3e5745cfa117" providerId="ADAL" clId="{33021EF1-905D-4AA9-9EB9-EFF7678F103B}" dt="2024-03-19T05:43:10.929" v="2331"/>
          <ac:spMkLst>
            <pc:docMk/>
            <pc:sldMk cId="2828716542" sldId="2147480057"/>
            <ac:spMk id="243" creationId="{8369A15C-2C2C-DC1D-29DC-75E7E40576D8}"/>
          </ac:spMkLst>
        </pc:spChg>
        <pc:spChg chg="mod">
          <ac:chgData name="Liang,Dr.,Hongzi (HP Medicine) BII-CN-S" userId="29bc0a18-5096-49d5-ae49-3e5745cfa117" providerId="ADAL" clId="{33021EF1-905D-4AA9-9EB9-EFF7678F103B}" dt="2024-03-19T05:43:43.089" v="2425" actId="20577"/>
          <ac:spMkLst>
            <pc:docMk/>
            <pc:sldMk cId="2828716542" sldId="2147480057"/>
            <ac:spMk id="244" creationId="{DC508012-3D94-C4EC-3EDA-6DD6B72429A6}"/>
          </ac:spMkLst>
        </pc:spChg>
        <pc:spChg chg="mod">
          <ac:chgData name="Liang,Dr.,Hongzi (HP Medicine) BII-CN-S" userId="29bc0a18-5096-49d5-ae49-3e5745cfa117" providerId="ADAL" clId="{33021EF1-905D-4AA9-9EB9-EFF7678F103B}" dt="2024-03-19T05:45:04.162" v="2439" actId="20577"/>
          <ac:spMkLst>
            <pc:docMk/>
            <pc:sldMk cId="2828716542" sldId="2147480057"/>
            <ac:spMk id="246" creationId="{84B0D144-6BB1-6A14-AC2E-F578A256FA44}"/>
          </ac:spMkLst>
        </pc:spChg>
        <pc:spChg chg="mod">
          <ac:chgData name="Liang,Dr.,Hongzi (HP Medicine) BII-CN-S" userId="29bc0a18-5096-49d5-ae49-3e5745cfa117" providerId="ADAL" clId="{33021EF1-905D-4AA9-9EB9-EFF7678F103B}" dt="2024-03-19T05:51:53.425" v="2467" actId="14100"/>
          <ac:spMkLst>
            <pc:docMk/>
            <pc:sldMk cId="2828716542" sldId="2147480057"/>
            <ac:spMk id="247" creationId="{70E63EA9-A7E0-7709-822E-B044E60D3020}"/>
          </ac:spMkLst>
        </pc:spChg>
        <pc:spChg chg="mod">
          <ac:chgData name="Liang,Dr.,Hongzi (HP Medicine) BII-CN-S" userId="29bc0a18-5096-49d5-ae49-3e5745cfa117" providerId="ADAL" clId="{33021EF1-905D-4AA9-9EB9-EFF7678F103B}" dt="2024-03-19T05:57:34.605" v="2644"/>
          <ac:spMkLst>
            <pc:docMk/>
            <pc:sldMk cId="2828716542" sldId="2147480057"/>
            <ac:spMk id="263" creationId="{A537D800-2CC5-0E10-0A8F-E18EEB8FDFD1}"/>
          </ac:spMkLst>
        </pc:spChg>
        <pc:grpChg chg="mod">
          <ac:chgData name="Liang,Dr.,Hongzi (HP Medicine) BII-CN-S" userId="29bc0a18-5096-49d5-ae49-3e5745cfa117" providerId="ADAL" clId="{33021EF1-905D-4AA9-9EB9-EFF7678F103B}" dt="2024-03-19T02:54:43.250" v="2055" actId="1038"/>
          <ac:grpSpMkLst>
            <pc:docMk/>
            <pc:sldMk cId="2828716542" sldId="2147480057"/>
            <ac:grpSpMk id="10" creationId="{37EF8CD2-7D51-DBE0-0476-A9199020F2B3}"/>
          </ac:grpSpMkLst>
        </pc:grpChg>
        <pc:grpChg chg="add mod">
          <ac:chgData name="Liang,Dr.,Hongzi (HP Medicine) BII-CN-S" userId="29bc0a18-5096-49d5-ae49-3e5745cfa117" providerId="ADAL" clId="{33021EF1-905D-4AA9-9EB9-EFF7678F103B}" dt="2024-03-19T05:45:20.516" v="2446" actId="1035"/>
          <ac:grpSpMkLst>
            <pc:docMk/>
            <pc:sldMk cId="2828716542" sldId="2147480057"/>
            <ac:grpSpMk id="40" creationId="{62B45EA9-A20B-3A24-B810-15223AEFE89B}"/>
          </ac:grpSpMkLst>
        </pc:grpChg>
        <pc:grpChg chg="mod">
          <ac:chgData name="Liang,Dr.,Hongzi (HP Medicine) BII-CN-S" userId="29bc0a18-5096-49d5-ae49-3e5745cfa117" providerId="ADAL" clId="{33021EF1-905D-4AA9-9EB9-EFF7678F103B}" dt="2024-03-19T05:45:09.887" v="2440"/>
          <ac:grpSpMkLst>
            <pc:docMk/>
            <pc:sldMk cId="2828716542" sldId="2147480057"/>
            <ac:grpSpMk id="50" creationId="{360B7897-2334-C332-A201-55780B39EA1C}"/>
          </ac:grpSpMkLst>
        </pc:grpChg>
        <pc:grpChg chg="add del mod">
          <ac:chgData name="Liang,Dr.,Hongzi (HP Medicine) BII-CN-S" userId="29bc0a18-5096-49d5-ae49-3e5745cfa117" providerId="ADAL" clId="{33021EF1-905D-4AA9-9EB9-EFF7678F103B}" dt="2024-03-19T05:57:45.464" v="2646" actId="478"/>
          <ac:grpSpMkLst>
            <pc:docMk/>
            <pc:sldMk cId="2828716542" sldId="2147480057"/>
            <ac:grpSpMk id="60" creationId="{A3439710-EE2D-28BA-0F6B-F48B4A524D29}"/>
          </ac:grpSpMkLst>
        </pc:grpChg>
        <pc:grpChg chg="mod">
          <ac:chgData name="Liang,Dr.,Hongzi (HP Medicine) BII-CN-S" userId="29bc0a18-5096-49d5-ae49-3e5745cfa117" providerId="ADAL" clId="{33021EF1-905D-4AA9-9EB9-EFF7678F103B}" dt="2024-03-19T05:57:34.605" v="2644"/>
          <ac:grpSpMkLst>
            <pc:docMk/>
            <pc:sldMk cId="2828716542" sldId="2147480057"/>
            <ac:grpSpMk id="62" creationId="{11B315EE-E9F0-8968-10F7-FEB08BB93748}"/>
          </ac:grpSpMkLst>
        </pc:grpChg>
        <pc:grpChg chg="del">
          <ac:chgData name="Liang,Dr.,Hongzi (HP Medicine) BII-CN-S" userId="29bc0a18-5096-49d5-ae49-3e5745cfa117" providerId="ADAL" clId="{33021EF1-905D-4AA9-9EB9-EFF7678F103B}" dt="2024-03-18T07:45:10.174" v="1894" actId="478"/>
          <ac:grpSpMkLst>
            <pc:docMk/>
            <pc:sldMk cId="2828716542" sldId="2147480057"/>
            <ac:grpSpMk id="169" creationId="{4BE5E403-1260-2BFC-D125-76AF8932052F}"/>
          </ac:grpSpMkLst>
        </pc:grpChg>
        <pc:grpChg chg="add mod">
          <ac:chgData name="Liang,Dr.,Hongzi (HP Medicine) BII-CN-S" userId="29bc0a18-5096-49d5-ae49-3e5745cfa117" providerId="ADAL" clId="{33021EF1-905D-4AA9-9EB9-EFF7678F103B}" dt="2024-03-19T05:43:23.897" v="2395" actId="1037"/>
          <ac:grpSpMkLst>
            <pc:docMk/>
            <pc:sldMk cId="2828716542" sldId="2147480057"/>
            <ac:grpSpMk id="226" creationId="{AC7B21F0-811A-8CB6-FED2-6D95C590E910}"/>
          </ac:grpSpMkLst>
        </pc:grpChg>
        <pc:grpChg chg="mod">
          <ac:chgData name="Liang,Dr.,Hongzi (HP Medicine) BII-CN-S" userId="29bc0a18-5096-49d5-ae49-3e5745cfa117" providerId="ADAL" clId="{33021EF1-905D-4AA9-9EB9-EFF7678F103B}" dt="2024-03-19T05:43:10.929" v="2331"/>
          <ac:grpSpMkLst>
            <pc:docMk/>
            <pc:sldMk cId="2828716542" sldId="2147480057"/>
            <ac:grpSpMk id="242" creationId="{9B20D52C-3C95-C190-6E91-E2286D828302}"/>
          </ac:grpSpMkLst>
        </pc:grpChg>
        <pc:grpChg chg="add mod">
          <ac:chgData name="Liang,Dr.,Hongzi (HP Medicine) BII-CN-S" userId="29bc0a18-5096-49d5-ae49-3e5745cfa117" providerId="ADAL" clId="{33021EF1-905D-4AA9-9EB9-EFF7678F103B}" dt="2024-03-19T05:44:56.221" v="2433" actId="1038"/>
          <ac:grpSpMkLst>
            <pc:docMk/>
            <pc:sldMk cId="2828716542" sldId="2147480057"/>
            <ac:grpSpMk id="245" creationId="{634D403A-8836-A3AF-DAE4-588433763116}"/>
          </ac:grpSpMkLst>
        </pc:grpChg>
        <pc:grpChg chg="mod">
          <ac:chgData name="Liang,Dr.,Hongzi (HP Medicine) BII-CN-S" userId="29bc0a18-5096-49d5-ae49-3e5745cfa117" providerId="ADAL" clId="{33021EF1-905D-4AA9-9EB9-EFF7678F103B}" dt="2024-03-19T05:43:49.479" v="2426"/>
          <ac:grpSpMkLst>
            <pc:docMk/>
            <pc:sldMk cId="2828716542" sldId="2147480057"/>
            <ac:grpSpMk id="248" creationId="{EE41035F-CC8E-C235-8AAF-BEF57D2E5463}"/>
          </ac:grpSpMkLst>
        </pc:grpChg>
        <pc:cxnChg chg="del">
          <ac:chgData name="Liang,Dr.,Hongzi (HP Medicine) BII-CN-S" userId="29bc0a18-5096-49d5-ae49-3e5745cfa117" providerId="ADAL" clId="{33021EF1-905D-4AA9-9EB9-EFF7678F103B}" dt="2024-03-19T06:00:42.606" v="2684" actId="478"/>
          <ac:cxnSpMkLst>
            <pc:docMk/>
            <pc:sldMk cId="2828716542" sldId="2147480057"/>
            <ac:cxnSpMk id="156" creationId="{2467253C-DB57-EBDC-33D3-6A03A23D93B4}"/>
          </ac:cxnSpMkLst>
        </pc:cxnChg>
        <pc:cxnChg chg="del">
          <ac:chgData name="Liang,Dr.,Hongzi (HP Medicine) BII-CN-S" userId="29bc0a18-5096-49d5-ae49-3e5745cfa117" providerId="ADAL" clId="{33021EF1-905D-4AA9-9EB9-EFF7678F103B}" dt="2024-03-18T07:45:14.557" v="1895" actId="478"/>
          <ac:cxnSpMkLst>
            <pc:docMk/>
            <pc:sldMk cId="2828716542" sldId="2147480057"/>
            <ac:cxnSpMk id="172" creationId="{B9030A56-B74F-79F3-C041-B1C2DACDDD79}"/>
          </ac:cxnSpMkLst>
        </pc:cxnChg>
        <pc:cxnChg chg="add mod">
          <ac:chgData name="Liang,Dr.,Hongzi (HP Medicine) BII-CN-S" userId="29bc0a18-5096-49d5-ae49-3e5745cfa117" providerId="ADAL" clId="{33021EF1-905D-4AA9-9EB9-EFF7678F103B}" dt="2024-03-19T05:59:36.683" v="2671" actId="1035"/>
          <ac:cxnSpMkLst>
            <pc:docMk/>
            <pc:sldMk cId="2828716542" sldId="2147480057"/>
            <ac:cxnSpMk id="264" creationId="{72BC0897-70C2-7106-7172-54F16E8DC0C8}"/>
          </ac:cxnSpMkLst>
        </pc:cxnChg>
        <pc:cxnChg chg="add del mod">
          <ac:chgData name="Liang,Dr.,Hongzi (HP Medicine) BII-CN-S" userId="29bc0a18-5096-49d5-ae49-3e5745cfa117" providerId="ADAL" clId="{33021EF1-905D-4AA9-9EB9-EFF7678F103B}" dt="2024-03-19T06:01:31.074" v="2745" actId="1037"/>
          <ac:cxnSpMkLst>
            <pc:docMk/>
            <pc:sldMk cId="2828716542" sldId="2147480057"/>
            <ac:cxnSpMk id="268" creationId="{96B4126A-EBC7-C031-2179-7390E5DF08DC}"/>
          </ac:cxnSpMkLst>
        </pc:cxnChg>
        <pc:cxnChg chg="add mod">
          <ac:chgData name="Liang,Dr.,Hongzi (HP Medicine) BII-CN-S" userId="29bc0a18-5096-49d5-ae49-3e5745cfa117" providerId="ADAL" clId="{33021EF1-905D-4AA9-9EB9-EFF7678F103B}" dt="2024-03-19T06:00:55.931" v="2731" actId="1036"/>
          <ac:cxnSpMkLst>
            <pc:docMk/>
            <pc:sldMk cId="2828716542" sldId="2147480057"/>
            <ac:cxnSpMk id="269" creationId="{FB96B724-8E5A-D6E3-D03B-082904074008}"/>
          </ac:cxnSpMkLst>
        </pc:cxnChg>
        <pc:cxnChg chg="add mod">
          <ac:chgData name="Liang,Dr.,Hongzi (HP Medicine) BII-CN-S" userId="29bc0a18-5096-49d5-ae49-3e5745cfa117" providerId="ADAL" clId="{33021EF1-905D-4AA9-9EB9-EFF7678F103B}" dt="2024-03-19T06:01:14.461" v="2732" actId="14100"/>
          <ac:cxnSpMkLst>
            <pc:docMk/>
            <pc:sldMk cId="2828716542" sldId="2147480057"/>
            <ac:cxnSpMk id="270" creationId="{18E36C86-20BE-1333-A8A9-CA1D75D88AAF}"/>
          </ac:cxnSpMkLst>
        </pc:cxnChg>
        <pc:cxnChg chg="add mod">
          <ac:chgData name="Liang,Dr.,Hongzi (HP Medicine) BII-CN-S" userId="29bc0a18-5096-49d5-ae49-3e5745cfa117" providerId="ADAL" clId="{33021EF1-905D-4AA9-9EB9-EFF7678F103B}" dt="2024-03-19T06:01:34.221" v="2746" actId="1037"/>
          <ac:cxnSpMkLst>
            <pc:docMk/>
            <pc:sldMk cId="2828716542" sldId="2147480057"/>
            <ac:cxnSpMk id="271" creationId="{7BE39355-8B52-2227-A388-1A80D34BEA98}"/>
          </ac:cxnSpMkLst>
        </pc:cxnChg>
      </pc:sldChg>
      <pc:sldChg chg="del">
        <pc:chgData name="Liang,Dr.,Hongzi (HP Medicine) BII-CN-S" userId="29bc0a18-5096-49d5-ae49-3e5745cfa117" providerId="ADAL" clId="{33021EF1-905D-4AA9-9EB9-EFF7678F103B}" dt="2024-03-18T06:25:53.036" v="1775" actId="47"/>
        <pc:sldMkLst>
          <pc:docMk/>
          <pc:sldMk cId="175234492" sldId="2147480058"/>
        </pc:sldMkLst>
      </pc:sldChg>
      <pc:sldChg chg="add">
        <pc:chgData name="Liang,Dr.,Hongzi (HP Medicine) BII-CN-S" userId="29bc0a18-5096-49d5-ae49-3e5745cfa117" providerId="ADAL" clId="{33021EF1-905D-4AA9-9EB9-EFF7678F103B}" dt="2024-03-19T02:14:00.706" v="1952"/>
        <pc:sldMkLst>
          <pc:docMk/>
          <pc:sldMk cId="1821292923" sldId="2147480059"/>
        </pc:sldMkLst>
      </pc:sldChg>
      <pc:sldChg chg="del">
        <pc:chgData name="Liang,Dr.,Hongzi (HP Medicine) BII-CN-S" userId="29bc0a18-5096-49d5-ae49-3e5745cfa117" providerId="ADAL" clId="{33021EF1-905D-4AA9-9EB9-EFF7678F103B}" dt="2024-03-18T06:25:55.272" v="1776" actId="47"/>
        <pc:sldMkLst>
          <pc:docMk/>
          <pc:sldMk cId="3493696502" sldId="2147480059"/>
        </pc:sldMkLst>
      </pc:sldChg>
      <pc:sldChg chg="del">
        <pc:chgData name="Liang,Dr.,Hongzi (HP Medicine) BII-CN-S" userId="29bc0a18-5096-49d5-ae49-3e5745cfa117" providerId="ADAL" clId="{33021EF1-905D-4AA9-9EB9-EFF7678F103B}" dt="2024-03-19T06:11:02.150" v="2891" actId="47"/>
        <pc:sldMkLst>
          <pc:docMk/>
          <pc:sldMk cId="1458240650" sldId="2147480063"/>
        </pc:sldMkLst>
      </pc:sldChg>
      <pc:sldChg chg="addSp delSp modSp mod">
        <pc:chgData name="Liang,Dr.,Hongzi (HP Medicine) BII-CN-S" userId="29bc0a18-5096-49d5-ae49-3e5745cfa117" providerId="ADAL" clId="{33021EF1-905D-4AA9-9EB9-EFF7678F103B}" dt="2024-03-18T07:12:14.888" v="1880" actId="13822"/>
        <pc:sldMkLst>
          <pc:docMk/>
          <pc:sldMk cId="2073496715" sldId="2147480065"/>
        </pc:sldMkLst>
        <pc:spChg chg="mod">
          <ac:chgData name="Liang,Dr.,Hongzi (HP Medicine) BII-CN-S" userId="29bc0a18-5096-49d5-ae49-3e5745cfa117" providerId="ADAL" clId="{33021EF1-905D-4AA9-9EB9-EFF7678F103B}" dt="2024-03-18T07:09:38.750" v="1862" actId="1035"/>
          <ac:spMkLst>
            <pc:docMk/>
            <pc:sldMk cId="2073496715" sldId="2147480065"/>
            <ac:spMk id="3" creationId="{88E83040-0606-612C-E90D-6190F09FC8E2}"/>
          </ac:spMkLst>
        </pc:spChg>
        <pc:spChg chg="mod">
          <ac:chgData name="Liang,Dr.,Hongzi (HP Medicine) BII-CN-S" userId="29bc0a18-5096-49d5-ae49-3e5745cfa117" providerId="ADAL" clId="{33021EF1-905D-4AA9-9EB9-EFF7678F103B}" dt="2024-03-18T03:12:37.041" v="1366" actId="207"/>
          <ac:spMkLst>
            <pc:docMk/>
            <pc:sldMk cId="2073496715" sldId="2147480065"/>
            <ac:spMk id="4" creationId="{55C59E78-C8C0-7DFA-56C8-366081AB5142}"/>
          </ac:spMkLst>
        </pc:spChg>
        <pc:spChg chg="add del mod">
          <ac:chgData name="Liang,Dr.,Hongzi (HP Medicine) BII-CN-S" userId="29bc0a18-5096-49d5-ae49-3e5745cfa117" providerId="ADAL" clId="{33021EF1-905D-4AA9-9EB9-EFF7678F103B}" dt="2024-03-18T07:10:49.577" v="1877" actId="1076"/>
          <ac:spMkLst>
            <pc:docMk/>
            <pc:sldMk cId="2073496715" sldId="2147480065"/>
            <ac:spMk id="5" creationId="{F7E1F5BA-837E-FBD3-29DC-21F91CC25228}"/>
          </ac:spMkLst>
        </pc:spChg>
        <pc:spChg chg="mod">
          <ac:chgData name="Liang,Dr.,Hongzi (HP Medicine) BII-CN-S" userId="29bc0a18-5096-49d5-ae49-3e5745cfa117" providerId="ADAL" clId="{33021EF1-905D-4AA9-9EB9-EFF7678F103B}" dt="2024-03-18T07:08:00.838" v="1790" actId="20577"/>
          <ac:spMkLst>
            <pc:docMk/>
            <pc:sldMk cId="2073496715" sldId="2147480065"/>
            <ac:spMk id="150" creationId="{E4CE13DB-A789-A60E-6D93-5396540DABC5}"/>
          </ac:spMkLst>
        </pc:spChg>
        <pc:grpChg chg="mod">
          <ac:chgData name="Liang,Dr.,Hongzi (HP Medicine) BII-CN-S" userId="29bc0a18-5096-49d5-ae49-3e5745cfa117" providerId="ADAL" clId="{33021EF1-905D-4AA9-9EB9-EFF7678F103B}" dt="2024-03-18T07:07:39.697" v="1789" actId="1038"/>
          <ac:grpSpMkLst>
            <pc:docMk/>
            <pc:sldMk cId="2073496715" sldId="2147480065"/>
            <ac:grpSpMk id="21" creationId="{E3CF8100-D9C2-B8EA-A6D9-9DB9FC52C453}"/>
          </ac:grpSpMkLst>
        </pc:grpChg>
        <pc:cxnChg chg="mod">
          <ac:chgData name="Liang,Dr.,Hongzi (HP Medicine) BII-CN-S" userId="29bc0a18-5096-49d5-ae49-3e5745cfa117" providerId="ADAL" clId="{33021EF1-905D-4AA9-9EB9-EFF7678F103B}" dt="2024-03-18T07:12:14.888" v="1880" actId="13822"/>
          <ac:cxnSpMkLst>
            <pc:docMk/>
            <pc:sldMk cId="2073496715" sldId="2147480065"/>
            <ac:cxnSpMk id="144" creationId="{ED28F201-7CBF-A9DA-C072-A1D91D374A04}"/>
          </ac:cxnSpMkLst>
        </pc:cxnChg>
        <pc:cxnChg chg="mod">
          <ac:chgData name="Liang,Dr.,Hongzi (HP Medicine) BII-CN-S" userId="29bc0a18-5096-49d5-ae49-3e5745cfa117" providerId="ADAL" clId="{33021EF1-905D-4AA9-9EB9-EFF7678F103B}" dt="2024-03-18T07:12:12.129" v="1879" actId="13822"/>
          <ac:cxnSpMkLst>
            <pc:docMk/>
            <pc:sldMk cId="2073496715" sldId="2147480065"/>
            <ac:cxnSpMk id="149" creationId="{321EB7F6-A4A9-3672-CA91-F73501067A61}"/>
          </ac:cxnSpMkLst>
        </pc:cxnChg>
        <pc:cxnChg chg="del">
          <ac:chgData name="Liang,Dr.,Hongzi (HP Medicine) BII-CN-S" userId="29bc0a18-5096-49d5-ae49-3e5745cfa117" providerId="ADAL" clId="{33021EF1-905D-4AA9-9EB9-EFF7678F103B}" dt="2024-03-18T07:11:51.263" v="1878" actId="478"/>
          <ac:cxnSpMkLst>
            <pc:docMk/>
            <pc:sldMk cId="2073496715" sldId="2147480065"/>
            <ac:cxnSpMk id="154" creationId="{2CCC5A03-2939-5684-833C-FBC799878DA3}"/>
          </ac:cxnSpMkLst>
        </pc:cxnChg>
      </pc:sldChg>
      <pc:sldChg chg="del">
        <pc:chgData name="Liang,Dr.,Hongzi (HP Medicine) BII-CN-S" userId="29bc0a18-5096-49d5-ae49-3e5745cfa117" providerId="ADAL" clId="{33021EF1-905D-4AA9-9EB9-EFF7678F103B}" dt="2024-03-16T04:22:57.357" v="1339" actId="47"/>
        <pc:sldMkLst>
          <pc:docMk/>
          <pc:sldMk cId="162136234" sldId="2147480075"/>
        </pc:sldMkLst>
      </pc:sldChg>
      <pc:sldChg chg="del">
        <pc:chgData name="Liang,Dr.,Hongzi (HP Medicine) BII-CN-S" userId="29bc0a18-5096-49d5-ae49-3e5745cfa117" providerId="ADAL" clId="{33021EF1-905D-4AA9-9EB9-EFF7678F103B}" dt="2024-03-16T02:58:51.650" v="321" actId="47"/>
        <pc:sldMkLst>
          <pc:docMk/>
          <pc:sldMk cId="1185261572" sldId="2147480600"/>
        </pc:sldMkLst>
      </pc:sldChg>
      <pc:sldChg chg="delSp modSp del mod">
        <pc:chgData name="Liang,Dr.,Hongzi (HP Medicine) BII-CN-S" userId="29bc0a18-5096-49d5-ae49-3e5745cfa117" providerId="ADAL" clId="{33021EF1-905D-4AA9-9EB9-EFF7678F103B}" dt="2024-03-16T03:36:57.265" v="666" actId="47"/>
        <pc:sldMkLst>
          <pc:docMk/>
          <pc:sldMk cId="374273854" sldId="2147480601"/>
        </pc:sldMkLst>
        <pc:spChg chg="del">
          <ac:chgData name="Liang,Dr.,Hongzi (HP Medicine) BII-CN-S" userId="29bc0a18-5096-49d5-ae49-3e5745cfa117" providerId="ADAL" clId="{33021EF1-905D-4AA9-9EB9-EFF7678F103B}" dt="2024-03-16T03:21:08.737" v="332" actId="478"/>
          <ac:spMkLst>
            <pc:docMk/>
            <pc:sldMk cId="374273854" sldId="2147480601"/>
            <ac:spMk id="47" creationId="{0FD6C55F-C8C6-210D-53B4-F4E612D93AD3}"/>
          </ac:spMkLst>
        </pc:spChg>
        <pc:spChg chg="mod">
          <ac:chgData name="Liang,Dr.,Hongzi (HP Medicine) BII-CN-S" userId="29bc0a18-5096-49d5-ae49-3e5745cfa117" providerId="ADAL" clId="{33021EF1-905D-4AA9-9EB9-EFF7678F103B}" dt="2024-03-16T03:21:03.694" v="331" actId="1076"/>
          <ac:spMkLst>
            <pc:docMk/>
            <pc:sldMk cId="374273854" sldId="2147480601"/>
            <ac:spMk id="63" creationId="{5979B631-C1C0-0BF4-52FC-ECCE15DEF5A8}"/>
          </ac:spMkLst>
        </pc:spChg>
      </pc:sldChg>
      <pc:sldChg chg="ord">
        <pc:chgData name="Liang,Dr.,Hongzi (HP Medicine) BII-CN-S" userId="29bc0a18-5096-49d5-ae49-3e5745cfa117" providerId="ADAL" clId="{33021EF1-905D-4AA9-9EB9-EFF7678F103B}" dt="2024-03-19T02:14:19.809" v="1954"/>
        <pc:sldMkLst>
          <pc:docMk/>
          <pc:sldMk cId="3684646506" sldId="2147480603"/>
        </pc:sldMkLst>
      </pc:sldChg>
      <pc:sldChg chg="modSp mod">
        <pc:chgData name="Liang,Dr.,Hongzi (HP Medicine) BII-CN-S" userId="29bc0a18-5096-49d5-ae49-3e5745cfa117" providerId="ADAL" clId="{33021EF1-905D-4AA9-9EB9-EFF7678F103B}" dt="2024-03-19T02:13:25.006" v="1950" actId="20577"/>
        <pc:sldMkLst>
          <pc:docMk/>
          <pc:sldMk cId="3893968065" sldId="2147481649"/>
        </pc:sldMkLst>
        <pc:spChg chg="mod">
          <ac:chgData name="Liang,Dr.,Hongzi (HP Medicine) BII-CN-S" userId="29bc0a18-5096-49d5-ae49-3e5745cfa117" providerId="ADAL" clId="{33021EF1-905D-4AA9-9EB9-EFF7678F103B}" dt="2024-03-19T02:13:15.863" v="1926" actId="20577"/>
          <ac:spMkLst>
            <pc:docMk/>
            <pc:sldMk cId="3893968065" sldId="2147481649"/>
            <ac:spMk id="2" creationId="{76F830ED-2B0F-01E1-1982-E565D94B7CA9}"/>
          </ac:spMkLst>
        </pc:spChg>
        <pc:spChg chg="mod">
          <ac:chgData name="Liang,Dr.,Hongzi (HP Medicine) BII-CN-S" userId="29bc0a18-5096-49d5-ae49-3e5745cfa117" providerId="ADAL" clId="{33021EF1-905D-4AA9-9EB9-EFF7678F103B}" dt="2024-03-19T02:13:25.006" v="1950" actId="20577"/>
          <ac:spMkLst>
            <pc:docMk/>
            <pc:sldMk cId="3893968065" sldId="2147481649"/>
            <ac:spMk id="3" creationId="{5E38DF15-7150-ED40-D1B8-C23A42472BC9}"/>
          </ac:spMkLst>
        </pc:spChg>
      </pc:sldChg>
      <pc:sldChg chg="del">
        <pc:chgData name="Liang,Dr.,Hongzi (HP Medicine) BII-CN-S" userId="29bc0a18-5096-49d5-ae49-3e5745cfa117" providerId="ADAL" clId="{33021EF1-905D-4AA9-9EB9-EFF7678F103B}" dt="2024-03-19T02:13:43.403" v="1951" actId="47"/>
        <pc:sldMkLst>
          <pc:docMk/>
          <pc:sldMk cId="13972490" sldId="2147481653"/>
        </pc:sldMkLst>
      </pc:sldChg>
      <pc:sldChg chg="del">
        <pc:chgData name="Liang,Dr.,Hongzi (HP Medicine) BII-CN-S" userId="29bc0a18-5096-49d5-ae49-3e5745cfa117" providerId="ADAL" clId="{33021EF1-905D-4AA9-9EB9-EFF7678F103B}" dt="2024-03-19T02:13:43.403" v="1951" actId="47"/>
        <pc:sldMkLst>
          <pc:docMk/>
          <pc:sldMk cId="4258056405" sldId="2147481654"/>
        </pc:sldMkLst>
      </pc:sldChg>
      <pc:sldChg chg="del">
        <pc:chgData name="Liang,Dr.,Hongzi (HP Medicine) BII-CN-S" userId="29bc0a18-5096-49d5-ae49-3e5745cfa117" providerId="ADAL" clId="{33021EF1-905D-4AA9-9EB9-EFF7678F103B}" dt="2024-03-19T02:13:43.403" v="1951" actId="47"/>
        <pc:sldMkLst>
          <pc:docMk/>
          <pc:sldMk cId="0" sldId="2147481655"/>
        </pc:sldMkLst>
      </pc:sldChg>
      <pc:sldChg chg="addSp modSp mod">
        <pc:chgData name="Liang,Dr.,Hongzi (HP Medicine) BII-CN-S" userId="29bc0a18-5096-49d5-ae49-3e5745cfa117" providerId="ADAL" clId="{33021EF1-905D-4AA9-9EB9-EFF7678F103B}" dt="2024-03-19T02:21:31.761" v="2038" actId="1038"/>
        <pc:sldMkLst>
          <pc:docMk/>
          <pc:sldMk cId="1965380288" sldId="2147481656"/>
        </pc:sldMkLst>
        <pc:spChg chg="add mod">
          <ac:chgData name="Liang,Dr.,Hongzi (HP Medicine) BII-CN-S" userId="29bc0a18-5096-49d5-ae49-3e5745cfa117" providerId="ADAL" clId="{33021EF1-905D-4AA9-9EB9-EFF7678F103B}" dt="2024-03-19T02:21:17.047" v="1973" actId="164"/>
          <ac:spMkLst>
            <pc:docMk/>
            <pc:sldMk cId="1965380288" sldId="2147481656"/>
            <ac:spMk id="8" creationId="{53A904A5-D854-0934-67A6-E47D81778765}"/>
          </ac:spMkLst>
        </pc:spChg>
        <pc:spChg chg="mod">
          <ac:chgData name="Liang,Dr.,Hongzi (HP Medicine) BII-CN-S" userId="29bc0a18-5096-49d5-ae49-3e5745cfa117" providerId="ADAL" clId="{33021EF1-905D-4AA9-9EB9-EFF7678F103B}" dt="2024-03-19T02:21:31.761" v="2038" actId="1038"/>
          <ac:spMkLst>
            <pc:docMk/>
            <pc:sldMk cId="1965380288" sldId="2147481656"/>
            <ac:spMk id="27" creationId="{6964DC8B-D3CF-9F93-6FBD-735A7ECC3B48}"/>
          </ac:spMkLst>
        </pc:spChg>
        <pc:grpChg chg="mod">
          <ac:chgData name="Liang,Dr.,Hongzi (HP Medicine) BII-CN-S" userId="29bc0a18-5096-49d5-ae49-3e5745cfa117" providerId="ADAL" clId="{33021EF1-905D-4AA9-9EB9-EFF7678F103B}" dt="2024-03-19T02:21:17.047" v="1973" actId="164"/>
          <ac:grpSpMkLst>
            <pc:docMk/>
            <pc:sldMk cId="1965380288" sldId="2147481656"/>
            <ac:grpSpMk id="7" creationId="{0D480871-1794-0B1F-5C2D-4C14D5CC7764}"/>
          </ac:grpSpMkLst>
        </pc:grpChg>
        <pc:grpChg chg="add mod">
          <ac:chgData name="Liang,Dr.,Hongzi (HP Medicine) BII-CN-S" userId="29bc0a18-5096-49d5-ae49-3e5745cfa117" providerId="ADAL" clId="{33021EF1-905D-4AA9-9EB9-EFF7678F103B}" dt="2024-03-19T02:21:22.911" v="2010" actId="1038"/>
          <ac:grpSpMkLst>
            <pc:docMk/>
            <pc:sldMk cId="1965380288" sldId="2147481656"/>
            <ac:grpSpMk id="13" creationId="{89CF4E25-EE99-5D50-494F-28275FC3AA4F}"/>
          </ac:grpSpMkLst>
        </pc:grpChg>
        <pc:graphicFrameChg chg="modGraphic">
          <ac:chgData name="Liang,Dr.,Hongzi (HP Medicine) BII-CN-S" userId="29bc0a18-5096-49d5-ae49-3e5745cfa117" providerId="ADAL" clId="{33021EF1-905D-4AA9-9EB9-EFF7678F103B}" dt="2024-03-19T02:20:43.461" v="1972" actId="207"/>
          <ac:graphicFrameMkLst>
            <pc:docMk/>
            <pc:sldMk cId="1965380288" sldId="2147481656"/>
            <ac:graphicFrameMk id="19" creationId="{2867D72B-A130-6827-B506-15D81EEE355D}"/>
          </ac:graphicFrameMkLst>
        </pc:graphicFrameChg>
      </pc:sldChg>
      <pc:sldChg chg="addSp modSp mod">
        <pc:chgData name="Liang,Dr.,Hongzi (HP Medicine) BII-CN-S" userId="29bc0a18-5096-49d5-ae49-3e5745cfa117" providerId="ADAL" clId="{33021EF1-905D-4AA9-9EB9-EFF7678F103B}" dt="2024-03-16T02:56:06.354" v="318" actId="1076"/>
        <pc:sldMkLst>
          <pc:docMk/>
          <pc:sldMk cId="939860254" sldId="2147481657"/>
        </pc:sldMkLst>
        <pc:spChg chg="add mod">
          <ac:chgData name="Liang,Dr.,Hongzi (HP Medicine) BII-CN-S" userId="29bc0a18-5096-49d5-ae49-3e5745cfa117" providerId="ADAL" clId="{33021EF1-905D-4AA9-9EB9-EFF7678F103B}" dt="2024-03-16T02:56:00.181" v="317" actId="1076"/>
          <ac:spMkLst>
            <pc:docMk/>
            <pc:sldMk cId="939860254" sldId="2147481657"/>
            <ac:spMk id="3" creationId="{5B6F9780-76DD-CFC3-EF89-9E9419AF6FAF}"/>
          </ac:spMkLst>
        </pc:spChg>
        <pc:spChg chg="add mod">
          <ac:chgData name="Liang,Dr.,Hongzi (HP Medicine) BII-CN-S" userId="29bc0a18-5096-49d5-ae49-3e5745cfa117" providerId="ADAL" clId="{33021EF1-905D-4AA9-9EB9-EFF7678F103B}" dt="2024-03-16T02:56:06.354" v="318" actId="1076"/>
          <ac:spMkLst>
            <pc:docMk/>
            <pc:sldMk cId="939860254" sldId="2147481657"/>
            <ac:spMk id="4" creationId="{8538A4E3-1352-1998-2AA5-9D82D645BEF8}"/>
          </ac:spMkLst>
        </pc:spChg>
      </pc:sldChg>
      <pc:sldChg chg="addSp modSp">
        <pc:chgData name="Liang,Dr.,Hongzi (HP Medicine) BII-CN-S" userId="29bc0a18-5096-49d5-ae49-3e5745cfa117" providerId="ADAL" clId="{33021EF1-905D-4AA9-9EB9-EFF7678F103B}" dt="2024-03-16T02:58:34.094" v="320"/>
        <pc:sldMkLst>
          <pc:docMk/>
          <pc:sldMk cId="3993710423" sldId="2147481658"/>
        </pc:sldMkLst>
        <pc:graphicFrameChg chg="add mod">
          <ac:chgData name="Liang,Dr.,Hongzi (HP Medicine) BII-CN-S" userId="29bc0a18-5096-49d5-ae49-3e5745cfa117" providerId="ADAL" clId="{33021EF1-905D-4AA9-9EB9-EFF7678F103B}" dt="2024-03-16T02:58:34.094" v="320"/>
          <ac:graphicFrameMkLst>
            <pc:docMk/>
            <pc:sldMk cId="3993710423" sldId="2147481658"/>
            <ac:graphicFrameMk id="3" creationId="{3BF2D638-3BA4-2A4E-0BD4-9954569F86A1}"/>
          </ac:graphicFrameMkLst>
        </pc:graphicFrameChg>
      </pc:sldChg>
      <pc:sldChg chg="addSp modSp mod">
        <pc:chgData name="Liang,Dr.,Hongzi (HP Medicine) BII-CN-S" userId="29bc0a18-5096-49d5-ae49-3e5745cfa117" providerId="ADAL" clId="{33021EF1-905D-4AA9-9EB9-EFF7678F103B}" dt="2024-03-16T03:36:47.980" v="665" actId="1076"/>
        <pc:sldMkLst>
          <pc:docMk/>
          <pc:sldMk cId="3786095831" sldId="2147481659"/>
        </pc:sldMkLst>
        <pc:spChg chg="mod">
          <ac:chgData name="Liang,Dr.,Hongzi (HP Medicine) BII-CN-S" userId="29bc0a18-5096-49d5-ae49-3e5745cfa117" providerId="ADAL" clId="{33021EF1-905D-4AA9-9EB9-EFF7678F103B}" dt="2024-03-16T03:21:47.802" v="355" actId="1035"/>
          <ac:spMkLst>
            <pc:docMk/>
            <pc:sldMk cId="3786095831" sldId="2147481659"/>
            <ac:spMk id="26" creationId="{D6BC4ACC-2152-58F9-65EF-E31D45DD1A15}"/>
          </ac:spMkLst>
        </pc:spChg>
        <pc:spChg chg="mod">
          <ac:chgData name="Liang,Dr.,Hongzi (HP Medicine) BII-CN-S" userId="29bc0a18-5096-49d5-ae49-3e5745cfa117" providerId="ADAL" clId="{33021EF1-905D-4AA9-9EB9-EFF7678F103B}" dt="2024-03-16T03:21:47.802" v="355" actId="1035"/>
          <ac:spMkLst>
            <pc:docMk/>
            <pc:sldMk cId="3786095831" sldId="2147481659"/>
            <ac:spMk id="28" creationId="{2785A23E-E5EB-7D37-13BB-D152323E1C99}"/>
          </ac:spMkLst>
        </pc:spChg>
        <pc:spChg chg="mod">
          <ac:chgData name="Liang,Dr.,Hongzi (HP Medicine) BII-CN-S" userId="29bc0a18-5096-49d5-ae49-3e5745cfa117" providerId="ADAL" clId="{33021EF1-905D-4AA9-9EB9-EFF7678F103B}" dt="2024-03-16T03:21:47.802" v="355" actId="1035"/>
          <ac:spMkLst>
            <pc:docMk/>
            <pc:sldMk cId="3786095831" sldId="2147481659"/>
            <ac:spMk id="29" creationId="{33731B99-30B4-4EE4-AFBF-F7D12E1D5B08}"/>
          </ac:spMkLst>
        </pc:spChg>
        <pc:spChg chg="mod">
          <ac:chgData name="Liang,Dr.,Hongzi (HP Medicine) BII-CN-S" userId="29bc0a18-5096-49d5-ae49-3e5745cfa117" providerId="ADAL" clId="{33021EF1-905D-4AA9-9EB9-EFF7678F103B}" dt="2024-03-16T03:21:47.802" v="355" actId="1035"/>
          <ac:spMkLst>
            <pc:docMk/>
            <pc:sldMk cId="3786095831" sldId="2147481659"/>
            <ac:spMk id="33" creationId="{9A660FB5-2F95-6809-D9C8-8B68253230E3}"/>
          </ac:spMkLst>
        </pc:spChg>
        <pc:spChg chg="add mod">
          <ac:chgData name="Liang,Dr.,Hongzi (HP Medicine) BII-CN-S" userId="29bc0a18-5096-49d5-ae49-3e5745cfa117" providerId="ADAL" clId="{33021EF1-905D-4AA9-9EB9-EFF7678F103B}" dt="2024-03-16T03:36:47.980" v="665" actId="1076"/>
          <ac:spMkLst>
            <pc:docMk/>
            <pc:sldMk cId="3786095831" sldId="2147481659"/>
            <ac:spMk id="41" creationId="{98160812-E041-2B5B-029F-F46B899269C1}"/>
          </ac:spMkLst>
        </pc:spChg>
        <pc:spChg chg="mod">
          <ac:chgData name="Liang,Dr.,Hongzi (HP Medicine) BII-CN-S" userId="29bc0a18-5096-49d5-ae49-3e5745cfa117" providerId="ADAL" clId="{33021EF1-905D-4AA9-9EB9-EFF7678F103B}" dt="2024-03-16T03:21:47.802" v="355" actId="1035"/>
          <ac:spMkLst>
            <pc:docMk/>
            <pc:sldMk cId="3786095831" sldId="2147481659"/>
            <ac:spMk id="48" creationId="{3D951BAB-08CC-7B16-DA71-5BDB2ADBDFD2}"/>
          </ac:spMkLst>
        </pc:spChg>
        <pc:spChg chg="mod">
          <ac:chgData name="Liang,Dr.,Hongzi (HP Medicine) BII-CN-S" userId="29bc0a18-5096-49d5-ae49-3e5745cfa117" providerId="ADAL" clId="{33021EF1-905D-4AA9-9EB9-EFF7678F103B}" dt="2024-03-16T03:21:47.802" v="355" actId="1035"/>
          <ac:spMkLst>
            <pc:docMk/>
            <pc:sldMk cId="3786095831" sldId="2147481659"/>
            <ac:spMk id="49" creationId="{40045FAA-20F9-4476-D7B7-30334C6B7BAD}"/>
          </ac:spMkLst>
        </pc:spChg>
        <pc:spChg chg="mod">
          <ac:chgData name="Liang,Dr.,Hongzi (HP Medicine) BII-CN-S" userId="29bc0a18-5096-49d5-ae49-3e5745cfa117" providerId="ADAL" clId="{33021EF1-905D-4AA9-9EB9-EFF7678F103B}" dt="2024-03-16T03:21:47.802" v="355" actId="1035"/>
          <ac:spMkLst>
            <pc:docMk/>
            <pc:sldMk cId="3786095831" sldId="2147481659"/>
            <ac:spMk id="54" creationId="{E0B501F9-9077-B759-46FB-7AB07B2E28FB}"/>
          </ac:spMkLst>
        </pc:spChg>
        <pc:spChg chg="mod">
          <ac:chgData name="Liang,Dr.,Hongzi (HP Medicine) BII-CN-S" userId="29bc0a18-5096-49d5-ae49-3e5745cfa117" providerId="ADAL" clId="{33021EF1-905D-4AA9-9EB9-EFF7678F103B}" dt="2024-03-16T03:21:47.802" v="355" actId="1035"/>
          <ac:spMkLst>
            <pc:docMk/>
            <pc:sldMk cId="3786095831" sldId="2147481659"/>
            <ac:spMk id="75" creationId="{CC993A48-25DB-0DB5-5106-3BFD6B15B5F8}"/>
          </ac:spMkLst>
        </pc:spChg>
        <pc:spChg chg="mod">
          <ac:chgData name="Liang,Dr.,Hongzi (HP Medicine) BII-CN-S" userId="29bc0a18-5096-49d5-ae49-3e5745cfa117" providerId="ADAL" clId="{33021EF1-905D-4AA9-9EB9-EFF7678F103B}" dt="2024-03-16T03:21:47.802" v="355" actId="1035"/>
          <ac:spMkLst>
            <pc:docMk/>
            <pc:sldMk cId="3786095831" sldId="2147481659"/>
            <ac:spMk id="76" creationId="{28E54CCD-4EC6-B55E-AD99-B78E4B6DC7A9}"/>
          </ac:spMkLst>
        </pc:spChg>
        <pc:spChg chg="mod">
          <ac:chgData name="Liang,Dr.,Hongzi (HP Medicine) BII-CN-S" userId="29bc0a18-5096-49d5-ae49-3e5745cfa117" providerId="ADAL" clId="{33021EF1-905D-4AA9-9EB9-EFF7678F103B}" dt="2024-03-16T03:21:47.802" v="355" actId="1035"/>
          <ac:spMkLst>
            <pc:docMk/>
            <pc:sldMk cId="3786095831" sldId="2147481659"/>
            <ac:spMk id="77" creationId="{9949C35E-F320-EE6F-F7DD-7BE23A03636A}"/>
          </ac:spMkLst>
        </pc:spChg>
        <pc:spChg chg="mod">
          <ac:chgData name="Liang,Dr.,Hongzi (HP Medicine) BII-CN-S" userId="29bc0a18-5096-49d5-ae49-3e5745cfa117" providerId="ADAL" clId="{33021EF1-905D-4AA9-9EB9-EFF7678F103B}" dt="2024-03-16T03:21:47.802" v="355" actId="1035"/>
          <ac:spMkLst>
            <pc:docMk/>
            <pc:sldMk cId="3786095831" sldId="2147481659"/>
            <ac:spMk id="78" creationId="{6CD7EC66-C296-A687-C549-11A061DD4904}"/>
          </ac:spMkLst>
        </pc:spChg>
        <pc:spChg chg="mod">
          <ac:chgData name="Liang,Dr.,Hongzi (HP Medicine) BII-CN-S" userId="29bc0a18-5096-49d5-ae49-3e5745cfa117" providerId="ADAL" clId="{33021EF1-905D-4AA9-9EB9-EFF7678F103B}" dt="2024-03-16T03:21:47.802" v="355" actId="1035"/>
          <ac:spMkLst>
            <pc:docMk/>
            <pc:sldMk cId="3786095831" sldId="2147481659"/>
            <ac:spMk id="79" creationId="{B4C7B7B3-BFA0-0C93-0F51-A6D42D0306C2}"/>
          </ac:spMkLst>
        </pc:spChg>
        <pc:spChg chg="mod">
          <ac:chgData name="Liang,Dr.,Hongzi (HP Medicine) BII-CN-S" userId="29bc0a18-5096-49d5-ae49-3e5745cfa117" providerId="ADAL" clId="{33021EF1-905D-4AA9-9EB9-EFF7678F103B}" dt="2024-03-16T03:21:47.802" v="355" actId="1035"/>
          <ac:spMkLst>
            <pc:docMk/>
            <pc:sldMk cId="3786095831" sldId="2147481659"/>
            <ac:spMk id="80" creationId="{F9BF2B07-3B96-DEEC-5C62-E3F127783C8B}"/>
          </ac:spMkLst>
        </pc:spChg>
        <pc:spChg chg="mod">
          <ac:chgData name="Liang,Dr.,Hongzi (HP Medicine) BII-CN-S" userId="29bc0a18-5096-49d5-ae49-3e5745cfa117" providerId="ADAL" clId="{33021EF1-905D-4AA9-9EB9-EFF7678F103B}" dt="2024-03-16T03:21:47.802" v="355" actId="1035"/>
          <ac:spMkLst>
            <pc:docMk/>
            <pc:sldMk cId="3786095831" sldId="2147481659"/>
            <ac:spMk id="83" creationId="{B8BF9DB5-A396-7AF5-1C96-3E0B583C261A}"/>
          </ac:spMkLst>
        </pc:spChg>
        <pc:spChg chg="mod">
          <ac:chgData name="Liang,Dr.,Hongzi (HP Medicine) BII-CN-S" userId="29bc0a18-5096-49d5-ae49-3e5745cfa117" providerId="ADAL" clId="{33021EF1-905D-4AA9-9EB9-EFF7678F103B}" dt="2024-03-16T03:21:47.802" v="355" actId="1035"/>
          <ac:spMkLst>
            <pc:docMk/>
            <pc:sldMk cId="3786095831" sldId="2147481659"/>
            <ac:spMk id="88" creationId="{F3109C4B-EDA5-7E35-FCAB-A96549D32FF4}"/>
          </ac:spMkLst>
        </pc:spChg>
        <pc:spChg chg="mod">
          <ac:chgData name="Liang,Dr.,Hongzi (HP Medicine) BII-CN-S" userId="29bc0a18-5096-49d5-ae49-3e5745cfa117" providerId="ADAL" clId="{33021EF1-905D-4AA9-9EB9-EFF7678F103B}" dt="2024-03-16T03:21:47.802" v="355" actId="1035"/>
          <ac:spMkLst>
            <pc:docMk/>
            <pc:sldMk cId="3786095831" sldId="2147481659"/>
            <ac:spMk id="93" creationId="{BE05389C-0B52-E75A-D420-106E48305ECC}"/>
          </ac:spMkLst>
        </pc:spChg>
        <pc:spChg chg="mod">
          <ac:chgData name="Liang,Dr.,Hongzi (HP Medicine) BII-CN-S" userId="29bc0a18-5096-49d5-ae49-3e5745cfa117" providerId="ADAL" clId="{33021EF1-905D-4AA9-9EB9-EFF7678F103B}" dt="2024-03-16T03:21:47.802" v="355" actId="1035"/>
          <ac:spMkLst>
            <pc:docMk/>
            <pc:sldMk cId="3786095831" sldId="2147481659"/>
            <ac:spMk id="94" creationId="{8B89D469-315F-04B7-A5BB-BCEF3C101FFF}"/>
          </ac:spMkLst>
        </pc:spChg>
        <pc:spChg chg="mod">
          <ac:chgData name="Liang,Dr.,Hongzi (HP Medicine) BII-CN-S" userId="29bc0a18-5096-49d5-ae49-3e5745cfa117" providerId="ADAL" clId="{33021EF1-905D-4AA9-9EB9-EFF7678F103B}" dt="2024-03-16T03:21:47.802" v="355" actId="1035"/>
          <ac:spMkLst>
            <pc:docMk/>
            <pc:sldMk cId="3786095831" sldId="2147481659"/>
            <ac:spMk id="95" creationId="{6CA6D3F0-19ED-8E7B-8294-773F210A2A50}"/>
          </ac:spMkLst>
        </pc:spChg>
        <pc:spChg chg="mod">
          <ac:chgData name="Liang,Dr.,Hongzi (HP Medicine) BII-CN-S" userId="29bc0a18-5096-49d5-ae49-3e5745cfa117" providerId="ADAL" clId="{33021EF1-905D-4AA9-9EB9-EFF7678F103B}" dt="2024-03-16T03:21:47.802" v="355" actId="1035"/>
          <ac:spMkLst>
            <pc:docMk/>
            <pc:sldMk cId="3786095831" sldId="2147481659"/>
            <ac:spMk id="96" creationId="{501A5BA6-5020-60C5-6466-E43A7C5E327D}"/>
          </ac:spMkLst>
        </pc:spChg>
        <pc:spChg chg="mod">
          <ac:chgData name="Liang,Dr.,Hongzi (HP Medicine) BII-CN-S" userId="29bc0a18-5096-49d5-ae49-3e5745cfa117" providerId="ADAL" clId="{33021EF1-905D-4AA9-9EB9-EFF7678F103B}" dt="2024-03-16T03:21:47.802" v="355" actId="1035"/>
          <ac:spMkLst>
            <pc:docMk/>
            <pc:sldMk cId="3786095831" sldId="2147481659"/>
            <ac:spMk id="97" creationId="{09A9E68F-3E87-9FBB-EFCA-92C635379806}"/>
          </ac:spMkLst>
        </pc:spChg>
        <pc:spChg chg="mod">
          <ac:chgData name="Liang,Dr.,Hongzi (HP Medicine) BII-CN-S" userId="29bc0a18-5096-49d5-ae49-3e5745cfa117" providerId="ADAL" clId="{33021EF1-905D-4AA9-9EB9-EFF7678F103B}" dt="2024-03-16T03:21:47.802" v="355" actId="1035"/>
          <ac:spMkLst>
            <pc:docMk/>
            <pc:sldMk cId="3786095831" sldId="2147481659"/>
            <ac:spMk id="98" creationId="{AD5F338F-D5F2-35CB-11E0-28AF06E199D2}"/>
          </ac:spMkLst>
        </pc:spChg>
        <pc:spChg chg="mod">
          <ac:chgData name="Liang,Dr.,Hongzi (HP Medicine) BII-CN-S" userId="29bc0a18-5096-49d5-ae49-3e5745cfa117" providerId="ADAL" clId="{33021EF1-905D-4AA9-9EB9-EFF7678F103B}" dt="2024-03-16T03:21:47.802" v="355" actId="1035"/>
          <ac:spMkLst>
            <pc:docMk/>
            <pc:sldMk cId="3786095831" sldId="2147481659"/>
            <ac:spMk id="99" creationId="{10FD3772-9472-B0AD-8A20-A554D1F2F940}"/>
          </ac:spMkLst>
        </pc:spChg>
        <pc:spChg chg="mod">
          <ac:chgData name="Liang,Dr.,Hongzi (HP Medicine) BII-CN-S" userId="29bc0a18-5096-49d5-ae49-3e5745cfa117" providerId="ADAL" clId="{33021EF1-905D-4AA9-9EB9-EFF7678F103B}" dt="2024-03-16T03:21:47.802" v="355" actId="1035"/>
          <ac:spMkLst>
            <pc:docMk/>
            <pc:sldMk cId="3786095831" sldId="2147481659"/>
            <ac:spMk id="100" creationId="{4DB30BC8-0624-7498-9FCC-FDBE118F373E}"/>
          </ac:spMkLst>
        </pc:spChg>
        <pc:grpChg chg="mod">
          <ac:chgData name="Liang,Dr.,Hongzi (HP Medicine) BII-CN-S" userId="29bc0a18-5096-49d5-ae49-3e5745cfa117" providerId="ADAL" clId="{33021EF1-905D-4AA9-9EB9-EFF7678F103B}" dt="2024-03-16T03:21:47.802" v="355" actId="1035"/>
          <ac:grpSpMkLst>
            <pc:docMk/>
            <pc:sldMk cId="3786095831" sldId="2147481659"/>
            <ac:grpSpMk id="3" creationId="{89F30B41-E184-2626-45EB-24E4DB84C2B7}"/>
          </ac:grpSpMkLst>
        </pc:grpChg>
        <pc:grpChg chg="mod">
          <ac:chgData name="Liang,Dr.,Hongzi (HP Medicine) BII-CN-S" userId="29bc0a18-5096-49d5-ae49-3e5745cfa117" providerId="ADAL" clId="{33021EF1-905D-4AA9-9EB9-EFF7678F103B}" dt="2024-03-16T03:24:50.416" v="358" actId="14100"/>
          <ac:grpSpMkLst>
            <pc:docMk/>
            <pc:sldMk cId="3786095831" sldId="2147481659"/>
            <ac:grpSpMk id="13" creationId="{D17A31BC-0171-2DA9-9A33-617F8A52679D}"/>
          </ac:grpSpMkLst>
        </pc:grpChg>
        <pc:grpChg chg="mod">
          <ac:chgData name="Liang,Dr.,Hongzi (HP Medicine) BII-CN-S" userId="29bc0a18-5096-49d5-ae49-3e5745cfa117" providerId="ADAL" clId="{33021EF1-905D-4AA9-9EB9-EFF7678F103B}" dt="2024-03-16T03:21:47.802" v="355" actId="1035"/>
          <ac:grpSpMkLst>
            <pc:docMk/>
            <pc:sldMk cId="3786095831" sldId="2147481659"/>
            <ac:grpSpMk id="81" creationId="{BEAC8BE2-A38C-74D2-8982-FB2E319E882F}"/>
          </ac:grpSpMkLst>
        </pc:grpChg>
        <pc:grpChg chg="mod">
          <ac:chgData name="Liang,Dr.,Hongzi (HP Medicine) BII-CN-S" userId="29bc0a18-5096-49d5-ae49-3e5745cfa117" providerId="ADAL" clId="{33021EF1-905D-4AA9-9EB9-EFF7678F103B}" dt="2024-03-16T03:21:47.802" v="355" actId="1035"/>
          <ac:grpSpMkLst>
            <pc:docMk/>
            <pc:sldMk cId="3786095831" sldId="2147481659"/>
            <ac:grpSpMk id="82" creationId="{2958DA11-D19E-C9E8-2F9D-C6DF7FDA7075}"/>
          </ac:grpSpMkLst>
        </pc:grpChg>
        <pc:grpChg chg="mod">
          <ac:chgData name="Liang,Dr.,Hongzi (HP Medicine) BII-CN-S" userId="29bc0a18-5096-49d5-ae49-3e5745cfa117" providerId="ADAL" clId="{33021EF1-905D-4AA9-9EB9-EFF7678F103B}" dt="2024-03-16T03:21:47.802" v="355" actId="1035"/>
          <ac:grpSpMkLst>
            <pc:docMk/>
            <pc:sldMk cId="3786095831" sldId="2147481659"/>
            <ac:grpSpMk id="84" creationId="{03DFB3F3-64C6-55EE-0FA0-757A4D5539AF}"/>
          </ac:grpSpMkLst>
        </pc:grpChg>
        <pc:grpChg chg="mod">
          <ac:chgData name="Liang,Dr.,Hongzi (HP Medicine) BII-CN-S" userId="29bc0a18-5096-49d5-ae49-3e5745cfa117" providerId="ADAL" clId="{33021EF1-905D-4AA9-9EB9-EFF7678F103B}" dt="2024-03-16T03:21:47.802" v="355" actId="1035"/>
          <ac:grpSpMkLst>
            <pc:docMk/>
            <pc:sldMk cId="3786095831" sldId="2147481659"/>
            <ac:grpSpMk id="85" creationId="{EF75FDFA-501B-9DA4-A1DD-50BE38D7B8B3}"/>
          </ac:grpSpMkLst>
        </pc:grpChg>
        <pc:picChg chg="mod">
          <ac:chgData name="Liang,Dr.,Hongzi (HP Medicine) BII-CN-S" userId="29bc0a18-5096-49d5-ae49-3e5745cfa117" providerId="ADAL" clId="{33021EF1-905D-4AA9-9EB9-EFF7678F103B}" dt="2024-03-16T03:21:47.802" v="355" actId="1035"/>
          <ac:picMkLst>
            <pc:docMk/>
            <pc:sldMk cId="3786095831" sldId="2147481659"/>
            <ac:picMk id="12" creationId="{82D24007-1E51-E581-0B58-8B4B00AF7650}"/>
          </ac:picMkLst>
        </pc:picChg>
        <pc:cxnChg chg="mod">
          <ac:chgData name="Liang,Dr.,Hongzi (HP Medicine) BII-CN-S" userId="29bc0a18-5096-49d5-ae49-3e5745cfa117" providerId="ADAL" clId="{33021EF1-905D-4AA9-9EB9-EFF7678F103B}" dt="2024-03-16T03:21:47.802" v="355" actId="1035"/>
          <ac:cxnSpMkLst>
            <pc:docMk/>
            <pc:sldMk cId="3786095831" sldId="2147481659"/>
            <ac:cxnSpMk id="7" creationId="{4A1E90E9-AE12-7C8A-D4A5-29AB916A661A}"/>
          </ac:cxnSpMkLst>
        </pc:cxnChg>
      </pc:sldChg>
      <pc:sldChg chg="del mod modShow">
        <pc:chgData name="Liang,Dr.,Hongzi (HP Medicine) BII-CN-S" userId="29bc0a18-5096-49d5-ae49-3e5745cfa117" providerId="ADAL" clId="{33021EF1-905D-4AA9-9EB9-EFF7678F103B}" dt="2024-03-19T10:14:45.017" v="3196" actId="47"/>
        <pc:sldMkLst>
          <pc:docMk/>
          <pc:sldMk cId="614697625" sldId="2147481660"/>
        </pc:sldMkLst>
      </pc:sldChg>
      <pc:sldChg chg="delSp modSp mod modShow">
        <pc:chgData name="Liang,Dr.,Hongzi (HP Medicine) BII-CN-S" userId="29bc0a18-5096-49d5-ae49-3e5745cfa117" providerId="ADAL" clId="{33021EF1-905D-4AA9-9EB9-EFF7678F103B}" dt="2024-03-19T02:42:05.585" v="2046" actId="207"/>
        <pc:sldMkLst>
          <pc:docMk/>
          <pc:sldMk cId="3942740369" sldId="2147481663"/>
        </pc:sldMkLst>
        <pc:spChg chg="mod">
          <ac:chgData name="Liang,Dr.,Hongzi (HP Medicine) BII-CN-S" userId="29bc0a18-5096-49d5-ae49-3e5745cfa117" providerId="ADAL" clId="{33021EF1-905D-4AA9-9EB9-EFF7678F103B}" dt="2024-03-18T07:43:56.259" v="1893" actId="20577"/>
          <ac:spMkLst>
            <pc:docMk/>
            <pc:sldMk cId="3942740369" sldId="2147481663"/>
            <ac:spMk id="2" creationId="{D9908958-80FA-1693-D9C2-29950CBBED61}"/>
          </ac:spMkLst>
        </pc:spChg>
        <pc:spChg chg="del">
          <ac:chgData name="Liang,Dr.,Hongzi (HP Medicine) BII-CN-S" userId="29bc0a18-5096-49d5-ae49-3e5745cfa117" providerId="ADAL" clId="{33021EF1-905D-4AA9-9EB9-EFF7678F103B}" dt="2024-03-18T07:43:49.458" v="1882" actId="478"/>
          <ac:spMkLst>
            <pc:docMk/>
            <pc:sldMk cId="3942740369" sldId="2147481663"/>
            <ac:spMk id="3" creationId="{73121066-45B9-ACEB-9ABA-7E58C7C13694}"/>
          </ac:spMkLst>
        </pc:spChg>
        <pc:spChg chg="mod">
          <ac:chgData name="Liang,Dr.,Hongzi (HP Medicine) BII-CN-S" userId="29bc0a18-5096-49d5-ae49-3e5745cfa117" providerId="ADAL" clId="{33021EF1-905D-4AA9-9EB9-EFF7678F103B}" dt="2024-03-19T02:42:05.585" v="2046" actId="207"/>
          <ac:spMkLst>
            <pc:docMk/>
            <pc:sldMk cId="3942740369" sldId="2147481663"/>
            <ac:spMk id="5" creationId="{D0047062-1A3D-F8A5-4C85-7F736B06EA00}"/>
          </ac:spMkLst>
        </pc:spChg>
      </pc:sldChg>
      <pc:sldChg chg="add">
        <pc:chgData name="Liang,Dr.,Hongzi (HP Medicine) BII-CN-S" userId="29bc0a18-5096-49d5-ae49-3e5745cfa117" providerId="ADAL" clId="{33021EF1-905D-4AA9-9EB9-EFF7678F103B}" dt="2024-03-19T02:14:00.706" v="1952"/>
        <pc:sldMkLst>
          <pc:docMk/>
          <pc:sldMk cId="163166827" sldId="2147481664"/>
        </pc:sldMkLst>
      </pc:sldChg>
      <pc:sldMasterChg chg="del delSldLayout">
        <pc:chgData name="Liang,Dr.,Hongzi (HP Medicine) BII-CN-S" userId="29bc0a18-5096-49d5-ae49-3e5745cfa117" providerId="ADAL" clId="{33021EF1-905D-4AA9-9EB9-EFF7678F103B}" dt="2024-03-19T02:13:43.403" v="1951" actId="47"/>
        <pc:sldMasterMkLst>
          <pc:docMk/>
          <pc:sldMasterMk cId="949562188" sldId="2147485103"/>
        </pc:sldMasterMkLst>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2893088563" sldId="2147485104"/>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3281485606" sldId="2147485105"/>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750525655" sldId="2147485106"/>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3411635997" sldId="2147485107"/>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2204496192" sldId="2147485108"/>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508695223" sldId="2147485109"/>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2125457816" sldId="2147485110"/>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2004253160" sldId="2147485111"/>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2372147479" sldId="2147485112"/>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565672625" sldId="2147485113"/>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66304429" sldId="2147485114"/>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1717872013" sldId="2147485115"/>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1009001269" sldId="2147485116"/>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3482499889" sldId="2147485117"/>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2045182066" sldId="2147485118"/>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2931737429" sldId="2147485119"/>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2320910901" sldId="2147485120"/>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1717447247" sldId="2147485121"/>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4273907710" sldId="2147485122"/>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709859439" sldId="2147485123"/>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3987568779" sldId="2147485124"/>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1149855849" sldId="2147485125"/>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2456660917" sldId="2147485126"/>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1569202834" sldId="2147485127"/>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4057141811" sldId="2147485128"/>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4282421847" sldId="2147485129"/>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154472282" sldId="2147485130"/>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436569635" sldId="2147485131"/>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276433727" sldId="2147485132"/>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4000146668" sldId="2147485133"/>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2868037286" sldId="2147485134"/>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2487471130" sldId="2147485135"/>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64302121" sldId="2147485136"/>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1802074464" sldId="2147485137"/>
          </pc:sldLayoutMkLst>
        </pc:sldLayoutChg>
        <pc:sldLayoutChg chg="del">
          <pc:chgData name="Liang,Dr.,Hongzi (HP Medicine) BII-CN-S" userId="29bc0a18-5096-49d5-ae49-3e5745cfa117" providerId="ADAL" clId="{33021EF1-905D-4AA9-9EB9-EFF7678F103B}" dt="2024-03-19T02:13:43.403" v="1951" actId="47"/>
          <pc:sldLayoutMkLst>
            <pc:docMk/>
            <pc:sldMasterMk cId="949562188" sldId="2147485103"/>
            <pc:sldLayoutMk cId="3308760557" sldId="2147485138"/>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embeddings/oleObject10.bin"/></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'Recruitm chart (OPU) revised'!$D$3</c:f>
              <c:strCache>
                <c:ptCount val="1"/>
                <c:pt idx="0">
                  <c:v>Plan</c:v>
                </c:pt>
              </c:strCache>
            </c:strRef>
          </c:tx>
          <c:spPr>
            <a:solidFill>
              <a:schemeClr val="accent1">
                <a:shade val="76000"/>
              </a:schemeClr>
            </a:solidFill>
            <a:ln>
              <a:noFill/>
            </a:ln>
            <a:effectLst/>
          </c:spPr>
          <c:invertIfNegative val="0"/>
          <c:cat>
            <c:strRef>
              <c:f>'Recruitm chart (OPU) revised'!$C$4:$C$21</c:f>
              <c:strCache>
                <c:ptCount val="18"/>
                <c:pt idx="0">
                  <c:v>Australia</c:v>
                </c:pt>
                <c:pt idx="1">
                  <c:v>Austria</c:v>
                </c:pt>
                <c:pt idx="2">
                  <c:v>Belgium</c:v>
                </c:pt>
                <c:pt idx="3">
                  <c:v>China</c:v>
                </c:pt>
                <c:pt idx="4">
                  <c:v>France</c:v>
                </c:pt>
                <c:pt idx="5">
                  <c:v>Germany</c:v>
                </c:pt>
                <c:pt idx="6">
                  <c:v>Hong Kong</c:v>
                </c:pt>
                <c:pt idx="7">
                  <c:v>Israel</c:v>
                </c:pt>
                <c:pt idx="8">
                  <c:v>Italy</c:v>
                </c:pt>
                <c:pt idx="9">
                  <c:v>Japan</c:v>
                </c:pt>
                <c:pt idx="10">
                  <c:v>Netherlands</c:v>
                </c:pt>
                <c:pt idx="11">
                  <c:v>Portugal</c:v>
                </c:pt>
                <c:pt idx="12">
                  <c:v>Singapore</c:v>
                </c:pt>
                <c:pt idx="13">
                  <c:v>South Korea</c:v>
                </c:pt>
                <c:pt idx="14">
                  <c:v>Spain</c:v>
                </c:pt>
                <c:pt idx="15">
                  <c:v>Sweden</c:v>
                </c:pt>
                <c:pt idx="16">
                  <c:v>United Kingdom</c:v>
                </c:pt>
                <c:pt idx="17">
                  <c:v>United States</c:v>
                </c:pt>
              </c:strCache>
            </c:strRef>
          </c:cat>
          <c:val>
            <c:numRef>
              <c:f>'Recruitm chart (OPU) revised'!$D$33:$D$50</c:f>
              <c:numCache>
                <c:formatCode>General</c:formatCode>
                <c:ptCount val="18"/>
                <c:pt idx="0">
                  <c:v>1</c:v>
                </c:pt>
                <c:pt idx="1">
                  <c:v>0</c:v>
                </c:pt>
                <c:pt idx="2">
                  <c:v>1</c:v>
                </c:pt>
                <c:pt idx="3">
                  <c:v>30</c:v>
                </c:pt>
                <c:pt idx="4">
                  <c:v>12</c:v>
                </c:pt>
                <c:pt idx="5">
                  <c:v>8</c:v>
                </c:pt>
                <c:pt idx="6">
                  <c:v>1</c:v>
                </c:pt>
                <c:pt idx="7">
                  <c:v>1</c:v>
                </c:pt>
                <c:pt idx="8">
                  <c:v>1</c:v>
                </c:pt>
                <c:pt idx="9">
                  <c:v>18</c:v>
                </c:pt>
                <c:pt idx="10">
                  <c:v>20</c:v>
                </c:pt>
                <c:pt idx="11">
                  <c:v>1</c:v>
                </c:pt>
                <c:pt idx="12">
                  <c:v>2</c:v>
                </c:pt>
                <c:pt idx="13">
                  <c:v>15</c:v>
                </c:pt>
                <c:pt idx="14">
                  <c:v>11</c:v>
                </c:pt>
                <c:pt idx="15">
                  <c:v>1</c:v>
                </c:pt>
                <c:pt idx="16">
                  <c:v>1</c:v>
                </c:pt>
                <c:pt idx="17">
                  <c:v>7</c:v>
                </c:pt>
              </c:numCache>
            </c:numRef>
          </c:val>
          <c:extLst>
            <c:ext xmlns:c16="http://schemas.microsoft.com/office/drawing/2014/chart" uri="{C3380CC4-5D6E-409C-BE32-E72D297353CC}">
              <c16:uniqueId val="{00000000-3657-4881-BC6F-6EE33650112A}"/>
            </c:ext>
          </c:extLst>
        </c:ser>
        <c:ser>
          <c:idx val="1"/>
          <c:order val="1"/>
          <c:tx>
            <c:strRef>
              <c:f>'Recruitm chart (OPU) revised'!$E$3</c:f>
              <c:strCache>
                <c:ptCount val="1"/>
                <c:pt idx="0">
                  <c:v>Actual</c:v>
                </c:pt>
              </c:strCache>
            </c:strRef>
          </c:tx>
          <c:spPr>
            <a:solidFill>
              <a:schemeClr val="accent1">
                <a:tint val="77000"/>
              </a:schemeClr>
            </a:solidFill>
            <a:ln>
              <a:noFill/>
            </a:ln>
            <a:effectLst/>
          </c:spPr>
          <c:invertIfNegative val="0"/>
          <c:cat>
            <c:strRef>
              <c:f>'Recruitm chart (OPU) revised'!$C$4:$C$21</c:f>
              <c:strCache>
                <c:ptCount val="18"/>
                <c:pt idx="0">
                  <c:v>Australia</c:v>
                </c:pt>
                <c:pt idx="1">
                  <c:v>Austria</c:v>
                </c:pt>
                <c:pt idx="2">
                  <c:v>Belgium</c:v>
                </c:pt>
                <c:pt idx="3">
                  <c:v>China</c:v>
                </c:pt>
                <c:pt idx="4">
                  <c:v>France</c:v>
                </c:pt>
                <c:pt idx="5">
                  <c:v>Germany</c:v>
                </c:pt>
                <c:pt idx="6">
                  <c:v>Hong Kong</c:v>
                </c:pt>
                <c:pt idx="7">
                  <c:v>Israel</c:v>
                </c:pt>
                <c:pt idx="8">
                  <c:v>Italy</c:v>
                </c:pt>
                <c:pt idx="9">
                  <c:v>Japan</c:v>
                </c:pt>
                <c:pt idx="10">
                  <c:v>Netherlands</c:v>
                </c:pt>
                <c:pt idx="11">
                  <c:v>Portugal</c:v>
                </c:pt>
                <c:pt idx="12">
                  <c:v>Singapore</c:v>
                </c:pt>
                <c:pt idx="13">
                  <c:v>South Korea</c:v>
                </c:pt>
                <c:pt idx="14">
                  <c:v>Spain</c:v>
                </c:pt>
                <c:pt idx="15">
                  <c:v>Sweden</c:v>
                </c:pt>
                <c:pt idx="16">
                  <c:v>United Kingdom</c:v>
                </c:pt>
                <c:pt idx="17">
                  <c:v>United States</c:v>
                </c:pt>
              </c:strCache>
            </c:strRef>
          </c:cat>
          <c:val>
            <c:numRef>
              <c:f>'Recruitm chart (OPU) revised'!$E$4:$E$21</c:f>
              <c:numCache>
                <c:formatCode>General</c:formatCode>
                <c:ptCount val="18"/>
                <c:pt idx="0">
                  <c:v>0</c:v>
                </c:pt>
                <c:pt idx="1">
                  <c:v>0</c:v>
                </c:pt>
                <c:pt idx="2">
                  <c:v>0</c:v>
                </c:pt>
                <c:pt idx="3">
                  <c:v>33</c:v>
                </c:pt>
                <c:pt idx="4">
                  <c:v>11</c:v>
                </c:pt>
                <c:pt idx="5">
                  <c:v>8</c:v>
                </c:pt>
                <c:pt idx="6">
                  <c:v>0</c:v>
                </c:pt>
                <c:pt idx="7">
                  <c:v>1</c:v>
                </c:pt>
                <c:pt idx="8">
                  <c:v>1</c:v>
                </c:pt>
                <c:pt idx="9">
                  <c:v>18</c:v>
                </c:pt>
                <c:pt idx="10">
                  <c:v>20</c:v>
                </c:pt>
                <c:pt idx="11">
                  <c:v>0</c:v>
                </c:pt>
                <c:pt idx="12">
                  <c:v>0</c:v>
                </c:pt>
                <c:pt idx="13">
                  <c:v>19</c:v>
                </c:pt>
                <c:pt idx="14">
                  <c:v>14</c:v>
                </c:pt>
                <c:pt idx="15">
                  <c:v>0</c:v>
                </c:pt>
                <c:pt idx="16">
                  <c:v>0</c:v>
                </c:pt>
                <c:pt idx="17">
                  <c:v>7</c:v>
                </c:pt>
              </c:numCache>
            </c:numRef>
          </c:val>
          <c:extLst>
            <c:ext xmlns:c16="http://schemas.microsoft.com/office/drawing/2014/chart" uri="{C3380CC4-5D6E-409C-BE32-E72D297353CC}">
              <c16:uniqueId val="{00000001-3657-4881-BC6F-6EE33650112A}"/>
            </c:ext>
          </c:extLst>
        </c:ser>
        <c:dLbls>
          <c:showLegendKey val="0"/>
          <c:showVal val="0"/>
          <c:showCatName val="0"/>
          <c:showSerName val="0"/>
          <c:showPercent val="0"/>
          <c:showBubbleSize val="0"/>
        </c:dLbls>
        <c:gapWidth val="219"/>
        <c:overlap val="-27"/>
        <c:axId val="732569968"/>
        <c:axId val="732572264"/>
      </c:barChart>
      <c:catAx>
        <c:axId val="732569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732572264"/>
        <c:crosses val="autoZero"/>
        <c:auto val="1"/>
        <c:lblAlgn val="ctr"/>
        <c:lblOffset val="100"/>
        <c:noMultiLvlLbl val="0"/>
      </c:catAx>
      <c:valAx>
        <c:axId val="732572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73256996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zh-CN"/>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stacked"/>
        <c:varyColors val="0"/>
        <c:ser>
          <c:idx val="0"/>
          <c:order val="0"/>
          <c:tx>
            <c:strRef>
              <c:f>'OPU CHART'!$B$1</c:f>
              <c:strCache>
                <c:ptCount val="1"/>
                <c:pt idx="0">
                  <c:v>cohort 2</c:v>
                </c:pt>
              </c:strCache>
            </c:strRef>
          </c:tx>
          <c:spPr>
            <a:solidFill>
              <a:schemeClr val="accent1"/>
            </a:solidFill>
            <a:ln>
              <a:noFill/>
            </a:ln>
            <a:effectLst/>
          </c:spPr>
          <c:invertIfNegative val="0"/>
          <c:cat>
            <c:strRef>
              <c:f>'OPU CHART'!$A$2:$A$19</c:f>
              <c:strCache>
                <c:ptCount val="18"/>
                <c:pt idx="0">
                  <c:v>Australia</c:v>
                </c:pt>
                <c:pt idx="1">
                  <c:v>Austria</c:v>
                </c:pt>
                <c:pt idx="2">
                  <c:v>Belgium</c:v>
                </c:pt>
                <c:pt idx="3">
                  <c:v>China</c:v>
                </c:pt>
                <c:pt idx="4">
                  <c:v>France</c:v>
                </c:pt>
                <c:pt idx="5">
                  <c:v>Germany</c:v>
                </c:pt>
                <c:pt idx="6">
                  <c:v>Hong Kong</c:v>
                </c:pt>
                <c:pt idx="7">
                  <c:v>Israel</c:v>
                </c:pt>
                <c:pt idx="8">
                  <c:v>Italy</c:v>
                </c:pt>
                <c:pt idx="9">
                  <c:v>Japan</c:v>
                </c:pt>
                <c:pt idx="10">
                  <c:v>Netherlands</c:v>
                </c:pt>
                <c:pt idx="11">
                  <c:v>Portugal</c:v>
                </c:pt>
                <c:pt idx="12">
                  <c:v>Singapore</c:v>
                </c:pt>
                <c:pt idx="13">
                  <c:v>South Korea</c:v>
                </c:pt>
                <c:pt idx="14">
                  <c:v>Spain</c:v>
                </c:pt>
                <c:pt idx="15">
                  <c:v>Sweden</c:v>
                </c:pt>
                <c:pt idx="16">
                  <c:v>United Kingdom</c:v>
                </c:pt>
                <c:pt idx="17">
                  <c:v>United States</c:v>
                </c:pt>
              </c:strCache>
            </c:strRef>
          </c:cat>
          <c:val>
            <c:numRef>
              <c:f>'OPU CHART'!$B$2:$B$19</c:f>
              <c:numCache>
                <c:formatCode>General</c:formatCode>
                <c:ptCount val="18"/>
                <c:pt idx="0">
                  <c:v>0</c:v>
                </c:pt>
                <c:pt idx="1">
                  <c:v>0</c:v>
                </c:pt>
                <c:pt idx="2">
                  <c:v>1</c:v>
                </c:pt>
                <c:pt idx="3">
                  <c:v>21</c:v>
                </c:pt>
                <c:pt idx="4">
                  <c:v>5</c:v>
                </c:pt>
                <c:pt idx="5">
                  <c:v>5</c:v>
                </c:pt>
                <c:pt idx="6">
                  <c:v>2</c:v>
                </c:pt>
                <c:pt idx="7">
                  <c:v>2</c:v>
                </c:pt>
                <c:pt idx="8">
                  <c:v>0</c:v>
                </c:pt>
                <c:pt idx="9">
                  <c:v>9</c:v>
                </c:pt>
                <c:pt idx="10">
                  <c:v>10</c:v>
                </c:pt>
                <c:pt idx="11">
                  <c:v>0</c:v>
                </c:pt>
                <c:pt idx="12">
                  <c:v>1</c:v>
                </c:pt>
                <c:pt idx="13">
                  <c:v>0</c:v>
                </c:pt>
                <c:pt idx="14">
                  <c:v>5</c:v>
                </c:pt>
                <c:pt idx="15">
                  <c:v>0</c:v>
                </c:pt>
                <c:pt idx="16">
                  <c:v>5</c:v>
                </c:pt>
                <c:pt idx="17">
                  <c:v>9</c:v>
                </c:pt>
              </c:numCache>
            </c:numRef>
          </c:val>
          <c:extLst>
            <c:ext xmlns:c16="http://schemas.microsoft.com/office/drawing/2014/chart" uri="{C3380CC4-5D6E-409C-BE32-E72D297353CC}">
              <c16:uniqueId val="{00000000-0A1D-44BB-AF95-5D9F6D65AD22}"/>
            </c:ext>
          </c:extLst>
        </c:ser>
        <c:ser>
          <c:idx val="1"/>
          <c:order val="1"/>
          <c:tx>
            <c:strRef>
              <c:f>'OPU CHART'!$C$1</c:f>
              <c:strCache>
                <c:ptCount val="1"/>
                <c:pt idx="0">
                  <c:v>cohort 3</c:v>
                </c:pt>
              </c:strCache>
            </c:strRef>
          </c:tx>
          <c:spPr>
            <a:solidFill>
              <a:schemeClr val="accent2"/>
            </a:solidFill>
            <a:ln>
              <a:noFill/>
            </a:ln>
            <a:effectLst/>
          </c:spPr>
          <c:invertIfNegative val="0"/>
          <c:cat>
            <c:strRef>
              <c:f>'OPU CHART'!$A$2:$A$19</c:f>
              <c:strCache>
                <c:ptCount val="18"/>
                <c:pt idx="0">
                  <c:v>Australia</c:v>
                </c:pt>
                <c:pt idx="1">
                  <c:v>Austria</c:v>
                </c:pt>
                <c:pt idx="2">
                  <c:v>Belgium</c:v>
                </c:pt>
                <c:pt idx="3">
                  <c:v>China</c:v>
                </c:pt>
                <c:pt idx="4">
                  <c:v>France</c:v>
                </c:pt>
                <c:pt idx="5">
                  <c:v>Germany</c:v>
                </c:pt>
                <c:pt idx="6">
                  <c:v>Hong Kong</c:v>
                </c:pt>
                <c:pt idx="7">
                  <c:v>Israel</c:v>
                </c:pt>
                <c:pt idx="8">
                  <c:v>Italy</c:v>
                </c:pt>
                <c:pt idx="9">
                  <c:v>Japan</c:v>
                </c:pt>
                <c:pt idx="10">
                  <c:v>Netherlands</c:v>
                </c:pt>
                <c:pt idx="11">
                  <c:v>Portugal</c:v>
                </c:pt>
                <c:pt idx="12">
                  <c:v>Singapore</c:v>
                </c:pt>
                <c:pt idx="13">
                  <c:v>South Korea</c:v>
                </c:pt>
                <c:pt idx="14">
                  <c:v>Spain</c:v>
                </c:pt>
                <c:pt idx="15">
                  <c:v>Sweden</c:v>
                </c:pt>
                <c:pt idx="16">
                  <c:v>United Kingdom</c:v>
                </c:pt>
                <c:pt idx="17">
                  <c:v>United States</c:v>
                </c:pt>
              </c:strCache>
            </c:strRef>
          </c:cat>
          <c:val>
            <c:numRef>
              <c:f>'OPU CHART'!$C$2:$C$19</c:f>
              <c:numCache>
                <c:formatCode>General</c:formatCode>
                <c:ptCount val="18"/>
                <c:pt idx="0">
                  <c:v>0</c:v>
                </c:pt>
                <c:pt idx="1">
                  <c:v>0</c:v>
                </c:pt>
                <c:pt idx="2">
                  <c:v>0</c:v>
                </c:pt>
                <c:pt idx="3">
                  <c:v>3</c:v>
                </c:pt>
                <c:pt idx="4">
                  <c:v>4</c:v>
                </c:pt>
                <c:pt idx="5">
                  <c:v>0</c:v>
                </c:pt>
                <c:pt idx="6">
                  <c:v>0</c:v>
                </c:pt>
                <c:pt idx="7">
                  <c:v>0</c:v>
                </c:pt>
                <c:pt idx="8">
                  <c:v>0</c:v>
                </c:pt>
                <c:pt idx="9">
                  <c:v>0</c:v>
                </c:pt>
                <c:pt idx="10">
                  <c:v>2</c:v>
                </c:pt>
                <c:pt idx="11">
                  <c:v>0</c:v>
                </c:pt>
                <c:pt idx="12">
                  <c:v>0</c:v>
                </c:pt>
                <c:pt idx="13">
                  <c:v>3</c:v>
                </c:pt>
                <c:pt idx="14">
                  <c:v>5</c:v>
                </c:pt>
                <c:pt idx="15">
                  <c:v>0</c:v>
                </c:pt>
                <c:pt idx="16">
                  <c:v>0</c:v>
                </c:pt>
                <c:pt idx="17">
                  <c:v>1</c:v>
                </c:pt>
              </c:numCache>
            </c:numRef>
          </c:val>
          <c:extLst>
            <c:ext xmlns:c16="http://schemas.microsoft.com/office/drawing/2014/chart" uri="{C3380CC4-5D6E-409C-BE32-E72D297353CC}">
              <c16:uniqueId val="{00000001-0A1D-44BB-AF95-5D9F6D65AD22}"/>
            </c:ext>
          </c:extLst>
        </c:ser>
        <c:ser>
          <c:idx val="2"/>
          <c:order val="2"/>
          <c:tx>
            <c:strRef>
              <c:f>'OPU CHART'!$D$1</c:f>
              <c:strCache>
                <c:ptCount val="1"/>
                <c:pt idx="0">
                  <c:v>cohort 4</c:v>
                </c:pt>
              </c:strCache>
            </c:strRef>
          </c:tx>
          <c:spPr>
            <a:solidFill>
              <a:schemeClr val="accent3"/>
            </a:solidFill>
            <a:ln>
              <a:noFill/>
            </a:ln>
            <a:effectLst/>
          </c:spPr>
          <c:invertIfNegative val="0"/>
          <c:cat>
            <c:strRef>
              <c:f>'OPU CHART'!$A$2:$A$19</c:f>
              <c:strCache>
                <c:ptCount val="18"/>
                <c:pt idx="0">
                  <c:v>Australia</c:v>
                </c:pt>
                <c:pt idx="1">
                  <c:v>Austria</c:v>
                </c:pt>
                <c:pt idx="2">
                  <c:v>Belgium</c:v>
                </c:pt>
                <c:pt idx="3">
                  <c:v>China</c:v>
                </c:pt>
                <c:pt idx="4">
                  <c:v>France</c:v>
                </c:pt>
                <c:pt idx="5">
                  <c:v>Germany</c:v>
                </c:pt>
                <c:pt idx="6">
                  <c:v>Hong Kong</c:v>
                </c:pt>
                <c:pt idx="7">
                  <c:v>Israel</c:v>
                </c:pt>
                <c:pt idx="8">
                  <c:v>Italy</c:v>
                </c:pt>
                <c:pt idx="9">
                  <c:v>Japan</c:v>
                </c:pt>
                <c:pt idx="10">
                  <c:v>Netherlands</c:v>
                </c:pt>
                <c:pt idx="11">
                  <c:v>Portugal</c:v>
                </c:pt>
                <c:pt idx="12">
                  <c:v>Singapore</c:v>
                </c:pt>
                <c:pt idx="13">
                  <c:v>South Korea</c:v>
                </c:pt>
                <c:pt idx="14">
                  <c:v>Spain</c:v>
                </c:pt>
                <c:pt idx="15">
                  <c:v>Sweden</c:v>
                </c:pt>
                <c:pt idx="16">
                  <c:v>United Kingdom</c:v>
                </c:pt>
                <c:pt idx="17">
                  <c:v>United States</c:v>
                </c:pt>
              </c:strCache>
            </c:strRef>
          </c:cat>
          <c:val>
            <c:numRef>
              <c:f>'OPU CHART'!$D$2:$D$19</c:f>
              <c:numCache>
                <c:formatCode>General</c:formatCode>
                <c:ptCount val="18"/>
                <c:pt idx="0">
                  <c:v>2</c:v>
                </c:pt>
                <c:pt idx="1">
                  <c:v>0</c:v>
                </c:pt>
                <c:pt idx="2">
                  <c:v>0</c:v>
                </c:pt>
                <c:pt idx="3">
                  <c:v>3</c:v>
                </c:pt>
                <c:pt idx="4">
                  <c:v>4</c:v>
                </c:pt>
                <c:pt idx="5">
                  <c:v>1</c:v>
                </c:pt>
                <c:pt idx="6">
                  <c:v>1</c:v>
                </c:pt>
                <c:pt idx="7">
                  <c:v>0</c:v>
                </c:pt>
                <c:pt idx="8">
                  <c:v>0</c:v>
                </c:pt>
                <c:pt idx="9">
                  <c:v>1</c:v>
                </c:pt>
                <c:pt idx="10">
                  <c:v>4</c:v>
                </c:pt>
                <c:pt idx="11">
                  <c:v>0</c:v>
                </c:pt>
                <c:pt idx="12">
                  <c:v>1</c:v>
                </c:pt>
                <c:pt idx="13">
                  <c:v>4</c:v>
                </c:pt>
                <c:pt idx="14">
                  <c:v>2</c:v>
                </c:pt>
                <c:pt idx="15">
                  <c:v>0</c:v>
                </c:pt>
                <c:pt idx="16">
                  <c:v>0</c:v>
                </c:pt>
                <c:pt idx="17">
                  <c:v>2</c:v>
                </c:pt>
              </c:numCache>
            </c:numRef>
          </c:val>
          <c:extLst>
            <c:ext xmlns:c16="http://schemas.microsoft.com/office/drawing/2014/chart" uri="{C3380CC4-5D6E-409C-BE32-E72D297353CC}">
              <c16:uniqueId val="{00000002-0A1D-44BB-AF95-5D9F6D65AD22}"/>
            </c:ext>
          </c:extLst>
        </c:ser>
        <c:ser>
          <c:idx val="3"/>
          <c:order val="3"/>
          <c:tx>
            <c:strRef>
              <c:f>'OPU CHART'!$E$1</c:f>
              <c:strCache>
                <c:ptCount val="1"/>
                <c:pt idx="0">
                  <c:v>cohort 5</c:v>
                </c:pt>
              </c:strCache>
            </c:strRef>
          </c:tx>
          <c:spPr>
            <a:solidFill>
              <a:schemeClr val="accent4"/>
            </a:solidFill>
            <a:ln>
              <a:noFill/>
            </a:ln>
            <a:effectLst/>
          </c:spPr>
          <c:invertIfNegative val="0"/>
          <c:cat>
            <c:strRef>
              <c:f>'OPU CHART'!$A$2:$A$19</c:f>
              <c:strCache>
                <c:ptCount val="18"/>
                <c:pt idx="0">
                  <c:v>Australia</c:v>
                </c:pt>
                <c:pt idx="1">
                  <c:v>Austria</c:v>
                </c:pt>
                <c:pt idx="2">
                  <c:v>Belgium</c:v>
                </c:pt>
                <c:pt idx="3">
                  <c:v>China</c:v>
                </c:pt>
                <c:pt idx="4">
                  <c:v>France</c:v>
                </c:pt>
                <c:pt idx="5">
                  <c:v>Germany</c:v>
                </c:pt>
                <c:pt idx="6">
                  <c:v>Hong Kong</c:v>
                </c:pt>
                <c:pt idx="7">
                  <c:v>Israel</c:v>
                </c:pt>
                <c:pt idx="8">
                  <c:v>Italy</c:v>
                </c:pt>
                <c:pt idx="9">
                  <c:v>Japan</c:v>
                </c:pt>
                <c:pt idx="10">
                  <c:v>Netherlands</c:v>
                </c:pt>
                <c:pt idx="11">
                  <c:v>Portugal</c:v>
                </c:pt>
                <c:pt idx="12">
                  <c:v>Singapore</c:v>
                </c:pt>
                <c:pt idx="13">
                  <c:v>South Korea</c:v>
                </c:pt>
                <c:pt idx="14">
                  <c:v>Spain</c:v>
                </c:pt>
                <c:pt idx="15">
                  <c:v>Sweden</c:v>
                </c:pt>
                <c:pt idx="16">
                  <c:v>United Kingdom</c:v>
                </c:pt>
                <c:pt idx="17">
                  <c:v>United States</c:v>
                </c:pt>
              </c:strCache>
            </c:strRef>
          </c:cat>
          <c:val>
            <c:numRef>
              <c:f>'OPU CHART'!$E$2:$E$19</c:f>
              <c:numCache>
                <c:formatCode>General</c:formatCode>
                <c:ptCount val="18"/>
                <c:pt idx="0">
                  <c:v>1</c:v>
                </c:pt>
                <c:pt idx="1">
                  <c:v>0</c:v>
                </c:pt>
                <c:pt idx="2">
                  <c:v>0</c:v>
                </c:pt>
                <c:pt idx="3">
                  <c:v>5</c:v>
                </c:pt>
                <c:pt idx="4">
                  <c:v>6</c:v>
                </c:pt>
                <c:pt idx="5">
                  <c:v>3</c:v>
                </c:pt>
                <c:pt idx="6">
                  <c:v>0</c:v>
                </c:pt>
                <c:pt idx="7">
                  <c:v>2</c:v>
                </c:pt>
                <c:pt idx="8">
                  <c:v>0</c:v>
                </c:pt>
                <c:pt idx="9">
                  <c:v>1</c:v>
                </c:pt>
                <c:pt idx="10">
                  <c:v>1</c:v>
                </c:pt>
                <c:pt idx="11">
                  <c:v>0</c:v>
                </c:pt>
                <c:pt idx="12">
                  <c:v>0</c:v>
                </c:pt>
                <c:pt idx="13">
                  <c:v>8</c:v>
                </c:pt>
                <c:pt idx="14">
                  <c:v>3</c:v>
                </c:pt>
                <c:pt idx="15">
                  <c:v>1</c:v>
                </c:pt>
                <c:pt idx="16">
                  <c:v>0</c:v>
                </c:pt>
                <c:pt idx="17">
                  <c:v>7</c:v>
                </c:pt>
              </c:numCache>
            </c:numRef>
          </c:val>
          <c:extLst>
            <c:ext xmlns:c16="http://schemas.microsoft.com/office/drawing/2014/chart" uri="{C3380CC4-5D6E-409C-BE32-E72D297353CC}">
              <c16:uniqueId val="{00000003-0A1D-44BB-AF95-5D9F6D65AD22}"/>
            </c:ext>
          </c:extLst>
        </c:ser>
        <c:dLbls>
          <c:showLegendKey val="0"/>
          <c:showVal val="0"/>
          <c:showCatName val="0"/>
          <c:showSerName val="0"/>
          <c:showPercent val="0"/>
          <c:showBubbleSize val="0"/>
        </c:dLbls>
        <c:gapWidth val="150"/>
        <c:overlap val="100"/>
        <c:axId val="917375696"/>
        <c:axId val="917374976"/>
      </c:barChart>
      <c:catAx>
        <c:axId val="917375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917374976"/>
        <c:crosses val="autoZero"/>
        <c:auto val="1"/>
        <c:lblAlgn val="ctr"/>
        <c:lblOffset val="100"/>
        <c:noMultiLvlLbl val="0"/>
      </c:catAx>
      <c:valAx>
        <c:axId val="9173749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91737569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zh-CN"/>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China Enrollment Plan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9"/>
          <c:order val="0"/>
          <c:tx>
            <c:strRef>
              <c:f>'Enrollment Plan - base'!$A$12</c:f>
              <c:strCache>
                <c:ptCount val="1"/>
                <c:pt idx="0">
                  <c:v>Patients Randomized Cumulative (Actual)</c:v>
                </c:pt>
              </c:strCache>
            </c:strRef>
          </c:tx>
          <c:spPr>
            <a:ln w="28575" cap="rnd">
              <a:solidFill>
                <a:schemeClr val="accent4">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'Enrollment Plan - base'!$B$2:$AH$2</c:f>
              <c:numCache>
                <c:formatCode>[$-409]mmm\-yy;@</c:formatCode>
                <c:ptCount val="33"/>
                <c:pt idx="0">
                  <c:v>45352</c:v>
                </c:pt>
                <c:pt idx="1">
                  <c:v>45383</c:v>
                </c:pt>
                <c:pt idx="2">
                  <c:v>45413</c:v>
                </c:pt>
                <c:pt idx="3">
                  <c:v>45444</c:v>
                </c:pt>
                <c:pt idx="4">
                  <c:v>45474</c:v>
                </c:pt>
                <c:pt idx="5">
                  <c:v>45505</c:v>
                </c:pt>
                <c:pt idx="6">
                  <c:v>45536</c:v>
                </c:pt>
                <c:pt idx="7">
                  <c:v>45566</c:v>
                </c:pt>
                <c:pt idx="8">
                  <c:v>45597</c:v>
                </c:pt>
                <c:pt idx="9">
                  <c:v>45627</c:v>
                </c:pt>
                <c:pt idx="10">
                  <c:v>45658</c:v>
                </c:pt>
                <c:pt idx="11">
                  <c:v>45689</c:v>
                </c:pt>
                <c:pt idx="12">
                  <c:v>45717</c:v>
                </c:pt>
                <c:pt idx="13">
                  <c:v>45748</c:v>
                </c:pt>
                <c:pt idx="14">
                  <c:v>45778</c:v>
                </c:pt>
                <c:pt idx="15">
                  <c:v>45809</c:v>
                </c:pt>
                <c:pt idx="16">
                  <c:v>45839</c:v>
                </c:pt>
                <c:pt idx="17">
                  <c:v>45870</c:v>
                </c:pt>
                <c:pt idx="18">
                  <c:v>45901</c:v>
                </c:pt>
                <c:pt idx="19">
                  <c:v>45931</c:v>
                </c:pt>
                <c:pt idx="20">
                  <c:v>45962</c:v>
                </c:pt>
                <c:pt idx="21">
                  <c:v>45992</c:v>
                </c:pt>
                <c:pt idx="22">
                  <c:v>46023</c:v>
                </c:pt>
                <c:pt idx="23">
                  <c:v>46054</c:v>
                </c:pt>
                <c:pt idx="24">
                  <c:v>46082</c:v>
                </c:pt>
                <c:pt idx="25">
                  <c:v>46113</c:v>
                </c:pt>
                <c:pt idx="26">
                  <c:v>46143</c:v>
                </c:pt>
                <c:pt idx="27">
                  <c:v>46174</c:v>
                </c:pt>
                <c:pt idx="28">
                  <c:v>46204</c:v>
                </c:pt>
                <c:pt idx="29">
                  <c:v>46235</c:v>
                </c:pt>
                <c:pt idx="30">
                  <c:v>46266</c:v>
                </c:pt>
                <c:pt idx="31">
                  <c:v>46296</c:v>
                </c:pt>
                <c:pt idx="32">
                  <c:v>46327</c:v>
                </c:pt>
              </c:numCache>
            </c:numRef>
          </c:cat>
          <c:val>
            <c:numRef>
              <c:f>'Enrollment Plan - base'!$B$12:$AH$12</c:f>
              <c:numCache>
                <c:formatCode>General</c:formatCode>
                <c:ptCount val="33"/>
                <c:pt idx="0">
                  <c:v>1</c:v>
                </c:pt>
                <c:pt idx="1">
                  <c:v>3</c:v>
                </c:pt>
              </c:numCache>
            </c:numRef>
          </c:val>
          <c:smooth val="0"/>
          <c:extLst>
            <c:ext xmlns:c16="http://schemas.microsoft.com/office/drawing/2014/chart" uri="{C3380CC4-5D6E-409C-BE32-E72D297353CC}">
              <c16:uniqueId val="{00000000-4133-473C-893C-CA596AD8D3C4}"/>
            </c:ext>
          </c:extLst>
        </c:ser>
        <c:ser>
          <c:idx val="10"/>
          <c:order val="1"/>
          <c:tx>
            <c:strRef>
              <c:f>'Enrollment Plan - base'!$A$13</c:f>
              <c:strCache>
                <c:ptCount val="1"/>
                <c:pt idx="0">
                  <c:v>Patients Randomized Cumulative (Planned) - Adjusted</c:v>
                </c:pt>
              </c:strCache>
            </c:strRef>
          </c:tx>
          <c:spPr>
            <a:ln w="28575" cap="rnd">
              <a:solidFill>
                <a:schemeClr val="accent5">
                  <a:lumMod val="60000"/>
                </a:schemeClr>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'Enrollment Plan - base'!$B$2:$AH$2</c:f>
              <c:numCache>
                <c:formatCode>[$-409]mmm\-yy;@</c:formatCode>
                <c:ptCount val="33"/>
                <c:pt idx="0">
                  <c:v>45352</c:v>
                </c:pt>
                <c:pt idx="1">
                  <c:v>45383</c:v>
                </c:pt>
                <c:pt idx="2">
                  <c:v>45413</c:v>
                </c:pt>
                <c:pt idx="3">
                  <c:v>45444</c:v>
                </c:pt>
                <c:pt idx="4">
                  <c:v>45474</c:v>
                </c:pt>
                <c:pt idx="5">
                  <c:v>45505</c:v>
                </c:pt>
                <c:pt idx="6">
                  <c:v>45536</c:v>
                </c:pt>
                <c:pt idx="7">
                  <c:v>45566</c:v>
                </c:pt>
                <c:pt idx="8">
                  <c:v>45597</c:v>
                </c:pt>
                <c:pt idx="9">
                  <c:v>45627</c:v>
                </c:pt>
                <c:pt idx="10">
                  <c:v>45658</c:v>
                </c:pt>
                <c:pt idx="11">
                  <c:v>45689</c:v>
                </c:pt>
                <c:pt idx="12">
                  <c:v>45717</c:v>
                </c:pt>
                <c:pt idx="13">
                  <c:v>45748</c:v>
                </c:pt>
                <c:pt idx="14">
                  <c:v>45778</c:v>
                </c:pt>
                <c:pt idx="15">
                  <c:v>45809</c:v>
                </c:pt>
                <c:pt idx="16">
                  <c:v>45839</c:v>
                </c:pt>
                <c:pt idx="17">
                  <c:v>45870</c:v>
                </c:pt>
                <c:pt idx="18">
                  <c:v>45901</c:v>
                </c:pt>
                <c:pt idx="19">
                  <c:v>45931</c:v>
                </c:pt>
                <c:pt idx="20">
                  <c:v>45962</c:v>
                </c:pt>
                <c:pt idx="21">
                  <c:v>45992</c:v>
                </c:pt>
                <c:pt idx="22">
                  <c:v>46023</c:v>
                </c:pt>
                <c:pt idx="23">
                  <c:v>46054</c:v>
                </c:pt>
                <c:pt idx="24">
                  <c:v>46082</c:v>
                </c:pt>
                <c:pt idx="25">
                  <c:v>46113</c:v>
                </c:pt>
                <c:pt idx="26">
                  <c:v>46143</c:v>
                </c:pt>
                <c:pt idx="27">
                  <c:v>46174</c:v>
                </c:pt>
                <c:pt idx="28">
                  <c:v>46204</c:v>
                </c:pt>
                <c:pt idx="29">
                  <c:v>46235</c:v>
                </c:pt>
                <c:pt idx="30">
                  <c:v>46266</c:v>
                </c:pt>
                <c:pt idx="31">
                  <c:v>46296</c:v>
                </c:pt>
                <c:pt idx="32">
                  <c:v>46327</c:v>
                </c:pt>
              </c:numCache>
            </c:numRef>
          </c:cat>
          <c:val>
            <c:numRef>
              <c:f>'Enrollment Plan - base'!$B$13:$AH$13</c:f>
              <c:numCache>
                <c:formatCode>General</c:formatCode>
                <c:ptCount val="33"/>
                <c:pt idx="0">
                  <c:v>0</c:v>
                </c:pt>
                <c:pt idx="1">
                  <c:v>0</c:v>
                </c:pt>
                <c:pt idx="2">
                  <c:v>1</c:v>
                </c:pt>
                <c:pt idx="3">
                  <c:v>2</c:v>
                </c:pt>
                <c:pt idx="4">
                  <c:v>3</c:v>
                </c:pt>
                <c:pt idx="5">
                  <c:v>4</c:v>
                </c:pt>
                <c:pt idx="6">
                  <c:v>6</c:v>
                </c:pt>
                <c:pt idx="7">
                  <c:v>7</c:v>
                </c:pt>
                <c:pt idx="8">
                  <c:v>9</c:v>
                </c:pt>
                <c:pt idx="9">
                  <c:v>12</c:v>
                </c:pt>
                <c:pt idx="10">
                  <c:v>14</c:v>
                </c:pt>
                <c:pt idx="11">
                  <c:v>17</c:v>
                </c:pt>
                <c:pt idx="12">
                  <c:v>19</c:v>
                </c:pt>
                <c:pt idx="13">
                  <c:v>22</c:v>
                </c:pt>
                <c:pt idx="14">
                  <c:v>25</c:v>
                </c:pt>
                <c:pt idx="15">
                  <c:v>28</c:v>
                </c:pt>
                <c:pt idx="16">
                  <c:v>31</c:v>
                </c:pt>
                <c:pt idx="17">
                  <c:v>34</c:v>
                </c:pt>
              </c:numCache>
            </c:numRef>
          </c:val>
          <c:smooth val="0"/>
          <c:extLst>
            <c:ext xmlns:c16="http://schemas.microsoft.com/office/drawing/2014/chart" uri="{C3380CC4-5D6E-409C-BE32-E72D297353CC}">
              <c16:uniqueId val="{00000001-4133-473C-893C-CA596AD8D3C4}"/>
            </c:ext>
          </c:extLst>
        </c:ser>
        <c:ser>
          <c:idx val="11"/>
          <c:order val="2"/>
          <c:tx>
            <c:strRef>
              <c:f>'Enrollment Plan - base'!$A$14</c:f>
              <c:strCache>
                <c:ptCount val="1"/>
                <c:pt idx="0">
                  <c:v>Patients Randomized Cumulative (Planned) - Original</c:v>
                </c:pt>
              </c:strCache>
            </c:strRef>
          </c:tx>
          <c:spPr>
            <a:ln w="28575" cap="rnd">
              <a:solidFill>
                <a:schemeClr val="accent6">
                  <a:lumMod val="60000"/>
                </a:schemeClr>
              </a:solidFill>
              <a:prstDash val="sysDash"/>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'Enrollment Plan - base'!$B$2:$AH$2</c:f>
              <c:numCache>
                <c:formatCode>[$-409]mmm\-yy;@</c:formatCode>
                <c:ptCount val="33"/>
                <c:pt idx="0">
                  <c:v>45352</c:v>
                </c:pt>
                <c:pt idx="1">
                  <c:v>45383</c:v>
                </c:pt>
                <c:pt idx="2">
                  <c:v>45413</c:v>
                </c:pt>
                <c:pt idx="3">
                  <c:v>45444</c:v>
                </c:pt>
                <c:pt idx="4">
                  <c:v>45474</c:v>
                </c:pt>
                <c:pt idx="5">
                  <c:v>45505</c:v>
                </c:pt>
                <c:pt idx="6">
                  <c:v>45536</c:v>
                </c:pt>
                <c:pt idx="7">
                  <c:v>45566</c:v>
                </c:pt>
                <c:pt idx="8">
                  <c:v>45597</c:v>
                </c:pt>
                <c:pt idx="9">
                  <c:v>45627</c:v>
                </c:pt>
                <c:pt idx="10">
                  <c:v>45658</c:v>
                </c:pt>
                <c:pt idx="11">
                  <c:v>45689</c:v>
                </c:pt>
                <c:pt idx="12">
                  <c:v>45717</c:v>
                </c:pt>
                <c:pt idx="13">
                  <c:v>45748</c:v>
                </c:pt>
                <c:pt idx="14">
                  <c:v>45778</c:v>
                </c:pt>
                <c:pt idx="15">
                  <c:v>45809</c:v>
                </c:pt>
                <c:pt idx="16">
                  <c:v>45839</c:v>
                </c:pt>
                <c:pt idx="17">
                  <c:v>45870</c:v>
                </c:pt>
                <c:pt idx="18">
                  <c:v>45901</c:v>
                </c:pt>
                <c:pt idx="19">
                  <c:v>45931</c:v>
                </c:pt>
                <c:pt idx="20">
                  <c:v>45962</c:v>
                </c:pt>
                <c:pt idx="21">
                  <c:v>45992</c:v>
                </c:pt>
                <c:pt idx="22">
                  <c:v>46023</c:v>
                </c:pt>
                <c:pt idx="23">
                  <c:v>46054</c:v>
                </c:pt>
                <c:pt idx="24">
                  <c:v>46082</c:v>
                </c:pt>
                <c:pt idx="25">
                  <c:v>46113</c:v>
                </c:pt>
                <c:pt idx="26">
                  <c:v>46143</c:v>
                </c:pt>
                <c:pt idx="27">
                  <c:v>46174</c:v>
                </c:pt>
                <c:pt idx="28">
                  <c:v>46204</c:v>
                </c:pt>
                <c:pt idx="29">
                  <c:v>46235</c:v>
                </c:pt>
                <c:pt idx="30">
                  <c:v>46266</c:v>
                </c:pt>
                <c:pt idx="31">
                  <c:v>46296</c:v>
                </c:pt>
                <c:pt idx="32">
                  <c:v>46327</c:v>
                </c:pt>
              </c:numCache>
            </c:numRef>
          </c:cat>
          <c:val>
            <c:numRef>
              <c:f>'Enrollment Plan - base'!$B$14:$AH$14</c:f>
              <c:numCache>
                <c:formatCode>General</c:formatCode>
                <c:ptCount val="33"/>
                <c:pt idx="0">
                  <c:v>0</c:v>
                </c:pt>
                <c:pt idx="1">
                  <c:v>0</c:v>
                </c:pt>
                <c:pt idx="2">
                  <c:v>1</c:v>
                </c:pt>
                <c:pt idx="3">
                  <c:v>2</c:v>
                </c:pt>
                <c:pt idx="4">
                  <c:v>3</c:v>
                </c:pt>
                <c:pt idx="5">
                  <c:v>4</c:v>
                </c:pt>
                <c:pt idx="6">
                  <c:v>5</c:v>
                </c:pt>
                <c:pt idx="7">
                  <c:v>6</c:v>
                </c:pt>
                <c:pt idx="8">
                  <c:v>7</c:v>
                </c:pt>
                <c:pt idx="9">
                  <c:v>8</c:v>
                </c:pt>
                <c:pt idx="10">
                  <c:v>9</c:v>
                </c:pt>
                <c:pt idx="11">
                  <c:v>10</c:v>
                </c:pt>
                <c:pt idx="12">
                  <c:v>12</c:v>
                </c:pt>
                <c:pt idx="13">
                  <c:v>14</c:v>
                </c:pt>
                <c:pt idx="14">
                  <c:v>15</c:v>
                </c:pt>
                <c:pt idx="15">
                  <c:v>17</c:v>
                </c:pt>
                <c:pt idx="16">
                  <c:v>19</c:v>
                </c:pt>
                <c:pt idx="17">
                  <c:v>20</c:v>
                </c:pt>
                <c:pt idx="18">
                  <c:v>21</c:v>
                </c:pt>
                <c:pt idx="19">
                  <c:v>22</c:v>
                </c:pt>
                <c:pt idx="20">
                  <c:v>23</c:v>
                </c:pt>
                <c:pt idx="21">
                  <c:v>24</c:v>
                </c:pt>
                <c:pt idx="22">
                  <c:v>25</c:v>
                </c:pt>
                <c:pt idx="23">
                  <c:v>26</c:v>
                </c:pt>
                <c:pt idx="24">
                  <c:v>27</c:v>
                </c:pt>
                <c:pt idx="25">
                  <c:v>28</c:v>
                </c:pt>
                <c:pt idx="26">
                  <c:v>28</c:v>
                </c:pt>
                <c:pt idx="27">
                  <c:v>29</c:v>
                </c:pt>
                <c:pt idx="28">
                  <c:v>30</c:v>
                </c:pt>
                <c:pt idx="29">
                  <c:v>31</c:v>
                </c:pt>
                <c:pt idx="30">
                  <c:v>32</c:v>
                </c:pt>
                <c:pt idx="31">
                  <c:v>33</c:v>
                </c:pt>
                <c:pt idx="32">
                  <c:v>34</c:v>
                </c:pt>
              </c:numCache>
            </c:numRef>
          </c:val>
          <c:smooth val="0"/>
          <c:extLst>
            <c:ext xmlns:c16="http://schemas.microsoft.com/office/drawing/2014/chart" uri="{C3380CC4-5D6E-409C-BE32-E72D297353CC}">
              <c16:uniqueId val="{00000002-4133-473C-893C-CA596AD8D3C4}"/>
            </c:ext>
          </c:extLst>
        </c:ser>
        <c:dLbls>
          <c:dLblPos val="l"/>
          <c:showLegendKey val="0"/>
          <c:showVal val="1"/>
          <c:showCatName val="0"/>
          <c:showSerName val="0"/>
          <c:showPercent val="0"/>
          <c:showBubbleSize val="0"/>
        </c:dLbls>
        <c:smooth val="0"/>
        <c:axId val="778989392"/>
        <c:axId val="778988312"/>
        <c:extLst>
          <c:ext xmlns:c15="http://schemas.microsoft.com/office/drawing/2012/chart" uri="{02D57815-91ED-43cb-92C2-25804820EDAC}">
            <c15:filteredLineSeries>
              <c15:ser>
                <c:idx val="12"/>
                <c:order val="3"/>
                <c:tx>
                  <c:strRef>
                    <c:extLst>
                      <c:ext uri="{02D57815-91ED-43cb-92C2-25804820EDAC}">
                        <c15:formulaRef>
                          <c15:sqref>'Enrollment Plan - base'!$A$15</c15:sqref>
                        </c15:formulaRef>
                      </c:ext>
                    </c:extLst>
                    <c:strCache>
                      <c:ptCount val="1"/>
                      <c:pt idx="0">
                        <c:v>Sites Activated (Actual)</c:v>
                      </c:pt>
                    </c:strCache>
                  </c:strRef>
                </c:tx>
                <c:spPr>
                  <a:ln w="28575" cap="rnd">
                    <a:solidFill>
                      <a:schemeClr val="accent1">
                        <a:lumMod val="80000"/>
                        <a:lumOff val="2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l"/>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numRef>
                    <c:extLst>
                      <c:ext uri="{02D57815-91ED-43cb-92C2-25804820EDAC}">
                        <c15:formulaRef>
                          <c15:sqref>'Enrollment Plan - base'!$B$2:$AH$2</c15:sqref>
                        </c15:formulaRef>
                      </c:ext>
                    </c:extLst>
                    <c:numCache>
                      <c:formatCode>[$-409]mmm\-yy;@</c:formatCode>
                      <c:ptCount val="33"/>
                      <c:pt idx="0">
                        <c:v>45352</c:v>
                      </c:pt>
                      <c:pt idx="1">
                        <c:v>45383</c:v>
                      </c:pt>
                      <c:pt idx="2">
                        <c:v>45413</c:v>
                      </c:pt>
                      <c:pt idx="3">
                        <c:v>45444</c:v>
                      </c:pt>
                      <c:pt idx="4">
                        <c:v>45474</c:v>
                      </c:pt>
                      <c:pt idx="5">
                        <c:v>45505</c:v>
                      </c:pt>
                      <c:pt idx="6">
                        <c:v>45536</c:v>
                      </c:pt>
                      <c:pt idx="7">
                        <c:v>45566</c:v>
                      </c:pt>
                      <c:pt idx="8">
                        <c:v>45597</c:v>
                      </c:pt>
                      <c:pt idx="9">
                        <c:v>45627</c:v>
                      </c:pt>
                      <c:pt idx="10">
                        <c:v>45658</c:v>
                      </c:pt>
                      <c:pt idx="11">
                        <c:v>45689</c:v>
                      </c:pt>
                      <c:pt idx="12">
                        <c:v>45717</c:v>
                      </c:pt>
                      <c:pt idx="13">
                        <c:v>45748</c:v>
                      </c:pt>
                      <c:pt idx="14">
                        <c:v>45778</c:v>
                      </c:pt>
                      <c:pt idx="15">
                        <c:v>45809</c:v>
                      </c:pt>
                      <c:pt idx="16">
                        <c:v>45839</c:v>
                      </c:pt>
                      <c:pt idx="17">
                        <c:v>45870</c:v>
                      </c:pt>
                      <c:pt idx="18">
                        <c:v>45901</c:v>
                      </c:pt>
                      <c:pt idx="19">
                        <c:v>45931</c:v>
                      </c:pt>
                      <c:pt idx="20">
                        <c:v>45962</c:v>
                      </c:pt>
                      <c:pt idx="21">
                        <c:v>45992</c:v>
                      </c:pt>
                      <c:pt idx="22">
                        <c:v>46023</c:v>
                      </c:pt>
                      <c:pt idx="23">
                        <c:v>46054</c:v>
                      </c:pt>
                      <c:pt idx="24">
                        <c:v>46082</c:v>
                      </c:pt>
                      <c:pt idx="25">
                        <c:v>46113</c:v>
                      </c:pt>
                      <c:pt idx="26">
                        <c:v>46143</c:v>
                      </c:pt>
                      <c:pt idx="27">
                        <c:v>46174</c:v>
                      </c:pt>
                      <c:pt idx="28">
                        <c:v>46204</c:v>
                      </c:pt>
                      <c:pt idx="29">
                        <c:v>46235</c:v>
                      </c:pt>
                      <c:pt idx="30">
                        <c:v>46266</c:v>
                      </c:pt>
                      <c:pt idx="31">
                        <c:v>46296</c:v>
                      </c:pt>
                      <c:pt idx="32">
                        <c:v>46327</c:v>
                      </c:pt>
                    </c:numCache>
                  </c:numRef>
                </c:cat>
                <c:val>
                  <c:numRef>
                    <c:extLst>
                      <c:ext uri="{02D57815-91ED-43cb-92C2-25804820EDAC}">
                        <c15:formulaRef>
                          <c15:sqref>'Enrollment Plan - base'!$B$15:$AH$15</c15:sqref>
                        </c15:formulaRef>
                      </c:ext>
                    </c:extLst>
                    <c:numCache>
                      <c:formatCode>General</c:formatCode>
                      <c:ptCount val="33"/>
                      <c:pt idx="0">
                        <c:v>3</c:v>
                      </c:pt>
                    </c:numCache>
                  </c:numRef>
                </c:val>
                <c:smooth val="0"/>
                <c:extLst>
                  <c:ext xmlns:c16="http://schemas.microsoft.com/office/drawing/2014/chart" uri="{C3380CC4-5D6E-409C-BE32-E72D297353CC}">
                    <c16:uniqueId val="{00000003-4133-473C-893C-CA596AD8D3C4}"/>
                  </c:ext>
                </c:extLst>
              </c15:ser>
            </c15:filteredLineSeries>
            <c15:filteredLineSeries>
              <c15:ser>
                <c:idx val="13"/>
                <c:order val="4"/>
                <c:tx>
                  <c:strRef>
                    <c:extLst xmlns:c15="http://schemas.microsoft.com/office/drawing/2012/chart">
                      <c:ext xmlns:c15="http://schemas.microsoft.com/office/drawing/2012/chart" uri="{02D57815-91ED-43cb-92C2-25804820EDAC}">
                        <c15:formulaRef>
                          <c15:sqref>'Enrollment Plan - base'!$A$16</c15:sqref>
                        </c15:formulaRef>
                      </c:ext>
                    </c:extLst>
                    <c:strCache>
                      <c:ptCount val="1"/>
                      <c:pt idx="0">
                        <c:v>Sites Activtied (Planned) </c:v>
                      </c:pt>
                    </c:strCache>
                  </c:strRef>
                </c:tx>
                <c:spPr>
                  <a:ln w="28575" cap="rnd">
                    <a:solidFill>
                      <a:schemeClr val="accent2">
                        <a:lumMod val="80000"/>
                        <a:lumOff val="2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l"/>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extLst xmlns:c15="http://schemas.microsoft.com/office/drawing/2012/chart">
                      <c:ext xmlns:c15="http://schemas.microsoft.com/office/drawing/2012/chart" uri="{02D57815-91ED-43cb-92C2-25804820EDAC}">
                        <c15:formulaRef>
                          <c15:sqref>'Enrollment Plan - base'!$B$2:$AH$2</c15:sqref>
                        </c15:formulaRef>
                      </c:ext>
                    </c:extLst>
                    <c:numCache>
                      <c:formatCode>[$-409]mmm\-yy;@</c:formatCode>
                      <c:ptCount val="33"/>
                      <c:pt idx="0">
                        <c:v>45352</c:v>
                      </c:pt>
                      <c:pt idx="1">
                        <c:v>45383</c:v>
                      </c:pt>
                      <c:pt idx="2">
                        <c:v>45413</c:v>
                      </c:pt>
                      <c:pt idx="3">
                        <c:v>45444</c:v>
                      </c:pt>
                      <c:pt idx="4">
                        <c:v>45474</c:v>
                      </c:pt>
                      <c:pt idx="5">
                        <c:v>45505</c:v>
                      </c:pt>
                      <c:pt idx="6">
                        <c:v>45536</c:v>
                      </c:pt>
                      <c:pt idx="7">
                        <c:v>45566</c:v>
                      </c:pt>
                      <c:pt idx="8">
                        <c:v>45597</c:v>
                      </c:pt>
                      <c:pt idx="9">
                        <c:v>45627</c:v>
                      </c:pt>
                      <c:pt idx="10">
                        <c:v>45658</c:v>
                      </c:pt>
                      <c:pt idx="11">
                        <c:v>45689</c:v>
                      </c:pt>
                      <c:pt idx="12">
                        <c:v>45717</c:v>
                      </c:pt>
                      <c:pt idx="13">
                        <c:v>45748</c:v>
                      </c:pt>
                      <c:pt idx="14">
                        <c:v>45778</c:v>
                      </c:pt>
                      <c:pt idx="15">
                        <c:v>45809</c:v>
                      </c:pt>
                      <c:pt idx="16">
                        <c:v>45839</c:v>
                      </c:pt>
                      <c:pt idx="17">
                        <c:v>45870</c:v>
                      </c:pt>
                      <c:pt idx="18">
                        <c:v>45901</c:v>
                      </c:pt>
                      <c:pt idx="19">
                        <c:v>45931</c:v>
                      </c:pt>
                      <c:pt idx="20">
                        <c:v>45962</c:v>
                      </c:pt>
                      <c:pt idx="21">
                        <c:v>45992</c:v>
                      </c:pt>
                      <c:pt idx="22">
                        <c:v>46023</c:v>
                      </c:pt>
                      <c:pt idx="23">
                        <c:v>46054</c:v>
                      </c:pt>
                      <c:pt idx="24">
                        <c:v>46082</c:v>
                      </c:pt>
                      <c:pt idx="25">
                        <c:v>46113</c:v>
                      </c:pt>
                      <c:pt idx="26">
                        <c:v>46143</c:v>
                      </c:pt>
                      <c:pt idx="27">
                        <c:v>46174</c:v>
                      </c:pt>
                      <c:pt idx="28">
                        <c:v>46204</c:v>
                      </c:pt>
                      <c:pt idx="29">
                        <c:v>46235</c:v>
                      </c:pt>
                      <c:pt idx="30">
                        <c:v>46266</c:v>
                      </c:pt>
                      <c:pt idx="31">
                        <c:v>46296</c:v>
                      </c:pt>
                      <c:pt idx="32">
                        <c:v>46327</c:v>
                      </c:pt>
                    </c:numCache>
                  </c:numRef>
                </c:cat>
                <c:val>
                  <c:numRef>
                    <c:extLst xmlns:c15="http://schemas.microsoft.com/office/drawing/2012/chart">
                      <c:ext xmlns:c15="http://schemas.microsoft.com/office/drawing/2012/chart" uri="{02D57815-91ED-43cb-92C2-25804820EDAC}">
                        <c15:formulaRef>
                          <c15:sqref>'Enrollment Plan - base'!$B$16:$AH$16</c15:sqref>
                        </c15:formulaRef>
                      </c:ext>
                    </c:extLst>
                    <c:numCache>
                      <c:formatCode>General</c:formatCode>
                      <c:ptCount val="33"/>
                      <c:pt idx="0">
                        <c:v>2</c:v>
                      </c:pt>
                      <c:pt idx="1">
                        <c:v>5</c:v>
                      </c:pt>
                      <c:pt idx="2">
                        <c:v>6</c:v>
                      </c:pt>
                      <c:pt idx="3">
                        <c:v>4</c:v>
                      </c:pt>
                      <c:pt idx="4">
                        <c:v>2</c:v>
                      </c:pt>
                    </c:numCache>
                  </c:numRef>
                </c:val>
                <c:smooth val="0"/>
                <c:extLst xmlns:c15="http://schemas.microsoft.com/office/drawing/2012/chart">
                  <c:ext xmlns:c16="http://schemas.microsoft.com/office/drawing/2014/chart" uri="{C3380CC4-5D6E-409C-BE32-E72D297353CC}">
                    <c16:uniqueId val="{00000004-4133-473C-893C-CA596AD8D3C4}"/>
                  </c:ext>
                </c:extLst>
              </c15:ser>
            </c15:filteredLineSeries>
            <c15:filteredLineSeries>
              <c15:ser>
                <c:idx val="14"/>
                <c:order val="5"/>
                <c:tx>
                  <c:strRef>
                    <c:extLst xmlns:c15="http://schemas.microsoft.com/office/drawing/2012/chart">
                      <c:ext xmlns:c15="http://schemas.microsoft.com/office/drawing/2012/chart" uri="{02D57815-91ED-43cb-92C2-25804820EDAC}">
                        <c15:formulaRef>
                          <c15:sqref>'Enrollment Plan - base'!$A$17</c15:sqref>
                        </c15:formulaRef>
                      </c:ext>
                    </c:extLst>
                    <c:strCache>
                      <c:ptCount val="1"/>
                      <c:pt idx="0">
                        <c:v>Sites Activated Cumulative (Actual)</c:v>
                      </c:pt>
                    </c:strCache>
                  </c:strRef>
                </c:tx>
                <c:spPr>
                  <a:ln w="28575" cap="rnd">
                    <a:solidFill>
                      <a:schemeClr val="accent3">
                        <a:lumMod val="80000"/>
                        <a:lumOff val="2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l"/>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extLst xmlns:c15="http://schemas.microsoft.com/office/drawing/2012/chart">
                      <c:ext xmlns:c15="http://schemas.microsoft.com/office/drawing/2012/chart" uri="{02D57815-91ED-43cb-92C2-25804820EDAC}">
                        <c15:formulaRef>
                          <c15:sqref>'Enrollment Plan - base'!$B$2:$AH$2</c15:sqref>
                        </c15:formulaRef>
                      </c:ext>
                    </c:extLst>
                    <c:numCache>
                      <c:formatCode>[$-409]mmm\-yy;@</c:formatCode>
                      <c:ptCount val="33"/>
                      <c:pt idx="0">
                        <c:v>45352</c:v>
                      </c:pt>
                      <c:pt idx="1">
                        <c:v>45383</c:v>
                      </c:pt>
                      <c:pt idx="2">
                        <c:v>45413</c:v>
                      </c:pt>
                      <c:pt idx="3">
                        <c:v>45444</c:v>
                      </c:pt>
                      <c:pt idx="4">
                        <c:v>45474</c:v>
                      </c:pt>
                      <c:pt idx="5">
                        <c:v>45505</c:v>
                      </c:pt>
                      <c:pt idx="6">
                        <c:v>45536</c:v>
                      </c:pt>
                      <c:pt idx="7">
                        <c:v>45566</c:v>
                      </c:pt>
                      <c:pt idx="8">
                        <c:v>45597</c:v>
                      </c:pt>
                      <c:pt idx="9">
                        <c:v>45627</c:v>
                      </c:pt>
                      <c:pt idx="10">
                        <c:v>45658</c:v>
                      </c:pt>
                      <c:pt idx="11">
                        <c:v>45689</c:v>
                      </c:pt>
                      <c:pt idx="12">
                        <c:v>45717</c:v>
                      </c:pt>
                      <c:pt idx="13">
                        <c:v>45748</c:v>
                      </c:pt>
                      <c:pt idx="14">
                        <c:v>45778</c:v>
                      </c:pt>
                      <c:pt idx="15">
                        <c:v>45809</c:v>
                      </c:pt>
                      <c:pt idx="16">
                        <c:v>45839</c:v>
                      </c:pt>
                      <c:pt idx="17">
                        <c:v>45870</c:v>
                      </c:pt>
                      <c:pt idx="18">
                        <c:v>45901</c:v>
                      </c:pt>
                      <c:pt idx="19">
                        <c:v>45931</c:v>
                      </c:pt>
                      <c:pt idx="20">
                        <c:v>45962</c:v>
                      </c:pt>
                      <c:pt idx="21">
                        <c:v>45992</c:v>
                      </c:pt>
                      <c:pt idx="22">
                        <c:v>46023</c:v>
                      </c:pt>
                      <c:pt idx="23">
                        <c:v>46054</c:v>
                      </c:pt>
                      <c:pt idx="24">
                        <c:v>46082</c:v>
                      </c:pt>
                      <c:pt idx="25">
                        <c:v>46113</c:v>
                      </c:pt>
                      <c:pt idx="26">
                        <c:v>46143</c:v>
                      </c:pt>
                      <c:pt idx="27">
                        <c:v>46174</c:v>
                      </c:pt>
                      <c:pt idx="28">
                        <c:v>46204</c:v>
                      </c:pt>
                      <c:pt idx="29">
                        <c:v>46235</c:v>
                      </c:pt>
                      <c:pt idx="30">
                        <c:v>46266</c:v>
                      </c:pt>
                      <c:pt idx="31">
                        <c:v>46296</c:v>
                      </c:pt>
                      <c:pt idx="32">
                        <c:v>46327</c:v>
                      </c:pt>
                    </c:numCache>
                  </c:numRef>
                </c:cat>
                <c:val>
                  <c:numRef>
                    <c:extLst xmlns:c15="http://schemas.microsoft.com/office/drawing/2012/chart">
                      <c:ext xmlns:c15="http://schemas.microsoft.com/office/drawing/2012/chart" uri="{02D57815-91ED-43cb-92C2-25804820EDAC}">
                        <c15:formulaRef>
                          <c15:sqref>'Enrollment Plan - base'!$B$17:$AH$17</c15:sqref>
                        </c15:formulaRef>
                      </c:ext>
                    </c:extLst>
                    <c:numCache>
                      <c:formatCode>General</c:formatCode>
                      <c:ptCount val="33"/>
                      <c:pt idx="0">
                        <c:v>3</c:v>
                      </c:pt>
                    </c:numCache>
                  </c:numRef>
                </c:val>
                <c:smooth val="0"/>
                <c:extLst xmlns:c15="http://schemas.microsoft.com/office/drawing/2012/chart">
                  <c:ext xmlns:c16="http://schemas.microsoft.com/office/drawing/2014/chart" uri="{C3380CC4-5D6E-409C-BE32-E72D297353CC}">
                    <c16:uniqueId val="{00000005-4133-473C-893C-CA596AD8D3C4}"/>
                  </c:ext>
                </c:extLst>
              </c15:ser>
            </c15:filteredLineSeries>
            <c15:filteredLineSeries>
              <c15:ser>
                <c:idx val="15"/>
                <c:order val="6"/>
                <c:tx>
                  <c:strRef>
                    <c:extLst xmlns:c15="http://schemas.microsoft.com/office/drawing/2012/chart">
                      <c:ext xmlns:c15="http://schemas.microsoft.com/office/drawing/2012/chart" uri="{02D57815-91ED-43cb-92C2-25804820EDAC}">
                        <c15:formulaRef>
                          <c15:sqref>'Enrollment Plan - base'!$A$18</c15:sqref>
                        </c15:formulaRef>
                      </c:ext>
                    </c:extLst>
                    <c:strCache>
                      <c:ptCount val="1"/>
                      <c:pt idx="0">
                        <c:v>Sites Activtied Cumulative (Planned) </c:v>
                      </c:pt>
                    </c:strCache>
                  </c:strRef>
                </c:tx>
                <c:spPr>
                  <a:ln w="28575" cap="rnd">
                    <a:solidFill>
                      <a:schemeClr val="accent4">
                        <a:lumMod val="80000"/>
                        <a:lumOff val="2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l"/>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extLst xmlns:c15="http://schemas.microsoft.com/office/drawing/2012/chart">
                      <c:ext xmlns:c15="http://schemas.microsoft.com/office/drawing/2012/chart" uri="{02D57815-91ED-43cb-92C2-25804820EDAC}">
                        <c15:formulaRef>
                          <c15:sqref>'Enrollment Plan - base'!$B$2:$AH$2</c15:sqref>
                        </c15:formulaRef>
                      </c:ext>
                    </c:extLst>
                    <c:numCache>
                      <c:formatCode>[$-409]mmm\-yy;@</c:formatCode>
                      <c:ptCount val="33"/>
                      <c:pt idx="0">
                        <c:v>45352</c:v>
                      </c:pt>
                      <c:pt idx="1">
                        <c:v>45383</c:v>
                      </c:pt>
                      <c:pt idx="2">
                        <c:v>45413</c:v>
                      </c:pt>
                      <c:pt idx="3">
                        <c:v>45444</c:v>
                      </c:pt>
                      <c:pt idx="4">
                        <c:v>45474</c:v>
                      </c:pt>
                      <c:pt idx="5">
                        <c:v>45505</c:v>
                      </c:pt>
                      <c:pt idx="6">
                        <c:v>45536</c:v>
                      </c:pt>
                      <c:pt idx="7">
                        <c:v>45566</c:v>
                      </c:pt>
                      <c:pt idx="8">
                        <c:v>45597</c:v>
                      </c:pt>
                      <c:pt idx="9">
                        <c:v>45627</c:v>
                      </c:pt>
                      <c:pt idx="10">
                        <c:v>45658</c:v>
                      </c:pt>
                      <c:pt idx="11">
                        <c:v>45689</c:v>
                      </c:pt>
                      <c:pt idx="12">
                        <c:v>45717</c:v>
                      </c:pt>
                      <c:pt idx="13">
                        <c:v>45748</c:v>
                      </c:pt>
                      <c:pt idx="14">
                        <c:v>45778</c:v>
                      </c:pt>
                      <c:pt idx="15">
                        <c:v>45809</c:v>
                      </c:pt>
                      <c:pt idx="16">
                        <c:v>45839</c:v>
                      </c:pt>
                      <c:pt idx="17">
                        <c:v>45870</c:v>
                      </c:pt>
                      <c:pt idx="18">
                        <c:v>45901</c:v>
                      </c:pt>
                      <c:pt idx="19">
                        <c:v>45931</c:v>
                      </c:pt>
                      <c:pt idx="20">
                        <c:v>45962</c:v>
                      </c:pt>
                      <c:pt idx="21">
                        <c:v>45992</c:v>
                      </c:pt>
                      <c:pt idx="22">
                        <c:v>46023</c:v>
                      </c:pt>
                      <c:pt idx="23">
                        <c:v>46054</c:v>
                      </c:pt>
                      <c:pt idx="24">
                        <c:v>46082</c:v>
                      </c:pt>
                      <c:pt idx="25">
                        <c:v>46113</c:v>
                      </c:pt>
                      <c:pt idx="26">
                        <c:v>46143</c:v>
                      </c:pt>
                      <c:pt idx="27">
                        <c:v>46174</c:v>
                      </c:pt>
                      <c:pt idx="28">
                        <c:v>46204</c:v>
                      </c:pt>
                      <c:pt idx="29">
                        <c:v>46235</c:v>
                      </c:pt>
                      <c:pt idx="30">
                        <c:v>46266</c:v>
                      </c:pt>
                      <c:pt idx="31">
                        <c:v>46296</c:v>
                      </c:pt>
                      <c:pt idx="32">
                        <c:v>46327</c:v>
                      </c:pt>
                    </c:numCache>
                  </c:numRef>
                </c:cat>
                <c:val>
                  <c:numRef>
                    <c:extLst xmlns:c15="http://schemas.microsoft.com/office/drawing/2012/chart">
                      <c:ext xmlns:c15="http://schemas.microsoft.com/office/drawing/2012/chart" uri="{02D57815-91ED-43cb-92C2-25804820EDAC}">
                        <c15:formulaRef>
                          <c15:sqref>'Enrollment Plan - base'!$B$18:$AH$18</c15:sqref>
                        </c15:formulaRef>
                      </c:ext>
                    </c:extLst>
                    <c:numCache>
                      <c:formatCode>General</c:formatCode>
                      <c:ptCount val="33"/>
                      <c:pt idx="0">
                        <c:v>2</c:v>
                      </c:pt>
                      <c:pt idx="1">
                        <c:v>7</c:v>
                      </c:pt>
                      <c:pt idx="2">
                        <c:v>13</c:v>
                      </c:pt>
                      <c:pt idx="3">
                        <c:v>17</c:v>
                      </c:pt>
                      <c:pt idx="4">
                        <c:v>19</c:v>
                      </c:pt>
                    </c:numCache>
                  </c:numRef>
                </c:val>
                <c:smooth val="0"/>
                <c:extLst xmlns:c15="http://schemas.microsoft.com/office/drawing/2012/chart">
                  <c:ext xmlns:c16="http://schemas.microsoft.com/office/drawing/2014/chart" uri="{C3380CC4-5D6E-409C-BE32-E72D297353CC}">
                    <c16:uniqueId val="{00000006-4133-473C-893C-CA596AD8D3C4}"/>
                  </c:ext>
                </c:extLst>
              </c15:ser>
            </c15:filteredLineSeries>
          </c:ext>
        </c:extLst>
      </c:lineChart>
      <c:dateAx>
        <c:axId val="778989392"/>
        <c:scaling>
          <c:orientation val="minMax"/>
        </c:scaling>
        <c:delete val="0"/>
        <c:axPos val="b"/>
        <c:numFmt formatCode="[$-409]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778988312"/>
        <c:crosses val="autoZero"/>
        <c:auto val="1"/>
        <c:lblOffset val="100"/>
        <c:baseTimeUnit val="months"/>
      </c:dateAx>
      <c:valAx>
        <c:axId val="7789883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7789893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7" dt="2024-04-23T10:24:41.870" idx="2">
    <p:pos x="2589" y="1167"/>
    <p:text>It's an inflection point instead of IA. The decision will impact phase III planning and restart of BL-2 recruitment. Up to now, the efficacy data can support the restart of BL2 recruitment but the final decision will be pending for CEC by end of Apr.</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6" dt="2024-04-15T15:26:09.165" idx="1">
    <p:pos x="10" y="10"/>
    <p:text>[@Zhang,Jenny (MED CD&amp;O) BII-CN-S]</p:text>
    <p:extLst>
      <p:ext uri="{C676402C-5697-4E1C-873F-D02D1690AC5C}">
        <p15:threadingInfo xmlns:p15="http://schemas.microsoft.com/office/powerpoint/2012/main" timeZoneBias="-4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1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D37C27A4-4073-422E-968C-70AFF2AEC3EB}" type="datetimeFigureOut">
              <a:rPr lang="en-US" smtClean="0"/>
              <a:t>5/24/2024</a:t>
            </a:fld>
            <a:endParaRPr lang="en-US"/>
          </a:p>
        </p:txBody>
      </p:sp>
      <p:sp>
        <p:nvSpPr>
          <p:cNvPr id="4" name="页脚占位符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307AD632-1452-404E-849C-5FF98D2B82CC}" type="slidenum">
              <a:rPr lang="en-US" smtClean="0"/>
              <a:t>‹#›</a:t>
            </a:fld>
            <a:endParaRPr lang="en-US"/>
          </a:p>
        </p:txBody>
      </p:sp>
    </p:spTree>
    <p:extLst>
      <p:ext uri="{BB962C8B-B14F-4D97-AF65-F5344CB8AC3E}">
        <p14:creationId xmlns:p14="http://schemas.microsoft.com/office/powerpoint/2010/main" val="63720717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atin typeface="BISansOpti"/>
              </a:defRPr>
            </a:lvl1pPr>
          </a:lstStyle>
          <a:p>
            <a:endParaRPr lang="de-DE"/>
          </a:p>
        </p:txBody>
      </p:sp>
      <p:sp>
        <p:nvSpPr>
          <p:cNvPr id="3" name="Datumsplatzhalt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atin typeface="BISansOpti"/>
              </a:defRPr>
            </a:lvl1pPr>
          </a:lstStyle>
          <a:p>
            <a:fld id="{1704522E-CA49-444F-A3F4-1E49B55AA7A5}" type="datetimeFigureOut">
              <a:rPr lang="de-DE" smtClean="0"/>
              <a:pPr/>
              <a:t>24.05.2024</a:t>
            </a:fld>
            <a:endParaRPr lang="de-DE"/>
          </a:p>
        </p:txBody>
      </p:sp>
      <p:sp>
        <p:nvSpPr>
          <p:cNvPr id="4" name="Folienbildplatzhalt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atin typeface="BISansOpti"/>
              </a:defRPr>
            </a:lvl1pPr>
          </a:lstStyle>
          <a:p>
            <a:endParaRPr lang="de-DE"/>
          </a:p>
        </p:txBody>
      </p:sp>
      <p:sp>
        <p:nvSpPr>
          <p:cNvPr id="7" name="Foliennummernplatzhalt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atin typeface="BISansOpti"/>
              </a:defRPr>
            </a:lvl1pPr>
          </a:lstStyle>
          <a:p>
            <a:fld id="{240BD463-D209-4FAB-A722-B2AFE81AC984}" type="slidenum">
              <a:rPr lang="de-DE" smtClean="0"/>
              <a:pPr/>
              <a:t>‹#›</a:t>
            </a:fld>
            <a:endParaRPr lang="de-DE"/>
          </a:p>
        </p:txBody>
      </p:sp>
    </p:spTree>
    <p:extLst>
      <p:ext uri="{BB962C8B-B14F-4D97-AF65-F5344CB8AC3E}">
        <p14:creationId xmlns:p14="http://schemas.microsoft.com/office/powerpoint/2010/main" val="198540126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BISansOpti"/>
        <a:ea typeface="+mn-ea"/>
        <a:cs typeface="+mn-cs"/>
      </a:defRPr>
    </a:lvl1pPr>
    <a:lvl2pPr marL="457200" algn="l" defTabSz="914400" rtl="0" eaLnBrk="1" latinLnBrk="0" hangingPunct="1">
      <a:defRPr sz="1200" kern="1200">
        <a:solidFill>
          <a:schemeClr val="tx1"/>
        </a:solidFill>
        <a:latin typeface="BISansOpti"/>
        <a:ea typeface="+mn-ea"/>
        <a:cs typeface="+mn-cs"/>
      </a:defRPr>
    </a:lvl2pPr>
    <a:lvl3pPr marL="914400" algn="l" defTabSz="914400" rtl="0" eaLnBrk="1" latinLnBrk="0" hangingPunct="1">
      <a:defRPr sz="1200" kern="1200">
        <a:solidFill>
          <a:schemeClr val="tx1"/>
        </a:solidFill>
        <a:latin typeface="BISansOpti"/>
        <a:ea typeface="+mn-ea"/>
        <a:cs typeface="+mn-cs"/>
      </a:defRPr>
    </a:lvl3pPr>
    <a:lvl4pPr marL="1371600" algn="l" defTabSz="914400" rtl="0" eaLnBrk="1" latinLnBrk="0" hangingPunct="1">
      <a:defRPr sz="1200" kern="1200">
        <a:solidFill>
          <a:schemeClr val="tx1"/>
        </a:solidFill>
        <a:latin typeface="BISansOpti"/>
        <a:ea typeface="+mn-ea"/>
        <a:cs typeface="+mn-cs"/>
      </a:defRPr>
    </a:lvl4pPr>
    <a:lvl5pPr marL="1828800" algn="l" defTabSz="914400" rtl="0" eaLnBrk="1" latinLnBrk="0" hangingPunct="1">
      <a:defRPr sz="1200" kern="1200">
        <a:solidFill>
          <a:schemeClr val="tx1"/>
        </a:solidFill>
        <a:latin typeface="BISansOpti"/>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40BD463-D209-4FAB-A722-B2AFE81AC984}" type="slidenum">
              <a:rPr lang="de-DE" smtClean="0"/>
              <a:t>1</a:t>
            </a:fld>
            <a:endParaRPr lang="de-DE"/>
          </a:p>
        </p:txBody>
      </p:sp>
    </p:spTree>
    <p:extLst>
      <p:ext uri="{BB962C8B-B14F-4D97-AF65-F5344CB8AC3E}">
        <p14:creationId xmlns:p14="http://schemas.microsoft.com/office/powerpoint/2010/main" val="2007618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4243703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5109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2190882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1100245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r>
              <a:rPr lang="en-US" altLang="zh-CN" sz="1800">
                <a:solidFill>
                  <a:srgbClr val="000000"/>
                </a:solidFill>
                <a:effectLst/>
                <a:latin typeface="Calibri" panose="020F0502020204030204" pitchFamily="34" charset="0"/>
                <a:ea typeface="SimSun" panose="02010600030101010101" pitchFamily="2" charset="-122"/>
              </a:rPr>
              <a:t>LPT has communicated with Marketing and Access colleagues regarding the potential risks of Accelerated Approval strategy, including different scenarios. And suggest to </a:t>
            </a:r>
            <a:r>
              <a:rPr lang="en-US" altLang="zh-CN" sz="1800">
                <a:effectLst/>
                <a:latin typeface="DengXian" panose="02010600030101010101" pitchFamily="2" charset="-122"/>
                <a:cs typeface="SimSun" panose="02010600030101010101" pitchFamily="2" charset="-122"/>
              </a:rPr>
              <a:t>give a heads-up about the potential risks to corresponding management team within China and Asset team as appropriate </a:t>
            </a:r>
            <a:endParaRPr lang="en-US" altLang="zh-CN" sz="1800">
              <a:solidFill>
                <a:srgbClr val="000000"/>
              </a:solidFill>
              <a:effectLst/>
              <a:latin typeface="Calibri" panose="020F0502020204030204" pitchFamily="34" charset="0"/>
              <a:ea typeface="SimSun" panose="02010600030101010101" pitchFamily="2" charset="-122"/>
            </a:endParaRPr>
          </a:p>
          <a:p>
            <a:endParaRPr lang="en-US" sz="1800">
              <a:solidFill>
                <a:srgbClr val="000000"/>
              </a:solidFill>
              <a:effectLst/>
              <a:latin typeface="Calibri" panose="020F0502020204030204" pitchFamily="34" charset="0"/>
              <a:ea typeface="SimSun" panose="02010600030101010101" pitchFamily="2" charset="-122"/>
            </a:endParaRPr>
          </a:p>
          <a:p>
            <a:endParaRPr lang="en-US" altLang="zh-CN" sz="1800">
              <a:effectLst/>
              <a:latin typeface="DengXian" panose="02010600030101010101" pitchFamily="2" charset="-122"/>
              <a:cs typeface="SimSun" panose="02010600030101010101" pitchFamily="2" charset="-122"/>
            </a:endParaRPr>
          </a:p>
          <a:p>
            <a:endParaRPr lang="en-US" altLang="zh-CN" sz="1800">
              <a:effectLst/>
              <a:latin typeface="DengXian" panose="02010600030101010101" pitchFamily="2" charset="-122"/>
              <a:cs typeface="SimSun" panose="02010600030101010101" pitchFamily="2" charset="-122"/>
            </a:endParaRPr>
          </a:p>
          <a:p>
            <a:endParaRPr lang="en-US" altLang="zh-CN" sz="1800">
              <a:effectLst/>
              <a:latin typeface="DengXian" panose="02010600030101010101" pitchFamily="2" charset="-122"/>
              <a:cs typeface="SimSun" panose="02010600030101010101" pitchFamily="2" charset="-122"/>
            </a:endParaRPr>
          </a:p>
          <a:p>
            <a:r>
              <a:rPr lang="en-US" altLang="zh-CN" sz="1800">
                <a:effectLst/>
                <a:latin typeface="DengXian" panose="02010600030101010101" pitchFamily="2" charset="-122"/>
                <a:cs typeface="SimSun" panose="02010600030101010101" pitchFamily="2" charset="-122"/>
              </a:rPr>
              <a:t>LPT will further evaluate the impact to1L AA.</a:t>
            </a:r>
          </a:p>
          <a:p>
            <a:endParaRPr lang="en-US" sz="1800">
              <a:effectLst/>
              <a:latin typeface="DengXian" panose="02010600030101010101" pitchFamily="2" charset="-122"/>
            </a:endParaRPr>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241730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697923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240BD463-D209-4FAB-A722-B2AFE81AC984}" type="slidenum">
              <a:rPr lang="de-DE" smtClean="0"/>
              <a:pPr/>
              <a:t>19</a:t>
            </a:fld>
            <a:endParaRPr lang="de-DE"/>
          </a:p>
        </p:txBody>
      </p:sp>
    </p:spTree>
    <p:extLst>
      <p:ext uri="{BB962C8B-B14F-4D97-AF65-F5344CB8AC3E}">
        <p14:creationId xmlns:p14="http://schemas.microsoft.com/office/powerpoint/2010/main" val="2302180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pPr marL="0" indent="0">
              <a:buNone/>
            </a:pPr>
            <a:endParaRPr lang="de-DE"/>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644838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344370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4630127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3017802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a:effectLst/>
                <a:ea typeface="Segoe UI Web (West European)"/>
              </a:rPr>
              <a:t>目标： 主要目标 描述中国DDLPS患者的总生存期 次要目标 描述中国DDLPS患者的人口统计学和临床特征 描述中国DDLPS患者的治疗模式和结局 次要目标 描述中国DDLPS患者的直接医疗成本和医疗资源利用率 </a:t>
            </a:r>
            <a:endParaRPr lang="en-US" altLang="zh-CN">
              <a:effectLst/>
              <a:ea typeface="Segoe UI Web (West Europe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a:effectLst/>
                <a:ea typeface="Segoe UI Web (West European)"/>
              </a:rPr>
              <a:t>设计： 这项研究将是基于现有数据的非干预性研究。这是一项描述性的疾病流行病学研究，不涉及BI产品。</a:t>
            </a:r>
          </a:p>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647232-E8F5-47F5-93FB-A3523A08FE3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64667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Mehdi</a:t>
            </a:r>
          </a:p>
          <a:p>
            <a:r>
              <a:rPr lang="de-DE"/>
              <a:t>Total Dev </a:t>
            </a:r>
            <a:r>
              <a:rPr lang="de-DE" err="1"/>
              <a:t>costs</a:t>
            </a:r>
            <a:r>
              <a:rPr lang="de-DE"/>
              <a:t> – </a:t>
            </a:r>
            <a:r>
              <a:rPr lang="de-DE" err="1"/>
              <a:t>includes</a:t>
            </a:r>
            <a:r>
              <a:rPr lang="de-DE"/>
              <a:t> </a:t>
            </a:r>
            <a:r>
              <a:rPr lang="de-DE" err="1"/>
              <a:t>both</a:t>
            </a:r>
            <a:r>
              <a:rPr lang="de-DE"/>
              <a:t> </a:t>
            </a:r>
            <a:r>
              <a:rPr lang="de-DE" err="1"/>
              <a:t>medical</a:t>
            </a:r>
            <a:r>
              <a:rPr lang="de-DE"/>
              <a:t> and </a:t>
            </a:r>
            <a:r>
              <a:rPr lang="de-DE" err="1"/>
              <a:t>drug</a:t>
            </a:r>
            <a:r>
              <a:rPr lang="de-DE"/>
              <a:t> </a:t>
            </a:r>
            <a:r>
              <a:rPr lang="de-DE" err="1"/>
              <a:t>development</a:t>
            </a:r>
            <a:r>
              <a:rPr lang="de-DE"/>
              <a:t> </a:t>
            </a:r>
            <a:r>
              <a:rPr lang="de-DE" err="1"/>
              <a:t>costs</a:t>
            </a:r>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23444471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xml"/><Relationship Id="rId5" Type="http://schemas.openxmlformats.org/officeDocument/2006/relationships/image" Target="../media/image13.png"/><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3.xml"/><Relationship Id="rId4" Type="http://schemas.openxmlformats.org/officeDocument/2006/relationships/image" Target="../media/image12.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4.xml"/><Relationship Id="rId4" Type="http://schemas.openxmlformats.org/officeDocument/2006/relationships/image" Target="../media/image12.emf"/></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5.xml"/><Relationship Id="rId4" Type="http://schemas.openxmlformats.org/officeDocument/2006/relationships/image" Target="../media/image12.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6.xml"/><Relationship Id="rId4" Type="http://schemas.openxmlformats.org/officeDocument/2006/relationships/image" Target="../media/image12.emf"/></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5.xml"/><Relationship Id="rId4" Type="http://schemas.openxmlformats.org/officeDocument/2006/relationships/image" Target="../media/image19.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jpeg"/><Relationship Id="rId1" Type="http://schemas.openxmlformats.org/officeDocument/2006/relationships/slideMaster" Target="../slideMasters/slideMaster5.xml"/><Relationship Id="rId4" Type="http://schemas.openxmlformats.org/officeDocument/2006/relationships/image" Target="../media/image22.pn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Master" Target="../slideMasters/slideMaster5.xml"/><Relationship Id="rId4" Type="http://schemas.openxmlformats.org/officeDocument/2006/relationships/image" Target="../media/image19.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jpe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jpe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30.png"/><Relationship Id="rId5" Type="http://schemas.openxmlformats.org/officeDocument/2006/relationships/image" Target="../media/image29.emf"/><Relationship Id="rId4" Type="http://schemas.openxmlformats.org/officeDocument/2006/relationships/oleObject" Target="../embeddings/oleObject7.bin"/></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png"/><Relationship Id="rId5" Type="http://schemas.openxmlformats.org/officeDocument/2006/relationships/image" Target="../media/image29.emf"/><Relationship Id="rId4" Type="http://schemas.openxmlformats.org/officeDocument/2006/relationships/oleObject" Target="../embeddings/oleObject8.bin"/></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3.jpeg"/><Relationship Id="rId1" Type="http://schemas.openxmlformats.org/officeDocument/2006/relationships/slideMaster" Target="../slideMasters/slideMaster8.xml"/><Relationship Id="rId4" Type="http://schemas.openxmlformats.org/officeDocument/2006/relationships/image" Target="../media/image34.pn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5.jpeg"/><Relationship Id="rId1" Type="http://schemas.openxmlformats.org/officeDocument/2006/relationships/slideMaster" Target="../slideMasters/slideMaster8.xml"/><Relationship Id="rId4" Type="http://schemas.openxmlformats.org/officeDocument/2006/relationships/image" Target="../media/image34.png"/></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8.jpeg"/><Relationship Id="rId1" Type="http://schemas.openxmlformats.org/officeDocument/2006/relationships/slideMaster" Target="../slideMasters/slideMaster8.xml"/><Relationship Id="rId4" Type="http://schemas.openxmlformats.org/officeDocument/2006/relationships/image" Target="../media/image34.png"/></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9.jpeg"/><Relationship Id="rId1" Type="http://schemas.openxmlformats.org/officeDocument/2006/relationships/slideMaster" Target="../slideMasters/slideMaster8.xml"/><Relationship Id="rId4" Type="http://schemas.openxmlformats.org/officeDocument/2006/relationships/image" Target="../media/image37.png"/></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0.jpeg"/><Relationship Id="rId1" Type="http://schemas.openxmlformats.org/officeDocument/2006/relationships/slideMaster" Target="../slideMasters/slideMaster8.xml"/><Relationship Id="rId4" Type="http://schemas.openxmlformats.org/officeDocument/2006/relationships/image" Target="../media/image37.png"/></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jpeg"/><Relationship Id="rId1" Type="http://schemas.openxmlformats.org/officeDocument/2006/relationships/slideMaster" Target="../slideMasters/slideMaster8.xml"/><Relationship Id="rId5" Type="http://schemas.openxmlformats.org/officeDocument/2006/relationships/image" Target="../media/image42.png"/><Relationship Id="rId4" Type="http://schemas.openxmlformats.org/officeDocument/2006/relationships/image" Target="../media/image41.jpeg"/></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Master" Target="../slideMasters/slideMaster8.xml"/><Relationship Id="rId4" Type="http://schemas.openxmlformats.org/officeDocument/2006/relationships/image" Target="../media/image45.png"/></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png"/><Relationship Id="rId1" Type="http://schemas.openxmlformats.org/officeDocument/2006/relationships/slideMaster" Target="../slideMasters/slideMaster8.xml"/><Relationship Id="rId4" Type="http://schemas.openxmlformats.org/officeDocument/2006/relationships/image" Target="../media/image46.png"/></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1.png"/><Relationship Id="rId1" Type="http://schemas.openxmlformats.org/officeDocument/2006/relationships/slideMaster" Target="../slideMasters/slideMaster10.xml"/><Relationship Id="rId5" Type="http://schemas.openxmlformats.org/officeDocument/2006/relationships/image" Target="../media/image55.svg"/><Relationship Id="rId4" Type="http://schemas.openxmlformats.org/officeDocument/2006/relationships/image" Target="../media/image54.png"/></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Master" Target="../slideMasters/slideMaster10.xml"/><Relationship Id="rId5" Type="http://schemas.openxmlformats.org/officeDocument/2006/relationships/image" Target="../media/image59.svg"/><Relationship Id="rId4" Type="http://schemas.openxmlformats.org/officeDocument/2006/relationships/image" Target="../media/image58.png"/></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0.xml"/><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Master" Target="../slideMasters/slideMaster10.xml"/><Relationship Id="rId6" Type="http://schemas.openxmlformats.org/officeDocument/2006/relationships/image" Target="../media/image64.png"/><Relationship Id="rId5" Type="http://schemas.openxmlformats.org/officeDocument/2006/relationships/image" Target="../media/image55.svg"/><Relationship Id="rId4" Type="http://schemas.openxmlformats.org/officeDocument/2006/relationships/image" Target="../media/image54.png"/></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0.xml"/><Relationship Id="rId6" Type="http://schemas.openxmlformats.org/officeDocument/2006/relationships/image" Target="../media/image64.png"/><Relationship Id="rId5" Type="http://schemas.openxmlformats.org/officeDocument/2006/relationships/image" Target="../media/image66.svg"/><Relationship Id="rId4" Type="http://schemas.openxmlformats.org/officeDocument/2006/relationships/image" Target="../media/image54.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0.xml"/></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0.xml"/><Relationship Id="rId4" Type="http://schemas.openxmlformats.org/officeDocument/2006/relationships/image" Target="../media/image64.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0.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1.png"/><Relationship Id="rId1" Type="http://schemas.openxmlformats.org/officeDocument/2006/relationships/slideMaster" Target="../slideMasters/slideMaster1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0.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0.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0.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0.xml"/></Relationships>
</file>

<file path=ppt/slideLayouts/_rels/slideLayout229.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0.xml"/><Relationship Id="rId4" Type="http://schemas.openxmlformats.org/officeDocument/2006/relationships/image" Target="../media/image64.png"/></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0.xml"/><Relationship Id="rId4" Type="http://schemas.openxmlformats.org/officeDocument/2006/relationships/image" Target="../media/image64.png"/></Relationships>
</file>

<file path=ppt/slideLayouts/_rels/slideLayout231.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0.xml"/><Relationship Id="rId4" Type="http://schemas.openxmlformats.org/officeDocument/2006/relationships/image" Target="../media/image64.png"/></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0.xml"/><Relationship Id="rId4" Type="http://schemas.openxmlformats.org/officeDocument/2006/relationships/image" Target="../media/image64.png"/></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0.xml"/><Relationship Id="rId4" Type="http://schemas.openxmlformats.org/officeDocument/2006/relationships/image" Target="../media/image64.png"/></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0.xml"/><Relationship Id="rId4" Type="http://schemas.openxmlformats.org/officeDocument/2006/relationships/image" Target="../media/image64.png"/></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0.xml"/><Relationship Id="rId4" Type="http://schemas.openxmlformats.org/officeDocument/2006/relationships/image" Target="../media/image64.png"/></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0.xml"/><Relationship Id="rId4" Type="http://schemas.openxmlformats.org/officeDocument/2006/relationships/image" Target="../media/image64.png"/></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0.xml"/><Relationship Id="rId4" Type="http://schemas.openxmlformats.org/officeDocument/2006/relationships/image" Target="../media/image64.png"/></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1.png"/><Relationship Id="rId1" Type="http://schemas.openxmlformats.org/officeDocument/2006/relationships/slideMaster" Target="../slideMasters/slideMaster11.xml"/><Relationship Id="rId5" Type="http://schemas.openxmlformats.org/officeDocument/2006/relationships/image" Target="../media/image55.svg"/><Relationship Id="rId4" Type="http://schemas.openxmlformats.org/officeDocument/2006/relationships/image" Target="../media/image54.png"/></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Master" Target="../slideMasters/slideMaster11.xml"/><Relationship Id="rId5" Type="http://schemas.openxmlformats.org/officeDocument/2006/relationships/image" Target="../media/image59.svg"/><Relationship Id="rId4" Type="http://schemas.openxmlformats.org/officeDocument/2006/relationships/image" Target="../media/image58.png"/></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1.xml"/><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Master" Target="../slideMasters/slideMaster11.xml"/><Relationship Id="rId6" Type="http://schemas.openxmlformats.org/officeDocument/2006/relationships/image" Target="../media/image64.png"/><Relationship Id="rId5" Type="http://schemas.openxmlformats.org/officeDocument/2006/relationships/image" Target="../media/image55.svg"/><Relationship Id="rId4" Type="http://schemas.openxmlformats.org/officeDocument/2006/relationships/image" Target="../media/image54.png"/></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1.xml"/><Relationship Id="rId6" Type="http://schemas.openxmlformats.org/officeDocument/2006/relationships/image" Target="../media/image64.png"/><Relationship Id="rId5" Type="http://schemas.openxmlformats.org/officeDocument/2006/relationships/image" Target="../media/image66.svg"/><Relationship Id="rId4" Type="http://schemas.openxmlformats.org/officeDocument/2006/relationships/image" Target="../media/image54.png"/></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1.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3.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1.xml"/></Relationships>
</file>

<file path=ppt/slideLayouts/_rels/slideLayout254.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1.xml"/><Relationship Id="rId4" Type="http://schemas.openxmlformats.org/officeDocument/2006/relationships/image" Target="../media/image64.pn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6.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1.xml"/></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1.png"/><Relationship Id="rId1" Type="http://schemas.openxmlformats.org/officeDocument/2006/relationships/slideMaster" Target="../slideMasters/slideMaster11.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9.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1.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1.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1.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1.xml"/></Relationships>
</file>

<file path=ppt/slideLayouts/_rels/slideLayout266.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1.xml"/><Relationship Id="rId4" Type="http://schemas.openxmlformats.org/officeDocument/2006/relationships/image" Target="../media/image64.png"/></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1.xml"/><Relationship Id="rId4" Type="http://schemas.openxmlformats.org/officeDocument/2006/relationships/image" Target="../media/image64.png"/></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1.xml"/><Relationship Id="rId4" Type="http://schemas.openxmlformats.org/officeDocument/2006/relationships/image" Target="../media/image64.png"/></Relationships>
</file>

<file path=ppt/slideLayouts/_rels/slideLayout269.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1.xml"/><Relationship Id="rId4" Type="http://schemas.openxmlformats.org/officeDocument/2006/relationships/image" Target="../media/image64.png"/></Relationships>
</file>

<file path=ppt/slideLayouts/_rels/slideLayout270.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1.xml"/><Relationship Id="rId4" Type="http://schemas.openxmlformats.org/officeDocument/2006/relationships/image" Target="../media/image64.png"/></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1.xml"/><Relationship Id="rId4" Type="http://schemas.openxmlformats.org/officeDocument/2006/relationships/image" Target="../media/image64.png"/></Relationships>
</file>

<file path=ppt/slideLayouts/_rels/slideLayout272.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1.xml"/><Relationship Id="rId4" Type="http://schemas.openxmlformats.org/officeDocument/2006/relationships/image" Target="../media/image64.png"/></Relationships>
</file>

<file path=ppt/slideLayouts/_rels/slideLayout273.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1.xml"/><Relationship Id="rId4" Type="http://schemas.openxmlformats.org/officeDocument/2006/relationships/image" Target="../media/image64.png"/></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6.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1.xml"/><Relationship Id="rId4" Type="http://schemas.openxmlformats.org/officeDocument/2006/relationships/image" Target="../media/image64.png"/></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12.xml"/><Relationship Id="rId4" Type="http://schemas.openxmlformats.org/officeDocument/2006/relationships/image" Target="../media/image19.png"/></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Master" Target="../slideMasters/slideMaster12.xml"/><Relationship Id="rId4" Type="http://schemas.openxmlformats.org/officeDocument/2006/relationships/image" Target="../media/image22.png"/></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Master" Target="../slideMasters/slideMaster12.xml"/><Relationship Id="rId4" Type="http://schemas.openxmlformats.org/officeDocument/2006/relationships/image" Target="../media/image22.png"/></Relationships>
</file>

<file path=ppt/slideLayouts/_rels/slideLayout28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jpeg"/><Relationship Id="rId1" Type="http://schemas.openxmlformats.org/officeDocument/2006/relationships/slideMaster" Target="../slideMasters/slideMaster12.xml"/><Relationship Id="rId4" Type="http://schemas.openxmlformats.org/officeDocument/2006/relationships/image" Target="../media/image22.png"/></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Master" Target="../slideMasters/slideMaster12.xml"/><Relationship Id="rId4" Type="http://schemas.openxmlformats.org/officeDocument/2006/relationships/image" Target="../media/image19.png"/></Relationships>
</file>

<file path=ppt/slideLayouts/_rels/slideLayout28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jpeg"/><Relationship Id="rId1" Type="http://schemas.openxmlformats.org/officeDocument/2006/relationships/slideMaster" Target="../slideMasters/slideMaster12.xml"/></Relationships>
</file>

<file path=ppt/slideLayouts/_rels/slideLayout28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jpeg"/><Relationship Id="rId1" Type="http://schemas.openxmlformats.org/officeDocument/2006/relationships/slideMaster" Target="../slideMasters/slideMaster12.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3.xml"/></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3.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3.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3.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3.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29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2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29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0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07.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30.png"/><Relationship Id="rId5" Type="http://schemas.openxmlformats.org/officeDocument/2006/relationships/image" Target="../media/image29.emf"/><Relationship Id="rId4" Type="http://schemas.openxmlformats.org/officeDocument/2006/relationships/oleObject" Target="../embeddings/oleObject9.bin"/></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jpeg"/><Relationship Id="rId1" Type="http://schemas.openxmlformats.org/officeDocument/2006/relationships/slideMaster" Target="../slideMasters/slideMaster13.xml"/></Relationships>
</file>

<file path=ppt/slideLayouts/_rels/slideLayout30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Master" Target="../slideMasters/slideMaster13.xml"/></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jpeg"/><Relationship Id="rId1" Type="http://schemas.openxmlformats.org/officeDocument/2006/relationships/slideMaster" Target="../slideMasters/slideMaster13.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13.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3.xml"/></Relationships>
</file>

<file path=ppt/slideLayouts/_rels/slideLayout314.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51.png"/><Relationship Id="rId1" Type="http://schemas.openxmlformats.org/officeDocument/2006/relationships/slideMaster" Target="../slideMasters/slideMaster14.xml"/><Relationship Id="rId5" Type="http://schemas.openxmlformats.org/officeDocument/2006/relationships/image" Target="../media/image68.svg"/><Relationship Id="rId4" Type="http://schemas.openxmlformats.org/officeDocument/2006/relationships/image" Target="../media/image54.png"/></Relationships>
</file>

<file path=ppt/slideLayouts/_rels/slideLayout315.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Master" Target="../slideMasters/slideMaster14.xml"/><Relationship Id="rId5" Type="http://schemas.openxmlformats.org/officeDocument/2006/relationships/image" Target="../media/image59.svg"/><Relationship Id="rId4" Type="http://schemas.openxmlformats.org/officeDocument/2006/relationships/image" Target="../media/image58.png"/></Relationships>
</file>

<file path=ppt/slideLayouts/_rels/slideLayout316.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4.xml"/><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s>
</file>

<file path=ppt/slideLayouts/_rels/slideLayout317.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Master" Target="../slideMasters/slideMaster14.xml"/><Relationship Id="rId6" Type="http://schemas.openxmlformats.org/officeDocument/2006/relationships/image" Target="../media/image64.png"/><Relationship Id="rId5" Type="http://schemas.openxmlformats.org/officeDocument/2006/relationships/image" Target="../media/image68.svg"/><Relationship Id="rId4" Type="http://schemas.openxmlformats.org/officeDocument/2006/relationships/image" Target="../media/image54.png"/></Relationships>
</file>

<file path=ppt/slideLayouts/_rels/slideLayout318.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56.png"/><Relationship Id="rId1" Type="http://schemas.openxmlformats.org/officeDocument/2006/relationships/slideMaster" Target="../slideMasters/slideMaster14.xml"/><Relationship Id="rId6" Type="http://schemas.openxmlformats.org/officeDocument/2006/relationships/image" Target="../media/image64.png"/><Relationship Id="rId5" Type="http://schemas.openxmlformats.org/officeDocument/2006/relationships/image" Target="../media/image66.svg"/><Relationship Id="rId4" Type="http://schemas.openxmlformats.org/officeDocument/2006/relationships/image" Target="../media/image54.png"/></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20.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56.png"/><Relationship Id="rId1" Type="http://schemas.openxmlformats.org/officeDocument/2006/relationships/slideMaster" Target="../slideMasters/slideMaster14.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22.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4.xml"/></Relationships>
</file>

<file path=ppt/slideLayouts/_rels/slideLayout323.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56.png"/><Relationship Id="rId1" Type="http://schemas.openxmlformats.org/officeDocument/2006/relationships/slideMaster" Target="../slideMasters/slideMaster14.xml"/><Relationship Id="rId4" Type="http://schemas.openxmlformats.org/officeDocument/2006/relationships/image" Target="../media/image64.png"/></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56.png"/><Relationship Id="rId1" Type="http://schemas.openxmlformats.org/officeDocument/2006/relationships/slideMaster" Target="../slideMasters/slideMaster14.xml"/></Relationships>
</file>

<file path=ppt/slideLayouts/_rels/slideLayout326.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51.png"/><Relationship Id="rId1" Type="http://schemas.openxmlformats.org/officeDocument/2006/relationships/slideMaster" Target="../slideMasters/slideMaster14.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28.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56.png"/><Relationship Id="rId1" Type="http://schemas.openxmlformats.org/officeDocument/2006/relationships/slideMaster" Target="../slideMasters/slideMaster14.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4.xml"/></Relationships>
</file>

<file path=ppt/slideLayouts/_rels/slideLayout33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4.xml"/></Relationships>
</file>

<file path=ppt/slideLayouts/_rels/slideLayout33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4.xml"/></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4.xml"/><Relationship Id="rId4" Type="http://schemas.openxmlformats.org/officeDocument/2006/relationships/image" Target="../media/image64.png"/></Relationships>
</file>

<file path=ppt/slideLayouts/_rels/slideLayout336.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56.png"/><Relationship Id="rId1" Type="http://schemas.openxmlformats.org/officeDocument/2006/relationships/slideMaster" Target="../slideMasters/slideMaster14.xml"/><Relationship Id="rId4" Type="http://schemas.openxmlformats.org/officeDocument/2006/relationships/image" Target="../media/image64.png"/></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56.png"/><Relationship Id="rId1" Type="http://schemas.openxmlformats.org/officeDocument/2006/relationships/slideMaster" Target="../slideMasters/slideMaster14.xml"/><Relationship Id="rId4" Type="http://schemas.openxmlformats.org/officeDocument/2006/relationships/image" Target="../media/image64.png"/></Relationships>
</file>

<file path=ppt/slideLayouts/_rels/slideLayout338.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4.xml"/><Relationship Id="rId4" Type="http://schemas.openxmlformats.org/officeDocument/2006/relationships/image" Target="../media/image64.png"/></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4.xml"/><Relationship Id="rId4" Type="http://schemas.openxmlformats.org/officeDocument/2006/relationships/image" Target="../media/image64.png"/></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4.xml"/><Relationship Id="rId4" Type="http://schemas.openxmlformats.org/officeDocument/2006/relationships/image" Target="../media/image64.png"/></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4.xml"/><Relationship Id="rId4" Type="http://schemas.openxmlformats.org/officeDocument/2006/relationships/image" Target="../media/image64.png"/></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4.xml"/><Relationship Id="rId4" Type="http://schemas.openxmlformats.org/officeDocument/2006/relationships/image" Target="../media/image64.png"/></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5.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56.png"/><Relationship Id="rId1" Type="http://schemas.openxmlformats.org/officeDocument/2006/relationships/slideMaster" Target="../slideMasters/slideMaster14.xml"/><Relationship Id="rId4" Type="http://schemas.openxmlformats.org/officeDocument/2006/relationships/image" Target="../media/image64.png"/></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7.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1.png"/><Relationship Id="rId1" Type="http://schemas.openxmlformats.org/officeDocument/2006/relationships/slideMaster" Target="../slideMasters/slideMaster15.xml"/><Relationship Id="rId5" Type="http://schemas.openxmlformats.org/officeDocument/2006/relationships/image" Target="../media/image55.svg"/><Relationship Id="rId4" Type="http://schemas.openxmlformats.org/officeDocument/2006/relationships/image" Target="../media/image54.png"/></Relationships>
</file>

<file path=ppt/slideLayouts/_rels/slideLayout348.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Master" Target="../slideMasters/slideMaster15.xml"/><Relationship Id="rId5" Type="http://schemas.openxmlformats.org/officeDocument/2006/relationships/image" Target="../media/image59.svg"/><Relationship Id="rId4" Type="http://schemas.openxmlformats.org/officeDocument/2006/relationships/image" Target="../media/image58.png"/></Relationships>
</file>

<file path=ppt/slideLayouts/_rels/slideLayout349.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5.xml"/><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s>
</file>

<file path=ppt/slideLayouts/_rels/slideLayout350.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Master" Target="../slideMasters/slideMaster15.xml"/><Relationship Id="rId6" Type="http://schemas.openxmlformats.org/officeDocument/2006/relationships/image" Target="../media/image64.png"/><Relationship Id="rId5" Type="http://schemas.openxmlformats.org/officeDocument/2006/relationships/image" Target="../media/image55.svg"/><Relationship Id="rId4" Type="http://schemas.openxmlformats.org/officeDocument/2006/relationships/image" Target="../media/image54.png"/></Relationships>
</file>

<file path=ppt/slideLayouts/_rels/slideLayout351.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5.xml"/><Relationship Id="rId6" Type="http://schemas.openxmlformats.org/officeDocument/2006/relationships/image" Target="../media/image64.png"/><Relationship Id="rId5" Type="http://schemas.openxmlformats.org/officeDocument/2006/relationships/image" Target="../media/image66.svg"/><Relationship Id="rId4" Type="http://schemas.openxmlformats.org/officeDocument/2006/relationships/image" Target="../media/image54.png"/></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3.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5.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5.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5.xml"/></Relationships>
</file>

<file path=ppt/slideLayouts/_rels/slideLayout356.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5.xml"/><Relationship Id="rId4" Type="http://schemas.openxmlformats.org/officeDocument/2006/relationships/image" Target="../media/image64.png"/></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58.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5.xml"/></Relationships>
</file>

<file path=ppt/slideLayouts/_rels/slideLayout359.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1.png"/><Relationship Id="rId1" Type="http://schemas.openxmlformats.org/officeDocument/2006/relationships/slideMaster" Target="../slideMasters/slideMaster15.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1.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5.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5.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5.xml"/></Relationships>
</file>

<file path=ppt/slideLayouts/_rels/slideLayout36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5.xml"/></Relationships>
</file>

<file path=ppt/slideLayouts/_rels/slideLayout368.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5.xml"/><Relationship Id="rId4" Type="http://schemas.openxmlformats.org/officeDocument/2006/relationships/image" Target="../media/image64.png"/></Relationships>
</file>

<file path=ppt/slideLayouts/_rels/slideLayout369.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5.xml"/><Relationship Id="rId4" Type="http://schemas.openxmlformats.org/officeDocument/2006/relationships/image" Target="../media/image64.png"/></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5.xml"/><Relationship Id="rId4" Type="http://schemas.openxmlformats.org/officeDocument/2006/relationships/image" Target="../media/image64.png"/></Relationships>
</file>

<file path=ppt/slideLayouts/_rels/slideLayout371.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5.xml"/><Relationship Id="rId4" Type="http://schemas.openxmlformats.org/officeDocument/2006/relationships/image" Target="../media/image64.png"/></Relationships>
</file>

<file path=ppt/slideLayouts/_rels/slideLayout372.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5.xml"/><Relationship Id="rId4" Type="http://schemas.openxmlformats.org/officeDocument/2006/relationships/image" Target="../media/image64.png"/></Relationships>
</file>

<file path=ppt/slideLayouts/_rels/slideLayout373.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5.xml"/><Relationship Id="rId4" Type="http://schemas.openxmlformats.org/officeDocument/2006/relationships/image" Target="../media/image64.png"/></Relationships>
</file>

<file path=ppt/slideLayouts/_rels/slideLayout374.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5.xml"/><Relationship Id="rId4" Type="http://schemas.openxmlformats.org/officeDocument/2006/relationships/image" Target="../media/image64.png"/></Relationships>
</file>

<file path=ppt/slideLayouts/_rels/slideLayout375.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5.xml"/><Relationship Id="rId4" Type="http://schemas.openxmlformats.org/officeDocument/2006/relationships/image" Target="../media/image64.png"/></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78.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5.xml"/><Relationship Id="rId4" Type="http://schemas.openxmlformats.org/officeDocument/2006/relationships/image" Target="../media/image64.png"/></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5.xml"/></Relationships>
</file>

<file path=ppt/slideLayouts/_rels/slideLayout381.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1.png"/><Relationship Id="rId1" Type="http://schemas.openxmlformats.org/officeDocument/2006/relationships/slideMaster" Target="../slideMasters/slideMaster16.xml"/><Relationship Id="rId5" Type="http://schemas.openxmlformats.org/officeDocument/2006/relationships/image" Target="../media/image55.svg"/><Relationship Id="rId4" Type="http://schemas.openxmlformats.org/officeDocument/2006/relationships/image" Target="../media/image54.png"/></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Master" Target="../slideMasters/slideMaster16.xml"/><Relationship Id="rId5" Type="http://schemas.openxmlformats.org/officeDocument/2006/relationships/image" Target="../media/image59.svg"/><Relationship Id="rId4" Type="http://schemas.openxmlformats.org/officeDocument/2006/relationships/image" Target="../media/image58.png"/></Relationships>
</file>

<file path=ppt/slideLayouts/_rels/slideLayout383.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6.xml"/><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s>
</file>

<file path=ppt/slideLayouts/_rels/slideLayout38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Master" Target="../slideMasters/slideMaster16.xml"/><Relationship Id="rId6" Type="http://schemas.openxmlformats.org/officeDocument/2006/relationships/image" Target="../media/image64.png"/><Relationship Id="rId5" Type="http://schemas.openxmlformats.org/officeDocument/2006/relationships/image" Target="../media/image55.svg"/><Relationship Id="rId4" Type="http://schemas.openxmlformats.org/officeDocument/2006/relationships/image" Target="../media/image54.png"/></Relationships>
</file>

<file path=ppt/slideLayouts/_rels/slideLayout385.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6.xml"/><Relationship Id="rId6" Type="http://schemas.openxmlformats.org/officeDocument/2006/relationships/image" Target="../media/image64.png"/><Relationship Id="rId5" Type="http://schemas.openxmlformats.org/officeDocument/2006/relationships/image" Target="../media/image66.svg"/><Relationship Id="rId4" Type="http://schemas.openxmlformats.org/officeDocument/2006/relationships/image" Target="../media/image54.png"/></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87.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89.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6.xml"/></Relationships>
</file>

<file path=ppt/slideLayouts/_rels/slideLayout390.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6.xml"/><Relationship Id="rId4" Type="http://schemas.openxmlformats.org/officeDocument/2006/relationships/image" Target="../media/image64.png"/></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92.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6.xml"/></Relationships>
</file>

<file path=ppt/slideLayouts/_rels/slideLayout393.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1.png"/><Relationship Id="rId1" Type="http://schemas.openxmlformats.org/officeDocument/2006/relationships/slideMaster" Target="../slideMasters/slideMaster1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95.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9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6.xml"/></Relationships>
</file>

<file path=ppt/slideLayouts/_rels/slideLayout40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6.xml"/></Relationships>
</file>

<file path=ppt/slideLayouts/_rels/slideLayout40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6.xml"/></Relationships>
</file>

<file path=ppt/slideLayouts/_rels/slideLayout402.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6.xml"/><Relationship Id="rId4" Type="http://schemas.openxmlformats.org/officeDocument/2006/relationships/image" Target="../media/image64.png"/></Relationships>
</file>

<file path=ppt/slideLayouts/_rels/slideLayout403.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6.xml"/><Relationship Id="rId4" Type="http://schemas.openxmlformats.org/officeDocument/2006/relationships/image" Target="../media/image64.png"/></Relationships>
</file>

<file path=ppt/slideLayouts/_rels/slideLayout404.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6.xml"/><Relationship Id="rId4" Type="http://schemas.openxmlformats.org/officeDocument/2006/relationships/image" Target="../media/image64.png"/></Relationships>
</file>

<file path=ppt/slideLayouts/_rels/slideLayout405.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6.xml"/><Relationship Id="rId4" Type="http://schemas.openxmlformats.org/officeDocument/2006/relationships/image" Target="../media/image64.png"/></Relationships>
</file>

<file path=ppt/slideLayouts/_rels/slideLayout406.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6.xml"/><Relationship Id="rId4" Type="http://schemas.openxmlformats.org/officeDocument/2006/relationships/image" Target="../media/image64.png"/></Relationships>
</file>

<file path=ppt/slideLayouts/_rels/slideLayout407.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6.xml"/><Relationship Id="rId4" Type="http://schemas.openxmlformats.org/officeDocument/2006/relationships/image" Target="../media/image64.png"/></Relationships>
</file>

<file path=ppt/slideLayouts/_rels/slideLayout408.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6.xml"/><Relationship Id="rId4" Type="http://schemas.openxmlformats.org/officeDocument/2006/relationships/image" Target="../media/image64.png"/></Relationships>
</file>

<file path=ppt/slideLayouts/_rels/slideLayout409.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Master" Target="../slideMasters/slideMaster16.xml"/><Relationship Id="rId4" Type="http://schemas.openxmlformats.org/officeDocument/2006/relationships/image" Target="../media/image64.png"/></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12.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56.png"/><Relationship Id="rId1" Type="http://schemas.openxmlformats.org/officeDocument/2006/relationships/slideMaster" Target="../slideMasters/slideMaster16.xml"/><Relationship Id="rId4" Type="http://schemas.openxmlformats.org/officeDocument/2006/relationships/image" Target="../media/image64.png"/></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6.xml"/></Relationships>
</file>

<file path=ppt/slideLayouts/_rels/slideLayout4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jpeg"/><Relationship Id="rId1" Type="http://schemas.openxmlformats.org/officeDocument/2006/relationships/slideMaster" Target="../slideMasters/slideMaster16.xml"/></Relationships>
</file>

<file path=ppt/slideLayouts/_rels/slideLayout41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Master" Target="../slideMasters/slideMaster1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5" y="1991163"/>
            <a:ext cx="5884369" cy="738664"/>
          </a:xfrm>
        </p:spPr>
        <p:txBody>
          <a:bodyPr wrap="square" lIns="0">
            <a:spAutoFit/>
          </a:bodyPr>
          <a:lstStyle>
            <a:lvl1pPr>
              <a:defRPr sz="48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4" y="3572753"/>
            <a:ext cx="5884369" cy="369332"/>
          </a:xfrm>
        </p:spPr>
        <p:txBody>
          <a:bodyPr wrap="square">
            <a:spAutoFit/>
          </a:bodyPr>
          <a:lstStyle>
            <a:lvl1pPr marL="0" indent="0" algn="l">
              <a:buNone/>
              <a:defRPr sz="2400" b="0" i="0" baseline="0">
                <a:solidFill>
                  <a:srgbClr val="003366"/>
                </a:solidFill>
                <a:latin typeface="BISansOptiCond"/>
                <a:cs typeface="BISansOptiCon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9884611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5" y="1991163"/>
            <a:ext cx="5374856" cy="738664"/>
          </a:xfrm>
        </p:spPr>
        <p:txBody>
          <a:bodyPr wrap="square">
            <a:spAutoFit/>
          </a:bodyPr>
          <a:lstStyle>
            <a:lvl1pPr>
              <a:defRPr sz="48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5" y="3572753"/>
            <a:ext cx="5374856" cy="369332"/>
          </a:xfrm>
        </p:spPr>
        <p:txBody>
          <a:bodyPr wrap="square">
            <a:spAutoFit/>
          </a:bodyPr>
          <a:lstStyle>
            <a:lvl1pPr marL="0" indent="0" algn="l">
              <a:buNone/>
              <a:defRPr sz="2400" b="0" i="0">
                <a:solidFill>
                  <a:srgbClr val="003366"/>
                </a:solidFill>
                <a:latin typeface="BISansOptiCond"/>
                <a:cs typeface="BISansOptiCon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41622973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7"/>
            <a:ext cx="8235318" cy="738664"/>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2788611"/>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36194995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25114415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2954642"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3359168" y="2342800"/>
            <a:ext cx="2260800" cy="2260800"/>
          </a:xfrm>
          <a:prstGeom prst="ellipse">
            <a:avLst/>
          </a:prstGeom>
        </p:spPr>
        <p:txBody>
          <a:bodyPr/>
          <a:lstStyle>
            <a:lvl1pPr marL="0" indent="0" algn="ctr">
              <a:buNone/>
              <a:defRPr sz="900"/>
            </a:lvl1pPr>
          </a:lstStyle>
          <a:p>
            <a:r>
              <a:rPr lang="en-GB" noProof="0"/>
              <a:t>Click to add picture</a:t>
            </a:r>
          </a:p>
        </p:txBody>
      </p:sp>
      <p:pic>
        <p:nvPicPr>
          <p:cNvPr id="10"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27271966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1" name="Grafik 6">
            <a:extLst>
              <a:ext uri="{FF2B5EF4-FFF2-40B4-BE49-F238E27FC236}">
                <a16:creationId xmlns:a16="http://schemas.microsoft.com/office/drawing/2014/main" id="{7916816C-E3DE-439B-A1F9-A495788B24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4393436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en-GB"/>
          </a:p>
        </p:txBody>
      </p:sp>
      <p:sp>
        <p:nvSpPr>
          <p:cNvPr id="5" name="Fußzeilenplatzhalter 4"/>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12" name="Grafik 6">
            <a:extLst>
              <a:ext uri="{FF2B5EF4-FFF2-40B4-BE49-F238E27FC236}">
                <a16:creationId xmlns:a16="http://schemas.microsoft.com/office/drawing/2014/main" id="{4A308AC3-2DFB-4776-8175-7F15373756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6498079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endParaRPr lang="en-GB"/>
          </a:p>
        </p:txBody>
      </p:sp>
      <p:sp>
        <p:nvSpPr>
          <p:cNvPr id="7" name="Fußzeilenplatzhalter 6"/>
          <p:cNvSpPr>
            <a:spLocks noGrp="1"/>
          </p:cNvSpPr>
          <p:nvPr>
            <p:ph type="ftr" sz="quarter" idx="11"/>
          </p:nvPr>
        </p:nvSpPr>
        <p:spPr/>
        <p:txBody>
          <a:bodyPr/>
          <a:lstStyle/>
          <a:p>
            <a:r>
              <a:rPr lang="en-US"/>
              <a:t>Presentation title    |    ONLY FOR INTERNAL USE</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3" name="Grafik 6">
            <a:extLst>
              <a:ext uri="{FF2B5EF4-FFF2-40B4-BE49-F238E27FC236}">
                <a16:creationId xmlns:a16="http://schemas.microsoft.com/office/drawing/2014/main" id="{2430C1F1-9C8F-41CB-957F-718E11E37A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17251766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7" name="Inhaltsplatzhalter 6"/>
          <p:cNvSpPr>
            <a:spLocks noGrp="1"/>
          </p:cNvSpPr>
          <p:nvPr>
            <p:ph sz="quarter" idx="13" hasCustomPrompt="1"/>
          </p:nvPr>
        </p:nvSpPr>
        <p:spPr>
          <a:xfrm>
            <a:off x="1771200" y="1198800"/>
            <a:ext cx="5616000" cy="33948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pic>
        <p:nvPicPr>
          <p:cNvPr id="13" name="Grafik 6">
            <a:extLst>
              <a:ext uri="{FF2B5EF4-FFF2-40B4-BE49-F238E27FC236}">
                <a16:creationId xmlns:a16="http://schemas.microsoft.com/office/drawing/2014/main" id="{EFAECF66-AB61-4E10-AEFE-44D0D59697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41010642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Rechteck 14"/>
          <p:cNvSpPr/>
          <p:nvPr userDrawn="1"/>
        </p:nvSpPr>
        <p:spPr>
          <a:xfrm>
            <a:off x="0" y="103559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a:xfrm>
            <a:off x="367575" y="1200151"/>
            <a:ext cx="2934425" cy="2782569"/>
          </a:xfrm>
        </p:spPr>
        <p:txBody>
          <a:body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en-GB"/>
          </a:p>
        </p:txBody>
      </p:sp>
      <p:sp>
        <p:nvSpPr>
          <p:cNvPr id="6" name="Fußzeilenplatzhalter 5"/>
          <p:cNvSpPr>
            <a:spLocks noGrp="1"/>
          </p:cNvSpPr>
          <p:nvPr>
            <p:ph type="ftr" sz="quarter" idx="11"/>
          </p:nvPr>
        </p:nvSpPr>
        <p:spPr/>
        <p:txBody>
          <a:bodyPr/>
          <a:lstStyle/>
          <a:p>
            <a:r>
              <a:rPr lang="en-US"/>
              <a:t>Presentation title    |    ONLY FOR INTERNAL USE</a:t>
            </a:r>
            <a:endParaRPr lang="en-GB"/>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6" name="Grafik 6">
            <a:extLst>
              <a:ext uri="{FF2B5EF4-FFF2-40B4-BE49-F238E27FC236}">
                <a16:creationId xmlns:a16="http://schemas.microsoft.com/office/drawing/2014/main" id="{6C234CF1-A616-4231-ADA7-35D8DA275E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275654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endParaRPr lang="en-GB"/>
          </a:p>
        </p:txBody>
      </p:sp>
      <p:sp>
        <p:nvSpPr>
          <p:cNvPr id="5" name="Fußzeilenplatzhalter 4"/>
          <p:cNvSpPr>
            <a:spLocks noGrp="1"/>
          </p:cNvSpPr>
          <p:nvPr>
            <p:ph type="ftr" sz="quarter" idx="13"/>
          </p:nvPr>
        </p:nvSpPr>
        <p:spPr/>
        <p:txBody>
          <a:bodyPr/>
          <a:lstStyle/>
          <a:p>
            <a:r>
              <a:rPr lang="en-US"/>
              <a:t>Presentation title    |    ONLY FOR INTERNAL USE</a:t>
            </a:r>
            <a:endParaRPr lang="en-GB"/>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1771575" y="659904"/>
            <a:ext cx="5065660" cy="369332"/>
          </a:xfrm>
        </p:spPr>
        <p:txBody>
          <a:bodyPr/>
          <a:lstStyle/>
          <a:p>
            <a:r>
              <a:rPr lang="en-GB" noProof="0"/>
              <a:t>Click to add headline</a:t>
            </a:r>
          </a:p>
        </p:txBody>
      </p:sp>
      <p:sp>
        <p:nvSpPr>
          <p:cNvPr id="13" name="Inhaltsplatzhalter 6"/>
          <p:cNvSpPr>
            <a:spLocks noGrp="1"/>
          </p:cNvSpPr>
          <p:nvPr>
            <p:ph sz="quarter" idx="15" hasCustomPrompt="1"/>
          </p:nvPr>
        </p:nvSpPr>
        <p:spPr>
          <a:xfrm>
            <a:off x="1771200" y="1504800"/>
            <a:ext cx="5616000" cy="29556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pic>
        <p:nvPicPr>
          <p:cNvPr id="14" name="Grafik 6">
            <a:extLst>
              <a:ext uri="{FF2B5EF4-FFF2-40B4-BE49-F238E27FC236}">
                <a16:creationId xmlns:a16="http://schemas.microsoft.com/office/drawing/2014/main" id="{21F18078-CC02-47CE-8B54-BA5C5CC9A3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6937830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12" name="Grafik 6">
            <a:extLst>
              <a:ext uri="{FF2B5EF4-FFF2-40B4-BE49-F238E27FC236}">
                <a16:creationId xmlns:a16="http://schemas.microsoft.com/office/drawing/2014/main" id="{55B728A9-CC9C-455B-921D-2C4FC3E09B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11068054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US" noProof="0"/>
              <a:t>Presentation title    |    ONLY FOR INTERNAL USE</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9" name="Grafik 6">
            <a:extLst>
              <a:ext uri="{FF2B5EF4-FFF2-40B4-BE49-F238E27FC236}">
                <a16:creationId xmlns:a16="http://schemas.microsoft.com/office/drawing/2014/main" id="{EBD74F79-5463-4638-95BA-F93A812CAB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11956004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US" noProof="0"/>
              <a:t>Presentation title    |    ONLY FOR INTERNAL USE</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11" name="Grafik 6">
            <a:extLst>
              <a:ext uri="{FF2B5EF4-FFF2-40B4-BE49-F238E27FC236}">
                <a16:creationId xmlns:a16="http://schemas.microsoft.com/office/drawing/2014/main" id="{26A9ED82-AC90-489D-ABD4-FF1F9D4377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14599519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1" name="Grafik 6">
            <a:extLst>
              <a:ext uri="{FF2B5EF4-FFF2-40B4-BE49-F238E27FC236}">
                <a16:creationId xmlns:a16="http://schemas.microsoft.com/office/drawing/2014/main" id="{B59F2C71-66DB-4750-ABCB-071103CC5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
        <p:nvSpPr>
          <p:cNvPr id="2" name="Date Placeholder 1">
            <a:extLst>
              <a:ext uri="{FF2B5EF4-FFF2-40B4-BE49-F238E27FC236}">
                <a16:creationId xmlns:a16="http://schemas.microsoft.com/office/drawing/2014/main" id="{D8CD893A-DBF8-40BD-8FE6-8546FC2DCFAF}"/>
              </a:ext>
            </a:extLst>
          </p:cNvPr>
          <p:cNvSpPr>
            <a:spLocks noGrp="1"/>
          </p:cNvSpPr>
          <p:nvPr>
            <p:ph type="dt" sz="half" idx="10"/>
          </p:nvPr>
        </p:nvSpPr>
        <p:spPr/>
        <p:txBody>
          <a:bodyPr/>
          <a:lstStyle/>
          <a:p>
            <a:endParaRPr lang="en-GB"/>
          </a:p>
        </p:txBody>
      </p:sp>
      <p:sp>
        <p:nvSpPr>
          <p:cNvPr id="9" name="Footer Placeholder 8">
            <a:extLst>
              <a:ext uri="{FF2B5EF4-FFF2-40B4-BE49-F238E27FC236}">
                <a16:creationId xmlns:a16="http://schemas.microsoft.com/office/drawing/2014/main" id="{E01E0513-3A09-4C5E-B83C-D9FAC2087845}"/>
              </a:ext>
            </a:extLst>
          </p:cNvPr>
          <p:cNvSpPr>
            <a:spLocks noGrp="1"/>
          </p:cNvSpPr>
          <p:nvPr>
            <p:ph type="ftr" sz="quarter" idx="11"/>
          </p:nvPr>
        </p:nvSpPr>
        <p:spPr/>
        <p:txBody>
          <a:bodyPr/>
          <a:lstStyle/>
          <a:p>
            <a:r>
              <a:rPr lang="en-US"/>
              <a:t>Presentation title    |    ONLY FOR INTERNAL USE</a:t>
            </a:r>
            <a:endParaRPr lang="en-GB"/>
          </a:p>
        </p:txBody>
      </p:sp>
      <p:sp>
        <p:nvSpPr>
          <p:cNvPr id="10" name="Slide Number Placeholder 9">
            <a:extLst>
              <a:ext uri="{FF2B5EF4-FFF2-40B4-BE49-F238E27FC236}">
                <a16:creationId xmlns:a16="http://schemas.microsoft.com/office/drawing/2014/main" id="{A8C99E6B-8594-4CDA-A2D3-72DFEAA2AF18}"/>
              </a:ext>
            </a:extLst>
          </p:cNvPr>
          <p:cNvSpPr>
            <a:spLocks noGrp="1"/>
          </p:cNvSpPr>
          <p:nvPr>
            <p:ph type="sldNum" sz="quarter" idx="12"/>
          </p:nvPr>
        </p:nvSpPr>
        <p:spPr/>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920337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 Only 20pt">
    <p:spTree>
      <p:nvGrpSpPr>
        <p:cNvPr id="1" name=""/>
        <p:cNvGrpSpPr/>
        <p:nvPr/>
      </p:nvGrpSpPr>
      <p:grpSpPr>
        <a:xfrm>
          <a:off x="0" y="0"/>
          <a:ext cx="0" cy="0"/>
          <a:chOff x="0" y="0"/>
          <a:chExt cx="0" cy="0"/>
        </a:xfrm>
      </p:grpSpPr>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967" y="413086"/>
            <a:ext cx="8408458" cy="307777"/>
          </a:xfrm>
        </p:spPr>
        <p:txBody>
          <a:bodyPr anchor="b"/>
          <a:lstStyle>
            <a:lvl1pPr>
              <a:defRPr sz="2000">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Presentation title    |    ONLY FOR INTERNAL USE</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40329328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el Only 20pt">
    <p:spTree>
      <p:nvGrpSpPr>
        <p:cNvPr id="1" name=""/>
        <p:cNvGrpSpPr/>
        <p:nvPr/>
      </p:nvGrpSpPr>
      <p:grpSpPr>
        <a:xfrm>
          <a:off x="0" y="0"/>
          <a:ext cx="0" cy="0"/>
          <a:chOff x="0" y="0"/>
          <a:chExt cx="0" cy="0"/>
        </a:xfrm>
      </p:grpSpPr>
      <p:sp>
        <p:nvSpPr>
          <p:cNvPr id="8" name="Titel 7"/>
          <p:cNvSpPr>
            <a:spLocks noGrp="1"/>
          </p:cNvSpPr>
          <p:nvPr>
            <p:ph type="title" hasCustomPrompt="1"/>
          </p:nvPr>
        </p:nvSpPr>
        <p:spPr>
          <a:xfrm>
            <a:off x="367967" y="413086"/>
            <a:ext cx="8408458" cy="307777"/>
          </a:xfrm>
        </p:spPr>
        <p:txBody>
          <a:bodyPr anchor="b"/>
          <a:lstStyle>
            <a:lvl1pPr>
              <a:defRPr sz="2000">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Presentation title    |    ONLY FOR INTERNAL USE</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3146605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endParaRPr lang="en-GB" noProof="0"/>
          </a:p>
        </p:txBody>
      </p:sp>
      <p:sp>
        <p:nvSpPr>
          <p:cNvPr id="6" name="Fußzeilenplatzhalter 5"/>
          <p:cNvSpPr>
            <a:spLocks noGrp="1"/>
          </p:cNvSpPr>
          <p:nvPr>
            <p:ph type="ftr" sz="quarter" idx="13"/>
          </p:nvPr>
        </p:nvSpPr>
        <p:spPr/>
        <p:txBody>
          <a:bodyPr/>
          <a:lstStyle/>
          <a:p>
            <a:r>
              <a:rPr lang="en-US" noProof="0"/>
              <a:t>Presentation title    |    ONLY FOR INTERNAL USE</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1" name="Inhaltsplatzhalter 6"/>
          <p:cNvSpPr>
            <a:spLocks noGrp="1"/>
          </p:cNvSpPr>
          <p:nvPr>
            <p:ph sz="quarter" idx="15" hasCustomPrompt="1"/>
          </p:nvPr>
        </p:nvSpPr>
        <p:spPr>
          <a:xfrm>
            <a:off x="1771200" y="1198800"/>
            <a:ext cx="5616000" cy="33948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pic>
        <p:nvPicPr>
          <p:cNvPr id="12" name="Grafik 6">
            <a:extLst>
              <a:ext uri="{FF2B5EF4-FFF2-40B4-BE49-F238E27FC236}">
                <a16:creationId xmlns:a16="http://schemas.microsoft.com/office/drawing/2014/main" id="{D7E7076B-485A-4369-ACCD-D9A21C2087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8215948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67575" y="1200151"/>
            <a:ext cx="2934425" cy="2782569"/>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endParaRPr lang="en-GB" noProof="0"/>
          </a:p>
        </p:txBody>
      </p:sp>
      <p:sp>
        <p:nvSpPr>
          <p:cNvPr id="6" name="Fußzeilenplatzhalter 5"/>
          <p:cNvSpPr>
            <a:spLocks noGrp="1"/>
          </p:cNvSpPr>
          <p:nvPr>
            <p:ph type="ftr" sz="quarter" idx="13"/>
          </p:nvPr>
        </p:nvSpPr>
        <p:spPr/>
        <p:txBody>
          <a:bodyPr/>
          <a:lstStyle/>
          <a:p>
            <a:r>
              <a:rPr lang="en-US" noProof="0"/>
              <a:t>Presentation title    |    ONLY FOR INTERNAL USE</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1" name="Grafik 6">
            <a:extLst>
              <a:ext uri="{FF2B5EF4-FFF2-40B4-BE49-F238E27FC236}">
                <a16:creationId xmlns:a16="http://schemas.microsoft.com/office/drawing/2014/main" id="{3393933D-9300-4794-8EDF-1BAA7CFF73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716609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GB" noProof="0"/>
          </a:p>
        </p:txBody>
      </p:sp>
      <p:sp>
        <p:nvSpPr>
          <p:cNvPr id="3" name="Fußzeilenplatzhalter 2"/>
          <p:cNvSpPr>
            <a:spLocks noGrp="1"/>
          </p:cNvSpPr>
          <p:nvPr>
            <p:ph type="ftr" sz="quarter" idx="11"/>
          </p:nvPr>
        </p:nvSpPr>
        <p:spPr/>
        <p:txBody>
          <a:bodyPr/>
          <a:lstStyle/>
          <a:p>
            <a:r>
              <a:rPr lang="en-US" noProof="0"/>
              <a:t>Presentation title    |    ONLY FOR INTERNAL USE</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9" name="Grafik 6">
            <a:extLst>
              <a:ext uri="{FF2B5EF4-FFF2-40B4-BE49-F238E27FC236}">
                <a16:creationId xmlns:a16="http://schemas.microsoft.com/office/drawing/2014/main" id="{FF072EF7-A9BF-4AD8-BBED-A19992A1390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3780700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a:extLst>
              <a:ext uri="{FF2B5EF4-FFF2-40B4-BE49-F238E27FC236}">
                <a16:creationId xmlns:a16="http://schemas.microsoft.com/office/drawing/2014/main" id="{DF0E7695-4F43-4EE7-963E-76FE6CBE5F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1248253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3164AE3-231F-4C4D-8CA4-567AA24000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9312441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55B95F1-4984-4D55-BCED-4129540893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0241359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F2F6B163-49E8-4974-9780-8CB6AE6F18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4187947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3BBD0AA3-94CE-47A1-BAC6-D2B0ECC308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191171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8288A59C-63A5-4CD0-8236-4AF96E3F93D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7783389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4" name="Grafik 6">
            <a:extLst>
              <a:ext uri="{FF2B5EF4-FFF2-40B4-BE49-F238E27FC236}">
                <a16:creationId xmlns:a16="http://schemas.microsoft.com/office/drawing/2014/main" id="{490AF8E5-BD09-4F34-8613-8E6AF052FB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16932717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8"/>
            <a:ext cx="4626700" cy="769441"/>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a:latin typeface="BISansOpti"/>
            </a:endParaRPr>
          </a:p>
        </p:txBody>
      </p:sp>
      <p:sp>
        <p:nvSpPr>
          <p:cNvPr id="15" name="Freeform 2"/>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a:latin typeface="BISansOpti"/>
            </a:endParaRPr>
          </a:p>
        </p:txBody>
      </p:sp>
      <p:sp>
        <p:nvSpPr>
          <p:cNvPr id="16" name="Freeform 2"/>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a:latin typeface="BISansOpti"/>
            </a:endParaRPr>
          </a:p>
        </p:txBody>
      </p:sp>
      <p:sp>
        <p:nvSpPr>
          <p:cNvPr id="17" name="Freeform 2"/>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7081200" y="1097781"/>
            <a:ext cx="186073"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7081200" y="1256400"/>
            <a:ext cx="217236"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367200" y="2070000"/>
            <a:ext cx="5374800" cy="354013"/>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16004187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8"/>
            <a:ext cx="4626700" cy="923330"/>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a:latin typeface="BISansOpti"/>
            </a:endParaRPr>
          </a:p>
        </p:txBody>
      </p:sp>
      <p:sp>
        <p:nvSpPr>
          <p:cNvPr id="15" name="Freeform 2"/>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a:latin typeface="BISansOpti"/>
            </a:endParaRPr>
          </a:p>
        </p:txBody>
      </p:sp>
      <p:sp>
        <p:nvSpPr>
          <p:cNvPr id="16" name="Freeform 2"/>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a:latin typeface="BISansOpti"/>
            </a:endParaRPr>
          </a:p>
        </p:txBody>
      </p:sp>
      <p:sp>
        <p:nvSpPr>
          <p:cNvPr id="17" name="Freeform 2"/>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7081200" y="1097781"/>
            <a:ext cx="186073"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7081200" y="1256400"/>
            <a:ext cx="217236"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367200" y="2070000"/>
            <a:ext cx="5374800" cy="354013"/>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28316518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24" name="Gerade Verbindung 23"/>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8" y="1991163"/>
            <a:ext cx="5884369" cy="553998"/>
          </a:xfrm>
        </p:spPr>
        <p:txBody>
          <a:bodyPr wrap="square" lIns="0">
            <a:spAutoFit/>
          </a:bodyPr>
          <a:lstStyle>
            <a:lvl1pPr>
              <a:defRPr sz="36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367577" y="3572753"/>
            <a:ext cx="5884369"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7337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pic>
        <p:nvPicPr>
          <p:cNvPr id="14"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24" name="Gerade Verbindung 23"/>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374856" cy="553998"/>
          </a:xfrm>
        </p:spPr>
        <p:txBody>
          <a:bodyPr wrap="square">
            <a:spAutoFit/>
          </a:bodyPr>
          <a:lstStyle>
            <a:lvl1pPr>
              <a:defRPr sz="36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367576" y="3572753"/>
            <a:ext cx="5374856"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225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31634526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40210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zh-CN" altLang="en-US" noProof="0"/>
              <a:t>单击此处编辑母版文本样式</a:t>
            </a:r>
          </a:p>
        </p:txBody>
      </p:sp>
    </p:spTree>
    <p:extLst>
      <p:ext uri="{BB962C8B-B14F-4D97-AF65-F5344CB8AC3E}">
        <p14:creationId xmlns:p14="http://schemas.microsoft.com/office/powerpoint/2010/main" val="28299635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351829" y="2788611"/>
            <a:ext cx="2954642"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3" name="Gerade Verbindung 12"/>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zh-CN" altLang="en-US" noProof="0"/>
              <a:t>单击此处编辑母版文本样式</a:t>
            </a:r>
          </a:p>
        </p:txBody>
      </p:sp>
      <p:sp>
        <p:nvSpPr>
          <p:cNvPr id="23" name="Bildplatzhalter 22"/>
          <p:cNvSpPr>
            <a:spLocks noGrp="1"/>
          </p:cNvSpPr>
          <p:nvPr>
            <p:ph type="pic" sz="quarter" idx="13"/>
          </p:nvPr>
        </p:nvSpPr>
        <p:spPr>
          <a:xfrm>
            <a:off x="3359168" y="2342800"/>
            <a:ext cx="2260800" cy="2260800"/>
          </a:xfrm>
          <a:prstGeom prst="ellipse">
            <a:avLst/>
          </a:prstGeom>
        </p:spPr>
        <p:txBody>
          <a:bodyPr/>
          <a:lstStyle>
            <a:lvl1pPr marL="0" indent="0">
              <a:buNone/>
              <a:defRPr sz="675"/>
            </a:lvl1pPr>
          </a:lstStyle>
          <a:p>
            <a:r>
              <a:rPr lang="zh-CN" altLang="en-US" noProof="0"/>
              <a:t>单击图标添加图片</a:t>
            </a:r>
            <a:endParaRPr lang="en-GB" noProof="0"/>
          </a:p>
        </p:txBody>
      </p:sp>
    </p:spTree>
    <p:extLst>
      <p:ext uri="{BB962C8B-B14F-4D97-AF65-F5344CB8AC3E}">
        <p14:creationId xmlns:p14="http://schemas.microsoft.com/office/powerpoint/2010/main" val="4260570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sp>
        <p:nvSpPr>
          <p:cNvPr id="9" name="Rechteck 8"/>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zh-CN" altLang="en-US"/>
          </a:p>
        </p:txBody>
      </p:sp>
      <p:sp>
        <p:nvSpPr>
          <p:cNvPr id="4" name="Fußzeilenplatzhalter 3"/>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34817248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9" name="Grafik 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zh-CN" altLang="en-US"/>
          </a:p>
        </p:txBody>
      </p:sp>
      <p:sp>
        <p:nvSpPr>
          <p:cNvPr id="5" name="Fußzeilenplatzhalter 4"/>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367575" y="78437"/>
            <a:ext cx="8408850" cy="415499"/>
          </a:xfrm>
        </p:spPr>
        <p:txBody>
          <a:bodyPr/>
          <a:lstStyle>
            <a:lvl1pPr>
              <a:defRPr sz="2700"/>
            </a:lvl1pPr>
          </a:lstStyle>
          <a:p>
            <a:r>
              <a:rPr lang="zh-CN" altLang="en-US" noProof="0"/>
              <a:t>单击此处编辑母版标题样式</a:t>
            </a:r>
            <a:endParaRPr lang="en-GB" noProof="0"/>
          </a:p>
        </p:txBody>
      </p:sp>
    </p:spTree>
    <p:extLst>
      <p:ext uri="{BB962C8B-B14F-4D97-AF65-F5344CB8AC3E}">
        <p14:creationId xmlns:p14="http://schemas.microsoft.com/office/powerpoint/2010/main" val="17281470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endParaRPr lang="zh-CN" altLang="en-US"/>
          </a:p>
        </p:txBody>
      </p:sp>
      <p:sp>
        <p:nvSpPr>
          <p:cNvPr id="7" name="Fußzeilenplatzhalter 6"/>
          <p:cNvSpPr>
            <a:spLocks noGrp="1"/>
          </p:cNvSpPr>
          <p:nvPr>
            <p:ph type="ftr" sz="quarter" idx="11"/>
          </p:nvPr>
        </p:nvSpPr>
        <p:spPr/>
        <p:txBody>
          <a:bodyPr/>
          <a:lstStyle/>
          <a:p>
            <a:r>
              <a:rPr lang="en-US" altLang="zh-CN"/>
              <a:t>Presentation title    |    ONLY FOR INTERNAL USE</a:t>
            </a:r>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34634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14" name="Inhaltsplatzhalter 2"/>
          <p:cNvSpPr>
            <a:spLocks noGrp="1"/>
          </p:cNvSpPr>
          <p:nvPr>
            <p:ph idx="1"/>
          </p:nvPr>
        </p:nvSpPr>
        <p:spPr>
          <a:xfrm>
            <a:off x="1771576" y="1200154"/>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sp>
        <p:nvSpPr>
          <p:cNvPr id="3" name="Datumsplatzhalter 2"/>
          <p:cNvSpPr>
            <a:spLocks noGrp="1"/>
          </p:cNvSpPr>
          <p:nvPr>
            <p:ph type="dt" sz="half" idx="10"/>
          </p:nvPr>
        </p:nvSpPr>
        <p:spPr/>
        <p:txBody>
          <a:bodyPr/>
          <a:lstStyle/>
          <a:p>
            <a:endParaRPr lang="zh-CN" altLang="en-US"/>
          </a:p>
        </p:txBody>
      </p:sp>
      <p:sp>
        <p:nvSpPr>
          <p:cNvPr id="4" name="Fußzeilenplatzhalter 3"/>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el 6"/>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4308637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15" name="Rechteck 14"/>
          <p:cNvSpPr/>
          <p:nvPr/>
        </p:nvSpPr>
        <p:spPr>
          <a:xfrm>
            <a:off x="0" y="103559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a:xfrm>
            <a:off x="367578" y="1200152"/>
            <a:ext cx="2934425" cy="2782569"/>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0"/>
          </p:nvPr>
        </p:nvSpPr>
        <p:spPr/>
        <p:txBody>
          <a:bodyPr/>
          <a:lstStyle/>
          <a:p>
            <a:endParaRPr lang="zh-CN" altLang="en-US"/>
          </a:p>
        </p:txBody>
      </p:sp>
      <p:sp>
        <p:nvSpPr>
          <p:cNvPr id="6" name="Fußzeilenplatzhalter 5"/>
          <p:cNvSpPr>
            <a:spLocks noGrp="1"/>
          </p:cNvSpPr>
          <p:nvPr>
            <p:ph type="ftr" sz="quarter" idx="11"/>
          </p:nvPr>
        </p:nvSpPr>
        <p:spPr/>
        <p:txBody>
          <a:bodyPr/>
          <a:lstStyle/>
          <a:p>
            <a:r>
              <a:rPr lang="en-US" altLang="zh-CN"/>
              <a:t>Presentation title    |    ONLY FOR INTERNAL USE</a:t>
            </a:r>
            <a:endParaRPr lang="zh-CN" altLang="en-US"/>
          </a:p>
        </p:txBody>
      </p:sp>
      <p:sp>
        <p:nvSpPr>
          <p:cNvPr id="7" name="Foliennummernplatzhalt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5357677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a:xfrm>
            <a:off x="1771577" y="1451438"/>
            <a:ext cx="5065659" cy="923330"/>
          </a:xfrm>
        </p:spPr>
        <p:txBody>
          <a:bodyPr>
            <a:spAutoFit/>
          </a:bodyPr>
          <a:lstStyle>
            <a:lvl1pPr>
              <a:defRPr sz="1200"/>
            </a:lvl1pPr>
            <a:lvl2pPr>
              <a:defRPr sz="1200"/>
            </a:lvl2pPr>
            <a:lvl3pPr>
              <a:defRPr sz="1200"/>
            </a:lvl3pPr>
            <a:lvl4pPr>
              <a:defRPr sz="1200"/>
            </a:lvl4pPr>
            <a:lvl5pPr>
              <a:defRPr sz="1200"/>
            </a:lvl5p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15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2"/>
          </p:nvPr>
        </p:nvSpPr>
        <p:spPr/>
        <p:txBody>
          <a:bodyPr/>
          <a:lstStyle/>
          <a:p>
            <a:endParaRPr lang="zh-CN" altLang="en-US"/>
          </a:p>
        </p:txBody>
      </p:sp>
      <p:sp>
        <p:nvSpPr>
          <p:cNvPr id="5" name="Fußzeilenplatzhalter 4"/>
          <p:cNvSpPr>
            <a:spLocks noGrp="1"/>
          </p:cNvSpPr>
          <p:nvPr>
            <p:ph type="ftr" sz="quarter" idx="13"/>
          </p:nvPr>
        </p:nvSpPr>
        <p:spPr/>
        <p:txBody>
          <a:bodyPr/>
          <a:lstStyle/>
          <a:p>
            <a:r>
              <a:rPr lang="en-US" altLang="zh-CN"/>
              <a:t>Presentation title    |    ONLY FOR INTERNAL USE</a:t>
            </a:r>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1771575" y="659904"/>
            <a:ext cx="5065660" cy="276999"/>
          </a:xfrm>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7908207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3" name="Datumsplatzhalter 2"/>
          <p:cNvSpPr>
            <a:spLocks noGrp="1"/>
          </p:cNvSpPr>
          <p:nvPr>
            <p:ph type="dt" sz="half" idx="10"/>
          </p:nvPr>
        </p:nvSpPr>
        <p:spPr/>
        <p:txBody>
          <a:bodyPr/>
          <a:lstStyle/>
          <a:p>
            <a:endParaRPr lang="zh-CN" altLang="en-US"/>
          </a:p>
        </p:txBody>
      </p:sp>
      <p:sp>
        <p:nvSpPr>
          <p:cNvPr id="4" name="Fußzeilenplatzhalter 3"/>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4642760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endParaRPr lang="zh-CN" altLang="en-US"/>
          </a:p>
        </p:txBody>
      </p:sp>
      <p:sp>
        <p:nvSpPr>
          <p:cNvPr id="5" name="Fußzeilenplatzhalter 4"/>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09764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78437"/>
            <a:ext cx="8408850" cy="415499"/>
          </a:xfrm>
        </p:spPr>
        <p:txBody>
          <a:bodyPr/>
          <a:lstStyle>
            <a:lvl1pPr>
              <a:defRPr sz="27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endParaRPr lang="zh-CN" altLang="en-US"/>
          </a:p>
        </p:txBody>
      </p:sp>
      <p:sp>
        <p:nvSpPr>
          <p:cNvPr id="5" name="Fußzeilenplatzhalter 4"/>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00828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endParaRPr lang="zh-CN" altLang="en-US"/>
          </a:p>
        </p:txBody>
      </p:sp>
      <p:sp>
        <p:nvSpPr>
          <p:cNvPr id="5" name="Fußzeilenplatzhalter 4"/>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49162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1771576" y="1200154"/>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2"/>
          </p:nvPr>
        </p:nvSpPr>
        <p:spPr/>
        <p:txBody>
          <a:bodyPr/>
          <a:lstStyle/>
          <a:p>
            <a:endParaRPr lang="zh-CN" altLang="en-US"/>
          </a:p>
        </p:txBody>
      </p:sp>
      <p:sp>
        <p:nvSpPr>
          <p:cNvPr id="6" name="Fußzeilenplatzhalter 5"/>
          <p:cNvSpPr>
            <a:spLocks noGrp="1"/>
          </p:cNvSpPr>
          <p:nvPr>
            <p:ph type="ftr" sz="quarter" idx="13"/>
          </p:nvPr>
        </p:nvSpPr>
        <p:spPr/>
        <p:txBody>
          <a:bodyPr/>
          <a:lstStyle/>
          <a:p>
            <a:r>
              <a:rPr lang="en-US" altLang="zh-CN"/>
              <a:t>Presentation title    |    ONLY FOR INTERNAL USE</a:t>
            </a:r>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4"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78145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367578" y="1200152"/>
            <a:ext cx="2934425" cy="2782569"/>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2"/>
          </p:nvPr>
        </p:nvSpPr>
        <p:spPr/>
        <p:txBody>
          <a:bodyPr/>
          <a:lstStyle/>
          <a:p>
            <a:endParaRPr lang="zh-CN" altLang="en-US"/>
          </a:p>
        </p:txBody>
      </p:sp>
      <p:sp>
        <p:nvSpPr>
          <p:cNvPr id="6" name="Fußzeilenplatzhalter 5"/>
          <p:cNvSpPr>
            <a:spLocks noGrp="1"/>
          </p:cNvSpPr>
          <p:nvPr>
            <p:ph type="ftr" sz="quarter" idx="13"/>
          </p:nvPr>
        </p:nvSpPr>
        <p:spPr/>
        <p:txBody>
          <a:bodyPr/>
          <a:lstStyle/>
          <a:p>
            <a:r>
              <a:rPr lang="en-US" altLang="zh-CN"/>
              <a:t>Presentation title    |    ONLY FOR INTERNAL USE</a:t>
            </a:r>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6"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019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zh-CN" altLang="en-US"/>
          </a:p>
        </p:txBody>
      </p:sp>
      <p:sp>
        <p:nvSpPr>
          <p:cNvPr id="3" name="Fußzeilenplatzhalter 2"/>
          <p:cNvSpPr>
            <a:spLocks noGrp="1"/>
          </p:cNvSpPr>
          <p:nvPr>
            <p:ph type="ftr" sz="quarter" idx="11"/>
          </p:nvPr>
        </p:nvSpPr>
        <p:spPr/>
        <p:txBody>
          <a:bodyPr/>
          <a:lstStyle/>
          <a:p>
            <a:r>
              <a:rPr lang="en-US" altLang="zh-CN"/>
              <a:t>Presentation title    |    ONLY FOR INTERNAL USE</a:t>
            </a:r>
            <a:endParaRPr lang="zh-CN" altLang="en-US"/>
          </a:p>
        </p:txBody>
      </p:sp>
      <p:sp>
        <p:nvSpPr>
          <p:cNvPr id="4" name="Foliennummernplatzhalt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194300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cSld name="Live 1: Standard-Folie">
    <p:spTree>
      <p:nvGrpSpPr>
        <p:cNvPr id="1" name=""/>
        <p:cNvGrpSpPr/>
        <p:nvPr/>
      </p:nvGrpSpPr>
      <p:grpSpPr>
        <a:xfrm>
          <a:off x="0" y="0"/>
          <a:ext cx="0" cy="0"/>
          <a:chOff x="0" y="0"/>
          <a:chExt cx="0" cy="0"/>
        </a:xfrm>
      </p:grpSpPr>
      <p:sp>
        <p:nvSpPr>
          <p:cNvPr id="9" name="Rechteck 8"/>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2" name="Titel 1"/>
          <p:cNvSpPr>
            <a:spLocks noGrp="1"/>
          </p:cNvSpPr>
          <p:nvPr>
            <p:ph type="title"/>
          </p:nvPr>
        </p:nvSpPr>
        <p:spPr>
          <a:xfrm>
            <a:off x="1351330" y="4934344"/>
            <a:ext cx="7425097" cy="138500"/>
          </a:xfrm>
        </p:spPr>
        <p:txBody>
          <a:bodyPr anchor="b" anchorCtr="0"/>
          <a:lstStyle>
            <a:lvl1pPr algn="r">
              <a:defRPr sz="900">
                <a:solidFill>
                  <a:srgbClr val="003366"/>
                </a:solidFill>
              </a:defRPr>
            </a:lvl1pPr>
          </a:lstStyle>
          <a:p>
            <a:r>
              <a:rPr lang="zh-CN" altLang="en-US" noProof="0"/>
              <a:t>单击此处编辑母版标题样式</a:t>
            </a:r>
            <a:endParaRPr lang="en-GB" noProof="0"/>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14670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Standar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a:t>Titelmasterformat durch Klicken bearbeiten</a:t>
            </a:r>
          </a:p>
        </p:txBody>
      </p:sp>
      <p:sp>
        <p:nvSpPr>
          <p:cNvPr id="4" name="Rectangle 14"/>
          <p:cNvSpPr>
            <a:spLocks noGrp="1" noChangeArrowheads="1"/>
          </p:cNvSpPr>
          <p:nvPr>
            <p:ph type="sldNum" sz="quarter" idx="4"/>
          </p:nvPr>
        </p:nvSpPr>
        <p:spPr bwMode="auto">
          <a:xfrm>
            <a:off x="8172401" y="4970939"/>
            <a:ext cx="900113" cy="115416"/>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sz="750">
                <a:solidFill>
                  <a:srgbClr val="000000"/>
                </a:solidFill>
                <a:latin typeface="+mn-lt"/>
              </a:defRPr>
            </a:lvl1pPr>
          </a:lstStyle>
          <a:p>
            <a:fld id="{D446586B-FF75-47A1-A069-ED9CC9CD5B58}" type="slidenum">
              <a:rPr lang="en-US" smtClean="0"/>
              <a:pPr/>
              <a:t>‹#›</a:t>
            </a:fld>
            <a:endParaRPr lang="en-US"/>
          </a:p>
        </p:txBody>
      </p:sp>
    </p:spTree>
    <p:extLst>
      <p:ext uri="{BB962C8B-B14F-4D97-AF65-F5344CB8AC3E}">
        <p14:creationId xmlns:p14="http://schemas.microsoft.com/office/powerpoint/2010/main" val="13583973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endParaRPr lang="zh-CN" altLang="en-US"/>
          </a:p>
        </p:txBody>
      </p:sp>
      <p:sp>
        <p:nvSpPr>
          <p:cNvPr id="4" name="Fußzeilenplatzhalter 3"/>
          <p:cNvSpPr>
            <a:spLocks noGrp="1"/>
          </p:cNvSpPr>
          <p:nvPr>
            <p:ph type="ftr" sz="quarter" idx="11"/>
          </p:nvPr>
        </p:nvSpPr>
        <p:spPr/>
        <p:txBody>
          <a:bodyPr/>
          <a:lstStyle>
            <a:lvl1pPr>
              <a:defRPr/>
            </a:lvl1pPr>
          </a:lstStyle>
          <a:p>
            <a:r>
              <a:rPr lang="en-US" altLang="zh-CN"/>
              <a:t>Presentation title    |    ONLY FOR INTERNAL USE</a:t>
            </a:r>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07868880"/>
      </p:ext>
    </p:extLst>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1_Standard page_01">
    <p:spTree>
      <p:nvGrpSpPr>
        <p:cNvPr id="1" name=""/>
        <p:cNvGrpSpPr/>
        <p:nvPr/>
      </p:nvGrpSpPr>
      <p:grpSpPr>
        <a:xfrm>
          <a:off x="0" y="0"/>
          <a:ext cx="0" cy="0"/>
          <a:chOff x="0" y="0"/>
          <a:chExt cx="0" cy="0"/>
        </a:xfrm>
      </p:grpSpPr>
      <p:sp>
        <p:nvSpPr>
          <p:cNvPr id="8" name="Titel 7"/>
          <p:cNvSpPr>
            <a:spLocks noGrp="1"/>
          </p:cNvSpPr>
          <p:nvPr>
            <p:ph type="title" hasCustomPrompt="1"/>
          </p:nvPr>
        </p:nvSpPr>
        <p:spPr>
          <a:xfrm>
            <a:off x="367575" y="290572"/>
            <a:ext cx="8364364" cy="276999"/>
          </a:xfrm>
        </p:spPr>
        <p:txBody>
          <a:bodyPr/>
          <a:lstStyle/>
          <a:p>
            <a:r>
              <a:rPr lang="en-GB" noProof="0"/>
              <a:t>Click to add headline</a:t>
            </a:r>
          </a:p>
        </p:txBody>
      </p:sp>
      <p:sp>
        <p:nvSpPr>
          <p:cNvPr id="10" name="Rectangle 11">
            <a:extLst>
              <a:ext uri="{FF2B5EF4-FFF2-40B4-BE49-F238E27FC236}">
                <a16:creationId xmlns:a16="http://schemas.microsoft.com/office/drawing/2014/main" id="{ED4AB1F4-40D2-4CA5-8C64-164518FADBED}"/>
              </a:ext>
            </a:extLst>
          </p:cNvPr>
          <p:cNvSpPr/>
          <p:nvPr userDrawn="1"/>
        </p:nvSpPr>
        <p:spPr>
          <a:xfrm>
            <a:off x="2384" y="4704789"/>
            <a:ext cx="9144000" cy="438712"/>
          </a:xfrm>
          <a:prstGeom prst="rect">
            <a:avLst/>
          </a:prstGeom>
          <a:solidFill>
            <a:srgbClr val="003366"/>
          </a:solidFill>
          <a:ln w="38100" cmpd="sng">
            <a:noFill/>
          </a:ln>
          <a:effectLst/>
        </p:spPr>
        <p:style>
          <a:lnRef idx="1">
            <a:schemeClr val="accent1"/>
          </a:lnRef>
          <a:fillRef idx="3">
            <a:schemeClr val="accent1"/>
          </a:fillRef>
          <a:effectRef idx="2">
            <a:schemeClr val="accent1"/>
          </a:effectRef>
          <a:fontRef idx="minor">
            <a:schemeClr val="lt1"/>
          </a:fontRef>
        </p:style>
        <p:txBody>
          <a:bodyPr lIns="68574" tIns="34288" rIns="68574" bIns="34288" rtlCol="0" anchor="ctr"/>
          <a:lstStyle/>
          <a:p>
            <a:pPr marL="0" marR="0" lvl="0" indent="0" algn="ctr" defTabSz="91382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CC00"/>
              </a:solidFill>
              <a:effectLst/>
              <a:uLnTx/>
              <a:uFillTx/>
              <a:latin typeface="BISansOpti"/>
              <a:ea typeface="+mn-ea"/>
              <a:cs typeface="+mn-cs"/>
            </a:endParaRPr>
          </a:p>
        </p:txBody>
      </p:sp>
      <p:pic>
        <p:nvPicPr>
          <p:cNvPr id="11" name="图片 10">
            <a:extLst>
              <a:ext uri="{FF2B5EF4-FFF2-40B4-BE49-F238E27FC236}">
                <a16:creationId xmlns:a16="http://schemas.microsoft.com/office/drawing/2014/main" id="{2C010E57-1902-4151-AFFE-FAF8AF0FA551}"/>
              </a:ext>
            </a:extLst>
          </p:cNvPr>
          <p:cNvPicPr>
            <a:picLocks noChangeAspect="1"/>
          </p:cNvPicPr>
          <p:nvPr userDrawn="1"/>
        </p:nvPicPr>
        <p:blipFill>
          <a:blip r:embed="rId2"/>
          <a:stretch>
            <a:fillRect/>
          </a:stretch>
        </p:blipFill>
        <p:spPr>
          <a:xfrm>
            <a:off x="406113" y="4835754"/>
            <a:ext cx="648169" cy="196106"/>
          </a:xfrm>
          <a:prstGeom prst="rect">
            <a:avLst/>
          </a:prstGeom>
        </p:spPr>
      </p:pic>
      <p:pic>
        <p:nvPicPr>
          <p:cNvPr id="14" name="图片 13">
            <a:extLst>
              <a:ext uri="{FF2B5EF4-FFF2-40B4-BE49-F238E27FC236}">
                <a16:creationId xmlns:a16="http://schemas.microsoft.com/office/drawing/2014/main" id="{00C2F349-6BDA-4691-BE69-5300E2725DC2}"/>
              </a:ext>
            </a:extLst>
          </p:cNvPr>
          <p:cNvPicPr>
            <a:picLocks noChangeAspect="1"/>
          </p:cNvPicPr>
          <p:nvPr userDrawn="1"/>
        </p:nvPicPr>
        <p:blipFill>
          <a:blip r:embed="rId3"/>
          <a:stretch>
            <a:fillRect/>
          </a:stretch>
        </p:blipFill>
        <p:spPr>
          <a:xfrm>
            <a:off x="8083772" y="4773097"/>
            <a:ext cx="648169" cy="302096"/>
          </a:xfrm>
          <a:prstGeom prst="rect">
            <a:avLst/>
          </a:prstGeom>
        </p:spPr>
      </p:pic>
      <p:pic>
        <p:nvPicPr>
          <p:cNvPr id="3" name="图片 2">
            <a:extLst>
              <a:ext uri="{FF2B5EF4-FFF2-40B4-BE49-F238E27FC236}">
                <a16:creationId xmlns:a16="http://schemas.microsoft.com/office/drawing/2014/main" id="{FB51D265-FCFD-4C46-A7F5-BC0641FB7CC8}"/>
              </a:ext>
            </a:extLst>
          </p:cNvPr>
          <p:cNvPicPr>
            <a:picLocks noChangeAspect="1"/>
          </p:cNvPicPr>
          <p:nvPr userDrawn="1"/>
        </p:nvPicPr>
        <p:blipFill>
          <a:blip r:embed="rId4"/>
          <a:stretch>
            <a:fillRect/>
          </a:stretch>
        </p:blipFill>
        <p:spPr>
          <a:xfrm>
            <a:off x="1" y="676192"/>
            <a:ext cx="8391823" cy="244603"/>
          </a:xfrm>
          <a:prstGeom prst="rect">
            <a:avLst/>
          </a:prstGeom>
        </p:spPr>
      </p:pic>
    </p:spTree>
    <p:extLst>
      <p:ext uri="{BB962C8B-B14F-4D97-AF65-F5344CB8AC3E}">
        <p14:creationId xmlns:p14="http://schemas.microsoft.com/office/powerpoint/2010/main" val="25366506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3727" y="205740"/>
            <a:ext cx="6912862" cy="276999"/>
          </a:xfrm>
        </p:spPr>
        <p:txBody>
          <a:bodyPr/>
          <a:lstStyle/>
          <a:p>
            <a:r>
              <a:rPr lang="en-US"/>
              <a:t>Click to edit Master title style</a:t>
            </a:r>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10"/>
          <p:cNvSpPr>
            <a:spLocks noGrp="1"/>
          </p:cNvSpPr>
          <p:nvPr>
            <p:ph type="body" sz="quarter" idx="14" hasCustomPrompt="1"/>
          </p:nvPr>
        </p:nvSpPr>
        <p:spPr>
          <a:xfrm>
            <a:off x="593727" y="4407028"/>
            <a:ext cx="7673974" cy="290513"/>
          </a:xfrm>
        </p:spPr>
        <p:txBody>
          <a:bodyPr anchor="b"/>
          <a:lstStyle>
            <a:lvl1pPr marL="0" indent="0">
              <a:lnSpc>
                <a:spcPct val="100000"/>
              </a:lnSpc>
              <a:spcBef>
                <a:spcPts val="0"/>
              </a:spcBef>
              <a:spcAft>
                <a:spcPts val="0"/>
              </a:spcAft>
              <a:buNone/>
              <a:defRPr sz="600">
                <a:solidFill>
                  <a:schemeClr val="tx2"/>
                </a:solidFill>
              </a:defRPr>
            </a:lvl1pPr>
          </a:lstStyle>
          <a:p>
            <a:pPr lvl="0"/>
            <a:r>
              <a:rPr lang="en-US"/>
              <a:t>Footer</a:t>
            </a:r>
            <a:endParaRPr lang="en-GB"/>
          </a:p>
        </p:txBody>
      </p:sp>
    </p:spTree>
    <p:extLst>
      <p:ext uri="{BB962C8B-B14F-4D97-AF65-F5344CB8AC3E}">
        <p14:creationId xmlns:p14="http://schemas.microsoft.com/office/powerpoint/2010/main" val="23958710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pic>
        <p:nvPicPr>
          <p:cNvPr id="1026" name="Picture 2"/>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19698" y="4416838"/>
            <a:ext cx="1259701" cy="381600"/>
          </a:xfrm>
          <a:prstGeom prst="rect">
            <a:avLst/>
          </a:prstGeom>
        </p:spPr>
      </p:pic>
      <p:cxnSp>
        <p:nvCxnSpPr>
          <p:cNvPr id="24" name="Gerade Verbindung 23"/>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884369" cy="553998"/>
          </a:xfrm>
        </p:spPr>
        <p:txBody>
          <a:bodyPr wrap="square" lIns="0">
            <a:spAutoFit/>
          </a:bodyPr>
          <a:lstStyle>
            <a:lvl1pPr>
              <a:defRPr sz="36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367576" y="3572753"/>
            <a:ext cx="5884369"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63195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pic>
        <p:nvPicPr>
          <p:cNvPr id="14" name="Picture 2"/>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19698" y="4416838"/>
            <a:ext cx="1259701" cy="381600"/>
          </a:xfrm>
          <a:prstGeom prst="rect">
            <a:avLst/>
          </a:prstGeom>
        </p:spPr>
      </p:pic>
      <p:cxnSp>
        <p:nvCxnSpPr>
          <p:cNvPr id="24" name="Gerade Verbindung 23"/>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374856" cy="553998"/>
          </a:xfrm>
        </p:spPr>
        <p:txBody>
          <a:bodyPr wrap="square">
            <a:spAutoFit/>
          </a:bodyPr>
          <a:lstStyle>
            <a:lvl1pPr>
              <a:defRPr sz="36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367576" y="3572753"/>
            <a:ext cx="5374856"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225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35250335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prstClr val="white"/>
              </a:solidFill>
            </a:endParaRPr>
          </a:p>
        </p:txBody>
      </p:sp>
      <p:pic>
        <p:nvPicPr>
          <p:cNvPr id="12" name="Grafik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519698"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2"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de-DE" noProof="0"/>
              <a:t>Mastertextformat bearbeiten</a:t>
            </a:r>
          </a:p>
        </p:txBody>
      </p:sp>
      <p:sp>
        <p:nvSpPr>
          <p:cNvPr id="20" name="Textplatzhalter 18"/>
          <p:cNvSpPr>
            <a:spLocks noGrp="1"/>
          </p:cNvSpPr>
          <p:nvPr>
            <p:ph type="body" sz="quarter" idx="12"/>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de-DE" noProof="0"/>
              <a:t>Mastertextformat bearbeiten</a:t>
            </a:r>
          </a:p>
        </p:txBody>
      </p:sp>
      <p:cxnSp>
        <p:nvCxnSpPr>
          <p:cNvPr id="10" name="Gerade Verbindung 9"/>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4176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prstClr val="white"/>
              </a:solidFill>
            </a:endParaRPr>
          </a:p>
        </p:txBody>
      </p:sp>
      <p:pic>
        <p:nvPicPr>
          <p:cNvPr id="12" name="Grafik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519698"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2"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de-DE" noProof="0"/>
              <a:t>Mastertextformat bearbeiten</a:t>
            </a:r>
          </a:p>
        </p:txBody>
      </p:sp>
      <p:sp>
        <p:nvSpPr>
          <p:cNvPr id="20" name="Textplatzhalter 18"/>
          <p:cNvSpPr>
            <a:spLocks noGrp="1"/>
          </p:cNvSpPr>
          <p:nvPr>
            <p:ph type="body" sz="quarter" idx="12"/>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de-DE" noProof="0"/>
              <a:t>Mastertextformat bearbeiten</a:t>
            </a:r>
          </a:p>
        </p:txBody>
      </p:sp>
      <p:cxnSp>
        <p:nvCxnSpPr>
          <p:cNvPr id="10" name="Gerade Verbindung 9"/>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de-DE" noProof="0"/>
              <a:t>Mastertextformat bearbeiten</a:t>
            </a:r>
          </a:p>
        </p:txBody>
      </p:sp>
    </p:spTree>
    <p:extLst>
      <p:ext uri="{BB962C8B-B14F-4D97-AF65-F5344CB8AC3E}">
        <p14:creationId xmlns:p14="http://schemas.microsoft.com/office/powerpoint/2010/main" val="24873680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prstClr val="white"/>
              </a:solidFill>
            </a:endParaRPr>
          </a:p>
        </p:txBody>
      </p:sp>
      <p:pic>
        <p:nvPicPr>
          <p:cNvPr id="12" name="Grafik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519698"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2"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de-DE" noProof="0"/>
              <a:t>Mastertextformat bearbeiten</a:t>
            </a:r>
          </a:p>
        </p:txBody>
      </p:sp>
      <p:sp>
        <p:nvSpPr>
          <p:cNvPr id="20" name="Textplatzhalter 18"/>
          <p:cNvSpPr>
            <a:spLocks noGrp="1"/>
          </p:cNvSpPr>
          <p:nvPr>
            <p:ph type="body" sz="quarter" idx="12"/>
          </p:nvPr>
        </p:nvSpPr>
        <p:spPr>
          <a:xfrm>
            <a:off x="351829" y="2788611"/>
            <a:ext cx="2954642"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de-DE" noProof="0"/>
              <a:t>Mastertextformat bearbeiten</a:t>
            </a:r>
          </a:p>
        </p:txBody>
      </p:sp>
      <p:cxnSp>
        <p:nvCxnSpPr>
          <p:cNvPr id="13" name="Gerade Verbindung 12"/>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de-DE" noProof="0"/>
              <a:t>Mastertextformat bearbeiten</a:t>
            </a:r>
          </a:p>
        </p:txBody>
      </p:sp>
      <p:sp>
        <p:nvSpPr>
          <p:cNvPr id="23" name="Bildplatzhalter 22"/>
          <p:cNvSpPr>
            <a:spLocks noGrp="1"/>
          </p:cNvSpPr>
          <p:nvPr>
            <p:ph type="pic" sz="quarter" idx="13"/>
          </p:nvPr>
        </p:nvSpPr>
        <p:spPr>
          <a:xfrm>
            <a:off x="3359168" y="2342800"/>
            <a:ext cx="2260800" cy="2260800"/>
          </a:xfrm>
          <a:prstGeom prst="ellipse">
            <a:avLst/>
          </a:prstGeom>
        </p:spPr>
        <p:txBody>
          <a:bodyPr/>
          <a:lstStyle>
            <a:lvl1pPr marL="0" indent="0">
              <a:buNone/>
              <a:defRPr sz="675"/>
            </a:lvl1pPr>
          </a:lstStyle>
          <a:p>
            <a:r>
              <a:rPr lang="de-DE" noProof="0"/>
              <a:t>Bild auf Platzhalter ziehen oder durch Klicken auf Symbol hinzufügen</a:t>
            </a:r>
            <a:endParaRPr lang="en-GB" noProof="0"/>
          </a:p>
        </p:txBody>
      </p:sp>
    </p:spTree>
    <p:extLst>
      <p:ext uri="{BB962C8B-B14F-4D97-AF65-F5344CB8AC3E}">
        <p14:creationId xmlns:p14="http://schemas.microsoft.com/office/powerpoint/2010/main" val="30512517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3669446438"/>
              </p:ex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9" name="Rechteck 8"/>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pic>
        <p:nvPicPr>
          <p:cNvPr id="7" name="Grafik 6"/>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solidFill>
                <a:prstClr val="white">
                  <a:lumMod val="50000"/>
                </a:prstClr>
              </a:solidFill>
            </a:endParaRPr>
          </a:p>
        </p:txBody>
      </p:sp>
      <p:sp>
        <p:nvSpPr>
          <p:cNvPr id="4" name="Fußzeilenplatzhalter 3"/>
          <p:cNvSpPr>
            <a:spLocks noGrp="1"/>
          </p:cNvSpPr>
          <p:nvPr>
            <p:ph type="ftr" sz="quarter" idx="11"/>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8" name="Titel 7"/>
          <p:cNvSpPr>
            <a:spLocks noGrp="1"/>
          </p:cNvSpPr>
          <p:nvPr>
            <p:ph type="title"/>
          </p:nvPr>
        </p:nvSpPr>
        <p:spPr/>
        <p:txBody>
          <a:bodyPr/>
          <a:lstStyle/>
          <a:p>
            <a:r>
              <a:rPr lang="de-DE" noProof="0"/>
              <a:t>Mastertitelformat bearbeiten</a:t>
            </a:r>
            <a:endParaRPr lang="en-GB" noProof="0"/>
          </a:p>
        </p:txBody>
      </p:sp>
    </p:spTree>
    <p:extLst>
      <p:ext uri="{BB962C8B-B14F-4D97-AF65-F5344CB8AC3E}">
        <p14:creationId xmlns:p14="http://schemas.microsoft.com/office/powerpoint/2010/main" val="17557948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pic>
        <p:nvPicPr>
          <p:cNvPr id="9" name="Grafik 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8" name="Titel 7"/>
          <p:cNvSpPr>
            <a:spLocks noGrp="1"/>
          </p:cNvSpPr>
          <p:nvPr>
            <p:ph type="title"/>
          </p:nvPr>
        </p:nvSpPr>
        <p:spPr>
          <a:xfrm>
            <a:off x="367575" y="78437"/>
            <a:ext cx="8408850" cy="415499"/>
          </a:xfrm>
        </p:spPr>
        <p:txBody>
          <a:bodyPr/>
          <a:lstStyle>
            <a:lvl1pPr>
              <a:defRPr sz="2700"/>
            </a:lvl1pPr>
          </a:lstStyle>
          <a:p>
            <a:r>
              <a:rPr lang="de-DE" noProof="0"/>
              <a:t>Mastertitelformat bearbeiten</a:t>
            </a:r>
            <a:endParaRPr lang="en-GB" noProof="0"/>
          </a:p>
        </p:txBody>
      </p:sp>
    </p:spTree>
    <p:extLst>
      <p:ext uri="{BB962C8B-B14F-4D97-AF65-F5344CB8AC3E}">
        <p14:creationId xmlns:p14="http://schemas.microsoft.com/office/powerpoint/2010/main" val="11730683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4" name="Titel 3"/>
          <p:cNvSpPr>
            <a:spLocks noGrp="1"/>
          </p:cNvSpPr>
          <p:nvPr>
            <p:ph type="title"/>
          </p:nvPr>
        </p:nvSpPr>
        <p:spPr/>
        <p:txBody>
          <a:bodyPr/>
          <a:lstStyle/>
          <a:p>
            <a:r>
              <a:rPr lang="de-DE" noProof="0"/>
              <a:t>Mastertitelformat bearbeiten</a:t>
            </a:r>
            <a:endParaRPr lang="en-GB" noProof="0"/>
          </a:p>
        </p:txBody>
      </p:sp>
      <p:sp>
        <p:nvSpPr>
          <p:cNvPr id="6" name="Datumsplatzhalter 5"/>
          <p:cNvSpPr>
            <a:spLocks noGrp="1"/>
          </p:cNvSpPr>
          <p:nvPr>
            <p:ph type="dt" sz="half" idx="10"/>
          </p:nvPr>
        </p:nvSpPr>
        <p:spPr/>
        <p:txBody>
          <a:bodyPr/>
          <a:lstStyle/>
          <a:p>
            <a:endParaRPr lang="en-GB">
              <a:solidFill>
                <a:prstClr val="white">
                  <a:lumMod val="50000"/>
                </a:prstClr>
              </a:solidFill>
            </a:endParaRPr>
          </a:p>
        </p:txBody>
      </p:sp>
      <p:sp>
        <p:nvSpPr>
          <p:cNvPr id="7" name="Fußzeilenplatzhalter 6"/>
          <p:cNvSpPr>
            <a:spLocks noGrp="1"/>
          </p:cNvSpPr>
          <p:nvPr>
            <p:ph type="ftr" sz="quarter" idx="11"/>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8" name="Foliennummernplatzhalter 7"/>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21408080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14" name="Inhaltsplatzhalter 2"/>
          <p:cNvSpPr>
            <a:spLocks noGrp="1"/>
          </p:cNvSpPr>
          <p:nvPr>
            <p:ph idx="1"/>
          </p:nvPr>
        </p:nvSpPr>
        <p:spPr>
          <a:xfrm>
            <a:off x="1771574" y="1200152"/>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de-DE" noProof="0"/>
              <a:t>Mastertextformat bearbeiten</a:t>
            </a:r>
          </a:p>
          <a:p>
            <a:pPr lvl="1"/>
            <a:r>
              <a:rPr lang="de-DE" noProof="0"/>
              <a:t>Zweite Ebene</a:t>
            </a:r>
          </a:p>
          <a:p>
            <a:pPr lvl="2"/>
            <a:r>
              <a:rPr lang="de-DE" noProof="0"/>
              <a:t>Dritte Ebene</a:t>
            </a:r>
          </a:p>
        </p:txBody>
      </p:sp>
      <p:sp>
        <p:nvSpPr>
          <p:cNvPr id="3" name="Datumsplatzhalter 2"/>
          <p:cNvSpPr>
            <a:spLocks noGrp="1"/>
          </p:cNvSpPr>
          <p:nvPr>
            <p:ph type="dt" sz="half" idx="10"/>
          </p:nvPr>
        </p:nvSpPr>
        <p:spPr/>
        <p:txBody>
          <a:bodyPr/>
          <a:lstStyle/>
          <a:p>
            <a:endParaRPr lang="en-GB">
              <a:solidFill>
                <a:prstClr val="white">
                  <a:lumMod val="50000"/>
                </a:prstClr>
              </a:solidFill>
            </a:endParaRPr>
          </a:p>
        </p:txBody>
      </p:sp>
      <p:sp>
        <p:nvSpPr>
          <p:cNvPr id="4" name="Fußzeilenplatzhalter 3"/>
          <p:cNvSpPr>
            <a:spLocks noGrp="1"/>
          </p:cNvSpPr>
          <p:nvPr>
            <p:ph type="ftr" sz="quarter" idx="11"/>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7" name="Titel 6"/>
          <p:cNvSpPr>
            <a:spLocks noGrp="1"/>
          </p:cNvSpPr>
          <p:nvPr>
            <p:ph type="title"/>
          </p:nvPr>
        </p:nvSpPr>
        <p:spPr/>
        <p:txBody>
          <a:bodyPr/>
          <a:lstStyle/>
          <a:p>
            <a:r>
              <a:rPr lang="de-DE" noProof="0"/>
              <a:t>Mastertitelformat bearbeiten</a:t>
            </a:r>
            <a:endParaRPr lang="en-GB" noProof="0"/>
          </a:p>
        </p:txBody>
      </p:sp>
    </p:spTree>
    <p:extLst>
      <p:ext uri="{BB962C8B-B14F-4D97-AF65-F5344CB8AC3E}">
        <p14:creationId xmlns:p14="http://schemas.microsoft.com/office/powerpoint/2010/main" val="17458012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sp>
        <p:nvSpPr>
          <p:cNvPr id="15" name="Rechteck 14"/>
          <p:cNvSpPr/>
          <p:nvPr/>
        </p:nvSpPr>
        <p:spPr>
          <a:xfrm>
            <a:off x="0" y="1035592"/>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sp>
        <p:nvSpPr>
          <p:cNvPr id="3" name="Inhaltsplatzhalter 2"/>
          <p:cNvSpPr>
            <a:spLocks noGrp="1"/>
          </p:cNvSpPr>
          <p:nvPr>
            <p:ph idx="1"/>
          </p:nvPr>
        </p:nvSpPr>
        <p:spPr>
          <a:xfrm>
            <a:off x="367576" y="1200152"/>
            <a:ext cx="2934425" cy="2782569"/>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4" name="Datumsplatzhalter 3"/>
          <p:cNvSpPr>
            <a:spLocks noGrp="1"/>
          </p:cNvSpPr>
          <p:nvPr>
            <p:ph type="dt" sz="half" idx="10"/>
          </p:nvPr>
        </p:nvSpPr>
        <p:spPr/>
        <p:txBody>
          <a:bodyPr/>
          <a:lstStyle/>
          <a:p>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8" name="Titel 7"/>
          <p:cNvSpPr>
            <a:spLocks noGrp="1"/>
          </p:cNvSpPr>
          <p:nvPr>
            <p:ph type="title"/>
          </p:nvPr>
        </p:nvSpPr>
        <p:spPr/>
        <p:txBody>
          <a:bodyPr/>
          <a:lstStyle/>
          <a:p>
            <a:r>
              <a:rPr lang="de-DE" noProof="0"/>
              <a:t>Mastertitelformat bearbeiten</a:t>
            </a:r>
            <a:endParaRPr lang="en-GB" noProof="0"/>
          </a:p>
        </p:txBody>
      </p:sp>
    </p:spTree>
    <p:extLst>
      <p:ext uri="{BB962C8B-B14F-4D97-AF65-F5344CB8AC3E}">
        <p14:creationId xmlns:p14="http://schemas.microsoft.com/office/powerpoint/2010/main" val="18683729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sp>
        <p:nvSpPr>
          <p:cNvPr id="3" name="Inhaltsplatzhalter 2"/>
          <p:cNvSpPr>
            <a:spLocks noGrp="1"/>
          </p:cNvSpPr>
          <p:nvPr>
            <p:ph idx="1"/>
          </p:nvPr>
        </p:nvSpPr>
        <p:spPr>
          <a:xfrm>
            <a:off x="1771579" y="1451438"/>
            <a:ext cx="5065659" cy="923330"/>
          </a:xfrm>
        </p:spPr>
        <p:txBody>
          <a:bodyPr>
            <a:spAutoFit/>
          </a:bodyPr>
          <a:lstStyle>
            <a:lvl1pPr>
              <a:defRPr sz="1200"/>
            </a:lvl1pPr>
            <a:lvl2pPr>
              <a:defRPr sz="1200"/>
            </a:lvl2pPr>
            <a:lvl3pPr>
              <a:defRPr sz="1200"/>
            </a:lvl3pPr>
            <a:lvl4pPr>
              <a:defRPr sz="1200"/>
            </a:lvl4pPr>
            <a:lvl5pPr>
              <a:defRPr sz="1200"/>
            </a:lvl5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15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4" name="Datumsplatzhalter 3"/>
          <p:cNvSpPr>
            <a:spLocks noGrp="1"/>
          </p:cNvSpPr>
          <p:nvPr>
            <p:ph type="dt" sz="half" idx="12"/>
          </p:nvPr>
        </p:nvSpPr>
        <p:spPr/>
        <p:txBody>
          <a:bodyPr/>
          <a:lstStyle/>
          <a:p>
            <a:endParaRPr lang="en-GB">
              <a:solidFill>
                <a:prstClr val="white">
                  <a:lumMod val="50000"/>
                </a:prstClr>
              </a:solidFill>
            </a:endParaRPr>
          </a:p>
        </p:txBody>
      </p:sp>
      <p:sp>
        <p:nvSpPr>
          <p:cNvPr id="5" name="Fußzeilenplatzhalter 4"/>
          <p:cNvSpPr>
            <a:spLocks noGrp="1"/>
          </p:cNvSpPr>
          <p:nvPr>
            <p:ph type="ftr" sz="quarter" idx="13"/>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7" name="Foliennummernplatzhalter 6"/>
          <p:cNvSpPr>
            <a:spLocks noGrp="1"/>
          </p:cNvSpPr>
          <p:nvPr>
            <p:ph type="sldNum" sz="quarter" idx="14"/>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8" name="Titel 7"/>
          <p:cNvSpPr>
            <a:spLocks noGrp="1"/>
          </p:cNvSpPr>
          <p:nvPr>
            <p:ph type="title"/>
          </p:nvPr>
        </p:nvSpPr>
        <p:spPr>
          <a:xfrm>
            <a:off x="1771575" y="659904"/>
            <a:ext cx="5065660" cy="276999"/>
          </a:xfrm>
        </p:spPr>
        <p:txBody>
          <a:bodyPr/>
          <a:lstStyle/>
          <a:p>
            <a:r>
              <a:rPr lang="de-DE" noProof="0"/>
              <a:t>Mastertitelformat bearbeiten</a:t>
            </a:r>
            <a:endParaRPr lang="en-GB" noProof="0"/>
          </a:p>
        </p:txBody>
      </p:sp>
    </p:spTree>
    <p:extLst>
      <p:ext uri="{BB962C8B-B14F-4D97-AF65-F5344CB8AC3E}">
        <p14:creationId xmlns:p14="http://schemas.microsoft.com/office/powerpoint/2010/main" val="8478817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3" name="Datumsplatzhalter 2"/>
          <p:cNvSpPr>
            <a:spLocks noGrp="1"/>
          </p:cNvSpPr>
          <p:nvPr>
            <p:ph type="dt" sz="half" idx="10"/>
          </p:nvPr>
        </p:nvSpPr>
        <p:spPr/>
        <p:txBody>
          <a:bodyPr/>
          <a:lstStyle/>
          <a:p>
            <a:endParaRPr lang="en-GB">
              <a:solidFill>
                <a:prstClr val="white">
                  <a:lumMod val="50000"/>
                </a:prstClr>
              </a:solidFill>
            </a:endParaRPr>
          </a:p>
        </p:txBody>
      </p:sp>
      <p:sp>
        <p:nvSpPr>
          <p:cNvPr id="4" name="Fußzeilenplatzhalter 3"/>
          <p:cNvSpPr>
            <a:spLocks noGrp="1"/>
          </p:cNvSpPr>
          <p:nvPr>
            <p:ph type="ftr" sz="quarter" idx="11"/>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23033563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32051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78437"/>
            <a:ext cx="8408850" cy="415499"/>
          </a:xfrm>
        </p:spPr>
        <p:txBody>
          <a:bodyPr/>
          <a:lstStyle>
            <a:lvl1pPr>
              <a:defRPr sz="2700">
                <a:solidFill>
                  <a:srgbClr val="003366"/>
                </a:solidFill>
              </a:defRPr>
            </a:lvl1pPr>
          </a:lstStyle>
          <a:p>
            <a:r>
              <a:rPr lang="de-DE" noProof="0"/>
              <a:t>Mastertitelformat bearbeiten</a:t>
            </a:r>
            <a:endParaRPr lang="en-GB" noProof="0"/>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4" name="Datumsplatzhalter 3"/>
          <p:cNvSpPr>
            <a:spLocks noGrp="1"/>
          </p:cNvSpPr>
          <p:nvPr>
            <p:ph type="dt" sz="half" idx="10"/>
          </p:nvPr>
        </p:nvSpPr>
        <p:spPr/>
        <p:txBody>
          <a:bodyPr/>
          <a:lstStyle/>
          <a:p>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40768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de-DE" noProof="0"/>
              <a:t>Mastertitelformat bearbeiten</a:t>
            </a:r>
            <a:endParaRPr lang="en-GB" noProof="0"/>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4" name="Datumsplatzhalter 3"/>
          <p:cNvSpPr>
            <a:spLocks noGrp="1"/>
          </p:cNvSpPr>
          <p:nvPr>
            <p:ph type="dt" sz="half" idx="10"/>
          </p:nvPr>
        </p:nvSpPr>
        <p:spPr/>
        <p:txBody>
          <a:bodyPr/>
          <a:lstStyle/>
          <a:p>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27799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1771574" y="1200152"/>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de-DE" noProof="0"/>
              <a:t>Mastertextformat bearbeiten</a:t>
            </a:r>
          </a:p>
          <a:p>
            <a:pPr lvl="1"/>
            <a:r>
              <a:rPr lang="de-DE" noProof="0"/>
              <a:t>Zweite Ebene</a:t>
            </a:r>
          </a:p>
          <a:p>
            <a:pPr lvl="2"/>
            <a:r>
              <a:rPr lang="de-DE" noProof="0"/>
              <a:t>Dritte Ebene</a:t>
            </a:r>
          </a:p>
        </p:txBody>
      </p:sp>
      <p:pic>
        <p:nvPicPr>
          <p:cNvPr id="13" name="Grafik 1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4" name="Datumsplatzhalter 3"/>
          <p:cNvSpPr>
            <a:spLocks noGrp="1"/>
          </p:cNvSpPr>
          <p:nvPr>
            <p:ph type="dt" sz="half" idx="12"/>
          </p:nvPr>
        </p:nvSpPr>
        <p:spPr/>
        <p:txBody>
          <a:bodyPr/>
          <a:lstStyle/>
          <a:p>
            <a:endParaRPr lang="en-GB">
              <a:solidFill>
                <a:prstClr val="white">
                  <a:lumMod val="50000"/>
                </a:prstClr>
              </a:solidFill>
            </a:endParaRPr>
          </a:p>
        </p:txBody>
      </p:sp>
      <p:sp>
        <p:nvSpPr>
          <p:cNvPr id="6" name="Fußzeilenplatzhalter 5"/>
          <p:cNvSpPr>
            <a:spLocks noGrp="1"/>
          </p:cNvSpPr>
          <p:nvPr>
            <p:ph type="ftr" sz="quarter" idx="13"/>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7" name="Foliennummernplatzhalter 6"/>
          <p:cNvSpPr>
            <a:spLocks noGrp="1"/>
          </p:cNvSpPr>
          <p:nvPr>
            <p:ph type="sldNum" sz="quarter" idx="14"/>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4"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de-DE" noProof="0"/>
              <a:t>Mastertitelformat bearbeiten</a:t>
            </a:r>
            <a:endParaRPr lang="en-GB" noProof="0"/>
          </a:p>
        </p:txBody>
      </p:sp>
      <p:cxnSp>
        <p:nvCxnSpPr>
          <p:cNvPr id="8" name="Gerade Verbindung 7"/>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9574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367576" y="1200152"/>
            <a:ext cx="2934425" cy="2782569"/>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pic>
        <p:nvPicPr>
          <p:cNvPr id="11" name="Grafik 10"/>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4" name="Datumsplatzhalter 3"/>
          <p:cNvSpPr>
            <a:spLocks noGrp="1"/>
          </p:cNvSpPr>
          <p:nvPr>
            <p:ph type="dt" sz="half" idx="12"/>
          </p:nvPr>
        </p:nvSpPr>
        <p:spPr/>
        <p:txBody>
          <a:bodyPr/>
          <a:lstStyle/>
          <a:p>
            <a:endParaRPr lang="en-GB">
              <a:solidFill>
                <a:prstClr val="white">
                  <a:lumMod val="50000"/>
                </a:prstClr>
              </a:solidFill>
            </a:endParaRPr>
          </a:p>
        </p:txBody>
      </p:sp>
      <p:sp>
        <p:nvSpPr>
          <p:cNvPr id="6" name="Fußzeilenplatzhalter 5"/>
          <p:cNvSpPr>
            <a:spLocks noGrp="1"/>
          </p:cNvSpPr>
          <p:nvPr>
            <p:ph type="ftr" sz="quarter" idx="13"/>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7" name="Foliennummernplatzhalter 6"/>
          <p:cNvSpPr>
            <a:spLocks noGrp="1"/>
          </p:cNvSpPr>
          <p:nvPr>
            <p:ph type="sldNum" sz="quarter" idx="14"/>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6"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de-DE" noProof="0"/>
              <a:t>Mastertitelformat bearbeiten</a:t>
            </a:r>
            <a:endParaRPr lang="en-GB" noProof="0"/>
          </a:p>
        </p:txBody>
      </p:sp>
      <p:cxnSp>
        <p:nvCxnSpPr>
          <p:cNvPr id="8" name="Gerade Verbindung 7"/>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34802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GB">
              <a:solidFill>
                <a:prstClr val="white">
                  <a:lumMod val="50000"/>
                </a:prstClr>
              </a:solidFill>
            </a:endParaRPr>
          </a:p>
        </p:txBody>
      </p:sp>
      <p:sp>
        <p:nvSpPr>
          <p:cNvPr id="3" name="Fußzeilenplatzhalter 2"/>
          <p:cNvSpPr>
            <a:spLocks noGrp="1"/>
          </p:cNvSpPr>
          <p:nvPr>
            <p:ph type="ftr" sz="quarter" idx="11"/>
          </p:nvPr>
        </p:nvSpPr>
        <p:spPr/>
        <p:txBody>
          <a:body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4" name="Foliennummernplatzhalter 3"/>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29717458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2786674769"/>
              </p:ex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xfrm>
            <a:off x="7580546" y="4929944"/>
            <a:ext cx="623569" cy="115416"/>
          </a:xfrm>
          <a:ln/>
        </p:spPr>
        <p:txBody>
          <a:bodyPr/>
          <a:lstStyle>
            <a:lvl1pPr>
              <a:defRPr/>
            </a:lvl1pPr>
          </a:lstStyle>
          <a:p>
            <a:pPr>
              <a:defRPr/>
            </a:pPr>
            <a:endParaRPr lang="en-GB">
              <a:solidFill>
                <a:prstClr val="white">
                  <a:lumMod val="50000"/>
                </a:prst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r>
              <a:rPr lang="en-US">
                <a:solidFill>
                  <a:prstClr val="white">
                    <a:lumMod val="50000"/>
                  </a:prstClr>
                </a:solidFill>
              </a:rPr>
              <a:t>Presentation title    |    ONLY FOR INTERNAL USE</a:t>
            </a:r>
            <a:endParaRPr lang="en-GB">
              <a:solidFill>
                <a:prstClr val="white">
                  <a:lumMod val="50000"/>
                </a:prst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2086319338"/>
      </p:ext>
    </p:extLst>
  </p:cSld>
  <p:clrMapOvr>
    <a:masterClrMapping/>
  </p:clrMapOvr>
  <p:transition spd="med">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Nur Titel">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3396188526"/>
              </p:ex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6" name="Object 5" hidden="1"/>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2" name="Titel 1"/>
          <p:cNvSpPr>
            <a:spLocks noGrp="1"/>
          </p:cNvSpPr>
          <p:nvPr>
            <p:ph type="title"/>
          </p:nvPr>
        </p:nvSpPr>
        <p:spPr/>
        <p:txBody>
          <a:bodyPr/>
          <a:lstStyle/>
          <a:p>
            <a:r>
              <a:rPr lang="de-DE" noProof="0"/>
              <a:t>Titelmasterformat durch Klicken bearbeiten</a:t>
            </a:r>
            <a:endParaRPr lang="en-US" noProof="0"/>
          </a:p>
        </p:txBody>
      </p:sp>
      <p:sp>
        <p:nvSpPr>
          <p:cNvPr id="3" name="Datumsplatzhalter 2"/>
          <p:cNvSpPr>
            <a:spLocks noGrp="1"/>
          </p:cNvSpPr>
          <p:nvPr>
            <p:ph type="dt" sz="half" idx="10"/>
          </p:nvPr>
        </p:nvSpPr>
        <p:spPr>
          <a:xfrm>
            <a:off x="8204051" y="4929944"/>
            <a:ext cx="65" cy="115416"/>
          </a:xfrm>
        </p:spPr>
        <p:txBody>
          <a:bodyPr/>
          <a:lstStyle>
            <a:lvl1pPr fontAlgn="base">
              <a:spcBef>
                <a:spcPct val="0"/>
              </a:spcBef>
              <a:spcAft>
                <a:spcPct val="0"/>
              </a:spcAft>
              <a:defRPr/>
            </a:lvl1pPr>
          </a:lstStyle>
          <a:p>
            <a:pPr>
              <a:defRPr/>
            </a:pPr>
            <a:endParaRPr lang="de-DE">
              <a:solidFill>
                <a:prstClr val="white">
                  <a:lumMod val="50000"/>
                </a:prstClr>
              </a:solidFill>
            </a:endParaRPr>
          </a:p>
        </p:txBody>
      </p:sp>
      <p:sp>
        <p:nvSpPr>
          <p:cNvPr id="4" name="Fußzeilenplatzhalter 3"/>
          <p:cNvSpPr>
            <a:spLocks noGrp="1"/>
          </p:cNvSpPr>
          <p:nvPr>
            <p:ph type="ftr" sz="quarter" idx="11"/>
          </p:nvPr>
        </p:nvSpPr>
        <p:spPr/>
        <p:txBody>
          <a:bodyPr/>
          <a:lstStyle>
            <a:lvl1pPr fontAlgn="base">
              <a:spcBef>
                <a:spcPct val="0"/>
              </a:spcBef>
              <a:spcAft>
                <a:spcPct val="0"/>
              </a:spcAft>
              <a:defRPr/>
            </a:lvl1pPr>
          </a:lstStyle>
          <a:p>
            <a:pPr>
              <a:defRPr/>
            </a:pPr>
            <a:r>
              <a:rPr lang="en-US">
                <a:solidFill>
                  <a:prstClr val="white">
                    <a:lumMod val="50000"/>
                  </a:prstClr>
                </a:solidFill>
              </a:rPr>
              <a:t>Presentation title    |    ONLY FOR INTERNAL USE</a:t>
            </a:r>
            <a:endParaRPr lang="de-DE">
              <a:solidFill>
                <a:prstClr val="white">
                  <a:lumMod val="50000"/>
                </a:prstClr>
              </a:solidFill>
            </a:endParaRPr>
          </a:p>
        </p:txBody>
      </p:sp>
      <p:sp>
        <p:nvSpPr>
          <p:cNvPr id="5" name="Foliennummernplatzhalter 4"/>
          <p:cNvSpPr>
            <a:spLocks noGrp="1"/>
          </p:cNvSpPr>
          <p:nvPr>
            <p:ph type="sldNum" sz="quarter" idx="12"/>
          </p:nvPr>
        </p:nvSpPr>
        <p:spPr/>
        <p:txBody>
          <a:bodyPr/>
          <a:lstStyle>
            <a:lvl1pPr fontAlgn="base">
              <a:spcBef>
                <a:spcPct val="0"/>
              </a:spcBef>
              <a:spcAft>
                <a:spcPct val="0"/>
              </a:spcAft>
              <a:defRPr/>
            </a:lvl1pPr>
          </a:lstStyle>
          <a:p>
            <a:pPr>
              <a:defRPr/>
            </a:pPr>
            <a:fld id="{E3722809-07C4-41E2-AFCE-9AEDF2C71FB2}" type="slidenum">
              <a:rPr lang="de-DE">
                <a:solidFill>
                  <a:prstClr val="white">
                    <a:lumMod val="50000"/>
                  </a:prstClr>
                </a:solidFill>
              </a:rPr>
              <a:pPr>
                <a:defRPr/>
              </a:pPr>
              <a:t>‹#›</a:t>
            </a:fld>
            <a:endParaRPr lang="de-DE">
              <a:solidFill>
                <a:prstClr val="white">
                  <a:lumMod val="50000"/>
                </a:prstClr>
              </a:solidFill>
            </a:endParaRPr>
          </a:p>
        </p:txBody>
      </p:sp>
    </p:spTree>
    <p:extLst>
      <p:ext uri="{BB962C8B-B14F-4D97-AF65-F5344CB8AC3E}">
        <p14:creationId xmlns:p14="http://schemas.microsoft.com/office/powerpoint/2010/main" val="2578552326"/>
      </p:ext>
    </p:extLst>
  </p:cSld>
  <p:clrMapOvr>
    <a:masterClrMapping/>
  </p:clrMapOvr>
  <p:transition spd="med">
    <p:wipe dir="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cSld name="Empty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noProof="0"/>
              <a:t>Titelmasterformat durch Klicken bearbeiten</a:t>
            </a:r>
            <a:endParaRPr lang="en-GB" noProof="0"/>
          </a:p>
        </p:txBody>
      </p:sp>
      <p:sp>
        <p:nvSpPr>
          <p:cNvPr id="3" name="Datumsplatzhalter 2"/>
          <p:cNvSpPr>
            <a:spLocks noGrp="1"/>
          </p:cNvSpPr>
          <p:nvPr>
            <p:ph type="dt" sz="half" idx="10"/>
          </p:nvPr>
        </p:nvSpPr>
        <p:spPr>
          <a:xfrm>
            <a:off x="8204051" y="4929944"/>
            <a:ext cx="65" cy="115416"/>
          </a:xfrm>
        </p:spPr>
        <p:txBody>
          <a:bodyPr/>
          <a:lstStyle>
            <a:lvl1pPr>
              <a:defRPr/>
            </a:lvl1pPr>
          </a:lstStyle>
          <a:p>
            <a:endParaRPr lang="en-GB">
              <a:solidFill>
                <a:prstClr val="white">
                  <a:lumMod val="50000"/>
                </a:prstClr>
              </a:solidFill>
            </a:endParaRPr>
          </a:p>
        </p:txBody>
      </p:sp>
      <p:sp>
        <p:nvSpPr>
          <p:cNvPr id="4" name="Fußzeilenplatzhalter 3"/>
          <p:cNvSpPr>
            <a:spLocks noGrp="1"/>
          </p:cNvSpPr>
          <p:nvPr>
            <p:ph type="ftr" sz="quarter" idx="11"/>
          </p:nvPr>
        </p:nvSpPr>
        <p:spPr/>
        <p:txBody>
          <a:bodyPr/>
          <a:lstStyle>
            <a:lvl1pPr>
              <a:defRPr/>
            </a:lvl1p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5" name="Foliennummernplatzhalter 4"/>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2387782885"/>
      </p:ext>
    </p:extLst>
  </p:cSld>
  <p:clrMapOvr>
    <a:masterClrMapping/>
  </p:clrMapOvr>
  <p:transition spd="med">
    <p:wipe dir="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2422739528"/>
              </p:ex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xfrm>
            <a:off x="7580546" y="4929944"/>
            <a:ext cx="623569" cy="115416"/>
          </a:xfrm>
          <a:ln/>
        </p:spPr>
        <p:txBody>
          <a:bodyPr/>
          <a:lstStyle>
            <a:lvl1pPr>
              <a:defRPr/>
            </a:lvl1pPr>
          </a:lstStyle>
          <a:p>
            <a:pPr>
              <a:defRPr/>
            </a:pPr>
            <a:endParaRPr lang="en-GB">
              <a:solidFill>
                <a:prstClr val="white">
                  <a:lumMod val="50000"/>
                </a:prst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r>
              <a:rPr lang="en-US">
                <a:solidFill>
                  <a:prstClr val="white">
                    <a:lumMod val="50000"/>
                  </a:prstClr>
                </a:solidFill>
              </a:rPr>
              <a:t>Presentation title    |    ONLY FOR INTERNAL USE</a:t>
            </a:r>
            <a:endParaRPr lang="en-GB">
              <a:solidFill>
                <a:prstClr val="white">
                  <a:lumMod val="50000"/>
                </a:prst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10277065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2_标题和内容">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2161087625"/>
              </p:ex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xfrm>
            <a:off x="7580546" y="4929944"/>
            <a:ext cx="623569" cy="115416"/>
          </a:xfrm>
          <a:ln/>
        </p:spPr>
        <p:txBody>
          <a:bodyPr/>
          <a:lstStyle>
            <a:lvl1pPr>
              <a:defRPr/>
            </a:lvl1pPr>
          </a:lstStyle>
          <a:p>
            <a:pPr>
              <a:defRPr/>
            </a:pPr>
            <a:endParaRPr lang="en-GB">
              <a:solidFill>
                <a:prstClr val="white">
                  <a:lumMod val="50000"/>
                </a:prst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r>
              <a:rPr lang="en-US">
                <a:solidFill>
                  <a:prstClr val="white">
                    <a:lumMod val="50000"/>
                  </a:prstClr>
                </a:solidFill>
              </a:rPr>
              <a:t>Presentation title    |    ONLY FOR INTERNAL USE</a:t>
            </a:r>
            <a:endParaRPr lang="en-GB">
              <a:solidFill>
                <a:prstClr val="white">
                  <a:lumMod val="50000"/>
                </a:prst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23717278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xfrm>
            <a:off x="7580546" y="4929944"/>
            <a:ext cx="623569" cy="115416"/>
          </a:xfrm>
          <a:ln/>
        </p:spPr>
        <p:txBody>
          <a:bodyPr/>
          <a:lstStyle>
            <a:lvl1pPr>
              <a:defRPr/>
            </a:lvl1pPr>
          </a:lstStyle>
          <a:p>
            <a:pPr>
              <a:defRPr/>
            </a:pPr>
            <a:endParaRPr lang="en-GB">
              <a:solidFill>
                <a:prstClr val="white">
                  <a:lumMod val="50000"/>
                </a:prst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r>
              <a:rPr lang="en-US">
                <a:solidFill>
                  <a:prstClr val="white">
                    <a:lumMod val="50000"/>
                  </a:prstClr>
                </a:solidFill>
              </a:rPr>
              <a:t>Presentation title    |    ONLY FOR INTERNAL USE</a:t>
            </a:r>
            <a:endParaRPr lang="en-GB">
              <a:solidFill>
                <a:prstClr val="white">
                  <a:lumMod val="50000"/>
                </a:prst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25279309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Title with leading picture">
    <p:bg>
      <p:bgPr>
        <a:solidFill>
          <a:schemeClr val="tx1"/>
        </a:solidFill>
        <a:effectLst/>
      </p:bgPr>
    </p:bg>
    <p:spTree>
      <p:nvGrpSpPr>
        <p:cNvPr id="1" name=""/>
        <p:cNvGrpSpPr/>
        <p:nvPr/>
      </p:nvGrpSpPr>
      <p:grpSpPr>
        <a:xfrm>
          <a:off x="0" y="0"/>
          <a:ext cx="0" cy="0"/>
          <a:chOff x="0" y="0"/>
          <a:chExt cx="0" cy="0"/>
        </a:xfrm>
      </p:grpSpPr>
      <p:pic>
        <p:nvPicPr>
          <p:cNvPr id="64539" name="Picture 10" descr="BI-Logo_36pt_blue_neg"/>
          <p:cNvPicPr>
            <a:picLocks noChangeAspect="1" noChangeArrowheads="1"/>
          </p:cNvPicPr>
          <p:nvPr/>
        </p:nvPicPr>
        <p:blipFill>
          <a:blip r:embed="rId2" cstate="print"/>
          <a:srcRect/>
          <a:stretch>
            <a:fillRect/>
          </a:stretch>
        </p:blipFill>
        <p:spPr bwMode="black">
          <a:xfrm>
            <a:off x="6737350" y="4452940"/>
            <a:ext cx="2159000" cy="498872"/>
          </a:xfrm>
          <a:prstGeom prst="rect">
            <a:avLst/>
          </a:prstGeom>
          <a:noFill/>
          <a:ln w="9525">
            <a:noFill/>
            <a:miter lim="800000"/>
            <a:headEnd/>
            <a:tailEnd/>
          </a:ln>
        </p:spPr>
      </p:pic>
      <p:sp>
        <p:nvSpPr>
          <p:cNvPr id="64530" name="Rectangle 18"/>
          <p:cNvSpPr>
            <a:spLocks noChangeArrowheads="1"/>
          </p:cNvSpPr>
          <p:nvPr/>
        </p:nvSpPr>
        <p:spPr bwMode="auto">
          <a:xfrm>
            <a:off x="0" y="1339445"/>
            <a:ext cx="9144000" cy="1875248"/>
          </a:xfrm>
          <a:prstGeom prst="rect">
            <a:avLst/>
          </a:prstGeom>
          <a:solidFill>
            <a:schemeClr val="accent4"/>
          </a:solidFill>
          <a:ln w="12700">
            <a:noFill/>
            <a:miter lim="800000"/>
            <a:headEnd/>
            <a:tailEnd/>
          </a:ln>
          <a:effectLst/>
        </p:spPr>
        <p:txBody>
          <a:bodyPr wrap="none" anchor="ctr"/>
          <a:lstStyle/>
          <a:p>
            <a:endParaRPr lang="en-GB" sz="1350">
              <a:solidFill>
                <a:srgbClr val="003366"/>
              </a:solidFill>
            </a:endParaRPr>
          </a:p>
        </p:txBody>
      </p:sp>
      <p:grpSp>
        <p:nvGrpSpPr>
          <p:cNvPr id="2" name="Group 8"/>
          <p:cNvGrpSpPr>
            <a:grpSpLocks/>
          </p:cNvGrpSpPr>
          <p:nvPr/>
        </p:nvGrpSpPr>
        <p:grpSpPr bwMode="auto">
          <a:xfrm>
            <a:off x="0" y="0"/>
            <a:ext cx="9144000" cy="5143500"/>
            <a:chOff x="0" y="0"/>
            <a:chExt cx="5760" cy="4320"/>
          </a:xfrm>
        </p:grpSpPr>
        <p:sp>
          <p:nvSpPr>
            <p:cNvPr id="64521" name="Line 9"/>
            <p:cNvSpPr>
              <a:spLocks noChangeShapeType="1"/>
            </p:cNvSpPr>
            <p:nvPr/>
          </p:nvSpPr>
          <p:spPr bwMode="auto">
            <a:xfrm flipH="1">
              <a:off x="0" y="3978"/>
              <a:ext cx="5760" cy="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sp>
          <p:nvSpPr>
            <p:cNvPr id="64522" name="Line 10"/>
            <p:cNvSpPr>
              <a:spLocks noChangeShapeType="1"/>
            </p:cNvSpPr>
            <p:nvPr/>
          </p:nvSpPr>
          <p:spPr bwMode="auto">
            <a:xfrm>
              <a:off x="222" y="0"/>
              <a:ext cx="0" cy="432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sp>
          <p:nvSpPr>
            <p:cNvPr id="64523" name="Line 11"/>
            <p:cNvSpPr>
              <a:spLocks noChangeShapeType="1"/>
            </p:cNvSpPr>
            <p:nvPr/>
          </p:nvSpPr>
          <p:spPr bwMode="auto">
            <a:xfrm>
              <a:off x="5538" y="0"/>
              <a:ext cx="0" cy="432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sp>
          <p:nvSpPr>
            <p:cNvPr id="64524" name="Line 12"/>
            <p:cNvSpPr>
              <a:spLocks noChangeShapeType="1"/>
            </p:cNvSpPr>
            <p:nvPr/>
          </p:nvSpPr>
          <p:spPr bwMode="auto">
            <a:xfrm flipH="1">
              <a:off x="0" y="874"/>
              <a:ext cx="5760" cy="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grpSp>
      <p:sp>
        <p:nvSpPr>
          <p:cNvPr id="12" name="Rectangle 4"/>
          <p:cNvSpPr>
            <a:spLocks noGrp="1" noChangeArrowheads="1"/>
          </p:cNvSpPr>
          <p:nvPr>
            <p:ph type="subTitle" idx="1"/>
          </p:nvPr>
        </p:nvSpPr>
        <p:spPr bwMode="white">
          <a:xfrm>
            <a:off x="3571869" y="2143124"/>
            <a:ext cx="4786346" cy="230833"/>
          </a:xfrm>
        </p:spPr>
        <p:txBody>
          <a:bodyPr wrap="square">
            <a:spAutoFit/>
          </a:bodyPr>
          <a:lstStyle>
            <a:lvl1pPr>
              <a:spcBef>
                <a:spcPct val="0"/>
              </a:spcBef>
              <a:defRPr>
                <a:solidFill>
                  <a:schemeClr val="bg1"/>
                </a:solidFill>
                <a:sym typeface="Symbol" pitchFamily="18" charset="2"/>
              </a:defRPr>
            </a:lvl1pPr>
          </a:lstStyle>
          <a:p>
            <a:r>
              <a:rPr lang="en-US" noProof="0">
                <a:sym typeface="Symbol" pitchFamily="18" charset="2"/>
              </a:rPr>
              <a:t>Click to edit Master subtitle style</a:t>
            </a:r>
            <a:endParaRPr lang="en-GB" noProof="0">
              <a:sym typeface="Symbol" pitchFamily="18" charset="2"/>
            </a:endParaRPr>
          </a:p>
        </p:txBody>
      </p:sp>
      <p:sp>
        <p:nvSpPr>
          <p:cNvPr id="13" name="Rectangle 5"/>
          <p:cNvSpPr>
            <a:spLocks noGrp="1" noChangeArrowheads="1"/>
          </p:cNvSpPr>
          <p:nvPr>
            <p:ph type="ctrTitle"/>
          </p:nvPr>
        </p:nvSpPr>
        <p:spPr>
          <a:xfrm>
            <a:off x="3571869" y="1716190"/>
            <a:ext cx="4714908" cy="323165"/>
          </a:xfrm>
          <a:noFill/>
        </p:spPr>
        <p:txBody>
          <a:bodyPr wrap="square" anchor="b">
            <a:spAutoFit/>
          </a:bodyPr>
          <a:lstStyle>
            <a:lvl1pPr>
              <a:defRPr sz="2100"/>
            </a:lvl1pPr>
          </a:lstStyle>
          <a:p>
            <a:r>
              <a:rPr lang="en-US" noProof="0"/>
              <a:t>Click to edit Master title style</a:t>
            </a:r>
            <a:endParaRPr lang="en-GB" noProof="0"/>
          </a:p>
        </p:txBody>
      </p:sp>
      <p:sp>
        <p:nvSpPr>
          <p:cNvPr id="15" name="Bildplatzhalter 14"/>
          <p:cNvSpPr>
            <a:spLocks noGrp="1"/>
          </p:cNvSpPr>
          <p:nvPr>
            <p:ph type="pic" sz="quarter" idx="10"/>
          </p:nvPr>
        </p:nvSpPr>
        <p:spPr>
          <a:xfrm>
            <a:off x="1" y="1339445"/>
            <a:ext cx="3143240" cy="1875243"/>
          </a:xfrm>
        </p:spPr>
        <p:txBody>
          <a:bodyPr/>
          <a:lstStyle/>
          <a:p>
            <a:r>
              <a:rPr lang="en-US" noProof="0"/>
              <a:t>Click icon to add picture</a:t>
            </a:r>
            <a:endParaRPr lang="en-GB" noProof="0"/>
          </a:p>
        </p:txBody>
      </p:sp>
    </p:spTree>
    <p:extLst>
      <p:ext uri="{BB962C8B-B14F-4D97-AF65-F5344CB8AC3E}">
        <p14:creationId xmlns:p14="http://schemas.microsoft.com/office/powerpoint/2010/main" val="11328380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Title with leading color and picture">
    <p:bg>
      <p:bgPr>
        <a:solidFill>
          <a:schemeClr val="tx1"/>
        </a:solidFill>
        <a:effectLst/>
      </p:bgPr>
    </p:bg>
    <p:spTree>
      <p:nvGrpSpPr>
        <p:cNvPr id="1" name=""/>
        <p:cNvGrpSpPr/>
        <p:nvPr/>
      </p:nvGrpSpPr>
      <p:grpSpPr>
        <a:xfrm>
          <a:off x="0" y="0"/>
          <a:ext cx="0" cy="0"/>
          <a:chOff x="0" y="0"/>
          <a:chExt cx="0" cy="0"/>
        </a:xfrm>
      </p:grpSpPr>
      <p:pic>
        <p:nvPicPr>
          <p:cNvPr id="64539" name="Picture 10" descr="BI-Logo_36pt_blue_neg"/>
          <p:cNvPicPr>
            <a:picLocks noChangeAspect="1" noChangeArrowheads="1"/>
          </p:cNvPicPr>
          <p:nvPr/>
        </p:nvPicPr>
        <p:blipFill>
          <a:blip r:embed="rId2" cstate="print"/>
          <a:srcRect/>
          <a:stretch>
            <a:fillRect/>
          </a:stretch>
        </p:blipFill>
        <p:spPr bwMode="black">
          <a:xfrm>
            <a:off x="6737350" y="4452940"/>
            <a:ext cx="2159000" cy="498872"/>
          </a:xfrm>
          <a:prstGeom prst="rect">
            <a:avLst/>
          </a:prstGeom>
          <a:noFill/>
          <a:ln w="9525">
            <a:noFill/>
            <a:miter lim="800000"/>
            <a:headEnd/>
            <a:tailEnd/>
          </a:ln>
        </p:spPr>
      </p:pic>
      <p:sp>
        <p:nvSpPr>
          <p:cNvPr id="64530" name="Rectangle 18"/>
          <p:cNvSpPr>
            <a:spLocks noChangeArrowheads="1"/>
          </p:cNvSpPr>
          <p:nvPr/>
        </p:nvSpPr>
        <p:spPr bwMode="auto">
          <a:xfrm>
            <a:off x="0" y="964396"/>
            <a:ext cx="9144000" cy="3107553"/>
          </a:xfrm>
          <a:prstGeom prst="rect">
            <a:avLst/>
          </a:prstGeom>
          <a:solidFill>
            <a:schemeClr val="accent1"/>
          </a:solidFill>
          <a:ln w="12700">
            <a:noFill/>
            <a:miter lim="800000"/>
            <a:headEnd/>
            <a:tailEnd/>
          </a:ln>
          <a:effectLst/>
        </p:spPr>
        <p:txBody>
          <a:bodyPr wrap="none" anchor="ctr"/>
          <a:lstStyle/>
          <a:p>
            <a:endParaRPr lang="en-GB" sz="1350">
              <a:solidFill>
                <a:srgbClr val="003366"/>
              </a:solidFill>
            </a:endParaRPr>
          </a:p>
        </p:txBody>
      </p:sp>
      <p:sp>
        <p:nvSpPr>
          <p:cNvPr id="64516" name="Rectangle 4"/>
          <p:cNvSpPr>
            <a:spLocks noGrp="1" noChangeArrowheads="1"/>
          </p:cNvSpPr>
          <p:nvPr>
            <p:ph type="subTitle" idx="1"/>
          </p:nvPr>
        </p:nvSpPr>
        <p:spPr bwMode="white">
          <a:xfrm>
            <a:off x="3571869" y="2143124"/>
            <a:ext cx="4786346" cy="230833"/>
          </a:xfrm>
        </p:spPr>
        <p:txBody>
          <a:bodyPr wrap="square">
            <a:spAutoFit/>
          </a:bodyPr>
          <a:lstStyle>
            <a:lvl1pPr>
              <a:spcBef>
                <a:spcPct val="0"/>
              </a:spcBef>
              <a:defRPr>
                <a:solidFill>
                  <a:schemeClr val="bg1"/>
                </a:solidFill>
                <a:sym typeface="Symbol" pitchFamily="18" charset="2"/>
              </a:defRPr>
            </a:lvl1pPr>
          </a:lstStyle>
          <a:p>
            <a:r>
              <a:rPr lang="en-US" noProof="0">
                <a:sym typeface="Symbol" pitchFamily="18" charset="2"/>
              </a:rPr>
              <a:t>Click to edit Master subtitle style</a:t>
            </a:r>
            <a:endParaRPr lang="en-GB" noProof="0">
              <a:sym typeface="Symbol" pitchFamily="18" charset="2"/>
            </a:endParaRPr>
          </a:p>
        </p:txBody>
      </p:sp>
      <p:sp>
        <p:nvSpPr>
          <p:cNvPr id="64517" name="Rectangle 5"/>
          <p:cNvSpPr>
            <a:spLocks noGrp="1" noChangeArrowheads="1"/>
          </p:cNvSpPr>
          <p:nvPr>
            <p:ph type="ctrTitle"/>
          </p:nvPr>
        </p:nvSpPr>
        <p:spPr>
          <a:xfrm>
            <a:off x="3571869" y="1393025"/>
            <a:ext cx="4714908" cy="646331"/>
          </a:xfrm>
          <a:noFill/>
        </p:spPr>
        <p:txBody>
          <a:bodyPr wrap="square" anchor="b">
            <a:noAutofit/>
          </a:bodyPr>
          <a:lstStyle>
            <a:lvl1pPr>
              <a:defRPr sz="2100"/>
            </a:lvl1pPr>
          </a:lstStyle>
          <a:p>
            <a:r>
              <a:rPr lang="en-US" noProof="0"/>
              <a:t>Click to edit Master title style</a:t>
            </a:r>
            <a:endParaRPr lang="en-GB" noProof="0"/>
          </a:p>
        </p:txBody>
      </p:sp>
      <p:grpSp>
        <p:nvGrpSpPr>
          <p:cNvPr id="2" name="Group 8"/>
          <p:cNvGrpSpPr>
            <a:grpSpLocks/>
          </p:cNvGrpSpPr>
          <p:nvPr/>
        </p:nvGrpSpPr>
        <p:grpSpPr bwMode="auto">
          <a:xfrm>
            <a:off x="0" y="0"/>
            <a:ext cx="9144000" cy="5143500"/>
            <a:chOff x="0" y="0"/>
            <a:chExt cx="5760" cy="4320"/>
          </a:xfrm>
        </p:grpSpPr>
        <p:sp>
          <p:nvSpPr>
            <p:cNvPr id="64521" name="Line 9"/>
            <p:cNvSpPr>
              <a:spLocks noChangeShapeType="1"/>
            </p:cNvSpPr>
            <p:nvPr/>
          </p:nvSpPr>
          <p:spPr bwMode="auto">
            <a:xfrm flipH="1">
              <a:off x="0" y="3978"/>
              <a:ext cx="5760" cy="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sp>
          <p:nvSpPr>
            <p:cNvPr id="64522" name="Line 10"/>
            <p:cNvSpPr>
              <a:spLocks noChangeShapeType="1"/>
            </p:cNvSpPr>
            <p:nvPr/>
          </p:nvSpPr>
          <p:spPr bwMode="auto">
            <a:xfrm>
              <a:off x="222" y="0"/>
              <a:ext cx="0" cy="432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sp>
          <p:nvSpPr>
            <p:cNvPr id="64523" name="Line 11"/>
            <p:cNvSpPr>
              <a:spLocks noChangeShapeType="1"/>
            </p:cNvSpPr>
            <p:nvPr/>
          </p:nvSpPr>
          <p:spPr bwMode="auto">
            <a:xfrm>
              <a:off x="5538" y="0"/>
              <a:ext cx="0" cy="432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sp>
          <p:nvSpPr>
            <p:cNvPr id="64524" name="Line 12"/>
            <p:cNvSpPr>
              <a:spLocks noChangeShapeType="1"/>
            </p:cNvSpPr>
            <p:nvPr/>
          </p:nvSpPr>
          <p:spPr bwMode="auto">
            <a:xfrm flipH="1">
              <a:off x="0" y="874"/>
              <a:ext cx="5760" cy="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grpSp>
      <p:sp>
        <p:nvSpPr>
          <p:cNvPr id="13" name="Bildplatzhalter 12"/>
          <p:cNvSpPr>
            <a:spLocks noGrp="1"/>
          </p:cNvSpPr>
          <p:nvPr>
            <p:ph type="pic" sz="quarter" idx="10"/>
          </p:nvPr>
        </p:nvSpPr>
        <p:spPr>
          <a:xfrm>
            <a:off x="0" y="964397"/>
            <a:ext cx="3214678" cy="3107543"/>
          </a:xfrm>
          <a:ln>
            <a:noFill/>
          </a:ln>
        </p:spPr>
        <p:txBody>
          <a:bodyPr/>
          <a:lstStyle/>
          <a:p>
            <a:r>
              <a:rPr lang="en-US" noProof="0"/>
              <a:t>Click icon to add picture</a:t>
            </a:r>
            <a:endParaRPr lang="en-GB" noProof="0"/>
          </a:p>
        </p:txBody>
      </p:sp>
    </p:spTree>
    <p:extLst>
      <p:ext uri="{BB962C8B-B14F-4D97-AF65-F5344CB8AC3E}">
        <p14:creationId xmlns:p14="http://schemas.microsoft.com/office/powerpoint/2010/main" val="42930977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el 1"/>
          <p:cNvSpPr>
            <a:spLocks noGrp="1"/>
          </p:cNvSpPr>
          <p:nvPr>
            <p:ph type="title"/>
          </p:nvPr>
        </p:nvSpPr>
        <p:spPr>
          <a:xfrm>
            <a:off x="358775" y="80963"/>
            <a:ext cx="6780213" cy="276999"/>
          </a:xfrm>
        </p:spPr>
        <p:txBody>
          <a:bodyPr/>
          <a:lstStyle/>
          <a:p>
            <a:r>
              <a:rPr lang="en-US" noProof="0"/>
              <a:t>Click to edit Master title style</a:t>
            </a:r>
            <a:endParaRPr lang="en-GB" noProof="0"/>
          </a:p>
        </p:txBody>
      </p:sp>
      <p:sp>
        <p:nvSpPr>
          <p:cNvPr id="4" name="Inhaltsplatzhalter 3"/>
          <p:cNvSpPr>
            <a:spLocks noGrp="1"/>
          </p:cNvSpPr>
          <p:nvPr>
            <p:ph sz="half" idx="2"/>
          </p:nvPr>
        </p:nvSpPr>
        <p:spPr>
          <a:xfrm>
            <a:off x="4651375" y="944169"/>
            <a:ext cx="4141788" cy="3649265"/>
          </a:xfrm>
          <a:noFill/>
        </p:spPr>
        <p:txBody>
          <a:bodyPr lIns="0" tIns="0" rIns="0" bIns="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Datumsplatzhalter 4"/>
          <p:cNvSpPr>
            <a:spLocks noGrp="1"/>
          </p:cNvSpPr>
          <p:nvPr>
            <p:ph type="dt" sz="half" idx="10"/>
          </p:nvPr>
        </p:nvSpPr>
        <p:spPr/>
        <p:txBody>
          <a:bodyPr/>
          <a:lstStyle>
            <a:lvl1pPr>
              <a:defRPr/>
            </a:lvl1pPr>
          </a:lstStyle>
          <a:p>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lvl1pPr>
              <a:defRPr/>
            </a:lvl1p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10" name="Inhaltsplatzhalter 3"/>
          <p:cNvSpPr>
            <a:spLocks noGrp="1"/>
          </p:cNvSpPr>
          <p:nvPr>
            <p:ph sz="half" idx="13"/>
          </p:nvPr>
        </p:nvSpPr>
        <p:spPr>
          <a:xfrm>
            <a:off x="358775" y="944169"/>
            <a:ext cx="4141788" cy="3649265"/>
          </a:xfrm>
          <a:noFill/>
        </p:spPr>
        <p:txBody>
          <a:bodyPr lIns="0" tIns="0" rIns="0" bIns="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18672120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Interlink with pictur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a:t>Click to edit Master title style</a:t>
            </a:r>
            <a:endParaRPr lang="en-GB" noProof="0"/>
          </a:p>
        </p:txBody>
      </p:sp>
      <p:sp>
        <p:nvSpPr>
          <p:cNvPr id="4" name="Datumsplatzhalter 3"/>
          <p:cNvSpPr>
            <a:spLocks noGrp="1"/>
          </p:cNvSpPr>
          <p:nvPr>
            <p:ph type="dt" sz="half" idx="10"/>
          </p:nvPr>
        </p:nvSpPr>
        <p:spPr/>
        <p:txBody>
          <a:bodyPr/>
          <a:lstStyle>
            <a:lvl1pPr>
              <a:defRPr/>
            </a:lvl1pPr>
          </a:lstStyle>
          <a:p>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lvl1pPr>
              <a:defRPr/>
            </a:lvl1p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6" name="Foliennummernplatzhalter 5"/>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8" name="Bildplatzhalter 7"/>
          <p:cNvSpPr>
            <a:spLocks noGrp="1"/>
          </p:cNvSpPr>
          <p:nvPr>
            <p:ph type="pic" sz="quarter" idx="13"/>
          </p:nvPr>
        </p:nvSpPr>
        <p:spPr>
          <a:xfrm>
            <a:off x="0" y="750096"/>
            <a:ext cx="9144000" cy="3857639"/>
          </a:xfrm>
        </p:spPr>
        <p:txBody>
          <a:bodyPr/>
          <a:lstStyle/>
          <a:p>
            <a:r>
              <a:rPr lang="en-US" noProof="0"/>
              <a:t>Click icon to add picture</a:t>
            </a:r>
            <a:endParaRPr lang="en-GB" noProof="0"/>
          </a:p>
        </p:txBody>
      </p:sp>
    </p:spTree>
    <p:extLst>
      <p:ext uri="{BB962C8B-B14F-4D97-AF65-F5344CB8AC3E}">
        <p14:creationId xmlns:p14="http://schemas.microsoft.com/office/powerpoint/2010/main" val="21978396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Graphic with text">
    <p:spTree>
      <p:nvGrpSpPr>
        <p:cNvPr id="1" name=""/>
        <p:cNvGrpSpPr/>
        <p:nvPr/>
      </p:nvGrpSpPr>
      <p:grpSpPr>
        <a:xfrm>
          <a:off x="0" y="0"/>
          <a:ext cx="0" cy="0"/>
          <a:chOff x="0" y="0"/>
          <a:chExt cx="0" cy="0"/>
        </a:xfrm>
      </p:grpSpPr>
      <p:sp>
        <p:nvSpPr>
          <p:cNvPr id="14" name="Rechteck 13"/>
          <p:cNvSpPr/>
          <p:nvPr/>
        </p:nvSpPr>
        <p:spPr bwMode="auto">
          <a:xfrm>
            <a:off x="357159" y="4286263"/>
            <a:ext cx="4143404" cy="321471"/>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eaLnBrk="0" fontAlgn="base" hangingPunct="0">
              <a:spcBef>
                <a:spcPct val="0"/>
              </a:spcBef>
              <a:spcAft>
                <a:spcPct val="0"/>
              </a:spcAft>
            </a:pPr>
            <a:endParaRPr lang="en-GB" sz="1050">
              <a:solidFill>
                <a:srgbClr val="003366"/>
              </a:solidFill>
            </a:endParaRPr>
          </a:p>
        </p:txBody>
      </p:sp>
      <p:sp>
        <p:nvSpPr>
          <p:cNvPr id="2" name="Titel 1"/>
          <p:cNvSpPr>
            <a:spLocks noGrp="1"/>
          </p:cNvSpPr>
          <p:nvPr>
            <p:ph type="title"/>
          </p:nvPr>
        </p:nvSpPr>
        <p:spPr/>
        <p:txBody>
          <a:bodyPr/>
          <a:lstStyle/>
          <a:p>
            <a:r>
              <a:rPr lang="en-US" noProof="0"/>
              <a:t>Click to edit Master title style</a:t>
            </a:r>
            <a:endParaRPr lang="en-GB" noProof="0"/>
          </a:p>
        </p:txBody>
      </p:sp>
      <p:sp>
        <p:nvSpPr>
          <p:cNvPr id="4" name="Inhaltsplatzhalter 3"/>
          <p:cNvSpPr>
            <a:spLocks noGrp="1"/>
          </p:cNvSpPr>
          <p:nvPr>
            <p:ph sz="half" idx="2"/>
          </p:nvPr>
        </p:nvSpPr>
        <p:spPr>
          <a:xfrm>
            <a:off x="4651375" y="944169"/>
            <a:ext cx="4141788" cy="3649265"/>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Datumsplatzhalter 4"/>
          <p:cNvSpPr>
            <a:spLocks noGrp="1"/>
          </p:cNvSpPr>
          <p:nvPr>
            <p:ph type="dt" sz="half" idx="10"/>
          </p:nvPr>
        </p:nvSpPr>
        <p:spPr/>
        <p:txBody>
          <a:bodyPr/>
          <a:lstStyle>
            <a:lvl1pPr>
              <a:defRPr/>
            </a:lvl1pPr>
          </a:lstStyle>
          <a:p>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lvl1pPr>
              <a:defRPr/>
            </a:lvl1p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11" name="Textplatzhalter 10"/>
          <p:cNvSpPr>
            <a:spLocks noGrp="1"/>
          </p:cNvSpPr>
          <p:nvPr>
            <p:ph type="body" sz="quarter" idx="14"/>
          </p:nvPr>
        </p:nvSpPr>
        <p:spPr>
          <a:xfrm>
            <a:off x="357188" y="4339856"/>
            <a:ext cx="4143375" cy="267878"/>
          </a:xfrm>
          <a:noFill/>
        </p:spPr>
        <p:txBody>
          <a:bodyPr/>
          <a:lstStyle>
            <a:lvl1pPr marL="202406" indent="0">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Inhaltsplatzhalter 12"/>
          <p:cNvSpPr>
            <a:spLocks noGrp="1"/>
          </p:cNvSpPr>
          <p:nvPr>
            <p:ph sz="quarter" idx="15"/>
          </p:nvPr>
        </p:nvSpPr>
        <p:spPr>
          <a:xfrm>
            <a:off x="357190" y="954159"/>
            <a:ext cx="4143374" cy="333209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6044821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Graphic with white text">
    <p:spTree>
      <p:nvGrpSpPr>
        <p:cNvPr id="1" name=""/>
        <p:cNvGrpSpPr/>
        <p:nvPr/>
      </p:nvGrpSpPr>
      <p:grpSpPr>
        <a:xfrm>
          <a:off x="0" y="0"/>
          <a:ext cx="0" cy="0"/>
          <a:chOff x="0" y="0"/>
          <a:chExt cx="0" cy="0"/>
        </a:xfrm>
      </p:grpSpPr>
      <p:sp>
        <p:nvSpPr>
          <p:cNvPr id="14" name="Rechteck 13"/>
          <p:cNvSpPr/>
          <p:nvPr/>
        </p:nvSpPr>
        <p:spPr bwMode="auto">
          <a:xfrm>
            <a:off x="357159" y="4286263"/>
            <a:ext cx="4143404" cy="321471"/>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eaLnBrk="0" fontAlgn="base" hangingPunct="0">
              <a:spcBef>
                <a:spcPct val="0"/>
              </a:spcBef>
              <a:spcAft>
                <a:spcPct val="0"/>
              </a:spcAft>
            </a:pPr>
            <a:endParaRPr lang="en-GB" sz="1050">
              <a:solidFill>
                <a:srgbClr val="003366"/>
              </a:solidFill>
            </a:endParaRPr>
          </a:p>
        </p:txBody>
      </p:sp>
      <p:sp>
        <p:nvSpPr>
          <p:cNvPr id="2" name="Titel 1"/>
          <p:cNvSpPr>
            <a:spLocks noGrp="1"/>
          </p:cNvSpPr>
          <p:nvPr>
            <p:ph type="title"/>
          </p:nvPr>
        </p:nvSpPr>
        <p:spPr/>
        <p:txBody>
          <a:bodyPr/>
          <a:lstStyle/>
          <a:p>
            <a:r>
              <a:rPr lang="en-US" noProof="0"/>
              <a:t>Click to edit Master title style</a:t>
            </a:r>
            <a:endParaRPr lang="en-GB" noProof="0"/>
          </a:p>
        </p:txBody>
      </p:sp>
      <p:sp>
        <p:nvSpPr>
          <p:cNvPr id="4" name="Inhaltsplatzhalter 3"/>
          <p:cNvSpPr>
            <a:spLocks noGrp="1"/>
          </p:cNvSpPr>
          <p:nvPr>
            <p:ph sz="half" idx="2"/>
          </p:nvPr>
        </p:nvSpPr>
        <p:spPr>
          <a:xfrm>
            <a:off x="4651375" y="944169"/>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Datumsplatzhalter 4"/>
          <p:cNvSpPr>
            <a:spLocks noGrp="1"/>
          </p:cNvSpPr>
          <p:nvPr>
            <p:ph type="dt" sz="half" idx="10"/>
          </p:nvPr>
        </p:nvSpPr>
        <p:spPr/>
        <p:txBody>
          <a:bodyPr/>
          <a:lstStyle>
            <a:lvl1pPr>
              <a:defRPr/>
            </a:lvl1pPr>
          </a:lstStyle>
          <a:p>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lvl1pPr>
              <a:defRPr/>
            </a:lvl1p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11" name="Textplatzhalter 10"/>
          <p:cNvSpPr>
            <a:spLocks noGrp="1"/>
          </p:cNvSpPr>
          <p:nvPr>
            <p:ph type="body" sz="quarter" idx="14"/>
          </p:nvPr>
        </p:nvSpPr>
        <p:spPr>
          <a:xfrm>
            <a:off x="357188" y="4339856"/>
            <a:ext cx="4143375" cy="267878"/>
          </a:xfrm>
          <a:noFill/>
        </p:spPr>
        <p:txBody>
          <a:bodyPr/>
          <a:lstStyle>
            <a:lvl1pPr marL="202406" indent="0">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Inhaltsplatzhalter 12"/>
          <p:cNvSpPr>
            <a:spLocks noGrp="1"/>
          </p:cNvSpPr>
          <p:nvPr>
            <p:ph sz="quarter" idx="15"/>
          </p:nvPr>
        </p:nvSpPr>
        <p:spPr>
          <a:xfrm>
            <a:off x="357190" y="954159"/>
            <a:ext cx="4143374" cy="333209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31262847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wo column white">
    <p:spTree>
      <p:nvGrpSpPr>
        <p:cNvPr id="1" name=""/>
        <p:cNvGrpSpPr/>
        <p:nvPr/>
      </p:nvGrpSpPr>
      <p:grpSpPr>
        <a:xfrm>
          <a:off x="0" y="0"/>
          <a:ext cx="0" cy="0"/>
          <a:chOff x="0" y="0"/>
          <a:chExt cx="0" cy="0"/>
        </a:xfrm>
      </p:grpSpPr>
      <p:sp>
        <p:nvSpPr>
          <p:cNvPr id="2" name="Titel 1"/>
          <p:cNvSpPr>
            <a:spLocks noGrp="1"/>
          </p:cNvSpPr>
          <p:nvPr>
            <p:ph type="title"/>
          </p:nvPr>
        </p:nvSpPr>
        <p:spPr>
          <a:xfrm>
            <a:off x="358775" y="80963"/>
            <a:ext cx="6780213" cy="276999"/>
          </a:xfrm>
        </p:spPr>
        <p:txBody>
          <a:bodyPr/>
          <a:lstStyle/>
          <a:p>
            <a:r>
              <a:rPr lang="en-US" noProof="0"/>
              <a:t>Click to edit Master title style</a:t>
            </a:r>
            <a:endParaRPr lang="en-GB" noProof="0"/>
          </a:p>
        </p:txBody>
      </p:sp>
      <p:sp>
        <p:nvSpPr>
          <p:cNvPr id="4" name="Inhaltsplatzhalter 3"/>
          <p:cNvSpPr>
            <a:spLocks noGrp="1"/>
          </p:cNvSpPr>
          <p:nvPr>
            <p:ph sz="half" idx="2"/>
          </p:nvPr>
        </p:nvSpPr>
        <p:spPr>
          <a:xfrm>
            <a:off x="4651375" y="944169"/>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Datumsplatzhalter 4"/>
          <p:cNvSpPr>
            <a:spLocks noGrp="1"/>
          </p:cNvSpPr>
          <p:nvPr>
            <p:ph type="dt" sz="half" idx="10"/>
          </p:nvPr>
        </p:nvSpPr>
        <p:spPr/>
        <p:txBody>
          <a:bodyPr/>
          <a:lstStyle>
            <a:lvl1pPr>
              <a:defRPr/>
            </a:lvl1pPr>
          </a:lstStyle>
          <a:p>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lvl1pPr>
              <a:defRPr/>
            </a:lvl1p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10" name="Inhaltsplatzhalter 3"/>
          <p:cNvSpPr>
            <a:spLocks noGrp="1"/>
          </p:cNvSpPr>
          <p:nvPr>
            <p:ph sz="half" idx="13"/>
          </p:nvPr>
        </p:nvSpPr>
        <p:spPr>
          <a:xfrm>
            <a:off x="358775" y="944169"/>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19533282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884369" cy="627864"/>
          </a:xfrm>
        </p:spPr>
        <p:txBody>
          <a:bodyPr wrap="square" lIns="0">
            <a:spAutoFit/>
          </a:bodyPr>
          <a:lstStyle>
            <a:lvl1pPr>
              <a:defRPr sz="48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5" y="3572754"/>
            <a:ext cx="5884369" cy="369332"/>
          </a:xfrm>
        </p:spPr>
        <p:txBody>
          <a:bodyPr wrap="square">
            <a:spAutoFit/>
          </a:bodyPr>
          <a:lstStyle>
            <a:lvl1pPr marL="0" indent="0" algn="l">
              <a:buNone/>
              <a:defRPr sz="2400" b="0" i="0" baseline="0">
                <a:solidFill>
                  <a:srgbClr val="003366"/>
                </a:solidFill>
                <a:latin typeface="BISansOptiCond"/>
                <a:cs typeface="BISansOptiCond"/>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33321061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374856" cy="627864"/>
          </a:xfrm>
        </p:spPr>
        <p:txBody>
          <a:bodyPr wrap="square">
            <a:spAutoFit/>
          </a:bodyPr>
          <a:lstStyle>
            <a:lvl1pPr>
              <a:defRPr sz="48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6" y="3572754"/>
            <a:ext cx="5374856" cy="369332"/>
          </a:xfrm>
        </p:spPr>
        <p:txBody>
          <a:bodyPr wrap="square">
            <a:spAutoFit/>
          </a:bodyPr>
          <a:lstStyle>
            <a:lvl1pPr marL="0" indent="0" algn="l">
              <a:buNone/>
              <a:defRPr sz="2400" b="0" i="0">
                <a:solidFill>
                  <a:srgbClr val="003366"/>
                </a:solidFill>
                <a:latin typeface="BISansOptiCond"/>
                <a:cs typeface="BISansOptiCond"/>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37681338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8"/>
            <a:ext cx="8235318" cy="738664"/>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2788612"/>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17137335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9"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21115771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9"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2954642"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3359168" y="2342800"/>
            <a:ext cx="2260800" cy="2260800"/>
          </a:xfrm>
          <a:prstGeom prst="ellipse">
            <a:avLst/>
          </a:prstGeom>
        </p:spPr>
        <p:txBody>
          <a:bodyPr/>
          <a:lstStyle>
            <a:lvl1pPr marL="0" indent="0" algn="ctr">
              <a:buNone/>
              <a:defRPr sz="900"/>
            </a:lvl1pPr>
          </a:lstStyle>
          <a:p>
            <a:r>
              <a:rPr lang="en-GB" noProof="0"/>
              <a:t>Click to add picture</a:t>
            </a:r>
          </a:p>
        </p:txBody>
      </p:sp>
      <p:pic>
        <p:nvPicPr>
          <p:cNvPr id="10"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2593205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1" name="Grafik 6">
            <a:extLst>
              <a:ext uri="{FF2B5EF4-FFF2-40B4-BE49-F238E27FC236}">
                <a16:creationId xmlns:a16="http://schemas.microsoft.com/office/drawing/2014/main" id="{7916816C-E3DE-439B-A1F9-A495788B24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30259882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en-GB"/>
          </a:p>
        </p:txBody>
      </p:sp>
      <p:sp>
        <p:nvSpPr>
          <p:cNvPr id="5" name="Fußzeilenplatzhalter 4"/>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367575" y="140400"/>
            <a:ext cx="8408850" cy="470898"/>
          </a:xfrm>
        </p:spPr>
        <p:txBody>
          <a:bodyPr/>
          <a:lstStyle>
            <a:lvl1pPr>
              <a:defRPr sz="3600"/>
            </a:lvl1pPr>
          </a:lstStyle>
          <a:p>
            <a:r>
              <a:rPr lang="en-GB" noProof="0"/>
              <a:t>Click to add headline</a:t>
            </a:r>
          </a:p>
        </p:txBody>
      </p:sp>
      <p:pic>
        <p:nvPicPr>
          <p:cNvPr id="12" name="Grafik 6">
            <a:extLst>
              <a:ext uri="{FF2B5EF4-FFF2-40B4-BE49-F238E27FC236}">
                <a16:creationId xmlns:a16="http://schemas.microsoft.com/office/drawing/2014/main" id="{4A308AC3-2DFB-4776-8175-7F15373756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28050377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endParaRPr lang="en-GB"/>
          </a:p>
        </p:txBody>
      </p:sp>
      <p:sp>
        <p:nvSpPr>
          <p:cNvPr id="7" name="Fußzeilenplatzhalter 6"/>
          <p:cNvSpPr>
            <a:spLocks noGrp="1"/>
          </p:cNvSpPr>
          <p:nvPr>
            <p:ph type="ftr" sz="quarter" idx="11"/>
          </p:nvPr>
        </p:nvSpPr>
        <p:spPr/>
        <p:txBody>
          <a:bodyPr/>
          <a:lstStyle/>
          <a:p>
            <a:r>
              <a:rPr lang="en-US"/>
              <a:t>Presentation title    |    ONLY FOR INTERNAL USE</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367575" y="290572"/>
            <a:ext cx="8408850" cy="313932"/>
          </a:xfrm>
        </p:spPr>
        <p:txBody>
          <a:bodyPr/>
          <a:lstStyle/>
          <a:p>
            <a:r>
              <a:rPr lang="en-GB" noProof="0"/>
              <a:t>Click to add headline</a:t>
            </a:r>
          </a:p>
        </p:txBody>
      </p:sp>
      <p:pic>
        <p:nvPicPr>
          <p:cNvPr id="13" name="Grafik 6">
            <a:extLst>
              <a:ext uri="{FF2B5EF4-FFF2-40B4-BE49-F238E27FC236}">
                <a16:creationId xmlns:a16="http://schemas.microsoft.com/office/drawing/2014/main" id="{2430C1F1-9C8F-41CB-957F-718E11E37A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36362846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367575" y="290572"/>
            <a:ext cx="8408850" cy="313932"/>
          </a:xfrm>
        </p:spPr>
        <p:txBody>
          <a:bodyPr/>
          <a:lstStyle/>
          <a:p>
            <a:r>
              <a:rPr lang="en-GB" noProof="0"/>
              <a:t>Click to add headline</a:t>
            </a:r>
          </a:p>
        </p:txBody>
      </p:sp>
      <p:sp>
        <p:nvSpPr>
          <p:cNvPr id="7" name="Inhaltsplatzhalter 6"/>
          <p:cNvSpPr>
            <a:spLocks noGrp="1"/>
          </p:cNvSpPr>
          <p:nvPr>
            <p:ph sz="quarter" idx="13" hasCustomPrompt="1"/>
          </p:nvPr>
        </p:nvSpPr>
        <p:spPr>
          <a:xfrm>
            <a:off x="1771200" y="1198800"/>
            <a:ext cx="5616000" cy="33948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pic>
        <p:nvPicPr>
          <p:cNvPr id="13" name="Grafik 6">
            <a:extLst>
              <a:ext uri="{FF2B5EF4-FFF2-40B4-BE49-F238E27FC236}">
                <a16:creationId xmlns:a16="http://schemas.microsoft.com/office/drawing/2014/main" id="{EFAECF66-AB61-4E10-AEFE-44D0D59697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33757631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Rechteck 14"/>
          <p:cNvSpPr/>
          <p:nvPr userDrawn="1"/>
        </p:nvSpPr>
        <p:spPr>
          <a:xfrm>
            <a:off x="0" y="103559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a:xfrm>
            <a:off x="367576" y="1200152"/>
            <a:ext cx="2934425" cy="2782569"/>
          </a:xfrm>
        </p:spPr>
        <p:txBody>
          <a:body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en-GB"/>
          </a:p>
        </p:txBody>
      </p:sp>
      <p:sp>
        <p:nvSpPr>
          <p:cNvPr id="6" name="Fußzeilenplatzhalter 5"/>
          <p:cNvSpPr>
            <a:spLocks noGrp="1"/>
          </p:cNvSpPr>
          <p:nvPr>
            <p:ph type="ftr" sz="quarter" idx="11"/>
          </p:nvPr>
        </p:nvSpPr>
        <p:spPr/>
        <p:txBody>
          <a:bodyPr/>
          <a:lstStyle/>
          <a:p>
            <a:r>
              <a:rPr lang="en-US"/>
              <a:t>Presentation title    |    ONLY FOR INTERNAL USE</a:t>
            </a:r>
            <a:endParaRPr lang="en-GB"/>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367575" y="290572"/>
            <a:ext cx="8408850" cy="313932"/>
          </a:xfrm>
        </p:spPr>
        <p:txBody>
          <a:bodyPr/>
          <a:lstStyle/>
          <a:p>
            <a:r>
              <a:rPr lang="en-GB" noProof="0"/>
              <a:t>Click to add headline</a:t>
            </a:r>
          </a:p>
        </p:txBody>
      </p:sp>
      <p:pic>
        <p:nvPicPr>
          <p:cNvPr id="16" name="Grafik 6">
            <a:extLst>
              <a:ext uri="{FF2B5EF4-FFF2-40B4-BE49-F238E27FC236}">
                <a16:creationId xmlns:a16="http://schemas.microsoft.com/office/drawing/2014/main" id="{6C234CF1-A616-4231-ADA7-35D8DA275E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34040015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endParaRPr lang="en-GB"/>
          </a:p>
        </p:txBody>
      </p:sp>
      <p:sp>
        <p:nvSpPr>
          <p:cNvPr id="5" name="Fußzeilenplatzhalter 4"/>
          <p:cNvSpPr>
            <a:spLocks noGrp="1"/>
          </p:cNvSpPr>
          <p:nvPr>
            <p:ph type="ftr" sz="quarter" idx="13"/>
          </p:nvPr>
        </p:nvSpPr>
        <p:spPr/>
        <p:txBody>
          <a:bodyPr/>
          <a:lstStyle/>
          <a:p>
            <a:r>
              <a:rPr lang="en-US"/>
              <a:t>Presentation title    |    ONLY FOR INTERNAL USE</a:t>
            </a:r>
            <a:endParaRPr lang="en-GB"/>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1771575" y="659904"/>
            <a:ext cx="5065660" cy="313932"/>
          </a:xfrm>
        </p:spPr>
        <p:txBody>
          <a:bodyPr/>
          <a:lstStyle/>
          <a:p>
            <a:r>
              <a:rPr lang="en-GB" noProof="0"/>
              <a:t>Click to add headline</a:t>
            </a:r>
          </a:p>
        </p:txBody>
      </p:sp>
      <p:sp>
        <p:nvSpPr>
          <p:cNvPr id="13" name="Inhaltsplatzhalter 6"/>
          <p:cNvSpPr>
            <a:spLocks noGrp="1"/>
          </p:cNvSpPr>
          <p:nvPr>
            <p:ph sz="quarter" idx="15" hasCustomPrompt="1"/>
          </p:nvPr>
        </p:nvSpPr>
        <p:spPr>
          <a:xfrm>
            <a:off x="1771200" y="1504800"/>
            <a:ext cx="5616000" cy="29556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pic>
        <p:nvPicPr>
          <p:cNvPr id="14" name="Grafik 6">
            <a:extLst>
              <a:ext uri="{FF2B5EF4-FFF2-40B4-BE49-F238E27FC236}">
                <a16:creationId xmlns:a16="http://schemas.microsoft.com/office/drawing/2014/main" id="{21F18078-CC02-47CE-8B54-BA5C5CC9A3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40449051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12" name="Grafik 6">
            <a:extLst>
              <a:ext uri="{FF2B5EF4-FFF2-40B4-BE49-F238E27FC236}">
                <a16:creationId xmlns:a16="http://schemas.microsoft.com/office/drawing/2014/main" id="{55B728A9-CC9C-455B-921D-2C4FC3E09B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42724594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US" noProof="0"/>
              <a:t>Presentation title    |    ONLY FOR INTERNAL USE</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9" name="Grafik 6">
            <a:extLst>
              <a:ext uri="{FF2B5EF4-FFF2-40B4-BE49-F238E27FC236}">
                <a16:creationId xmlns:a16="http://schemas.microsoft.com/office/drawing/2014/main" id="{EBD74F79-5463-4638-95BA-F93A812CAB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11912190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US" noProof="0"/>
              <a:t>Presentation title    |    ONLY FOR INTERNAL USE</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140400"/>
            <a:ext cx="8408850" cy="470898"/>
          </a:xfrm>
        </p:spPr>
        <p:txBody>
          <a:bodyPr/>
          <a:lstStyle>
            <a:lvl1pPr>
              <a:defRPr sz="3600"/>
            </a:lvl1pPr>
          </a:lstStyle>
          <a:p>
            <a:r>
              <a:rPr lang="en-GB" noProof="0"/>
              <a:t>Click to add headline</a:t>
            </a:r>
          </a:p>
        </p:txBody>
      </p:sp>
      <p:pic>
        <p:nvPicPr>
          <p:cNvPr id="11" name="Grafik 6">
            <a:extLst>
              <a:ext uri="{FF2B5EF4-FFF2-40B4-BE49-F238E27FC236}">
                <a16:creationId xmlns:a16="http://schemas.microsoft.com/office/drawing/2014/main" id="{26A9ED82-AC90-489D-ABD4-FF1F9D4377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24354075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290572"/>
            <a:ext cx="8408850" cy="313932"/>
          </a:xfrm>
        </p:spPr>
        <p:txBody>
          <a:bodyPr/>
          <a:lstStyle/>
          <a:p>
            <a:r>
              <a:rPr lang="en-GB" noProof="0"/>
              <a:t>Click to add headline</a:t>
            </a:r>
          </a:p>
        </p:txBody>
      </p:sp>
      <p:pic>
        <p:nvPicPr>
          <p:cNvPr id="11" name="Grafik 6">
            <a:extLst>
              <a:ext uri="{FF2B5EF4-FFF2-40B4-BE49-F238E27FC236}">
                <a16:creationId xmlns:a16="http://schemas.microsoft.com/office/drawing/2014/main" id="{B59F2C71-66DB-4750-ABCB-071103CC5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
        <p:nvSpPr>
          <p:cNvPr id="2" name="Date Placeholder 1">
            <a:extLst>
              <a:ext uri="{FF2B5EF4-FFF2-40B4-BE49-F238E27FC236}">
                <a16:creationId xmlns:a16="http://schemas.microsoft.com/office/drawing/2014/main" id="{D8CD893A-DBF8-40BD-8FE6-8546FC2DCFAF}"/>
              </a:ext>
            </a:extLst>
          </p:cNvPr>
          <p:cNvSpPr>
            <a:spLocks noGrp="1"/>
          </p:cNvSpPr>
          <p:nvPr>
            <p:ph type="dt" sz="half" idx="10"/>
          </p:nvPr>
        </p:nvSpPr>
        <p:spPr/>
        <p:txBody>
          <a:bodyPr/>
          <a:lstStyle/>
          <a:p>
            <a:endParaRPr lang="en-GB"/>
          </a:p>
        </p:txBody>
      </p:sp>
      <p:sp>
        <p:nvSpPr>
          <p:cNvPr id="9" name="Footer Placeholder 8">
            <a:extLst>
              <a:ext uri="{FF2B5EF4-FFF2-40B4-BE49-F238E27FC236}">
                <a16:creationId xmlns:a16="http://schemas.microsoft.com/office/drawing/2014/main" id="{E01E0513-3A09-4C5E-B83C-D9FAC2087845}"/>
              </a:ext>
            </a:extLst>
          </p:cNvPr>
          <p:cNvSpPr>
            <a:spLocks noGrp="1"/>
          </p:cNvSpPr>
          <p:nvPr>
            <p:ph type="ftr" sz="quarter" idx="11"/>
          </p:nvPr>
        </p:nvSpPr>
        <p:spPr/>
        <p:txBody>
          <a:bodyPr/>
          <a:lstStyle/>
          <a:p>
            <a:r>
              <a:rPr lang="en-US"/>
              <a:t>Presentation title    |    ONLY FOR INTERNAL USE</a:t>
            </a:r>
            <a:endParaRPr lang="en-GB"/>
          </a:p>
        </p:txBody>
      </p:sp>
      <p:sp>
        <p:nvSpPr>
          <p:cNvPr id="10" name="Slide Number Placeholder 9">
            <a:extLst>
              <a:ext uri="{FF2B5EF4-FFF2-40B4-BE49-F238E27FC236}">
                <a16:creationId xmlns:a16="http://schemas.microsoft.com/office/drawing/2014/main" id="{A8C99E6B-8594-4CDA-A2D3-72DFEAA2AF18}"/>
              </a:ext>
            </a:extLst>
          </p:cNvPr>
          <p:cNvSpPr>
            <a:spLocks noGrp="1"/>
          </p:cNvSpPr>
          <p:nvPr>
            <p:ph type="sldNum" sz="quarter" idx="12"/>
          </p:nvPr>
        </p:nvSpPr>
        <p:spPr/>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22473923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Titel Only 20pt">
    <p:spTree>
      <p:nvGrpSpPr>
        <p:cNvPr id="1" name=""/>
        <p:cNvGrpSpPr/>
        <p:nvPr/>
      </p:nvGrpSpPr>
      <p:grpSpPr>
        <a:xfrm>
          <a:off x="0" y="0"/>
          <a:ext cx="0" cy="0"/>
          <a:chOff x="0" y="0"/>
          <a:chExt cx="0" cy="0"/>
        </a:xfrm>
      </p:grpSpPr>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968" y="459205"/>
            <a:ext cx="8408458" cy="261659"/>
          </a:xfrm>
        </p:spPr>
        <p:txBody>
          <a:bodyPr anchor="b"/>
          <a:lstStyle>
            <a:lvl1pPr>
              <a:defRPr sz="2000">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Presentation title    |    ONLY FOR INTERNAL USE</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9634376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Titel Only 20pt">
    <p:spTree>
      <p:nvGrpSpPr>
        <p:cNvPr id="1" name=""/>
        <p:cNvGrpSpPr/>
        <p:nvPr/>
      </p:nvGrpSpPr>
      <p:grpSpPr>
        <a:xfrm>
          <a:off x="0" y="0"/>
          <a:ext cx="0" cy="0"/>
          <a:chOff x="0" y="0"/>
          <a:chExt cx="0" cy="0"/>
        </a:xfrm>
      </p:grpSpPr>
      <p:sp>
        <p:nvSpPr>
          <p:cNvPr id="8" name="Titel 7"/>
          <p:cNvSpPr>
            <a:spLocks noGrp="1"/>
          </p:cNvSpPr>
          <p:nvPr>
            <p:ph type="title" hasCustomPrompt="1"/>
          </p:nvPr>
        </p:nvSpPr>
        <p:spPr>
          <a:xfrm>
            <a:off x="367968" y="459205"/>
            <a:ext cx="8408458" cy="261659"/>
          </a:xfrm>
        </p:spPr>
        <p:txBody>
          <a:bodyPr anchor="b"/>
          <a:lstStyle>
            <a:lvl1pPr>
              <a:defRPr sz="2000">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Presentation title    |    ONLY FOR INTERNAL USE</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15664265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endParaRPr lang="en-GB" noProof="0"/>
          </a:p>
        </p:txBody>
      </p:sp>
      <p:sp>
        <p:nvSpPr>
          <p:cNvPr id="6" name="Fußzeilenplatzhalter 5"/>
          <p:cNvSpPr>
            <a:spLocks noGrp="1"/>
          </p:cNvSpPr>
          <p:nvPr>
            <p:ph type="ftr" sz="quarter" idx="13"/>
          </p:nvPr>
        </p:nvSpPr>
        <p:spPr/>
        <p:txBody>
          <a:bodyPr/>
          <a:lstStyle/>
          <a:p>
            <a:r>
              <a:rPr lang="en-US" noProof="0"/>
              <a:t>Presentation title    |    ONLY FOR INTERNAL USE</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13932"/>
          </a:xfrm>
        </p:spPr>
        <p:txBody>
          <a:bodyPr/>
          <a:lstStyle/>
          <a:p>
            <a:r>
              <a:rPr lang="en-GB" noProof="0"/>
              <a:t>Click to add headline</a:t>
            </a:r>
          </a:p>
        </p:txBody>
      </p:sp>
      <p:sp>
        <p:nvSpPr>
          <p:cNvPr id="11" name="Inhaltsplatzhalter 6"/>
          <p:cNvSpPr>
            <a:spLocks noGrp="1"/>
          </p:cNvSpPr>
          <p:nvPr>
            <p:ph sz="quarter" idx="15" hasCustomPrompt="1"/>
          </p:nvPr>
        </p:nvSpPr>
        <p:spPr>
          <a:xfrm>
            <a:off x="1771200" y="1198800"/>
            <a:ext cx="5616000" cy="33948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pic>
        <p:nvPicPr>
          <p:cNvPr id="12" name="Grafik 6">
            <a:extLst>
              <a:ext uri="{FF2B5EF4-FFF2-40B4-BE49-F238E27FC236}">
                <a16:creationId xmlns:a16="http://schemas.microsoft.com/office/drawing/2014/main" id="{D7E7076B-485A-4369-ACCD-D9A21C2087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4635868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67576" y="1200152"/>
            <a:ext cx="2934425" cy="2782569"/>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endParaRPr lang="en-GB" noProof="0"/>
          </a:p>
        </p:txBody>
      </p:sp>
      <p:sp>
        <p:nvSpPr>
          <p:cNvPr id="6" name="Fußzeilenplatzhalter 5"/>
          <p:cNvSpPr>
            <a:spLocks noGrp="1"/>
          </p:cNvSpPr>
          <p:nvPr>
            <p:ph type="ftr" sz="quarter" idx="13"/>
          </p:nvPr>
        </p:nvSpPr>
        <p:spPr/>
        <p:txBody>
          <a:bodyPr/>
          <a:lstStyle/>
          <a:p>
            <a:r>
              <a:rPr lang="en-US" noProof="0"/>
              <a:t>Presentation title    |    ONLY FOR INTERNAL USE</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13932"/>
          </a:xfrm>
        </p:spPr>
        <p:txBody>
          <a:bodyPr/>
          <a:lstStyle/>
          <a:p>
            <a:r>
              <a:rPr lang="en-GB" noProof="0"/>
              <a:t>Click to add headline</a:t>
            </a:r>
          </a:p>
        </p:txBody>
      </p:sp>
      <p:pic>
        <p:nvPicPr>
          <p:cNvPr id="11" name="Grafik 6">
            <a:extLst>
              <a:ext uri="{FF2B5EF4-FFF2-40B4-BE49-F238E27FC236}">
                <a16:creationId xmlns:a16="http://schemas.microsoft.com/office/drawing/2014/main" id="{3393933D-9300-4794-8EDF-1BAA7CFF73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31357284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GB" noProof="0"/>
          </a:p>
        </p:txBody>
      </p:sp>
      <p:sp>
        <p:nvSpPr>
          <p:cNvPr id="3" name="Fußzeilenplatzhalter 2"/>
          <p:cNvSpPr>
            <a:spLocks noGrp="1"/>
          </p:cNvSpPr>
          <p:nvPr>
            <p:ph type="ftr" sz="quarter" idx="11"/>
          </p:nvPr>
        </p:nvSpPr>
        <p:spPr/>
        <p:txBody>
          <a:bodyPr/>
          <a:lstStyle/>
          <a:p>
            <a:r>
              <a:rPr lang="en-US" noProof="0"/>
              <a:t>Presentation title    |    ONLY FOR INTERNAL USE</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9" name="Grafik 6">
            <a:extLst>
              <a:ext uri="{FF2B5EF4-FFF2-40B4-BE49-F238E27FC236}">
                <a16:creationId xmlns:a16="http://schemas.microsoft.com/office/drawing/2014/main" id="{FF072EF7-A9BF-4AD8-BBED-A19992A1390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7646118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367575" y="290572"/>
            <a:ext cx="8408850" cy="3139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a:extLst>
              <a:ext uri="{FF2B5EF4-FFF2-40B4-BE49-F238E27FC236}">
                <a16:creationId xmlns:a16="http://schemas.microsoft.com/office/drawing/2014/main" id="{DF0E7695-4F43-4EE7-963E-76FE6CBE5F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3935668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139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3164AE3-231F-4C4D-8CA4-567AA24000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5546435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139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55B95F1-4984-4D55-BCED-4129540893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30801718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139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F2F6B163-49E8-4974-9780-8CB6AE6F18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14187896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139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3BBD0AA3-94CE-47A1-BAC6-D2B0ECC308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40065553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139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8288A59C-63A5-4CD0-8236-4AF96E3F93D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42776320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367575" y="290572"/>
            <a:ext cx="8408850" cy="313932"/>
          </a:xfrm>
        </p:spPr>
        <p:txBody>
          <a:bodyPr/>
          <a:lstStyle/>
          <a:p>
            <a:r>
              <a:rPr lang="en-GB" noProof="0"/>
              <a:t>Click to add headline</a:t>
            </a:r>
          </a:p>
        </p:txBody>
      </p:sp>
      <p:pic>
        <p:nvPicPr>
          <p:cNvPr id="14" name="Grafik 6">
            <a:extLst>
              <a:ext uri="{FF2B5EF4-FFF2-40B4-BE49-F238E27FC236}">
                <a16:creationId xmlns:a16="http://schemas.microsoft.com/office/drawing/2014/main" id="{490AF8E5-BD09-4F34-8613-8E6AF052FB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27406473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9"/>
            <a:ext cx="4626700" cy="769441"/>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367577" y="1233590"/>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1800">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1800">
              <a:latin typeface="BISansOpti"/>
            </a:endParaRPr>
          </a:p>
        </p:txBody>
      </p:sp>
      <p:sp>
        <p:nvSpPr>
          <p:cNvPr id="15" name="Freeform 2"/>
          <p:cNvSpPr>
            <a:spLocks noChangeAspect="1" noChangeArrowheads="1"/>
          </p:cNvSpPr>
          <p:nvPr userDrawn="1"/>
        </p:nvSpPr>
        <p:spPr bwMode="auto">
          <a:xfrm>
            <a:off x="1651481" y="1281035"/>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1800">
              <a:latin typeface="BISansOpti"/>
            </a:endParaRPr>
          </a:p>
        </p:txBody>
      </p:sp>
      <p:sp>
        <p:nvSpPr>
          <p:cNvPr id="16" name="Freeform 2"/>
          <p:cNvSpPr>
            <a:spLocks noChangeAspect="1" noChangeArrowheads="1"/>
          </p:cNvSpPr>
          <p:nvPr userDrawn="1"/>
        </p:nvSpPr>
        <p:spPr bwMode="auto">
          <a:xfrm>
            <a:off x="2312457"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1800">
              <a:latin typeface="BISansOpti"/>
            </a:endParaRPr>
          </a:p>
        </p:txBody>
      </p:sp>
      <p:sp>
        <p:nvSpPr>
          <p:cNvPr id="17" name="Freeform 2"/>
          <p:cNvSpPr>
            <a:spLocks noChangeAspect="1" noChangeArrowheads="1"/>
          </p:cNvSpPr>
          <p:nvPr userDrawn="1"/>
        </p:nvSpPr>
        <p:spPr bwMode="auto">
          <a:xfrm>
            <a:off x="2915300" y="1272057"/>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1800">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378"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7081201" y="1097782"/>
            <a:ext cx="197170"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7081200" y="1256401"/>
            <a:ext cx="219612"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367200" y="2070001"/>
            <a:ext cx="5374800" cy="354013"/>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34595401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9"/>
            <a:ext cx="4626700" cy="923330"/>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367577" y="1233590"/>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1800">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1800">
              <a:latin typeface="BISansOpti"/>
            </a:endParaRPr>
          </a:p>
        </p:txBody>
      </p:sp>
      <p:sp>
        <p:nvSpPr>
          <p:cNvPr id="15" name="Freeform 2"/>
          <p:cNvSpPr>
            <a:spLocks noChangeAspect="1" noChangeArrowheads="1"/>
          </p:cNvSpPr>
          <p:nvPr userDrawn="1"/>
        </p:nvSpPr>
        <p:spPr bwMode="auto">
          <a:xfrm>
            <a:off x="1651481" y="1281035"/>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1800">
              <a:latin typeface="BISansOpti"/>
            </a:endParaRPr>
          </a:p>
        </p:txBody>
      </p:sp>
      <p:sp>
        <p:nvSpPr>
          <p:cNvPr id="16" name="Freeform 2"/>
          <p:cNvSpPr>
            <a:spLocks noChangeAspect="1" noChangeArrowheads="1"/>
          </p:cNvSpPr>
          <p:nvPr userDrawn="1"/>
        </p:nvSpPr>
        <p:spPr bwMode="auto">
          <a:xfrm>
            <a:off x="2312457"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1800">
              <a:latin typeface="BISansOpti"/>
            </a:endParaRPr>
          </a:p>
        </p:txBody>
      </p:sp>
      <p:sp>
        <p:nvSpPr>
          <p:cNvPr id="17" name="Freeform 2"/>
          <p:cNvSpPr>
            <a:spLocks noChangeAspect="1" noChangeArrowheads="1"/>
          </p:cNvSpPr>
          <p:nvPr userDrawn="1"/>
        </p:nvSpPr>
        <p:spPr bwMode="auto">
          <a:xfrm>
            <a:off x="2915300" y="1272057"/>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1800">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378"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7081201" y="1097782"/>
            <a:ext cx="197170"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7081200" y="1256401"/>
            <a:ext cx="219612"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367200" y="2070001"/>
            <a:ext cx="5374800" cy="354013"/>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15293659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userDrawn="1">
  <p:cSld name="1_Standard page_02">
    <p:spTree>
      <p:nvGrpSpPr>
        <p:cNvPr id="1" name=""/>
        <p:cNvGrpSpPr/>
        <p:nvPr/>
      </p:nvGrpSpPr>
      <p:grpSpPr>
        <a:xfrm>
          <a:off x="0" y="0"/>
          <a:ext cx="0" cy="0"/>
          <a:chOff x="0" y="0"/>
          <a:chExt cx="0" cy="0"/>
        </a:xfrm>
      </p:grpSpPr>
      <p:sp>
        <p:nvSpPr>
          <p:cNvPr id="12" name="Rechteck 11"/>
          <p:cNvSpPr/>
          <p:nvPr userDrawn="1"/>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0" name="Grafik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934219"/>
            <a:ext cx="630270" cy="142883"/>
          </a:xfrm>
          <a:prstGeom prst="rect">
            <a:avLst/>
          </a:prstGeom>
        </p:spPr>
      </p:pic>
      <p:sp>
        <p:nvSpPr>
          <p:cNvPr id="7" name="Fußzeilenplatzhalter 6"/>
          <p:cNvSpPr>
            <a:spLocks noGrp="1"/>
          </p:cNvSpPr>
          <p:nvPr>
            <p:ph type="ftr" sz="quarter" idx="11"/>
          </p:nvPr>
        </p:nvSpPr>
        <p:spPr/>
        <p:txBody>
          <a:bodyPr/>
          <a:lstStyle>
            <a:lvl1pPr>
              <a:defRPr>
                <a:solidFill>
                  <a:schemeClr val="tx1"/>
                </a:solidFill>
              </a:defRPr>
            </a:lvl1pPr>
          </a:lstStyle>
          <a:p>
            <a:r>
              <a:rPr lang="en-US">
                <a:solidFill>
                  <a:prstClr val="black"/>
                </a:solidFill>
              </a:rPr>
              <a:t>Presentation title    |    ONLY FOR INTERNAL USE</a:t>
            </a:r>
            <a:endParaRPr lang="en-GB">
              <a:solidFill>
                <a:prstClr val="black"/>
              </a:solidFill>
            </a:endParaRPr>
          </a:p>
        </p:txBody>
      </p:sp>
      <p:sp>
        <p:nvSpPr>
          <p:cNvPr id="8" name="Foliennummernplatzhalter 7"/>
          <p:cNvSpPr>
            <a:spLocks noGrp="1"/>
          </p:cNvSpPr>
          <p:nvPr>
            <p:ph type="sldNum" sz="quarter" idx="12"/>
          </p:nvPr>
        </p:nvSpPr>
        <p:spPr/>
        <p:txBody>
          <a:bodyPr/>
          <a:lstStyle>
            <a:lvl1pPr>
              <a:defRPr>
                <a:solidFill>
                  <a:schemeClr val="tx1"/>
                </a:solidFill>
              </a:defRPr>
            </a:lvl1pPr>
          </a:lstStyle>
          <a:p>
            <a:fld id="{143B55C4-4F5A-416B-997D-6CE47EB0A945}" type="slidenum">
              <a:rPr lang="en-GB" smtClean="0">
                <a:solidFill>
                  <a:prstClr val="black"/>
                </a:solidFill>
              </a:rPr>
              <a:pPr/>
              <a:t>‹#›</a:t>
            </a:fld>
            <a:endParaRPr lang="en-GB">
              <a:solidFill>
                <a:prstClr val="black"/>
              </a:solidFill>
            </a:endParaRPr>
          </a:p>
        </p:txBody>
      </p:sp>
      <p:sp>
        <p:nvSpPr>
          <p:cNvPr id="14" name="Titel 2"/>
          <p:cNvSpPr>
            <a:spLocks noGrp="1"/>
          </p:cNvSpPr>
          <p:nvPr>
            <p:ph type="title"/>
          </p:nvPr>
        </p:nvSpPr>
        <p:spPr>
          <a:xfrm>
            <a:off x="363538" y="30215"/>
            <a:ext cx="8408850" cy="313932"/>
          </a:xfrm>
          <a:prstGeom prst="rect">
            <a:avLst/>
          </a:prstGeom>
        </p:spPr>
        <p:txBody>
          <a:bodyPr/>
          <a:lstStyle/>
          <a:p>
            <a:r>
              <a:rPr lang="de-DE"/>
              <a:t>Titelmasterformat durch Klicken bearbeiten</a:t>
            </a:r>
          </a:p>
        </p:txBody>
      </p:sp>
      <p:sp>
        <p:nvSpPr>
          <p:cNvPr id="4" name="Inhaltsplatzhalter 3"/>
          <p:cNvSpPr>
            <a:spLocks noGrp="1"/>
          </p:cNvSpPr>
          <p:nvPr>
            <p:ph sz="quarter" idx="13"/>
          </p:nvPr>
        </p:nvSpPr>
        <p:spPr>
          <a:xfrm>
            <a:off x="364443" y="904882"/>
            <a:ext cx="8420100" cy="3393281"/>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4312722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slide - whi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4537949-835F-6E45-D78A-B5A2FCEAA3A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Title 1">
            <a:extLst>
              <a:ext uri="{FF2B5EF4-FFF2-40B4-BE49-F238E27FC236}">
                <a16:creationId xmlns:a16="http://schemas.microsoft.com/office/drawing/2014/main" id="{0FB964E9-4B31-60EB-017F-9D4B7CD84ED5}"/>
              </a:ext>
            </a:extLst>
          </p:cNvPr>
          <p:cNvSpPr>
            <a:spLocks noGrp="1"/>
          </p:cNvSpPr>
          <p:nvPr>
            <p:ph type="title" hasCustomPrompt="1"/>
          </p:nvPr>
        </p:nvSpPr>
        <p:spPr>
          <a:xfrm>
            <a:off x="2106930" y="1538509"/>
            <a:ext cx="6229350" cy="389145"/>
          </a:xfrm>
          <a:prstGeom prst="rect">
            <a:avLst/>
          </a:prstGeom>
        </p:spPr>
        <p:txBody>
          <a:bodyPr>
            <a:noAutofit/>
          </a:bodyPr>
          <a:lstStyle>
            <a:lvl1pPr>
              <a:defRPr sz="2700" b="1" i="0">
                <a:solidFill>
                  <a:schemeClr val="accent3"/>
                </a:solidFill>
                <a:latin typeface="+mn-lt"/>
                <a:cs typeface="Gotham Medium" pitchFamily="2" charset="0"/>
              </a:defRPr>
            </a:lvl1pPr>
          </a:lstStyle>
          <a:p>
            <a:r>
              <a:rPr lang="en-GB"/>
              <a:t>Click here to add slide heading</a:t>
            </a:r>
            <a:endParaRPr lang="en-US"/>
          </a:p>
        </p:txBody>
      </p:sp>
      <p:sp>
        <p:nvSpPr>
          <p:cNvPr id="9" name="Text Placeholder 11">
            <a:extLst>
              <a:ext uri="{FF2B5EF4-FFF2-40B4-BE49-F238E27FC236}">
                <a16:creationId xmlns:a16="http://schemas.microsoft.com/office/drawing/2014/main" id="{938A122C-F3BE-894F-B260-69DCB81BB68D}"/>
              </a:ext>
            </a:extLst>
          </p:cNvPr>
          <p:cNvSpPr>
            <a:spLocks noGrp="1"/>
          </p:cNvSpPr>
          <p:nvPr>
            <p:ph type="body" sz="quarter" idx="10" hasCustomPrompt="1"/>
          </p:nvPr>
        </p:nvSpPr>
        <p:spPr>
          <a:xfrm>
            <a:off x="2106930" y="2080969"/>
            <a:ext cx="6229350" cy="669131"/>
          </a:xfrm>
          <a:prstGeom prst="rect">
            <a:avLst/>
          </a:prstGeom>
        </p:spPr>
        <p:txBody>
          <a:bodyPr>
            <a:normAutofit/>
          </a:bodyPr>
          <a:lstStyle>
            <a:lvl1pPr marL="0" indent="0">
              <a:buNone/>
              <a:defRPr sz="1500" b="0" i="0">
                <a:solidFill>
                  <a:schemeClr val="accent1"/>
                </a:solidFill>
                <a:latin typeface="+mn-lt"/>
              </a:defRPr>
            </a:lvl1pPr>
            <a:lvl2pPr marL="342900" indent="0">
              <a:buNone/>
              <a:defRPr/>
            </a:lvl2pPr>
          </a:lstStyle>
          <a:p>
            <a:pPr lvl="0"/>
            <a:r>
              <a:rPr lang="en-GB"/>
              <a:t>Click here to add slide subheading</a:t>
            </a:r>
          </a:p>
        </p:txBody>
      </p:sp>
      <p:pic>
        <p:nvPicPr>
          <p:cNvPr id="3" name="Picture 2" descr="Logo&#10;&#10;Description automatically generated">
            <a:extLst>
              <a:ext uri="{FF2B5EF4-FFF2-40B4-BE49-F238E27FC236}">
                <a16:creationId xmlns:a16="http://schemas.microsoft.com/office/drawing/2014/main" id="{BCDBF872-A007-E880-24A8-8671DB8B6E4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555472" y="137160"/>
            <a:ext cx="3321828" cy="800798"/>
          </a:xfrm>
          <a:prstGeom prst="rect">
            <a:avLst/>
          </a:prstGeom>
        </p:spPr>
      </p:pic>
      <p:pic>
        <p:nvPicPr>
          <p:cNvPr id="6" name="Picture 5" descr="Text&#10;&#10;Description automatically generated with medium confidence">
            <a:extLst>
              <a:ext uri="{FF2B5EF4-FFF2-40B4-BE49-F238E27FC236}">
                <a16:creationId xmlns:a16="http://schemas.microsoft.com/office/drawing/2014/main" id="{2D9E0256-8972-D153-B46F-98626642C5F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751235" y="4562245"/>
            <a:ext cx="3156545" cy="597383"/>
          </a:xfrm>
          <a:prstGeom prst="rect">
            <a:avLst/>
          </a:prstGeom>
        </p:spPr>
      </p:pic>
    </p:spTree>
    <p:extLst>
      <p:ext uri="{BB962C8B-B14F-4D97-AF65-F5344CB8AC3E}">
        <p14:creationId xmlns:p14="http://schemas.microsoft.com/office/powerpoint/2010/main" val="178077031"/>
      </p:ext>
    </p:extLst>
  </p:cSld>
  <p:clrMapOvr>
    <a:masterClrMapping/>
  </p:clrMapOvr>
  <p:extLst>
    <p:ext uri="{DCECCB84-F9BA-43D5-87BE-67443E8EF086}">
      <p15:sldGuideLst xmlns:p15="http://schemas.microsoft.com/office/powerpoint/2012/main">
        <p15:guide id="1" pos="7355">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slide - gree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D881B2-303A-1758-48B1-21A1A5D14FCE}"/>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pic>
        <p:nvPicPr>
          <p:cNvPr id="6" name="Picture 5">
            <a:extLst>
              <a:ext uri="{FF2B5EF4-FFF2-40B4-BE49-F238E27FC236}">
                <a16:creationId xmlns:a16="http://schemas.microsoft.com/office/drawing/2014/main" id="{47C3934E-FCD7-C5E1-01D2-C798A6E590B2}"/>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5555471" y="137161"/>
            <a:ext cx="3321828" cy="800798"/>
          </a:xfrm>
          <a:prstGeom prst="rect">
            <a:avLst/>
          </a:prstGeom>
        </p:spPr>
      </p:pic>
      <p:pic>
        <p:nvPicPr>
          <p:cNvPr id="12" name="Picture 11">
            <a:extLst>
              <a:ext uri="{FF2B5EF4-FFF2-40B4-BE49-F238E27FC236}">
                <a16:creationId xmlns:a16="http://schemas.microsoft.com/office/drawing/2014/main" id="{188A9380-2E5B-5469-9558-AF82C6DC8FDE}"/>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5720755" y="4490216"/>
            <a:ext cx="3156545" cy="760953"/>
          </a:xfrm>
          <a:prstGeom prst="rect">
            <a:avLst/>
          </a:prstGeom>
        </p:spPr>
      </p:pic>
      <p:sp>
        <p:nvSpPr>
          <p:cNvPr id="7" name="Title 1">
            <a:extLst>
              <a:ext uri="{FF2B5EF4-FFF2-40B4-BE49-F238E27FC236}">
                <a16:creationId xmlns:a16="http://schemas.microsoft.com/office/drawing/2014/main" id="{7D314D46-3BED-48DC-A3BD-8BB1832CD0FB}"/>
              </a:ext>
            </a:extLst>
          </p:cNvPr>
          <p:cNvSpPr>
            <a:spLocks noGrp="1"/>
          </p:cNvSpPr>
          <p:nvPr>
            <p:ph type="title" hasCustomPrompt="1"/>
          </p:nvPr>
        </p:nvSpPr>
        <p:spPr>
          <a:xfrm>
            <a:off x="2106930" y="1538509"/>
            <a:ext cx="6229350" cy="389145"/>
          </a:xfrm>
          <a:prstGeom prst="rect">
            <a:avLst/>
          </a:prstGeom>
        </p:spPr>
        <p:txBody>
          <a:bodyPr>
            <a:noAutofit/>
          </a:bodyPr>
          <a:lstStyle>
            <a:lvl1pPr>
              <a:defRPr sz="2700" b="1" i="0">
                <a:solidFill>
                  <a:schemeClr val="bg1"/>
                </a:solidFill>
                <a:latin typeface="+mn-lt"/>
                <a:cs typeface="Gotham Medium" pitchFamily="2" charset="0"/>
              </a:defRPr>
            </a:lvl1pPr>
          </a:lstStyle>
          <a:p>
            <a:r>
              <a:rPr lang="en-GB"/>
              <a:t>Click here to add slide heading</a:t>
            </a:r>
            <a:endParaRPr lang="en-US"/>
          </a:p>
        </p:txBody>
      </p:sp>
      <p:sp>
        <p:nvSpPr>
          <p:cNvPr id="8" name="Text Placeholder 11">
            <a:extLst>
              <a:ext uri="{FF2B5EF4-FFF2-40B4-BE49-F238E27FC236}">
                <a16:creationId xmlns:a16="http://schemas.microsoft.com/office/drawing/2014/main" id="{1EB75006-CE06-4374-87E1-0071A488D16A}"/>
              </a:ext>
            </a:extLst>
          </p:cNvPr>
          <p:cNvSpPr>
            <a:spLocks noGrp="1"/>
          </p:cNvSpPr>
          <p:nvPr>
            <p:ph type="body" sz="quarter" idx="10" hasCustomPrompt="1"/>
          </p:nvPr>
        </p:nvSpPr>
        <p:spPr>
          <a:xfrm>
            <a:off x="2106930" y="2080969"/>
            <a:ext cx="6229350" cy="669131"/>
          </a:xfrm>
          <a:prstGeom prst="rect">
            <a:avLst/>
          </a:prstGeom>
        </p:spPr>
        <p:txBody>
          <a:bodyPr>
            <a:normAutofit/>
          </a:bodyPr>
          <a:lstStyle>
            <a:lvl1pPr marL="0" indent="0">
              <a:buNone/>
              <a:defRPr sz="1500" b="0" i="0">
                <a:solidFill>
                  <a:schemeClr val="bg1"/>
                </a:solidFill>
                <a:latin typeface="+mn-lt"/>
              </a:defRPr>
            </a:lvl1pPr>
            <a:lvl2pPr marL="342900" indent="0">
              <a:buNone/>
              <a:defRPr/>
            </a:lvl2pPr>
          </a:lstStyle>
          <a:p>
            <a:pPr lvl="0"/>
            <a:r>
              <a:rPr lang="en-GB"/>
              <a:t>Click here to add slide subheading</a:t>
            </a:r>
          </a:p>
        </p:txBody>
      </p:sp>
    </p:spTree>
    <p:extLst>
      <p:ext uri="{BB962C8B-B14F-4D97-AF65-F5344CB8AC3E}">
        <p14:creationId xmlns:p14="http://schemas.microsoft.com/office/powerpoint/2010/main" val="31967182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Agenda slide 01">
    <p:spTree>
      <p:nvGrpSpPr>
        <p:cNvPr id="1" name=""/>
        <p:cNvGrpSpPr/>
        <p:nvPr/>
      </p:nvGrpSpPr>
      <p:grpSpPr>
        <a:xfrm>
          <a:off x="0" y="0"/>
          <a:ext cx="0" cy="0"/>
          <a:chOff x="0" y="0"/>
          <a:chExt cx="0" cy="0"/>
        </a:xfrm>
      </p:grpSpPr>
      <p:pic>
        <p:nvPicPr>
          <p:cNvPr id="7" name="Picture 6" descr="Shape&#10;&#10;Description automatically generated">
            <a:extLst>
              <a:ext uri="{FF2B5EF4-FFF2-40B4-BE49-F238E27FC236}">
                <a16:creationId xmlns:a16="http://schemas.microsoft.com/office/drawing/2014/main" id="{ED24862F-17AA-C963-A22D-1BFE5AAA662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8" name="Title 1">
            <a:extLst>
              <a:ext uri="{FF2B5EF4-FFF2-40B4-BE49-F238E27FC236}">
                <a16:creationId xmlns:a16="http://schemas.microsoft.com/office/drawing/2014/main" id="{4388D58C-EC1C-010E-F0D8-8F6E9085B5F2}"/>
              </a:ext>
            </a:extLst>
          </p:cNvPr>
          <p:cNvSpPr>
            <a:spLocks noGrp="1"/>
          </p:cNvSpPr>
          <p:nvPr>
            <p:ph type="title" hasCustomPrompt="1"/>
          </p:nvPr>
        </p:nvSpPr>
        <p:spPr>
          <a:xfrm>
            <a:off x="3558689" y="1004120"/>
            <a:ext cx="4287932" cy="364110"/>
          </a:xfrm>
          <a:prstGeom prst="rect">
            <a:avLst/>
          </a:prstGeom>
        </p:spPr>
        <p:txBody>
          <a:bodyPr>
            <a:normAutofit/>
          </a:bodyPr>
          <a:lstStyle>
            <a:lvl1pPr>
              <a:defRPr sz="2100" b="1" i="0">
                <a:solidFill>
                  <a:schemeClr val="bg1"/>
                </a:solidFill>
                <a:latin typeface="+mn-lt"/>
                <a:cs typeface="Gotham Medium" pitchFamily="2" charset="0"/>
              </a:defRPr>
            </a:lvl1pPr>
          </a:lstStyle>
          <a:p>
            <a:r>
              <a:rPr lang="en-GB"/>
              <a:t>Agenda </a:t>
            </a:r>
            <a:endParaRPr lang="en-US"/>
          </a:p>
        </p:txBody>
      </p:sp>
      <p:sp>
        <p:nvSpPr>
          <p:cNvPr id="9" name="Text Placeholder 11">
            <a:extLst>
              <a:ext uri="{FF2B5EF4-FFF2-40B4-BE49-F238E27FC236}">
                <a16:creationId xmlns:a16="http://schemas.microsoft.com/office/drawing/2014/main" id="{5EC3A774-47DD-0671-AFF4-D45B6C033A42}"/>
              </a:ext>
            </a:extLst>
          </p:cNvPr>
          <p:cNvSpPr>
            <a:spLocks noGrp="1"/>
          </p:cNvSpPr>
          <p:nvPr>
            <p:ph type="body" sz="quarter" idx="10" hasCustomPrompt="1"/>
          </p:nvPr>
        </p:nvSpPr>
        <p:spPr>
          <a:xfrm>
            <a:off x="3558689" y="1902619"/>
            <a:ext cx="1803020" cy="234940"/>
          </a:xfrm>
          <a:prstGeom prst="rect">
            <a:avLst/>
          </a:prstGeom>
        </p:spPr>
        <p:txBody>
          <a:bodyPr>
            <a:normAutofit/>
          </a:bodyPr>
          <a:lstStyle>
            <a:lvl1pPr marL="0" indent="0">
              <a:buNone/>
              <a:defRPr sz="1200" b="1" i="0">
                <a:solidFill>
                  <a:schemeClr val="bg1"/>
                </a:solidFill>
                <a:latin typeface="+mn-lt"/>
              </a:defRPr>
            </a:lvl1pPr>
            <a:lvl2pPr marL="342900" indent="0">
              <a:buNone/>
              <a:defRPr/>
            </a:lvl2pPr>
          </a:lstStyle>
          <a:p>
            <a:pPr lvl="0"/>
            <a:r>
              <a:rPr lang="en-GB"/>
              <a:t>Agenda item</a:t>
            </a:r>
          </a:p>
        </p:txBody>
      </p:sp>
      <p:sp>
        <p:nvSpPr>
          <p:cNvPr id="10" name="Text Placeholder 11">
            <a:extLst>
              <a:ext uri="{FF2B5EF4-FFF2-40B4-BE49-F238E27FC236}">
                <a16:creationId xmlns:a16="http://schemas.microsoft.com/office/drawing/2014/main" id="{161603A8-EE97-0D6A-CE10-9F8099F68B21}"/>
              </a:ext>
            </a:extLst>
          </p:cNvPr>
          <p:cNvSpPr>
            <a:spLocks noGrp="1"/>
          </p:cNvSpPr>
          <p:nvPr>
            <p:ph type="body" sz="quarter" idx="11" hasCustomPrompt="1"/>
          </p:nvPr>
        </p:nvSpPr>
        <p:spPr>
          <a:xfrm>
            <a:off x="3558689" y="2926639"/>
            <a:ext cx="1803020" cy="234940"/>
          </a:xfrm>
          <a:prstGeom prst="rect">
            <a:avLst/>
          </a:prstGeom>
        </p:spPr>
        <p:txBody>
          <a:bodyPr>
            <a:normAutofit/>
          </a:bodyPr>
          <a:lstStyle>
            <a:lvl1pPr marL="0" indent="0">
              <a:buNone/>
              <a:defRPr sz="1200" b="1" i="0">
                <a:solidFill>
                  <a:schemeClr val="bg1"/>
                </a:solidFill>
                <a:latin typeface="+mn-lt"/>
              </a:defRPr>
            </a:lvl1pPr>
            <a:lvl2pPr marL="342900" indent="0">
              <a:buNone/>
              <a:defRPr/>
            </a:lvl2pPr>
          </a:lstStyle>
          <a:p>
            <a:pPr lvl="0"/>
            <a:r>
              <a:rPr lang="en-GB"/>
              <a:t>Agenda item</a:t>
            </a:r>
          </a:p>
        </p:txBody>
      </p:sp>
      <p:sp>
        <p:nvSpPr>
          <p:cNvPr id="11" name="Text Placeholder 11">
            <a:extLst>
              <a:ext uri="{FF2B5EF4-FFF2-40B4-BE49-F238E27FC236}">
                <a16:creationId xmlns:a16="http://schemas.microsoft.com/office/drawing/2014/main" id="{DC5A8C6F-3C3B-E917-5ABA-641E18E94AA0}"/>
              </a:ext>
            </a:extLst>
          </p:cNvPr>
          <p:cNvSpPr>
            <a:spLocks noGrp="1"/>
          </p:cNvSpPr>
          <p:nvPr>
            <p:ph type="body" sz="quarter" idx="12" hasCustomPrompt="1"/>
          </p:nvPr>
        </p:nvSpPr>
        <p:spPr>
          <a:xfrm>
            <a:off x="3558689" y="3950659"/>
            <a:ext cx="1803020" cy="234940"/>
          </a:xfrm>
          <a:prstGeom prst="rect">
            <a:avLst/>
          </a:prstGeom>
        </p:spPr>
        <p:txBody>
          <a:bodyPr>
            <a:normAutofit/>
          </a:bodyPr>
          <a:lstStyle>
            <a:lvl1pPr marL="0" indent="0">
              <a:buNone/>
              <a:defRPr sz="1200" b="1" i="0">
                <a:solidFill>
                  <a:schemeClr val="bg1"/>
                </a:solidFill>
                <a:latin typeface="+mn-lt"/>
              </a:defRPr>
            </a:lvl1pPr>
            <a:lvl2pPr marL="342900" indent="0">
              <a:buNone/>
              <a:defRPr/>
            </a:lvl2pPr>
          </a:lstStyle>
          <a:p>
            <a:pPr lvl="0"/>
            <a:r>
              <a:rPr lang="en-GB"/>
              <a:t>Agenda item</a:t>
            </a:r>
          </a:p>
        </p:txBody>
      </p:sp>
      <p:sp>
        <p:nvSpPr>
          <p:cNvPr id="12" name="Text Placeholder 11">
            <a:extLst>
              <a:ext uri="{FF2B5EF4-FFF2-40B4-BE49-F238E27FC236}">
                <a16:creationId xmlns:a16="http://schemas.microsoft.com/office/drawing/2014/main" id="{FF271A8B-7880-51F7-3D59-772CC5E97921}"/>
              </a:ext>
            </a:extLst>
          </p:cNvPr>
          <p:cNvSpPr>
            <a:spLocks noGrp="1"/>
          </p:cNvSpPr>
          <p:nvPr>
            <p:ph type="body" sz="quarter" idx="13" hasCustomPrompt="1"/>
          </p:nvPr>
        </p:nvSpPr>
        <p:spPr>
          <a:xfrm>
            <a:off x="3558689" y="2201679"/>
            <a:ext cx="4287932" cy="502135"/>
          </a:xfrm>
          <a:prstGeom prst="rect">
            <a:avLst/>
          </a:prstGeom>
        </p:spPr>
        <p:txBody>
          <a:bodyPr>
            <a:normAutofit/>
          </a:bodyPr>
          <a:lstStyle>
            <a:lvl1pPr marL="0" indent="0">
              <a:buNone/>
              <a:defRPr sz="1200" b="0" i="0">
                <a:solidFill>
                  <a:schemeClr val="bg1"/>
                </a:solidFill>
                <a:latin typeface="+mn-lt"/>
              </a:defRPr>
            </a:lvl1pPr>
            <a:lvl2pPr marL="342900" indent="0">
              <a:buNone/>
              <a:defRPr/>
            </a:lvl2pPr>
          </a:lstStyle>
          <a:p>
            <a:pPr lvl="0"/>
            <a:r>
              <a:rPr lang="en-GB"/>
              <a:t>Agenda copy</a:t>
            </a:r>
          </a:p>
        </p:txBody>
      </p:sp>
      <p:sp>
        <p:nvSpPr>
          <p:cNvPr id="13" name="Text Placeholder 11">
            <a:extLst>
              <a:ext uri="{FF2B5EF4-FFF2-40B4-BE49-F238E27FC236}">
                <a16:creationId xmlns:a16="http://schemas.microsoft.com/office/drawing/2014/main" id="{F888619C-15D4-5AA6-CBF1-8C0449579D61}"/>
              </a:ext>
            </a:extLst>
          </p:cNvPr>
          <p:cNvSpPr>
            <a:spLocks noGrp="1"/>
          </p:cNvSpPr>
          <p:nvPr>
            <p:ph type="body" sz="quarter" idx="14" hasCustomPrompt="1"/>
          </p:nvPr>
        </p:nvSpPr>
        <p:spPr>
          <a:xfrm>
            <a:off x="3558689" y="3229686"/>
            <a:ext cx="4287932" cy="502135"/>
          </a:xfrm>
          <a:prstGeom prst="rect">
            <a:avLst/>
          </a:prstGeom>
        </p:spPr>
        <p:txBody>
          <a:bodyPr>
            <a:normAutofit/>
          </a:bodyPr>
          <a:lstStyle>
            <a:lvl1pPr marL="0" indent="0">
              <a:buNone/>
              <a:defRPr sz="1200" b="0" i="0">
                <a:solidFill>
                  <a:schemeClr val="bg1"/>
                </a:solidFill>
                <a:latin typeface="+mn-lt"/>
              </a:defRPr>
            </a:lvl1pPr>
            <a:lvl2pPr marL="342900" indent="0">
              <a:buNone/>
              <a:defRPr/>
            </a:lvl2pPr>
          </a:lstStyle>
          <a:p>
            <a:pPr lvl="0"/>
            <a:r>
              <a:rPr lang="en-GB"/>
              <a:t>Agenda copy</a:t>
            </a:r>
          </a:p>
        </p:txBody>
      </p:sp>
      <p:cxnSp>
        <p:nvCxnSpPr>
          <p:cNvPr id="14" name="Straight Connector 13">
            <a:extLst>
              <a:ext uri="{FF2B5EF4-FFF2-40B4-BE49-F238E27FC236}">
                <a16:creationId xmlns:a16="http://schemas.microsoft.com/office/drawing/2014/main" id="{30ED04B6-AD4D-20CD-7394-3BC8A42591F8}"/>
              </a:ext>
            </a:extLst>
          </p:cNvPr>
          <p:cNvCxnSpPr/>
          <p:nvPr/>
        </p:nvCxnSpPr>
        <p:spPr>
          <a:xfrm flipH="1">
            <a:off x="3558688" y="1567543"/>
            <a:ext cx="5585312"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42AD82F7-50EB-18C4-AD74-F13C3F41D08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6629401" y="137161"/>
            <a:ext cx="2247899" cy="541904"/>
          </a:xfrm>
          <a:prstGeom prst="rect">
            <a:avLst/>
          </a:prstGeom>
        </p:spPr>
      </p:pic>
      <p:pic>
        <p:nvPicPr>
          <p:cNvPr id="6" name="Picture 5">
            <a:extLst>
              <a:ext uri="{FF2B5EF4-FFF2-40B4-BE49-F238E27FC236}">
                <a16:creationId xmlns:a16="http://schemas.microsoft.com/office/drawing/2014/main" id="{665EA340-4E83-5941-DA0E-1827FB507C29}"/>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5720755" y="4490216"/>
            <a:ext cx="3156545" cy="760953"/>
          </a:xfrm>
          <a:prstGeom prst="rect">
            <a:avLst/>
          </a:prstGeom>
        </p:spPr>
      </p:pic>
    </p:spTree>
    <p:extLst>
      <p:ext uri="{BB962C8B-B14F-4D97-AF65-F5344CB8AC3E}">
        <p14:creationId xmlns:p14="http://schemas.microsoft.com/office/powerpoint/2010/main" val="313137153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1_Agenda slide 0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D24862F-17AA-C963-A22D-1BFE5AAA662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cxnSp>
        <p:nvCxnSpPr>
          <p:cNvPr id="14" name="Straight Connector 13">
            <a:extLst>
              <a:ext uri="{FF2B5EF4-FFF2-40B4-BE49-F238E27FC236}">
                <a16:creationId xmlns:a16="http://schemas.microsoft.com/office/drawing/2014/main" id="{30ED04B6-AD4D-20CD-7394-3BC8A42591F8}"/>
              </a:ext>
            </a:extLst>
          </p:cNvPr>
          <p:cNvCxnSpPr>
            <a:cxnSpLocks/>
          </p:cNvCxnSpPr>
          <p:nvPr/>
        </p:nvCxnSpPr>
        <p:spPr>
          <a:xfrm flipH="1">
            <a:off x="2918608" y="1567543"/>
            <a:ext cx="6225392"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42AD82F7-50EB-18C4-AD74-F13C3F41D08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6629401" y="137161"/>
            <a:ext cx="2247899" cy="541904"/>
          </a:xfrm>
          <a:prstGeom prst="rect">
            <a:avLst/>
          </a:prstGeom>
        </p:spPr>
      </p:pic>
      <p:sp>
        <p:nvSpPr>
          <p:cNvPr id="4" name="Title 1">
            <a:extLst>
              <a:ext uri="{FF2B5EF4-FFF2-40B4-BE49-F238E27FC236}">
                <a16:creationId xmlns:a16="http://schemas.microsoft.com/office/drawing/2014/main" id="{40077D6F-B21E-2DE9-9F98-DF2AB3620D78}"/>
              </a:ext>
            </a:extLst>
          </p:cNvPr>
          <p:cNvSpPr>
            <a:spLocks noGrp="1"/>
          </p:cNvSpPr>
          <p:nvPr>
            <p:ph type="title" hasCustomPrompt="1"/>
          </p:nvPr>
        </p:nvSpPr>
        <p:spPr>
          <a:xfrm>
            <a:off x="2918608" y="1004120"/>
            <a:ext cx="5257652" cy="364110"/>
          </a:xfrm>
          <a:prstGeom prst="rect">
            <a:avLst/>
          </a:prstGeom>
        </p:spPr>
        <p:txBody>
          <a:bodyPr>
            <a:normAutofit/>
          </a:bodyPr>
          <a:lstStyle>
            <a:lvl1pPr>
              <a:defRPr sz="2100" b="1" i="0">
                <a:solidFill>
                  <a:schemeClr val="bg1"/>
                </a:solidFill>
                <a:latin typeface="+mn-lt"/>
                <a:cs typeface="Gotham Medium" pitchFamily="2" charset="0"/>
              </a:defRPr>
            </a:lvl1pPr>
          </a:lstStyle>
          <a:p>
            <a:r>
              <a:rPr lang="en-GB"/>
              <a:t>Agenda </a:t>
            </a:r>
            <a:endParaRPr lang="en-US"/>
          </a:p>
        </p:txBody>
      </p:sp>
      <p:sp>
        <p:nvSpPr>
          <p:cNvPr id="5" name="Text Placeholder 11">
            <a:extLst>
              <a:ext uri="{FF2B5EF4-FFF2-40B4-BE49-F238E27FC236}">
                <a16:creationId xmlns:a16="http://schemas.microsoft.com/office/drawing/2014/main" id="{308BEFFC-E3BB-FEE6-D43A-60EB26F4B079}"/>
              </a:ext>
            </a:extLst>
          </p:cNvPr>
          <p:cNvSpPr>
            <a:spLocks noGrp="1"/>
          </p:cNvSpPr>
          <p:nvPr>
            <p:ph type="body" sz="quarter" idx="10" hasCustomPrompt="1"/>
          </p:nvPr>
        </p:nvSpPr>
        <p:spPr>
          <a:xfrm>
            <a:off x="2918608" y="1902619"/>
            <a:ext cx="5257652" cy="234940"/>
          </a:xfrm>
          <a:prstGeom prst="rect">
            <a:avLst/>
          </a:prstGeom>
        </p:spPr>
        <p:txBody>
          <a:bodyPr>
            <a:normAutofit/>
          </a:bodyPr>
          <a:lstStyle>
            <a:lvl1pPr marL="0" indent="0">
              <a:buNone/>
              <a:defRPr sz="1200" b="1" i="0">
                <a:solidFill>
                  <a:schemeClr val="bg1"/>
                </a:solidFill>
                <a:latin typeface="+mn-lt"/>
              </a:defRPr>
            </a:lvl1pPr>
            <a:lvl2pPr marL="342900" indent="0">
              <a:buNone/>
              <a:defRPr/>
            </a:lvl2pPr>
          </a:lstStyle>
          <a:p>
            <a:pPr lvl="0"/>
            <a:r>
              <a:rPr lang="en-GB"/>
              <a:t>Agenda item</a:t>
            </a:r>
          </a:p>
        </p:txBody>
      </p:sp>
      <p:sp>
        <p:nvSpPr>
          <p:cNvPr id="6" name="Text Placeholder 11">
            <a:extLst>
              <a:ext uri="{FF2B5EF4-FFF2-40B4-BE49-F238E27FC236}">
                <a16:creationId xmlns:a16="http://schemas.microsoft.com/office/drawing/2014/main" id="{997B9D54-4C6A-89AF-6DA3-E806BB9F8497}"/>
              </a:ext>
            </a:extLst>
          </p:cNvPr>
          <p:cNvSpPr>
            <a:spLocks noGrp="1"/>
          </p:cNvSpPr>
          <p:nvPr>
            <p:ph type="body" sz="quarter" idx="11" hasCustomPrompt="1"/>
          </p:nvPr>
        </p:nvSpPr>
        <p:spPr>
          <a:xfrm>
            <a:off x="2918608" y="2926639"/>
            <a:ext cx="5257652" cy="234940"/>
          </a:xfrm>
          <a:prstGeom prst="rect">
            <a:avLst/>
          </a:prstGeom>
        </p:spPr>
        <p:txBody>
          <a:bodyPr>
            <a:normAutofit/>
          </a:bodyPr>
          <a:lstStyle>
            <a:lvl1pPr marL="0" indent="0">
              <a:buNone/>
              <a:defRPr sz="1200" b="1" i="0">
                <a:solidFill>
                  <a:schemeClr val="bg1"/>
                </a:solidFill>
                <a:latin typeface="+mn-lt"/>
              </a:defRPr>
            </a:lvl1pPr>
            <a:lvl2pPr marL="342900" indent="0">
              <a:buNone/>
              <a:defRPr/>
            </a:lvl2pPr>
          </a:lstStyle>
          <a:p>
            <a:pPr lvl="0"/>
            <a:r>
              <a:rPr lang="en-GB"/>
              <a:t>Agenda item</a:t>
            </a:r>
          </a:p>
        </p:txBody>
      </p:sp>
      <p:sp>
        <p:nvSpPr>
          <p:cNvPr id="16" name="Text Placeholder 11">
            <a:extLst>
              <a:ext uri="{FF2B5EF4-FFF2-40B4-BE49-F238E27FC236}">
                <a16:creationId xmlns:a16="http://schemas.microsoft.com/office/drawing/2014/main" id="{D13FCCCF-F539-477B-64F3-64A7CB51BE07}"/>
              </a:ext>
            </a:extLst>
          </p:cNvPr>
          <p:cNvSpPr>
            <a:spLocks noGrp="1"/>
          </p:cNvSpPr>
          <p:nvPr>
            <p:ph type="body" sz="quarter" idx="12" hasCustomPrompt="1"/>
          </p:nvPr>
        </p:nvSpPr>
        <p:spPr>
          <a:xfrm>
            <a:off x="2918608" y="3950659"/>
            <a:ext cx="5257652" cy="234940"/>
          </a:xfrm>
          <a:prstGeom prst="rect">
            <a:avLst/>
          </a:prstGeom>
        </p:spPr>
        <p:txBody>
          <a:bodyPr>
            <a:normAutofit/>
          </a:bodyPr>
          <a:lstStyle>
            <a:lvl1pPr marL="0" indent="0">
              <a:buNone/>
              <a:defRPr sz="1200" b="1" i="0">
                <a:solidFill>
                  <a:schemeClr val="bg1"/>
                </a:solidFill>
                <a:latin typeface="+mn-lt"/>
              </a:defRPr>
            </a:lvl1pPr>
            <a:lvl2pPr marL="342900" indent="0">
              <a:buNone/>
              <a:defRPr/>
            </a:lvl2pPr>
          </a:lstStyle>
          <a:p>
            <a:pPr lvl="0"/>
            <a:r>
              <a:rPr lang="en-GB"/>
              <a:t>Agenda item</a:t>
            </a:r>
          </a:p>
        </p:txBody>
      </p:sp>
      <p:sp>
        <p:nvSpPr>
          <p:cNvPr id="17" name="Text Placeholder 11">
            <a:extLst>
              <a:ext uri="{FF2B5EF4-FFF2-40B4-BE49-F238E27FC236}">
                <a16:creationId xmlns:a16="http://schemas.microsoft.com/office/drawing/2014/main" id="{83AD80FF-DAD4-8630-E63A-50C35EF753EB}"/>
              </a:ext>
            </a:extLst>
          </p:cNvPr>
          <p:cNvSpPr>
            <a:spLocks noGrp="1"/>
          </p:cNvSpPr>
          <p:nvPr>
            <p:ph type="body" sz="quarter" idx="13" hasCustomPrompt="1"/>
          </p:nvPr>
        </p:nvSpPr>
        <p:spPr>
          <a:xfrm>
            <a:off x="2918608" y="2201679"/>
            <a:ext cx="5257652" cy="502135"/>
          </a:xfrm>
          <a:prstGeom prst="rect">
            <a:avLst/>
          </a:prstGeom>
        </p:spPr>
        <p:txBody>
          <a:bodyPr>
            <a:normAutofit/>
          </a:bodyPr>
          <a:lstStyle>
            <a:lvl1pPr marL="0" indent="0">
              <a:buNone/>
              <a:defRPr sz="1200" b="0" i="0">
                <a:solidFill>
                  <a:schemeClr val="bg1"/>
                </a:solidFill>
                <a:latin typeface="+mn-lt"/>
              </a:defRPr>
            </a:lvl1pPr>
            <a:lvl2pPr marL="342900" indent="0">
              <a:buNone/>
              <a:defRPr/>
            </a:lvl2pPr>
          </a:lstStyle>
          <a:p>
            <a:pPr lvl="0"/>
            <a:r>
              <a:rPr lang="en-GB"/>
              <a:t>Agenda copy</a:t>
            </a:r>
          </a:p>
        </p:txBody>
      </p:sp>
      <p:sp>
        <p:nvSpPr>
          <p:cNvPr id="18" name="Text Placeholder 11">
            <a:extLst>
              <a:ext uri="{FF2B5EF4-FFF2-40B4-BE49-F238E27FC236}">
                <a16:creationId xmlns:a16="http://schemas.microsoft.com/office/drawing/2014/main" id="{CA5CEFBD-D66B-47B4-2F69-FA4155885143}"/>
              </a:ext>
            </a:extLst>
          </p:cNvPr>
          <p:cNvSpPr>
            <a:spLocks noGrp="1"/>
          </p:cNvSpPr>
          <p:nvPr>
            <p:ph type="body" sz="quarter" idx="14" hasCustomPrompt="1"/>
          </p:nvPr>
        </p:nvSpPr>
        <p:spPr>
          <a:xfrm>
            <a:off x="2918608" y="3229686"/>
            <a:ext cx="5257652" cy="502135"/>
          </a:xfrm>
          <a:prstGeom prst="rect">
            <a:avLst/>
          </a:prstGeom>
        </p:spPr>
        <p:txBody>
          <a:bodyPr>
            <a:normAutofit/>
          </a:bodyPr>
          <a:lstStyle>
            <a:lvl1pPr marL="0" indent="0">
              <a:buNone/>
              <a:defRPr sz="1200" b="0" i="0">
                <a:solidFill>
                  <a:schemeClr val="bg1"/>
                </a:solidFill>
                <a:latin typeface="+mn-lt"/>
              </a:defRPr>
            </a:lvl1pPr>
            <a:lvl2pPr marL="342900" indent="0">
              <a:buNone/>
              <a:defRPr/>
            </a:lvl2pPr>
          </a:lstStyle>
          <a:p>
            <a:pPr lvl="0"/>
            <a:r>
              <a:rPr lang="en-GB"/>
              <a:t>Agenda copy</a:t>
            </a:r>
          </a:p>
        </p:txBody>
      </p:sp>
      <p:sp>
        <p:nvSpPr>
          <p:cNvPr id="19" name="Text Placeholder 11">
            <a:extLst>
              <a:ext uri="{FF2B5EF4-FFF2-40B4-BE49-F238E27FC236}">
                <a16:creationId xmlns:a16="http://schemas.microsoft.com/office/drawing/2014/main" id="{FBA43EE3-1674-239C-730E-5E751F4B477E}"/>
              </a:ext>
            </a:extLst>
          </p:cNvPr>
          <p:cNvSpPr>
            <a:spLocks noGrp="1"/>
          </p:cNvSpPr>
          <p:nvPr>
            <p:ph type="body" sz="quarter" idx="15" hasCustomPrompt="1"/>
          </p:nvPr>
        </p:nvSpPr>
        <p:spPr>
          <a:xfrm>
            <a:off x="2918608" y="4257693"/>
            <a:ext cx="5257652" cy="502135"/>
          </a:xfrm>
          <a:prstGeom prst="rect">
            <a:avLst/>
          </a:prstGeom>
        </p:spPr>
        <p:txBody>
          <a:bodyPr>
            <a:normAutofit/>
          </a:bodyPr>
          <a:lstStyle>
            <a:lvl1pPr marL="0" indent="0">
              <a:buNone/>
              <a:defRPr sz="1200" b="0" i="0">
                <a:solidFill>
                  <a:schemeClr val="bg1"/>
                </a:solidFill>
                <a:latin typeface="+mn-lt"/>
              </a:defRPr>
            </a:lvl1pPr>
            <a:lvl2pPr marL="342900" indent="0">
              <a:buNone/>
              <a:defRPr/>
            </a:lvl2pPr>
          </a:lstStyle>
          <a:p>
            <a:pPr lvl="0"/>
            <a:r>
              <a:rPr lang="en-GB"/>
              <a:t>Agenda copy</a:t>
            </a:r>
          </a:p>
        </p:txBody>
      </p:sp>
      <p:pic>
        <p:nvPicPr>
          <p:cNvPr id="21" name="Picture 20">
            <a:extLst>
              <a:ext uri="{FF2B5EF4-FFF2-40B4-BE49-F238E27FC236}">
                <a16:creationId xmlns:a16="http://schemas.microsoft.com/office/drawing/2014/main" id="{CE583D91-D97B-D84C-70FE-0810B5E216E5}"/>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5720755" y="4490216"/>
            <a:ext cx="3156545" cy="760953"/>
          </a:xfrm>
          <a:prstGeom prst="rect">
            <a:avLst/>
          </a:prstGeom>
        </p:spPr>
      </p:pic>
    </p:spTree>
    <p:extLst>
      <p:ext uri="{BB962C8B-B14F-4D97-AF65-F5344CB8AC3E}">
        <p14:creationId xmlns:p14="http://schemas.microsoft.com/office/powerpoint/2010/main" val="207548449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Agenda slide 0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C747FC9-7925-146C-8F64-BAB61259063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Title 1">
            <a:extLst>
              <a:ext uri="{FF2B5EF4-FFF2-40B4-BE49-F238E27FC236}">
                <a16:creationId xmlns:a16="http://schemas.microsoft.com/office/drawing/2014/main" id="{C35D0DD9-6DA1-1F3A-9832-7BDF8203FFA5}"/>
              </a:ext>
            </a:extLst>
          </p:cNvPr>
          <p:cNvSpPr>
            <a:spLocks noGrp="1"/>
          </p:cNvSpPr>
          <p:nvPr>
            <p:ph type="title" hasCustomPrompt="1"/>
          </p:nvPr>
        </p:nvSpPr>
        <p:spPr>
          <a:xfrm>
            <a:off x="2918608" y="1004120"/>
            <a:ext cx="5257652" cy="364110"/>
          </a:xfrm>
          <a:prstGeom prst="rect">
            <a:avLst/>
          </a:prstGeom>
        </p:spPr>
        <p:txBody>
          <a:bodyPr>
            <a:normAutofit/>
          </a:bodyPr>
          <a:lstStyle>
            <a:lvl1pPr>
              <a:defRPr sz="2100" b="1" i="0">
                <a:solidFill>
                  <a:schemeClr val="accent1"/>
                </a:solidFill>
                <a:latin typeface="+mn-lt"/>
                <a:cs typeface="Gotham Medium" pitchFamily="2" charset="0"/>
              </a:defRPr>
            </a:lvl1pPr>
          </a:lstStyle>
          <a:p>
            <a:r>
              <a:rPr lang="en-GB"/>
              <a:t>Agenda </a:t>
            </a:r>
            <a:endParaRPr lang="en-US"/>
          </a:p>
        </p:txBody>
      </p:sp>
      <p:sp>
        <p:nvSpPr>
          <p:cNvPr id="9" name="Text Placeholder 11">
            <a:extLst>
              <a:ext uri="{FF2B5EF4-FFF2-40B4-BE49-F238E27FC236}">
                <a16:creationId xmlns:a16="http://schemas.microsoft.com/office/drawing/2014/main" id="{878324AF-3490-8738-3874-F658858B3BA9}"/>
              </a:ext>
            </a:extLst>
          </p:cNvPr>
          <p:cNvSpPr>
            <a:spLocks noGrp="1"/>
          </p:cNvSpPr>
          <p:nvPr>
            <p:ph type="body" sz="quarter" idx="10" hasCustomPrompt="1"/>
          </p:nvPr>
        </p:nvSpPr>
        <p:spPr>
          <a:xfrm>
            <a:off x="2918608" y="1902619"/>
            <a:ext cx="5257652" cy="234940"/>
          </a:xfrm>
          <a:prstGeom prst="rect">
            <a:avLst/>
          </a:prstGeom>
        </p:spPr>
        <p:txBody>
          <a:bodyPr>
            <a:normAutofit/>
          </a:bodyPr>
          <a:lstStyle>
            <a:lvl1pPr marL="0" indent="0">
              <a:buNone/>
              <a:defRPr sz="1200" b="1" i="0">
                <a:solidFill>
                  <a:schemeClr val="accent1"/>
                </a:solidFill>
                <a:latin typeface="+mn-lt"/>
              </a:defRPr>
            </a:lvl1pPr>
            <a:lvl2pPr marL="342900" indent="0">
              <a:buNone/>
              <a:defRPr/>
            </a:lvl2pPr>
          </a:lstStyle>
          <a:p>
            <a:pPr lvl="0"/>
            <a:r>
              <a:rPr lang="en-GB"/>
              <a:t>Agenda item</a:t>
            </a:r>
          </a:p>
        </p:txBody>
      </p:sp>
      <p:sp>
        <p:nvSpPr>
          <p:cNvPr id="10" name="Text Placeholder 11">
            <a:extLst>
              <a:ext uri="{FF2B5EF4-FFF2-40B4-BE49-F238E27FC236}">
                <a16:creationId xmlns:a16="http://schemas.microsoft.com/office/drawing/2014/main" id="{C985B813-5039-D4D1-CE30-DEC1CF355ACC}"/>
              </a:ext>
            </a:extLst>
          </p:cNvPr>
          <p:cNvSpPr>
            <a:spLocks noGrp="1"/>
          </p:cNvSpPr>
          <p:nvPr>
            <p:ph type="body" sz="quarter" idx="11" hasCustomPrompt="1"/>
          </p:nvPr>
        </p:nvSpPr>
        <p:spPr>
          <a:xfrm>
            <a:off x="2918608" y="2926639"/>
            <a:ext cx="5257652" cy="234940"/>
          </a:xfrm>
          <a:prstGeom prst="rect">
            <a:avLst/>
          </a:prstGeom>
        </p:spPr>
        <p:txBody>
          <a:bodyPr>
            <a:normAutofit/>
          </a:bodyPr>
          <a:lstStyle>
            <a:lvl1pPr marL="0" indent="0">
              <a:buNone/>
              <a:defRPr sz="1200" b="1" i="0">
                <a:solidFill>
                  <a:schemeClr val="accent1"/>
                </a:solidFill>
                <a:latin typeface="+mn-lt"/>
              </a:defRPr>
            </a:lvl1pPr>
            <a:lvl2pPr marL="342900" indent="0">
              <a:buNone/>
              <a:defRPr/>
            </a:lvl2pPr>
          </a:lstStyle>
          <a:p>
            <a:pPr lvl="0"/>
            <a:r>
              <a:rPr lang="en-GB"/>
              <a:t>Agenda item</a:t>
            </a:r>
          </a:p>
        </p:txBody>
      </p:sp>
      <p:sp>
        <p:nvSpPr>
          <p:cNvPr id="11" name="Text Placeholder 11">
            <a:extLst>
              <a:ext uri="{FF2B5EF4-FFF2-40B4-BE49-F238E27FC236}">
                <a16:creationId xmlns:a16="http://schemas.microsoft.com/office/drawing/2014/main" id="{52938904-8131-27AB-6FBA-409090B22448}"/>
              </a:ext>
            </a:extLst>
          </p:cNvPr>
          <p:cNvSpPr>
            <a:spLocks noGrp="1"/>
          </p:cNvSpPr>
          <p:nvPr>
            <p:ph type="body" sz="quarter" idx="12" hasCustomPrompt="1"/>
          </p:nvPr>
        </p:nvSpPr>
        <p:spPr>
          <a:xfrm>
            <a:off x="2918608" y="3950659"/>
            <a:ext cx="5257652" cy="234940"/>
          </a:xfrm>
          <a:prstGeom prst="rect">
            <a:avLst/>
          </a:prstGeom>
        </p:spPr>
        <p:txBody>
          <a:bodyPr>
            <a:normAutofit/>
          </a:bodyPr>
          <a:lstStyle>
            <a:lvl1pPr marL="0" indent="0">
              <a:buNone/>
              <a:defRPr sz="1200" b="1" i="0">
                <a:solidFill>
                  <a:schemeClr val="accent1"/>
                </a:solidFill>
                <a:latin typeface="+mn-lt"/>
              </a:defRPr>
            </a:lvl1pPr>
            <a:lvl2pPr marL="342900" indent="0">
              <a:buNone/>
              <a:defRPr/>
            </a:lvl2pPr>
          </a:lstStyle>
          <a:p>
            <a:pPr lvl="0"/>
            <a:r>
              <a:rPr lang="en-GB"/>
              <a:t>Agenda item</a:t>
            </a:r>
          </a:p>
        </p:txBody>
      </p:sp>
      <p:sp>
        <p:nvSpPr>
          <p:cNvPr id="12" name="Text Placeholder 11">
            <a:extLst>
              <a:ext uri="{FF2B5EF4-FFF2-40B4-BE49-F238E27FC236}">
                <a16:creationId xmlns:a16="http://schemas.microsoft.com/office/drawing/2014/main" id="{A4DFAEA9-0000-9B5F-466A-B115EB2478A3}"/>
              </a:ext>
            </a:extLst>
          </p:cNvPr>
          <p:cNvSpPr>
            <a:spLocks noGrp="1"/>
          </p:cNvSpPr>
          <p:nvPr>
            <p:ph type="body" sz="quarter" idx="13" hasCustomPrompt="1"/>
          </p:nvPr>
        </p:nvSpPr>
        <p:spPr>
          <a:xfrm>
            <a:off x="2918608" y="2201679"/>
            <a:ext cx="5257652" cy="502135"/>
          </a:xfrm>
          <a:prstGeom prst="rect">
            <a:avLst/>
          </a:prstGeom>
        </p:spPr>
        <p:txBody>
          <a:bodyPr>
            <a:normAutofit/>
          </a:bodyPr>
          <a:lstStyle>
            <a:lvl1pPr marL="0" indent="0">
              <a:buNone/>
              <a:defRPr sz="1200" b="0" i="0">
                <a:solidFill>
                  <a:schemeClr val="accent1"/>
                </a:solidFill>
                <a:latin typeface="+mn-lt"/>
              </a:defRPr>
            </a:lvl1pPr>
            <a:lvl2pPr marL="342900" indent="0">
              <a:buNone/>
              <a:defRPr/>
            </a:lvl2pPr>
          </a:lstStyle>
          <a:p>
            <a:pPr lvl="0"/>
            <a:r>
              <a:rPr lang="en-GB"/>
              <a:t>Agenda copy</a:t>
            </a:r>
          </a:p>
        </p:txBody>
      </p:sp>
      <p:sp>
        <p:nvSpPr>
          <p:cNvPr id="13" name="Text Placeholder 11">
            <a:extLst>
              <a:ext uri="{FF2B5EF4-FFF2-40B4-BE49-F238E27FC236}">
                <a16:creationId xmlns:a16="http://schemas.microsoft.com/office/drawing/2014/main" id="{F6C210ED-D85D-EF52-F58E-EEC442617E81}"/>
              </a:ext>
            </a:extLst>
          </p:cNvPr>
          <p:cNvSpPr>
            <a:spLocks noGrp="1"/>
          </p:cNvSpPr>
          <p:nvPr>
            <p:ph type="body" sz="quarter" idx="14" hasCustomPrompt="1"/>
          </p:nvPr>
        </p:nvSpPr>
        <p:spPr>
          <a:xfrm>
            <a:off x="2918608" y="3229686"/>
            <a:ext cx="5257652" cy="502135"/>
          </a:xfrm>
          <a:prstGeom prst="rect">
            <a:avLst/>
          </a:prstGeom>
        </p:spPr>
        <p:txBody>
          <a:bodyPr>
            <a:normAutofit/>
          </a:bodyPr>
          <a:lstStyle>
            <a:lvl1pPr marL="0" indent="0">
              <a:buNone/>
              <a:defRPr sz="1200" b="0" i="0">
                <a:solidFill>
                  <a:schemeClr val="accent1"/>
                </a:solidFill>
                <a:latin typeface="+mn-lt"/>
              </a:defRPr>
            </a:lvl1pPr>
            <a:lvl2pPr marL="342900" indent="0">
              <a:buNone/>
              <a:defRPr/>
            </a:lvl2pPr>
          </a:lstStyle>
          <a:p>
            <a:pPr lvl="0"/>
            <a:r>
              <a:rPr lang="en-GB"/>
              <a:t>Agenda copy</a:t>
            </a:r>
          </a:p>
        </p:txBody>
      </p:sp>
      <p:sp>
        <p:nvSpPr>
          <p:cNvPr id="14" name="Text Placeholder 11">
            <a:extLst>
              <a:ext uri="{FF2B5EF4-FFF2-40B4-BE49-F238E27FC236}">
                <a16:creationId xmlns:a16="http://schemas.microsoft.com/office/drawing/2014/main" id="{B1791B0A-8AB3-90A8-698F-FB045BD6CAD0}"/>
              </a:ext>
            </a:extLst>
          </p:cNvPr>
          <p:cNvSpPr>
            <a:spLocks noGrp="1"/>
          </p:cNvSpPr>
          <p:nvPr>
            <p:ph type="body" sz="quarter" idx="15" hasCustomPrompt="1"/>
          </p:nvPr>
        </p:nvSpPr>
        <p:spPr>
          <a:xfrm>
            <a:off x="2918608" y="4257693"/>
            <a:ext cx="5257652" cy="502135"/>
          </a:xfrm>
          <a:prstGeom prst="rect">
            <a:avLst/>
          </a:prstGeom>
        </p:spPr>
        <p:txBody>
          <a:bodyPr>
            <a:normAutofit/>
          </a:bodyPr>
          <a:lstStyle>
            <a:lvl1pPr marL="0" indent="0">
              <a:buNone/>
              <a:defRPr sz="1200" b="0" i="0">
                <a:solidFill>
                  <a:schemeClr val="accent1"/>
                </a:solidFill>
                <a:latin typeface="+mn-lt"/>
              </a:defRPr>
            </a:lvl1pPr>
            <a:lvl2pPr marL="342900" indent="0">
              <a:buNone/>
              <a:defRPr/>
            </a:lvl2pPr>
          </a:lstStyle>
          <a:p>
            <a:pPr lvl="0"/>
            <a:r>
              <a:rPr lang="en-GB"/>
              <a:t>Agenda copy</a:t>
            </a:r>
          </a:p>
        </p:txBody>
      </p:sp>
      <p:cxnSp>
        <p:nvCxnSpPr>
          <p:cNvPr id="15" name="Straight Connector 14">
            <a:extLst>
              <a:ext uri="{FF2B5EF4-FFF2-40B4-BE49-F238E27FC236}">
                <a16:creationId xmlns:a16="http://schemas.microsoft.com/office/drawing/2014/main" id="{EEB77140-27E3-BDF9-18EC-4C3EFFAE2349}"/>
              </a:ext>
            </a:extLst>
          </p:cNvPr>
          <p:cNvCxnSpPr>
            <a:cxnSpLocks/>
          </p:cNvCxnSpPr>
          <p:nvPr/>
        </p:nvCxnSpPr>
        <p:spPr>
          <a:xfrm flipH="1">
            <a:off x="2918608" y="1567543"/>
            <a:ext cx="622539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6" name="Picture 15" descr="Logo&#10;&#10;Description automatically generated">
            <a:extLst>
              <a:ext uri="{FF2B5EF4-FFF2-40B4-BE49-F238E27FC236}">
                <a16:creationId xmlns:a16="http://schemas.microsoft.com/office/drawing/2014/main" id="{27EDD195-BAF9-6212-0781-FB4C99E1014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629400" y="137161"/>
            <a:ext cx="2247900" cy="541904"/>
          </a:xfrm>
          <a:prstGeom prst="rect">
            <a:avLst/>
          </a:prstGeom>
        </p:spPr>
      </p:pic>
      <p:pic>
        <p:nvPicPr>
          <p:cNvPr id="18" name="Picture 17" descr="Text&#10;&#10;Description automatically generated with medium confidence">
            <a:extLst>
              <a:ext uri="{FF2B5EF4-FFF2-40B4-BE49-F238E27FC236}">
                <a16:creationId xmlns:a16="http://schemas.microsoft.com/office/drawing/2014/main" id="{07E74332-8400-3AA2-40FB-40740D6E9D4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751235" y="4562245"/>
            <a:ext cx="3156545" cy="597383"/>
          </a:xfrm>
          <a:prstGeom prst="rect">
            <a:avLst/>
          </a:prstGeom>
        </p:spPr>
      </p:pic>
    </p:spTree>
    <p:extLst>
      <p:ext uri="{BB962C8B-B14F-4D97-AF65-F5344CB8AC3E}">
        <p14:creationId xmlns:p14="http://schemas.microsoft.com/office/powerpoint/2010/main" val="152660656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Content slide 0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E1D6305-56CD-DB94-7C31-9F060FBC6A0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9BDD6C1D-04CC-25E8-4080-70D4C41347D7}"/>
              </a:ext>
            </a:extLst>
          </p:cNvPr>
          <p:cNvSpPr>
            <a:spLocks noGrp="1"/>
          </p:cNvSpPr>
          <p:nvPr>
            <p:ph type="title" hasCustomPrompt="1"/>
          </p:nvPr>
        </p:nvSpPr>
        <p:spPr>
          <a:xfrm>
            <a:off x="341571" y="229352"/>
            <a:ext cx="8471491" cy="571154"/>
          </a:xfrm>
          <a:prstGeom prst="rect">
            <a:avLst/>
          </a:prstGeom>
        </p:spPr>
        <p:txBody>
          <a:bodyPr lIns="0" anchor="t">
            <a:noAutofit/>
          </a:bodyPr>
          <a:lstStyle>
            <a:lvl1pPr>
              <a:defRPr sz="2100" b="1" i="0">
                <a:solidFill>
                  <a:schemeClr val="accent3"/>
                </a:solidFill>
                <a:latin typeface="+mn-lt"/>
              </a:defRPr>
            </a:lvl1pPr>
          </a:lstStyle>
          <a:p>
            <a:r>
              <a:rPr lang="en-GB"/>
              <a:t>Click to add content page heading </a:t>
            </a:r>
            <a:endParaRPr lang="en-US"/>
          </a:p>
        </p:txBody>
      </p:sp>
      <p:sp>
        <p:nvSpPr>
          <p:cNvPr id="3" name="Content Placeholder 2">
            <a:extLst>
              <a:ext uri="{FF2B5EF4-FFF2-40B4-BE49-F238E27FC236}">
                <a16:creationId xmlns:a16="http://schemas.microsoft.com/office/drawing/2014/main" id="{3CAA49A1-E985-A4F5-6BF7-0EBB8DB57E1F}"/>
              </a:ext>
            </a:extLst>
          </p:cNvPr>
          <p:cNvSpPr>
            <a:spLocks noGrp="1"/>
          </p:cNvSpPr>
          <p:nvPr>
            <p:ph sz="half" idx="1" hasCustomPrompt="1"/>
          </p:nvPr>
        </p:nvSpPr>
        <p:spPr>
          <a:xfrm>
            <a:off x="341571" y="1034292"/>
            <a:ext cx="4149356" cy="3375943"/>
          </a:xfrm>
          <a:prstGeom prst="rect">
            <a:avLst/>
          </a:prstGeom>
        </p:spPr>
        <p:txBody>
          <a:bodyPr lIns="0">
            <a:normAutofit/>
          </a:bodyPr>
          <a:lstStyle>
            <a:lvl1pPr>
              <a:buClr>
                <a:schemeClr val="accent1"/>
              </a:buClr>
              <a:defRPr sz="1350" b="0" i="0">
                <a:solidFill>
                  <a:schemeClr val="accent3"/>
                </a:solidFill>
                <a:latin typeface="+mn-lt"/>
              </a:defRPr>
            </a:lvl1pPr>
            <a:lvl2pPr>
              <a:buClr>
                <a:schemeClr val="accent1"/>
              </a:buClr>
              <a:defRPr sz="1350" b="0" i="0">
                <a:latin typeface="+mn-lt"/>
              </a:defRPr>
            </a:lvl2pPr>
            <a:lvl3pPr>
              <a:defRPr sz="1350"/>
            </a:lvl3pPr>
            <a:lvl4pPr>
              <a:defRPr sz="1200"/>
            </a:lvl4pPr>
            <a:lvl5pPr>
              <a:defRPr sz="1200"/>
            </a:lvl5pPr>
          </a:lstStyle>
          <a:p>
            <a:pPr lvl="0"/>
            <a:r>
              <a:rPr lang="en-GB"/>
              <a:t>Click to add content or copy</a:t>
            </a:r>
          </a:p>
          <a:p>
            <a:pPr lvl="1"/>
            <a:endParaRPr lang="en-US"/>
          </a:p>
        </p:txBody>
      </p:sp>
      <p:sp>
        <p:nvSpPr>
          <p:cNvPr id="12" name="Content Placeholder 2">
            <a:extLst>
              <a:ext uri="{FF2B5EF4-FFF2-40B4-BE49-F238E27FC236}">
                <a16:creationId xmlns:a16="http://schemas.microsoft.com/office/drawing/2014/main" id="{55B897CC-28DB-D9B6-235C-225869D31BF3}"/>
              </a:ext>
            </a:extLst>
          </p:cNvPr>
          <p:cNvSpPr>
            <a:spLocks noGrp="1"/>
          </p:cNvSpPr>
          <p:nvPr>
            <p:ph sz="half" idx="13" hasCustomPrompt="1"/>
          </p:nvPr>
        </p:nvSpPr>
        <p:spPr>
          <a:xfrm>
            <a:off x="4663706" y="1034292"/>
            <a:ext cx="4149356" cy="3375943"/>
          </a:xfrm>
          <a:prstGeom prst="rect">
            <a:avLst/>
          </a:prstGeom>
        </p:spPr>
        <p:txBody>
          <a:bodyPr lIns="0">
            <a:normAutofit/>
          </a:bodyPr>
          <a:lstStyle>
            <a:lvl1pPr>
              <a:buClr>
                <a:schemeClr val="accent1"/>
              </a:buClr>
              <a:defRPr sz="1350" b="0" i="0">
                <a:solidFill>
                  <a:schemeClr val="accent3"/>
                </a:solidFill>
                <a:latin typeface="+mn-lt"/>
              </a:defRPr>
            </a:lvl1pPr>
            <a:lvl2pPr>
              <a:buClr>
                <a:schemeClr val="accent1"/>
              </a:buClr>
              <a:defRPr sz="1350" b="0" i="0">
                <a:latin typeface="+mn-lt"/>
              </a:defRPr>
            </a:lvl2pPr>
          </a:lstStyle>
          <a:p>
            <a:pPr lvl="0"/>
            <a:r>
              <a:rPr lang="en-GB"/>
              <a:t>Click to add content or copy</a:t>
            </a:r>
          </a:p>
          <a:p>
            <a:pPr lvl="1"/>
            <a:endParaRPr lang="en-US"/>
          </a:p>
        </p:txBody>
      </p:sp>
      <p:sp>
        <p:nvSpPr>
          <p:cNvPr id="14" name="Text Placeholder 13">
            <a:extLst>
              <a:ext uri="{FF2B5EF4-FFF2-40B4-BE49-F238E27FC236}">
                <a16:creationId xmlns:a16="http://schemas.microsoft.com/office/drawing/2014/main" id="{BA4B0AC5-F29D-E7DE-51E7-A9B5E98AD256}"/>
              </a:ext>
            </a:extLst>
          </p:cNvPr>
          <p:cNvSpPr>
            <a:spLocks noGrp="1"/>
          </p:cNvSpPr>
          <p:nvPr>
            <p:ph type="body" sz="quarter" idx="14" hasCustomPrompt="1"/>
          </p:nvPr>
        </p:nvSpPr>
        <p:spPr>
          <a:xfrm>
            <a:off x="341710" y="552103"/>
            <a:ext cx="8470905" cy="248403"/>
          </a:xfrm>
          <a:prstGeom prst="rect">
            <a:avLst/>
          </a:prstGeom>
        </p:spPr>
        <p:txBody>
          <a:bodyPr lIns="0" anchor="ctr">
            <a:noAutofit/>
          </a:bodyPr>
          <a:lstStyle>
            <a:lvl1pPr marL="0" indent="0">
              <a:buNone/>
              <a:defRPr sz="1200" b="0" i="0">
                <a:solidFill>
                  <a:schemeClr val="accent1"/>
                </a:solidFill>
                <a:latin typeface="+mn-lt"/>
              </a:defRPr>
            </a:lvl1pPr>
          </a:lstStyle>
          <a:p>
            <a:pPr lvl="0"/>
            <a:r>
              <a:rPr lang="en-GB"/>
              <a:t>Click to add page subheading</a:t>
            </a:r>
          </a:p>
        </p:txBody>
      </p:sp>
      <p:pic>
        <p:nvPicPr>
          <p:cNvPr id="4" name="Picture 3" descr="Logo&#10;&#10;Description automatically generated">
            <a:extLst>
              <a:ext uri="{FF2B5EF4-FFF2-40B4-BE49-F238E27FC236}">
                <a16:creationId xmlns:a16="http://schemas.microsoft.com/office/drawing/2014/main" id="{339C7FE0-00A4-5B65-1271-280C8B58AD2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629400" y="137161"/>
            <a:ext cx="2247900" cy="541904"/>
          </a:xfrm>
          <a:prstGeom prst="rect">
            <a:avLst/>
          </a:prstGeom>
        </p:spPr>
      </p:pic>
      <p:sp>
        <p:nvSpPr>
          <p:cNvPr id="11" name="Slide Number Placeholder 6">
            <a:extLst>
              <a:ext uri="{FF2B5EF4-FFF2-40B4-BE49-F238E27FC236}">
                <a16:creationId xmlns:a16="http://schemas.microsoft.com/office/drawing/2014/main" id="{55D42B6B-8A77-480F-AF56-45A6784855DA}"/>
              </a:ext>
            </a:extLst>
          </p:cNvPr>
          <p:cNvSpPr>
            <a:spLocks noGrp="1"/>
          </p:cNvSpPr>
          <p:nvPr>
            <p:ph type="sldNum" sz="quarter" idx="4"/>
          </p:nvPr>
        </p:nvSpPr>
        <p:spPr>
          <a:xfrm>
            <a:off x="8532744" y="4685785"/>
            <a:ext cx="279733" cy="339683"/>
          </a:xfrm>
          <a:prstGeom prst="rect">
            <a:avLst/>
          </a:prstGeom>
        </p:spPr>
        <p:txBody>
          <a:bodyPr anchor="ctr"/>
          <a:lstStyle>
            <a:lvl1pPr algn="r">
              <a:defRPr sz="675" b="0" i="0">
                <a:solidFill>
                  <a:schemeClr val="accent1"/>
                </a:solidFill>
                <a:latin typeface="Arial" panose="020B0604020202020204" pitchFamily="34" charset="0"/>
              </a:defRPr>
            </a:lvl1pPr>
          </a:lstStyle>
          <a:p>
            <a:fld id="{30A9AB0C-0590-434A-95FD-435A435C6ED1}" type="slidenum">
              <a:rPr lang="en-GB" smtClean="0"/>
              <a:t>‹#›</a:t>
            </a:fld>
            <a:endParaRPr lang="en-GB"/>
          </a:p>
        </p:txBody>
      </p:sp>
      <p:sp>
        <p:nvSpPr>
          <p:cNvPr id="13" name="Footer Placeholder 9">
            <a:extLst>
              <a:ext uri="{FF2B5EF4-FFF2-40B4-BE49-F238E27FC236}">
                <a16:creationId xmlns:a16="http://schemas.microsoft.com/office/drawing/2014/main" id="{6B362813-3712-44F6-BC65-768B4D53EEEB}"/>
              </a:ext>
            </a:extLst>
          </p:cNvPr>
          <p:cNvSpPr>
            <a:spLocks noGrp="1"/>
          </p:cNvSpPr>
          <p:nvPr>
            <p:ph type="ftr" sz="quarter" idx="3"/>
          </p:nvPr>
        </p:nvSpPr>
        <p:spPr>
          <a:xfrm>
            <a:off x="341570" y="4685785"/>
            <a:ext cx="8147522" cy="183872"/>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US"/>
              <a:t>Presentation title    |    ONLY FOR INTERNAL USE</a:t>
            </a:r>
            <a:endParaRPr lang="en-GB"/>
          </a:p>
        </p:txBody>
      </p:sp>
      <p:sp>
        <p:nvSpPr>
          <p:cNvPr id="15" name="Date Placeholder 3">
            <a:extLst>
              <a:ext uri="{FF2B5EF4-FFF2-40B4-BE49-F238E27FC236}">
                <a16:creationId xmlns:a16="http://schemas.microsoft.com/office/drawing/2014/main" id="{F5BC5BCC-8AAE-4C49-A745-9F004D184ED8}"/>
              </a:ext>
            </a:extLst>
          </p:cNvPr>
          <p:cNvSpPr>
            <a:spLocks noGrp="1"/>
          </p:cNvSpPr>
          <p:nvPr>
            <p:ph type="dt" sz="half" idx="2"/>
          </p:nvPr>
        </p:nvSpPr>
        <p:spPr>
          <a:xfrm>
            <a:off x="341570" y="4875835"/>
            <a:ext cx="2057400" cy="137276"/>
          </a:xfrm>
          <a:prstGeom prst="rect">
            <a:avLst/>
          </a:prstGeom>
        </p:spPr>
        <p:txBody>
          <a:bodyPr vert="horz" lIns="91440" tIns="45720" rIns="91440" bIns="45720" rtlCol="0" anchor="ctr"/>
          <a:lstStyle>
            <a:lvl1pPr algn="l">
              <a:defRPr sz="600">
                <a:solidFill>
                  <a:schemeClr val="tx1">
                    <a:tint val="75000"/>
                  </a:schemeClr>
                </a:solidFill>
              </a:defRPr>
            </a:lvl1pPr>
          </a:lstStyle>
          <a:p>
            <a:endParaRPr lang="en-GB"/>
          </a:p>
        </p:txBody>
      </p:sp>
    </p:spTree>
    <p:extLst>
      <p:ext uri="{BB962C8B-B14F-4D97-AF65-F5344CB8AC3E}">
        <p14:creationId xmlns:p14="http://schemas.microsoft.com/office/powerpoint/2010/main" val="10673780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content slide 02 ">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DA7DD0E-AA21-49E5-3879-482D9DE9896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Content Placeholder 2">
            <a:extLst>
              <a:ext uri="{FF2B5EF4-FFF2-40B4-BE49-F238E27FC236}">
                <a16:creationId xmlns:a16="http://schemas.microsoft.com/office/drawing/2014/main" id="{7642DAC8-E7E2-C455-AC43-9FCFAB65A371}"/>
              </a:ext>
            </a:extLst>
          </p:cNvPr>
          <p:cNvSpPr>
            <a:spLocks noGrp="1"/>
          </p:cNvSpPr>
          <p:nvPr>
            <p:ph sz="half" idx="1" hasCustomPrompt="1"/>
          </p:nvPr>
        </p:nvSpPr>
        <p:spPr>
          <a:xfrm>
            <a:off x="341571" y="1034292"/>
            <a:ext cx="8470905" cy="3375943"/>
          </a:xfrm>
          <a:prstGeom prst="rect">
            <a:avLst/>
          </a:prstGeom>
        </p:spPr>
        <p:txBody>
          <a:bodyPr lIns="0">
            <a:normAutofit/>
          </a:bodyPr>
          <a:lstStyle>
            <a:lvl1pPr>
              <a:buClr>
                <a:schemeClr val="accent1"/>
              </a:buClr>
              <a:defRPr sz="1500" b="0" i="0">
                <a:solidFill>
                  <a:schemeClr val="accent3"/>
                </a:solidFill>
                <a:latin typeface="+mn-lt"/>
              </a:defRPr>
            </a:lvl1pPr>
            <a:lvl2pPr>
              <a:buClr>
                <a:schemeClr val="accent1"/>
              </a:buClr>
              <a:defRPr sz="1500" b="0" i="0">
                <a:latin typeface="+mn-lt"/>
              </a:defRPr>
            </a:lvl2pPr>
            <a:lvl3pPr>
              <a:defRPr sz="1350"/>
            </a:lvl3pPr>
            <a:lvl4pPr>
              <a:defRPr sz="1200"/>
            </a:lvl4pPr>
            <a:lvl5pPr>
              <a:defRPr sz="1200"/>
            </a:lvl5pPr>
          </a:lstStyle>
          <a:p>
            <a:pPr lvl="0"/>
            <a:r>
              <a:rPr lang="en-GB"/>
              <a:t>Click to add content or copy</a:t>
            </a:r>
          </a:p>
          <a:p>
            <a:pPr lvl="1"/>
            <a:endParaRPr lang="en-US"/>
          </a:p>
        </p:txBody>
      </p:sp>
      <p:pic>
        <p:nvPicPr>
          <p:cNvPr id="10" name="Picture 9" descr="Logo&#10;&#10;Description automatically generated">
            <a:extLst>
              <a:ext uri="{FF2B5EF4-FFF2-40B4-BE49-F238E27FC236}">
                <a16:creationId xmlns:a16="http://schemas.microsoft.com/office/drawing/2014/main" id="{45F0D34C-F1DE-025C-3E79-A11546AAC83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629400" y="137161"/>
            <a:ext cx="2247900" cy="541904"/>
          </a:xfrm>
          <a:prstGeom prst="rect">
            <a:avLst/>
          </a:prstGeom>
        </p:spPr>
      </p:pic>
      <p:sp>
        <p:nvSpPr>
          <p:cNvPr id="17" name="Slide Number Placeholder 6">
            <a:extLst>
              <a:ext uri="{FF2B5EF4-FFF2-40B4-BE49-F238E27FC236}">
                <a16:creationId xmlns:a16="http://schemas.microsoft.com/office/drawing/2014/main" id="{7D9CF75E-18C5-4B44-B33D-712E753F826F}"/>
              </a:ext>
            </a:extLst>
          </p:cNvPr>
          <p:cNvSpPr>
            <a:spLocks noGrp="1"/>
          </p:cNvSpPr>
          <p:nvPr>
            <p:ph type="sldNum" sz="quarter" idx="4"/>
          </p:nvPr>
        </p:nvSpPr>
        <p:spPr>
          <a:xfrm>
            <a:off x="8532744" y="4685785"/>
            <a:ext cx="279733" cy="339683"/>
          </a:xfrm>
          <a:prstGeom prst="rect">
            <a:avLst/>
          </a:prstGeom>
        </p:spPr>
        <p:txBody>
          <a:bodyPr anchor="ctr"/>
          <a:lstStyle>
            <a:lvl1pPr algn="r">
              <a:defRPr sz="675" b="0" i="0">
                <a:solidFill>
                  <a:schemeClr val="accent1"/>
                </a:solidFill>
                <a:latin typeface="Arial" panose="020B0604020202020204" pitchFamily="34" charset="0"/>
              </a:defRPr>
            </a:lvl1pPr>
          </a:lstStyle>
          <a:p>
            <a:fld id="{30A9AB0C-0590-434A-95FD-435A435C6ED1}" type="slidenum">
              <a:rPr lang="en-GB" smtClean="0"/>
              <a:t>‹#›</a:t>
            </a:fld>
            <a:endParaRPr lang="en-GB"/>
          </a:p>
        </p:txBody>
      </p:sp>
      <p:sp>
        <p:nvSpPr>
          <p:cNvPr id="18" name="Footer Placeholder 9">
            <a:extLst>
              <a:ext uri="{FF2B5EF4-FFF2-40B4-BE49-F238E27FC236}">
                <a16:creationId xmlns:a16="http://schemas.microsoft.com/office/drawing/2014/main" id="{C0F48D5C-C777-48E3-8DB3-2BD60DFA4D65}"/>
              </a:ext>
            </a:extLst>
          </p:cNvPr>
          <p:cNvSpPr>
            <a:spLocks noGrp="1"/>
          </p:cNvSpPr>
          <p:nvPr>
            <p:ph type="ftr" sz="quarter" idx="3"/>
          </p:nvPr>
        </p:nvSpPr>
        <p:spPr>
          <a:xfrm>
            <a:off x="341570" y="4685785"/>
            <a:ext cx="8147522" cy="183872"/>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US"/>
              <a:t>Presentation title    |    ONLY FOR INTERNAL USE</a:t>
            </a:r>
            <a:endParaRPr lang="en-GB"/>
          </a:p>
        </p:txBody>
      </p:sp>
      <p:sp>
        <p:nvSpPr>
          <p:cNvPr id="11" name="Date Placeholder 3">
            <a:extLst>
              <a:ext uri="{FF2B5EF4-FFF2-40B4-BE49-F238E27FC236}">
                <a16:creationId xmlns:a16="http://schemas.microsoft.com/office/drawing/2014/main" id="{27435720-D439-46A6-A0F7-786CD6090390}"/>
              </a:ext>
            </a:extLst>
          </p:cNvPr>
          <p:cNvSpPr>
            <a:spLocks noGrp="1"/>
          </p:cNvSpPr>
          <p:nvPr>
            <p:ph type="dt" sz="half" idx="2"/>
          </p:nvPr>
        </p:nvSpPr>
        <p:spPr>
          <a:xfrm>
            <a:off x="341570" y="4875835"/>
            <a:ext cx="2057400" cy="137276"/>
          </a:xfrm>
          <a:prstGeom prst="rect">
            <a:avLst/>
          </a:prstGeom>
        </p:spPr>
        <p:txBody>
          <a:bodyPr vert="horz" lIns="91440" tIns="45720" rIns="91440" bIns="45720" rtlCol="0" anchor="ctr"/>
          <a:lstStyle>
            <a:lvl1pPr algn="l">
              <a:defRPr sz="600">
                <a:solidFill>
                  <a:schemeClr val="tx1">
                    <a:tint val="75000"/>
                  </a:schemeClr>
                </a:solidFill>
              </a:defRPr>
            </a:lvl1pPr>
          </a:lstStyle>
          <a:p>
            <a:endParaRPr lang="en-GB"/>
          </a:p>
        </p:txBody>
      </p:sp>
      <p:sp>
        <p:nvSpPr>
          <p:cNvPr id="12" name="Title 1">
            <a:extLst>
              <a:ext uri="{FF2B5EF4-FFF2-40B4-BE49-F238E27FC236}">
                <a16:creationId xmlns:a16="http://schemas.microsoft.com/office/drawing/2014/main" id="{682FC6F3-9713-481E-AABC-58374B10AED9}"/>
              </a:ext>
            </a:extLst>
          </p:cNvPr>
          <p:cNvSpPr>
            <a:spLocks noGrp="1"/>
          </p:cNvSpPr>
          <p:nvPr>
            <p:ph type="title" hasCustomPrompt="1"/>
          </p:nvPr>
        </p:nvSpPr>
        <p:spPr>
          <a:xfrm>
            <a:off x="341571" y="229352"/>
            <a:ext cx="8471491" cy="571154"/>
          </a:xfrm>
          <a:prstGeom prst="rect">
            <a:avLst/>
          </a:prstGeom>
        </p:spPr>
        <p:txBody>
          <a:bodyPr lIns="0" anchor="t">
            <a:noAutofit/>
          </a:bodyPr>
          <a:lstStyle>
            <a:lvl1pPr>
              <a:defRPr sz="2100" b="1" i="0">
                <a:solidFill>
                  <a:schemeClr val="accent3"/>
                </a:solidFill>
                <a:latin typeface="+mn-lt"/>
              </a:defRPr>
            </a:lvl1pPr>
          </a:lstStyle>
          <a:p>
            <a:r>
              <a:rPr lang="en-GB"/>
              <a:t>Click to add content page heading </a:t>
            </a:r>
            <a:endParaRPr lang="en-US"/>
          </a:p>
        </p:txBody>
      </p:sp>
      <p:sp>
        <p:nvSpPr>
          <p:cNvPr id="16" name="Text Placeholder 13">
            <a:extLst>
              <a:ext uri="{FF2B5EF4-FFF2-40B4-BE49-F238E27FC236}">
                <a16:creationId xmlns:a16="http://schemas.microsoft.com/office/drawing/2014/main" id="{7D90D6BD-759E-40D9-8A82-7D125DF84F0F}"/>
              </a:ext>
            </a:extLst>
          </p:cNvPr>
          <p:cNvSpPr>
            <a:spLocks noGrp="1"/>
          </p:cNvSpPr>
          <p:nvPr>
            <p:ph type="body" sz="quarter" idx="14" hasCustomPrompt="1"/>
          </p:nvPr>
        </p:nvSpPr>
        <p:spPr>
          <a:xfrm>
            <a:off x="341710" y="552103"/>
            <a:ext cx="8470905" cy="248403"/>
          </a:xfrm>
          <a:prstGeom prst="rect">
            <a:avLst/>
          </a:prstGeom>
        </p:spPr>
        <p:txBody>
          <a:bodyPr lIns="0" anchor="ctr">
            <a:noAutofit/>
          </a:bodyPr>
          <a:lstStyle>
            <a:lvl1pPr marL="0" indent="0">
              <a:buNone/>
              <a:defRPr sz="1200" b="0" i="0">
                <a:solidFill>
                  <a:schemeClr val="accent1"/>
                </a:solidFill>
                <a:latin typeface="+mn-lt"/>
              </a:defRPr>
            </a:lvl1pPr>
          </a:lstStyle>
          <a:p>
            <a:pPr lvl="0"/>
            <a:r>
              <a:rPr lang="en-GB"/>
              <a:t>Click to add page subheading</a:t>
            </a:r>
          </a:p>
        </p:txBody>
      </p:sp>
    </p:spTree>
    <p:extLst>
      <p:ext uri="{BB962C8B-B14F-4D97-AF65-F5344CB8AC3E}">
        <p14:creationId xmlns:p14="http://schemas.microsoft.com/office/powerpoint/2010/main" val="29143748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8A57D-2716-48B4-AACC-0BFDC77CBC99}"/>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988FA269-9504-40FB-A4BE-247630803A9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964BDB8-F192-4662-B92C-1A51C9EC48DA}"/>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57F0BFB8-9EF1-4BAC-8232-C72B20DF946F}"/>
              </a:ext>
            </a:extLst>
          </p:cNvPr>
          <p:cNvSpPr>
            <a:spLocks noGrp="1"/>
          </p:cNvSpPr>
          <p:nvPr>
            <p:ph type="ftr" sz="quarter" idx="11"/>
          </p:nvPr>
        </p:nvSpPr>
        <p:spPr/>
        <p:txBody>
          <a:bodyPr/>
          <a:lstStyle/>
          <a:p>
            <a:r>
              <a:rPr lang="en-US"/>
              <a:t>Presentation title    |    ONLY FOR INTERNAL USE</a:t>
            </a:r>
            <a:endParaRPr lang="en-GB"/>
          </a:p>
        </p:txBody>
      </p:sp>
      <p:sp>
        <p:nvSpPr>
          <p:cNvPr id="6" name="Slide Number Placeholder 5">
            <a:extLst>
              <a:ext uri="{FF2B5EF4-FFF2-40B4-BE49-F238E27FC236}">
                <a16:creationId xmlns:a16="http://schemas.microsoft.com/office/drawing/2014/main" id="{4551885F-F8C9-4324-8496-68C50CC4CFC3}"/>
              </a:ext>
            </a:extLst>
          </p:cNvPr>
          <p:cNvSpPr>
            <a:spLocks noGrp="1"/>
          </p:cNvSpPr>
          <p:nvPr>
            <p:ph type="sldNum" sz="quarter" idx="12"/>
          </p:nvPr>
        </p:nvSpPr>
        <p:spPr/>
        <p:txBody>
          <a:bodyPr/>
          <a:lstStyle/>
          <a:p>
            <a:fld id="{30A9AB0C-0590-434A-95FD-435A435C6ED1}" type="slidenum">
              <a:rPr lang="en-GB" smtClean="0"/>
              <a:t>‹#›</a:t>
            </a:fld>
            <a:endParaRPr lang="en-GB"/>
          </a:p>
        </p:txBody>
      </p:sp>
    </p:spTree>
    <p:extLst>
      <p:ext uri="{BB962C8B-B14F-4D97-AF65-F5344CB8AC3E}">
        <p14:creationId xmlns:p14="http://schemas.microsoft.com/office/powerpoint/2010/main" val="2424829193"/>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endParaRPr lang="en-GB"/>
          </a:p>
        </p:txBody>
      </p:sp>
      <p:sp>
        <p:nvSpPr>
          <p:cNvPr id="7" name="Fußzeilenplatzhalter 6"/>
          <p:cNvSpPr>
            <a:spLocks noGrp="1"/>
          </p:cNvSpPr>
          <p:nvPr>
            <p:ph type="ftr" sz="quarter" idx="11"/>
          </p:nvPr>
        </p:nvSpPr>
        <p:spPr/>
        <p:txBody>
          <a:bodyPr/>
          <a:lstStyle/>
          <a:p>
            <a:r>
              <a:rPr lang="en-US"/>
              <a:t>Presentation title    |    ONLY FOR INTERNAL USE</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8306865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24" name="Gerade Verbindung 23"/>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8" y="1991163"/>
            <a:ext cx="5884369" cy="553998"/>
          </a:xfrm>
        </p:spPr>
        <p:txBody>
          <a:bodyPr wrap="square" lIns="0">
            <a:spAutoFit/>
          </a:bodyPr>
          <a:lstStyle>
            <a:lvl1pPr>
              <a:defRPr sz="36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367577" y="3572753"/>
            <a:ext cx="5884369"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91012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pic>
        <p:nvPicPr>
          <p:cNvPr id="14"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24" name="Gerade Verbindung 23"/>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374856" cy="553998"/>
          </a:xfrm>
        </p:spPr>
        <p:txBody>
          <a:bodyPr wrap="square">
            <a:spAutoFit/>
          </a:bodyPr>
          <a:lstStyle>
            <a:lvl1pPr>
              <a:defRPr sz="36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367576" y="3572753"/>
            <a:ext cx="5374856"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225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22658217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06880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zh-CN" altLang="en-US" noProof="0"/>
              <a:t>单击此处编辑母版文本样式</a:t>
            </a:r>
          </a:p>
        </p:txBody>
      </p:sp>
    </p:spTree>
    <p:extLst>
      <p:ext uri="{BB962C8B-B14F-4D97-AF65-F5344CB8AC3E}">
        <p14:creationId xmlns:p14="http://schemas.microsoft.com/office/powerpoint/2010/main" val="5416239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351829" y="2788611"/>
            <a:ext cx="2954642"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3" name="Gerade Verbindung 12"/>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zh-CN" altLang="en-US" noProof="0"/>
              <a:t>单击此处编辑母版文本样式</a:t>
            </a:r>
          </a:p>
        </p:txBody>
      </p:sp>
      <p:sp>
        <p:nvSpPr>
          <p:cNvPr id="23" name="Bildplatzhalter 22"/>
          <p:cNvSpPr>
            <a:spLocks noGrp="1"/>
          </p:cNvSpPr>
          <p:nvPr>
            <p:ph type="pic" sz="quarter" idx="13"/>
          </p:nvPr>
        </p:nvSpPr>
        <p:spPr>
          <a:xfrm>
            <a:off x="3359168" y="2342800"/>
            <a:ext cx="2260800" cy="2260800"/>
          </a:xfrm>
          <a:prstGeom prst="ellipse">
            <a:avLst/>
          </a:prstGeom>
        </p:spPr>
        <p:txBody>
          <a:bodyPr/>
          <a:lstStyle>
            <a:lvl1pPr marL="0" indent="0">
              <a:buNone/>
              <a:defRPr sz="675"/>
            </a:lvl1pPr>
          </a:lstStyle>
          <a:p>
            <a:r>
              <a:rPr lang="zh-CN" altLang="en-US" noProof="0"/>
              <a:t>单击图标添加图片</a:t>
            </a:r>
            <a:endParaRPr lang="en-GB" noProof="0"/>
          </a:p>
        </p:txBody>
      </p:sp>
    </p:spTree>
    <p:extLst>
      <p:ext uri="{BB962C8B-B14F-4D97-AF65-F5344CB8AC3E}">
        <p14:creationId xmlns:p14="http://schemas.microsoft.com/office/powerpoint/2010/main" val="23411877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sp>
        <p:nvSpPr>
          <p:cNvPr id="9" name="Rechteck 8"/>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zh-CN" altLang="en-US"/>
          </a:p>
        </p:txBody>
      </p:sp>
      <p:sp>
        <p:nvSpPr>
          <p:cNvPr id="4" name="Fußzeilenplatzhalter 3"/>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2363123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9" name="Grafik 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zh-CN" altLang="en-US"/>
          </a:p>
        </p:txBody>
      </p:sp>
      <p:sp>
        <p:nvSpPr>
          <p:cNvPr id="5" name="Fußzeilenplatzhalter 4"/>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367575" y="78437"/>
            <a:ext cx="8408850" cy="415499"/>
          </a:xfrm>
        </p:spPr>
        <p:txBody>
          <a:bodyPr/>
          <a:lstStyle>
            <a:lvl1pPr>
              <a:defRPr sz="2700"/>
            </a:lvl1pPr>
          </a:lstStyle>
          <a:p>
            <a:r>
              <a:rPr lang="zh-CN" altLang="en-US" noProof="0"/>
              <a:t>单击此处编辑母版标题样式</a:t>
            </a:r>
            <a:endParaRPr lang="en-GB" noProof="0"/>
          </a:p>
        </p:txBody>
      </p:sp>
    </p:spTree>
    <p:extLst>
      <p:ext uri="{BB962C8B-B14F-4D97-AF65-F5344CB8AC3E}">
        <p14:creationId xmlns:p14="http://schemas.microsoft.com/office/powerpoint/2010/main" val="39919328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endParaRPr lang="zh-CN" altLang="en-US"/>
          </a:p>
        </p:txBody>
      </p:sp>
      <p:sp>
        <p:nvSpPr>
          <p:cNvPr id="7" name="Fußzeilenplatzhalter 6"/>
          <p:cNvSpPr>
            <a:spLocks noGrp="1"/>
          </p:cNvSpPr>
          <p:nvPr>
            <p:ph type="ftr" sz="quarter" idx="11"/>
          </p:nvPr>
        </p:nvSpPr>
        <p:spPr/>
        <p:txBody>
          <a:bodyPr/>
          <a:lstStyle/>
          <a:p>
            <a:r>
              <a:rPr lang="en-US" altLang="zh-CN"/>
              <a:t>Presentation title    |    ONLY FOR INTERNAL USE</a:t>
            </a:r>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2101415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221087"/>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14" name="Inhaltsplatzhalter 2"/>
          <p:cNvSpPr>
            <a:spLocks noGrp="1"/>
          </p:cNvSpPr>
          <p:nvPr>
            <p:ph idx="1"/>
          </p:nvPr>
        </p:nvSpPr>
        <p:spPr>
          <a:xfrm>
            <a:off x="1771576" y="1200154"/>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sp>
        <p:nvSpPr>
          <p:cNvPr id="3" name="Datumsplatzhalter 2"/>
          <p:cNvSpPr>
            <a:spLocks noGrp="1"/>
          </p:cNvSpPr>
          <p:nvPr>
            <p:ph type="dt" sz="half" idx="10"/>
          </p:nvPr>
        </p:nvSpPr>
        <p:spPr/>
        <p:txBody>
          <a:bodyPr/>
          <a:lstStyle/>
          <a:p>
            <a:endParaRPr lang="zh-CN" altLang="en-US"/>
          </a:p>
        </p:txBody>
      </p:sp>
      <p:sp>
        <p:nvSpPr>
          <p:cNvPr id="4" name="Fußzeilenplatzhalter 3"/>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el 6"/>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8374971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15" name="Rechteck 14"/>
          <p:cNvSpPr/>
          <p:nvPr/>
        </p:nvSpPr>
        <p:spPr>
          <a:xfrm>
            <a:off x="0" y="103559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a:xfrm>
            <a:off x="367578" y="1200152"/>
            <a:ext cx="2934425" cy="2782569"/>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zh-CN" altLang="en-US"/>
          </a:p>
        </p:txBody>
      </p:sp>
      <p:sp>
        <p:nvSpPr>
          <p:cNvPr id="6" name="Fußzeilenplatzhalter 5"/>
          <p:cNvSpPr>
            <a:spLocks noGrp="1"/>
          </p:cNvSpPr>
          <p:nvPr>
            <p:ph type="ftr" sz="quarter" idx="11"/>
          </p:nvPr>
        </p:nvSpPr>
        <p:spPr/>
        <p:txBody>
          <a:bodyPr/>
          <a:lstStyle/>
          <a:p>
            <a:r>
              <a:rPr lang="en-US" altLang="zh-CN"/>
              <a:t>Presentation title    |    ONLY FOR INTERNAL USE</a:t>
            </a:r>
            <a:endParaRPr lang="zh-CN" altLang="en-US"/>
          </a:p>
        </p:txBody>
      </p:sp>
      <p:sp>
        <p:nvSpPr>
          <p:cNvPr id="7" name="Foliennummernplatzhalt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0113725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a:xfrm>
            <a:off x="1771577" y="1451438"/>
            <a:ext cx="5065659" cy="923330"/>
          </a:xfrm>
        </p:spPr>
        <p:txBody>
          <a:bodyPr>
            <a:spAutoFit/>
          </a:bodyPr>
          <a:lstStyle>
            <a:lvl1pPr>
              <a:defRPr sz="1200"/>
            </a:lvl1pPr>
            <a:lvl2pPr>
              <a:defRPr sz="1200"/>
            </a:lvl2pPr>
            <a:lvl3pPr>
              <a:defRPr sz="1200"/>
            </a:lvl3pPr>
            <a:lvl4pPr>
              <a:defRPr sz="1200"/>
            </a:lvl4pPr>
            <a:lvl5pPr>
              <a:defRPr sz="1200"/>
            </a:lvl5p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15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endParaRPr lang="zh-CN" altLang="en-US"/>
          </a:p>
        </p:txBody>
      </p:sp>
      <p:sp>
        <p:nvSpPr>
          <p:cNvPr id="5" name="Fußzeilenplatzhalter 4"/>
          <p:cNvSpPr>
            <a:spLocks noGrp="1"/>
          </p:cNvSpPr>
          <p:nvPr>
            <p:ph type="ftr" sz="quarter" idx="13"/>
          </p:nvPr>
        </p:nvSpPr>
        <p:spPr/>
        <p:txBody>
          <a:bodyPr/>
          <a:lstStyle/>
          <a:p>
            <a:r>
              <a:rPr lang="en-US" altLang="zh-CN"/>
              <a:t>Presentation title    |    ONLY FOR INTERNAL USE</a:t>
            </a:r>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1771575" y="659904"/>
            <a:ext cx="5065660" cy="276999"/>
          </a:xfrm>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9614262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endParaRPr lang="zh-CN" altLang="en-US"/>
          </a:p>
        </p:txBody>
      </p:sp>
      <p:sp>
        <p:nvSpPr>
          <p:cNvPr id="4" name="Fußzeilenplatzhalter 3"/>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0027398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endParaRPr lang="zh-CN" altLang="en-US"/>
          </a:p>
        </p:txBody>
      </p:sp>
      <p:sp>
        <p:nvSpPr>
          <p:cNvPr id="5" name="Fußzeilenplatzhalter 4"/>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58850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78437"/>
            <a:ext cx="8408850" cy="415499"/>
          </a:xfrm>
        </p:spPr>
        <p:txBody>
          <a:bodyPr/>
          <a:lstStyle>
            <a:lvl1pPr>
              <a:defRPr sz="27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endParaRPr lang="zh-CN" altLang="en-US"/>
          </a:p>
        </p:txBody>
      </p:sp>
      <p:sp>
        <p:nvSpPr>
          <p:cNvPr id="5" name="Fußzeilenplatzhalter 4"/>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54095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endParaRPr lang="zh-CN" altLang="en-US"/>
          </a:p>
        </p:txBody>
      </p:sp>
      <p:sp>
        <p:nvSpPr>
          <p:cNvPr id="5" name="Fußzeilenplatzhalter 4"/>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46743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1771576" y="1200154"/>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2"/>
          </p:nvPr>
        </p:nvSpPr>
        <p:spPr/>
        <p:txBody>
          <a:bodyPr/>
          <a:lstStyle/>
          <a:p>
            <a:endParaRPr lang="zh-CN" altLang="en-US"/>
          </a:p>
        </p:txBody>
      </p:sp>
      <p:sp>
        <p:nvSpPr>
          <p:cNvPr id="6" name="Fußzeilenplatzhalter 5"/>
          <p:cNvSpPr>
            <a:spLocks noGrp="1"/>
          </p:cNvSpPr>
          <p:nvPr>
            <p:ph type="ftr" sz="quarter" idx="13"/>
          </p:nvPr>
        </p:nvSpPr>
        <p:spPr/>
        <p:txBody>
          <a:bodyPr/>
          <a:lstStyle/>
          <a:p>
            <a:r>
              <a:rPr lang="en-US" altLang="zh-CN"/>
              <a:t>Presentation title    |    ONLY FOR INTERNAL USE</a:t>
            </a:r>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4"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05381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367578" y="1200152"/>
            <a:ext cx="2934425" cy="2782569"/>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2"/>
          </p:nvPr>
        </p:nvSpPr>
        <p:spPr/>
        <p:txBody>
          <a:bodyPr/>
          <a:lstStyle/>
          <a:p>
            <a:endParaRPr lang="zh-CN" altLang="en-US"/>
          </a:p>
        </p:txBody>
      </p:sp>
      <p:sp>
        <p:nvSpPr>
          <p:cNvPr id="6" name="Fußzeilenplatzhalter 5"/>
          <p:cNvSpPr>
            <a:spLocks noGrp="1"/>
          </p:cNvSpPr>
          <p:nvPr>
            <p:ph type="ftr" sz="quarter" idx="13"/>
          </p:nvPr>
        </p:nvSpPr>
        <p:spPr/>
        <p:txBody>
          <a:bodyPr/>
          <a:lstStyle/>
          <a:p>
            <a:r>
              <a:rPr lang="en-US" altLang="zh-CN"/>
              <a:t>Presentation title    |    ONLY FOR INTERNAL USE</a:t>
            </a:r>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6"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71734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zh-CN" altLang="en-US"/>
          </a:p>
        </p:txBody>
      </p:sp>
      <p:sp>
        <p:nvSpPr>
          <p:cNvPr id="3" name="Fußzeilenplatzhalter 2"/>
          <p:cNvSpPr>
            <a:spLocks noGrp="1"/>
          </p:cNvSpPr>
          <p:nvPr>
            <p:ph type="ftr" sz="quarter" idx="11"/>
          </p:nvPr>
        </p:nvSpPr>
        <p:spPr/>
        <p:txBody>
          <a:bodyPr/>
          <a:lstStyle/>
          <a:p>
            <a:r>
              <a:rPr lang="en-US" altLang="zh-CN"/>
              <a:t>Presentation title    |    ONLY FOR INTERNAL USE</a:t>
            </a:r>
            <a:endParaRPr lang="zh-CN" altLang="en-US"/>
          </a:p>
        </p:txBody>
      </p:sp>
      <p:sp>
        <p:nvSpPr>
          <p:cNvPr id="4" name="Foliennummernplatzhalt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0241082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cSld name="Live 1: Standard-Folie">
    <p:spTree>
      <p:nvGrpSpPr>
        <p:cNvPr id="1" name=""/>
        <p:cNvGrpSpPr/>
        <p:nvPr/>
      </p:nvGrpSpPr>
      <p:grpSpPr>
        <a:xfrm>
          <a:off x="0" y="0"/>
          <a:ext cx="0" cy="0"/>
          <a:chOff x="0" y="0"/>
          <a:chExt cx="0" cy="0"/>
        </a:xfrm>
      </p:grpSpPr>
      <p:sp>
        <p:nvSpPr>
          <p:cNvPr id="9" name="Rechteck 8"/>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2" name="Titel 1"/>
          <p:cNvSpPr>
            <a:spLocks noGrp="1"/>
          </p:cNvSpPr>
          <p:nvPr>
            <p:ph type="title"/>
          </p:nvPr>
        </p:nvSpPr>
        <p:spPr>
          <a:xfrm>
            <a:off x="1351330" y="4934344"/>
            <a:ext cx="7425097" cy="138500"/>
          </a:xfrm>
        </p:spPr>
        <p:txBody>
          <a:bodyPr anchor="b" anchorCtr="0"/>
          <a:lstStyle>
            <a:lvl1pPr algn="r">
              <a:defRPr sz="900">
                <a:solidFill>
                  <a:srgbClr val="003366"/>
                </a:solidFill>
              </a:defRPr>
            </a:lvl1pPr>
          </a:lstStyle>
          <a:p>
            <a:r>
              <a:rPr lang="zh-CN" altLang="en-US" noProof="0"/>
              <a:t>单击此处编辑母版标题样式</a:t>
            </a:r>
            <a:endParaRPr lang="en-GB" noProof="0"/>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4801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cSld name="Standar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a:t>Titelmasterformat durch Klicken bearbeiten</a:t>
            </a:r>
          </a:p>
        </p:txBody>
      </p:sp>
      <p:sp>
        <p:nvSpPr>
          <p:cNvPr id="4" name="Rectangle 14"/>
          <p:cNvSpPr>
            <a:spLocks noGrp="1" noChangeArrowheads="1"/>
          </p:cNvSpPr>
          <p:nvPr>
            <p:ph type="sldNum" sz="quarter" idx="4"/>
          </p:nvPr>
        </p:nvSpPr>
        <p:spPr bwMode="auto">
          <a:xfrm>
            <a:off x="8172401" y="4970939"/>
            <a:ext cx="900113" cy="115416"/>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sz="750">
                <a:solidFill>
                  <a:srgbClr val="000000"/>
                </a:solidFill>
                <a:latin typeface="+mn-lt"/>
              </a:defRPr>
            </a:lvl1pPr>
          </a:lstStyle>
          <a:p>
            <a:fld id="{D446586B-FF75-47A1-A069-ED9CC9CD5B58}" type="slidenum">
              <a:rPr lang="en-US" smtClean="0"/>
              <a:pPr/>
              <a:t>‹#›</a:t>
            </a:fld>
            <a:endParaRPr lang="en-US"/>
          </a:p>
        </p:txBody>
      </p:sp>
    </p:spTree>
    <p:extLst>
      <p:ext uri="{BB962C8B-B14F-4D97-AF65-F5344CB8AC3E}">
        <p14:creationId xmlns:p14="http://schemas.microsoft.com/office/powerpoint/2010/main" val="233285405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endParaRPr lang="zh-CN" altLang="en-US"/>
          </a:p>
        </p:txBody>
      </p:sp>
      <p:sp>
        <p:nvSpPr>
          <p:cNvPr id="4" name="Fußzeilenplatzhalter 3"/>
          <p:cNvSpPr>
            <a:spLocks noGrp="1"/>
          </p:cNvSpPr>
          <p:nvPr>
            <p:ph type="ftr" sz="quarter" idx="11"/>
          </p:nvPr>
        </p:nvSpPr>
        <p:spPr/>
        <p:txBody>
          <a:bodyPr/>
          <a:lstStyle>
            <a:lvl1pPr>
              <a:defRPr/>
            </a:lvl1pPr>
          </a:lstStyle>
          <a:p>
            <a:r>
              <a:rPr lang="en-US" altLang="zh-CN"/>
              <a:t>Presentation title    |    ONLY FOR INTERNAL USE</a:t>
            </a:r>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599539363"/>
      </p:ext>
    </p:extLst>
  </p:cSld>
  <p:clrMapOvr>
    <a:masterClrMapping/>
  </p:clrMapOvr>
  <p:transition spd="med">
    <p:wipe dir="r"/>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userDrawn="1">
  <p:cSld name="Titel Only 20p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262876147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1" y="1"/>
            <a:ext cx="158750" cy="158750"/>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000" b="0" i="0" baseline="0" err="1">
              <a:solidFill>
                <a:schemeClr val="bg1"/>
              </a:solidFill>
              <a:latin typeface="BISansOptiCond" panose="02000506040000020004" pitchFamily="2" charset="0"/>
              <a:ea typeface="+mj-ea"/>
              <a:sym typeface="BISansOptiCond" panose="02000506040000020004" pitchFamily="2" charset="0"/>
            </a:endParaRP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968" y="349539"/>
            <a:ext cx="8408458" cy="307825"/>
          </a:xfrm>
        </p:spPr>
        <p:txBody>
          <a:bodyPr anchor="b"/>
          <a:lstStyle>
            <a:lvl1pPr>
              <a:defRPr sz="2000">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a:xfrm>
            <a:off x="8204048" y="4929944"/>
            <a:ext cx="65" cy="115416"/>
          </a:xfrm>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Presentation title    |    ONLY FOR INTERNAL USE</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32279315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Content slide 02">
    <p:spTree>
      <p:nvGrpSpPr>
        <p:cNvPr id="1" name=""/>
        <p:cNvGrpSpPr/>
        <p:nvPr/>
      </p:nvGrpSpPr>
      <p:grpSpPr>
        <a:xfrm>
          <a:off x="0" y="0"/>
          <a:ext cx="0" cy="0"/>
          <a:chOff x="0" y="0"/>
          <a:chExt cx="0" cy="0"/>
        </a:xfrm>
      </p:grpSpPr>
      <p:pic>
        <p:nvPicPr>
          <p:cNvPr id="9" name="Picture 8" descr="Graphical user interface, application&#10;&#10;Description automatically generated with medium confidence">
            <a:extLst>
              <a:ext uri="{FF2B5EF4-FFF2-40B4-BE49-F238E27FC236}">
                <a16:creationId xmlns:a16="http://schemas.microsoft.com/office/drawing/2014/main" id="{F779C36E-34E1-A4E0-2B37-BECFA6794E0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1" name="Content Placeholder 2">
            <a:extLst>
              <a:ext uri="{FF2B5EF4-FFF2-40B4-BE49-F238E27FC236}">
                <a16:creationId xmlns:a16="http://schemas.microsoft.com/office/drawing/2014/main" id="{E3DD0BD4-0C77-CAC8-625A-EC2410734FF8}"/>
              </a:ext>
            </a:extLst>
          </p:cNvPr>
          <p:cNvSpPr>
            <a:spLocks noGrp="1"/>
          </p:cNvSpPr>
          <p:nvPr>
            <p:ph sz="half" idx="1" hasCustomPrompt="1"/>
          </p:nvPr>
        </p:nvSpPr>
        <p:spPr>
          <a:xfrm>
            <a:off x="341571" y="1034292"/>
            <a:ext cx="4149356" cy="3375943"/>
          </a:xfrm>
        </p:spPr>
        <p:txBody>
          <a:bodyPr lIns="0">
            <a:normAutofit/>
          </a:bodyPr>
          <a:lstStyle>
            <a:lvl1pPr>
              <a:defRPr sz="1050" b="0" i="0">
                <a:solidFill>
                  <a:schemeClr val="accent3"/>
                </a:solidFill>
                <a:latin typeface="Arial" panose="020B0604020202020204" pitchFamily="34" charset="0"/>
              </a:defRPr>
            </a:lvl1pPr>
            <a:lvl2pPr>
              <a:defRPr sz="1500" b="0" i="0">
                <a:latin typeface="Arial" panose="020B0604020202020204" pitchFamily="34" charset="0"/>
              </a:defRPr>
            </a:lvl2pPr>
            <a:lvl3pPr>
              <a:defRPr sz="1350"/>
            </a:lvl3pPr>
            <a:lvl4pPr>
              <a:defRPr sz="1200"/>
            </a:lvl4pPr>
            <a:lvl5pPr>
              <a:defRPr sz="1200"/>
            </a:lvl5pPr>
          </a:lstStyle>
          <a:p>
            <a:pPr lvl="0"/>
            <a:r>
              <a:rPr lang="en-GB"/>
              <a:t>Click to add content or copy</a:t>
            </a:r>
          </a:p>
          <a:p>
            <a:pPr lvl="1"/>
            <a:endParaRPr lang="en-US"/>
          </a:p>
        </p:txBody>
      </p:sp>
      <p:sp>
        <p:nvSpPr>
          <p:cNvPr id="12" name="Footer Placeholder 5">
            <a:extLst>
              <a:ext uri="{FF2B5EF4-FFF2-40B4-BE49-F238E27FC236}">
                <a16:creationId xmlns:a16="http://schemas.microsoft.com/office/drawing/2014/main" id="{8EF295B2-D3DE-B736-E025-B8393879B3C9}"/>
              </a:ext>
            </a:extLst>
          </p:cNvPr>
          <p:cNvSpPr>
            <a:spLocks noGrp="1"/>
          </p:cNvSpPr>
          <p:nvPr>
            <p:ph type="ftr" sz="quarter" idx="11"/>
          </p:nvPr>
        </p:nvSpPr>
        <p:spPr>
          <a:xfrm>
            <a:off x="883227" y="4729656"/>
            <a:ext cx="5953992" cy="80791"/>
          </a:xfrm>
        </p:spPr>
        <p:txBody>
          <a:bodyPr lIns="0" anchor="t"/>
          <a:lstStyle>
            <a:lvl1pPr algn="l">
              <a:defRPr sz="525" b="0" i="0">
                <a:solidFill>
                  <a:schemeClr val="accent6"/>
                </a:solidFill>
                <a:latin typeface="Arial" panose="020B0604020202020204" pitchFamily="34" charset="0"/>
              </a:defRPr>
            </a:lvl1pPr>
          </a:lstStyle>
          <a:p>
            <a:r>
              <a:rPr lang="en-US"/>
              <a:t>Presentation title    |    ONLY FOR INTERNAL USE</a:t>
            </a:r>
          </a:p>
        </p:txBody>
      </p:sp>
      <p:sp>
        <p:nvSpPr>
          <p:cNvPr id="13" name="Slide Number Placeholder 6">
            <a:extLst>
              <a:ext uri="{FF2B5EF4-FFF2-40B4-BE49-F238E27FC236}">
                <a16:creationId xmlns:a16="http://schemas.microsoft.com/office/drawing/2014/main" id="{BE22CF20-F8C9-C661-1EFE-CAF03EF39A14}"/>
              </a:ext>
            </a:extLst>
          </p:cNvPr>
          <p:cNvSpPr>
            <a:spLocks noGrp="1"/>
          </p:cNvSpPr>
          <p:nvPr>
            <p:ph type="sldNum" sz="quarter" idx="12"/>
          </p:nvPr>
        </p:nvSpPr>
        <p:spPr>
          <a:xfrm>
            <a:off x="8712031" y="249089"/>
            <a:ext cx="105798" cy="103875"/>
          </a:xfrm>
        </p:spPr>
        <p:txBody>
          <a:bodyPr/>
          <a:lstStyle>
            <a:lvl1pPr>
              <a:defRPr sz="675" b="0" i="0">
                <a:solidFill>
                  <a:schemeClr val="accent3"/>
                </a:solidFill>
                <a:latin typeface="Arial" panose="020B0604020202020204" pitchFamily="34" charset="0"/>
              </a:defRPr>
            </a:lvl1pPr>
          </a:lstStyle>
          <a:p>
            <a:fld id="{B3A3ADA1-2D0B-824E-9A05-9AED4CF7F218}" type="slidenum">
              <a:rPr lang="en-US" smtClean="0"/>
              <a:pPr/>
              <a:t>‹#›</a:t>
            </a:fld>
            <a:endParaRPr lang="en-US"/>
          </a:p>
        </p:txBody>
      </p:sp>
      <p:sp>
        <p:nvSpPr>
          <p:cNvPr id="14" name="Content Placeholder 2">
            <a:extLst>
              <a:ext uri="{FF2B5EF4-FFF2-40B4-BE49-F238E27FC236}">
                <a16:creationId xmlns:a16="http://schemas.microsoft.com/office/drawing/2014/main" id="{75E33D1F-7EEE-347D-2EAB-3CAD52F6C3B3}"/>
              </a:ext>
            </a:extLst>
          </p:cNvPr>
          <p:cNvSpPr>
            <a:spLocks noGrp="1"/>
          </p:cNvSpPr>
          <p:nvPr>
            <p:ph sz="half" idx="13" hasCustomPrompt="1"/>
          </p:nvPr>
        </p:nvSpPr>
        <p:spPr>
          <a:xfrm>
            <a:off x="4663706" y="1034292"/>
            <a:ext cx="4149356" cy="3375943"/>
          </a:xfrm>
        </p:spPr>
        <p:txBody>
          <a:bodyPr lIns="0"/>
          <a:lstStyle>
            <a:lvl1pPr>
              <a:defRPr sz="1050" b="0" i="0">
                <a:solidFill>
                  <a:schemeClr val="accent3"/>
                </a:solidFill>
                <a:latin typeface="Arial" panose="020B0604020202020204" pitchFamily="34" charset="0"/>
              </a:defRPr>
            </a:lvl1pPr>
            <a:lvl2pPr>
              <a:defRPr b="0" i="0">
                <a:latin typeface="Arial" panose="020B0604020202020204" pitchFamily="34" charset="0"/>
              </a:defRPr>
            </a:lvl2pPr>
          </a:lstStyle>
          <a:p>
            <a:pPr lvl="0"/>
            <a:r>
              <a:rPr lang="en-GB"/>
              <a:t>Click to add content or copy</a:t>
            </a:r>
          </a:p>
          <a:p>
            <a:pPr lvl="1"/>
            <a:endParaRPr lang="en-US"/>
          </a:p>
        </p:txBody>
      </p:sp>
      <p:pic>
        <p:nvPicPr>
          <p:cNvPr id="16" name="Picture 15">
            <a:extLst>
              <a:ext uri="{FF2B5EF4-FFF2-40B4-BE49-F238E27FC236}">
                <a16:creationId xmlns:a16="http://schemas.microsoft.com/office/drawing/2014/main" id="{55582A0F-A987-CAEC-94CF-EBFB0EE0095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7104800" y="4673185"/>
            <a:ext cx="1816663" cy="498544"/>
          </a:xfrm>
          <a:prstGeom prst="rect">
            <a:avLst/>
          </a:prstGeom>
        </p:spPr>
      </p:pic>
      <p:sp>
        <p:nvSpPr>
          <p:cNvPr id="17" name="Title 1">
            <a:extLst>
              <a:ext uri="{FF2B5EF4-FFF2-40B4-BE49-F238E27FC236}">
                <a16:creationId xmlns:a16="http://schemas.microsoft.com/office/drawing/2014/main" id="{C1925B89-E7F8-2A58-49E7-B72F05B9EF95}"/>
              </a:ext>
            </a:extLst>
          </p:cNvPr>
          <p:cNvSpPr>
            <a:spLocks noGrp="1"/>
          </p:cNvSpPr>
          <p:nvPr>
            <p:ph type="title" hasCustomPrompt="1"/>
          </p:nvPr>
        </p:nvSpPr>
        <p:spPr>
          <a:xfrm>
            <a:off x="341571" y="229353"/>
            <a:ext cx="8471491" cy="273844"/>
          </a:xfrm>
        </p:spPr>
        <p:txBody>
          <a:bodyPr lIns="0">
            <a:noAutofit/>
          </a:bodyPr>
          <a:lstStyle>
            <a:lvl1pPr>
              <a:defRPr sz="2100" b="1" i="0">
                <a:solidFill>
                  <a:schemeClr val="accent3"/>
                </a:solidFill>
                <a:latin typeface="Arial" panose="020B0604020202020204" pitchFamily="34" charset="0"/>
              </a:defRPr>
            </a:lvl1pPr>
          </a:lstStyle>
          <a:p>
            <a:r>
              <a:rPr lang="en-GB"/>
              <a:t>Click to add content page heading </a:t>
            </a:r>
            <a:endParaRPr lang="en-US"/>
          </a:p>
        </p:txBody>
      </p:sp>
      <p:sp>
        <p:nvSpPr>
          <p:cNvPr id="18" name="Text Placeholder 13">
            <a:extLst>
              <a:ext uri="{FF2B5EF4-FFF2-40B4-BE49-F238E27FC236}">
                <a16:creationId xmlns:a16="http://schemas.microsoft.com/office/drawing/2014/main" id="{615A8EB3-3756-059F-697B-01C2E09CAF35}"/>
              </a:ext>
            </a:extLst>
          </p:cNvPr>
          <p:cNvSpPr>
            <a:spLocks noGrp="1"/>
          </p:cNvSpPr>
          <p:nvPr>
            <p:ph type="body" sz="quarter" idx="14" hasCustomPrompt="1"/>
          </p:nvPr>
        </p:nvSpPr>
        <p:spPr>
          <a:xfrm>
            <a:off x="341710" y="457991"/>
            <a:ext cx="8470905" cy="207169"/>
          </a:xfrm>
        </p:spPr>
        <p:txBody>
          <a:bodyPr lIns="0">
            <a:noAutofit/>
          </a:bodyPr>
          <a:lstStyle>
            <a:lvl1pPr marL="0" indent="0">
              <a:buNone/>
              <a:defRPr sz="1200" b="0" i="0">
                <a:solidFill>
                  <a:schemeClr val="accent1"/>
                </a:solidFill>
                <a:latin typeface="Arial" panose="020B0604020202020204" pitchFamily="34" charset="0"/>
              </a:defRPr>
            </a:lvl1pPr>
          </a:lstStyle>
          <a:p>
            <a:pPr lvl="0"/>
            <a:r>
              <a:rPr lang="en-GB"/>
              <a:t>Click to add page subheading</a:t>
            </a:r>
          </a:p>
        </p:txBody>
      </p:sp>
    </p:spTree>
    <p:extLst>
      <p:ext uri="{BB962C8B-B14F-4D97-AF65-F5344CB8AC3E}">
        <p14:creationId xmlns:p14="http://schemas.microsoft.com/office/powerpoint/2010/main" val="33264805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DF4A-2F39-72C2-32D4-F6C5C6D69CAF}"/>
              </a:ext>
            </a:extLst>
          </p:cNvPr>
          <p:cNvSpPr>
            <a:spLocks noGrp="1"/>
          </p:cNvSpPr>
          <p:nvPr>
            <p:ph type="title"/>
          </p:nvPr>
        </p:nvSpPr>
        <p:spPr/>
        <p:txBody>
          <a:bodyPr/>
          <a:lstStyle/>
          <a:p>
            <a:r>
              <a:rPr lang="en-US"/>
              <a:t>Click to edit Master title style</a:t>
            </a:r>
            <a:endParaRPr lang="de"/>
          </a:p>
        </p:txBody>
      </p:sp>
      <p:sp>
        <p:nvSpPr>
          <p:cNvPr id="3" name="Footer Placeholder 3">
            <a:extLst>
              <a:ext uri="{FF2B5EF4-FFF2-40B4-BE49-F238E27FC236}">
                <a16:creationId xmlns:a16="http://schemas.microsoft.com/office/drawing/2014/main" id="{6E2A739F-AC68-44C1-7019-C25CC0735AEC}"/>
              </a:ext>
            </a:extLst>
          </p:cNvPr>
          <p:cNvSpPr>
            <a:spLocks noGrp="1"/>
          </p:cNvSpPr>
          <p:nvPr>
            <p:ph type="ftr" sz="quarter" idx="3"/>
          </p:nvPr>
        </p:nvSpPr>
        <p:spPr>
          <a:xfrm>
            <a:off x="574204" y="4717337"/>
            <a:ext cx="7970412" cy="146194"/>
          </a:xfrm>
          <a:prstGeom prst="rect">
            <a:avLst/>
          </a:prstGeom>
        </p:spPr>
        <p:txBody>
          <a:bodyPr vert="horz" lIns="0" tIns="0" rIns="0" bIns="0" rtlCol="0" anchor="t" anchorCtr="0"/>
          <a:lstStyle>
            <a:lvl1pPr algn="l">
              <a:defRPr sz="950" baseline="0">
                <a:solidFill>
                  <a:schemeClr val="tx1"/>
                </a:solidFill>
                <a:latin typeface="Arial" panose="020B0604020202020204" pitchFamily="34" charset="0"/>
              </a:defRPr>
            </a:lvl1pPr>
          </a:lstStyle>
          <a:p>
            <a:r>
              <a:rPr lang="en-US">
                <a:solidFill>
                  <a:srgbClr val="58595B"/>
                </a:solidFill>
              </a:rPr>
              <a:t>Presentation title    |    ONLY FOR INTERNAL USE</a:t>
            </a:r>
          </a:p>
        </p:txBody>
      </p:sp>
    </p:spTree>
    <p:extLst>
      <p:ext uri="{BB962C8B-B14F-4D97-AF65-F5344CB8AC3E}">
        <p14:creationId xmlns:p14="http://schemas.microsoft.com/office/powerpoint/2010/main" val="86323039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24" name="Gerade Verbindung 23"/>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8" y="1991163"/>
            <a:ext cx="5884369" cy="553998"/>
          </a:xfrm>
        </p:spPr>
        <p:txBody>
          <a:bodyPr wrap="square" lIns="0">
            <a:spAutoFit/>
          </a:bodyPr>
          <a:lstStyle>
            <a:lvl1pPr>
              <a:defRPr sz="36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367577" y="3572753"/>
            <a:ext cx="5884369"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10917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pic>
        <p:nvPicPr>
          <p:cNvPr id="14"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24" name="Gerade Verbindung 23"/>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374856" cy="553998"/>
          </a:xfrm>
        </p:spPr>
        <p:txBody>
          <a:bodyPr wrap="square">
            <a:spAutoFit/>
          </a:bodyPr>
          <a:lstStyle>
            <a:lvl1pPr>
              <a:defRPr sz="36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367576" y="3572753"/>
            <a:ext cx="5374856"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225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12038469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34088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zh-CN" altLang="en-US" noProof="0"/>
              <a:t>单击此处编辑母版文本样式</a:t>
            </a:r>
          </a:p>
        </p:txBody>
      </p:sp>
    </p:spTree>
    <p:extLst>
      <p:ext uri="{BB962C8B-B14F-4D97-AF65-F5344CB8AC3E}">
        <p14:creationId xmlns:p14="http://schemas.microsoft.com/office/powerpoint/2010/main" val="16361016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351829" y="2788611"/>
            <a:ext cx="2954642"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3" name="Gerade Verbindung 12"/>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zh-CN" altLang="en-US" noProof="0"/>
              <a:t>单击此处编辑母版文本样式</a:t>
            </a:r>
          </a:p>
        </p:txBody>
      </p:sp>
      <p:sp>
        <p:nvSpPr>
          <p:cNvPr id="23" name="Bildplatzhalter 22"/>
          <p:cNvSpPr>
            <a:spLocks noGrp="1"/>
          </p:cNvSpPr>
          <p:nvPr>
            <p:ph type="pic" sz="quarter" idx="13"/>
          </p:nvPr>
        </p:nvSpPr>
        <p:spPr>
          <a:xfrm>
            <a:off x="3359168" y="2342800"/>
            <a:ext cx="2260800" cy="2260800"/>
          </a:xfrm>
          <a:prstGeom prst="ellipse">
            <a:avLst/>
          </a:prstGeom>
        </p:spPr>
        <p:txBody>
          <a:bodyPr/>
          <a:lstStyle>
            <a:lvl1pPr marL="0" indent="0">
              <a:buNone/>
              <a:defRPr sz="675"/>
            </a:lvl1pPr>
          </a:lstStyle>
          <a:p>
            <a:r>
              <a:rPr lang="zh-CN" altLang="en-US" noProof="0"/>
              <a:t>单击图标添加图片</a:t>
            </a:r>
            <a:endParaRPr lang="en-GB" noProof="0"/>
          </a:p>
        </p:txBody>
      </p:sp>
    </p:spTree>
    <p:extLst>
      <p:ext uri="{BB962C8B-B14F-4D97-AF65-F5344CB8AC3E}">
        <p14:creationId xmlns:p14="http://schemas.microsoft.com/office/powerpoint/2010/main" val="2048558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sp>
        <p:nvSpPr>
          <p:cNvPr id="9" name="Rechteck 8"/>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zh-CN" altLang="en-US"/>
          </a:p>
        </p:txBody>
      </p:sp>
      <p:sp>
        <p:nvSpPr>
          <p:cNvPr id="4" name="Fußzeilenplatzhalter 3"/>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4445877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zh-CN" altLang="en-US"/>
          </a:p>
        </p:txBody>
      </p:sp>
      <p:sp>
        <p:nvSpPr>
          <p:cNvPr id="5" name="Fußzeilenplatzhalter 4"/>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367575" y="78437"/>
            <a:ext cx="8408850" cy="415499"/>
          </a:xfrm>
        </p:spPr>
        <p:txBody>
          <a:bodyPr/>
          <a:lstStyle>
            <a:lvl1pPr>
              <a:defRPr sz="2700"/>
            </a:lvl1pPr>
          </a:lstStyle>
          <a:p>
            <a:r>
              <a:rPr lang="zh-CN" altLang="en-US" noProof="0"/>
              <a:t>单击此处编辑母版标题样式</a:t>
            </a:r>
            <a:endParaRPr lang="en-GB" noProof="0"/>
          </a:p>
        </p:txBody>
      </p:sp>
    </p:spTree>
    <p:extLst>
      <p:ext uri="{BB962C8B-B14F-4D97-AF65-F5344CB8AC3E}">
        <p14:creationId xmlns:p14="http://schemas.microsoft.com/office/powerpoint/2010/main" val="3529230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endParaRPr lang="zh-CN" altLang="en-US"/>
          </a:p>
        </p:txBody>
      </p:sp>
      <p:sp>
        <p:nvSpPr>
          <p:cNvPr id="7" name="Fußzeilenplatzhalter 6"/>
          <p:cNvSpPr>
            <a:spLocks noGrp="1"/>
          </p:cNvSpPr>
          <p:nvPr>
            <p:ph type="ftr" sz="quarter" idx="11"/>
          </p:nvPr>
        </p:nvSpPr>
        <p:spPr/>
        <p:txBody>
          <a:bodyPr/>
          <a:lstStyle/>
          <a:p>
            <a:r>
              <a:rPr lang="en-US" altLang="zh-CN"/>
              <a:t>Presentation title    |    ONLY FOR INTERNAL USE</a:t>
            </a:r>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9649576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14" name="Inhaltsplatzhalter 2"/>
          <p:cNvSpPr>
            <a:spLocks noGrp="1"/>
          </p:cNvSpPr>
          <p:nvPr>
            <p:ph idx="1"/>
          </p:nvPr>
        </p:nvSpPr>
        <p:spPr>
          <a:xfrm>
            <a:off x="1771576" y="1200154"/>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sp>
        <p:nvSpPr>
          <p:cNvPr id="3" name="Datumsplatzhalter 2"/>
          <p:cNvSpPr>
            <a:spLocks noGrp="1"/>
          </p:cNvSpPr>
          <p:nvPr>
            <p:ph type="dt" sz="half" idx="10"/>
          </p:nvPr>
        </p:nvSpPr>
        <p:spPr/>
        <p:txBody>
          <a:bodyPr/>
          <a:lstStyle/>
          <a:p>
            <a:endParaRPr lang="zh-CN" altLang="en-US"/>
          </a:p>
        </p:txBody>
      </p:sp>
      <p:sp>
        <p:nvSpPr>
          <p:cNvPr id="4" name="Fußzeilenplatzhalter 3"/>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el 6"/>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30816717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15" name="Rechteck 14"/>
          <p:cNvSpPr/>
          <p:nvPr/>
        </p:nvSpPr>
        <p:spPr>
          <a:xfrm>
            <a:off x="0" y="103559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a:xfrm>
            <a:off x="367578" y="1200152"/>
            <a:ext cx="2934425" cy="2782569"/>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0"/>
          </p:nvPr>
        </p:nvSpPr>
        <p:spPr/>
        <p:txBody>
          <a:bodyPr/>
          <a:lstStyle/>
          <a:p>
            <a:endParaRPr lang="zh-CN" altLang="en-US"/>
          </a:p>
        </p:txBody>
      </p:sp>
      <p:sp>
        <p:nvSpPr>
          <p:cNvPr id="6" name="Fußzeilenplatzhalter 5"/>
          <p:cNvSpPr>
            <a:spLocks noGrp="1"/>
          </p:cNvSpPr>
          <p:nvPr>
            <p:ph type="ftr" sz="quarter" idx="11"/>
          </p:nvPr>
        </p:nvSpPr>
        <p:spPr/>
        <p:txBody>
          <a:bodyPr/>
          <a:lstStyle/>
          <a:p>
            <a:r>
              <a:rPr lang="en-US" altLang="zh-CN"/>
              <a:t>Presentation title    |    ONLY FOR INTERNAL USE</a:t>
            </a:r>
            <a:endParaRPr lang="zh-CN" altLang="en-US"/>
          </a:p>
        </p:txBody>
      </p:sp>
      <p:sp>
        <p:nvSpPr>
          <p:cNvPr id="7" name="Foliennummernplatzhalt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8936468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a:xfrm>
            <a:off x="1771577" y="1451438"/>
            <a:ext cx="5065659" cy="923330"/>
          </a:xfrm>
        </p:spPr>
        <p:txBody>
          <a:bodyPr>
            <a:spAutoFit/>
          </a:bodyPr>
          <a:lstStyle>
            <a:lvl1pPr>
              <a:defRPr sz="1200"/>
            </a:lvl1pPr>
            <a:lvl2pPr>
              <a:defRPr sz="1200"/>
            </a:lvl2pPr>
            <a:lvl3pPr>
              <a:defRPr sz="1200"/>
            </a:lvl3pPr>
            <a:lvl4pPr>
              <a:defRPr sz="1200"/>
            </a:lvl4pPr>
            <a:lvl5pPr>
              <a:defRPr sz="1200"/>
            </a:lvl5p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15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2"/>
          </p:nvPr>
        </p:nvSpPr>
        <p:spPr/>
        <p:txBody>
          <a:bodyPr/>
          <a:lstStyle/>
          <a:p>
            <a:endParaRPr lang="zh-CN" altLang="en-US"/>
          </a:p>
        </p:txBody>
      </p:sp>
      <p:sp>
        <p:nvSpPr>
          <p:cNvPr id="5" name="Fußzeilenplatzhalter 4"/>
          <p:cNvSpPr>
            <a:spLocks noGrp="1"/>
          </p:cNvSpPr>
          <p:nvPr>
            <p:ph type="ftr" sz="quarter" idx="13"/>
          </p:nvPr>
        </p:nvSpPr>
        <p:spPr/>
        <p:txBody>
          <a:bodyPr/>
          <a:lstStyle/>
          <a:p>
            <a:r>
              <a:rPr lang="en-US" altLang="zh-CN"/>
              <a:t>Presentation title    |    ONLY FOR INTERNAL USE</a:t>
            </a:r>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1771575" y="659904"/>
            <a:ext cx="5065660" cy="276999"/>
          </a:xfrm>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4099219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3" name="Datumsplatzhalter 2"/>
          <p:cNvSpPr>
            <a:spLocks noGrp="1"/>
          </p:cNvSpPr>
          <p:nvPr>
            <p:ph type="dt" sz="half" idx="10"/>
          </p:nvPr>
        </p:nvSpPr>
        <p:spPr/>
        <p:txBody>
          <a:bodyPr/>
          <a:lstStyle/>
          <a:p>
            <a:endParaRPr lang="zh-CN" altLang="en-US"/>
          </a:p>
        </p:txBody>
      </p:sp>
      <p:sp>
        <p:nvSpPr>
          <p:cNvPr id="4" name="Fußzeilenplatzhalter 3"/>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65466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endParaRPr lang="zh-CN" altLang="en-US"/>
          </a:p>
        </p:txBody>
      </p:sp>
      <p:sp>
        <p:nvSpPr>
          <p:cNvPr id="5" name="Fußzeilenplatzhalter 4"/>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26574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78437"/>
            <a:ext cx="8408850" cy="415499"/>
          </a:xfrm>
        </p:spPr>
        <p:txBody>
          <a:bodyPr/>
          <a:lstStyle>
            <a:lvl1pPr>
              <a:defRPr sz="27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endParaRPr lang="zh-CN" altLang="en-US"/>
          </a:p>
        </p:txBody>
      </p:sp>
      <p:sp>
        <p:nvSpPr>
          <p:cNvPr id="5" name="Fußzeilenplatzhalter 4"/>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41599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endParaRPr lang="zh-CN" altLang="en-US"/>
          </a:p>
        </p:txBody>
      </p:sp>
      <p:sp>
        <p:nvSpPr>
          <p:cNvPr id="5" name="Fußzeilenplatzhalter 4"/>
          <p:cNvSpPr>
            <a:spLocks noGrp="1"/>
          </p:cNvSpPr>
          <p:nvPr>
            <p:ph type="ftr" sz="quarter" idx="11"/>
          </p:nvPr>
        </p:nvSpPr>
        <p:spPr/>
        <p:txBody>
          <a:bodyPr/>
          <a:lstStyle/>
          <a:p>
            <a:r>
              <a:rPr lang="en-US" altLang="zh-CN"/>
              <a:t>Presentation title    |    ONLY FOR INTERNAL USE</a:t>
            </a:r>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77561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1771576" y="1200154"/>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2"/>
          </p:nvPr>
        </p:nvSpPr>
        <p:spPr/>
        <p:txBody>
          <a:bodyPr/>
          <a:lstStyle/>
          <a:p>
            <a:endParaRPr lang="zh-CN" altLang="en-US"/>
          </a:p>
        </p:txBody>
      </p:sp>
      <p:sp>
        <p:nvSpPr>
          <p:cNvPr id="6" name="Fußzeilenplatzhalter 5"/>
          <p:cNvSpPr>
            <a:spLocks noGrp="1"/>
          </p:cNvSpPr>
          <p:nvPr>
            <p:ph type="ftr" sz="quarter" idx="13"/>
          </p:nvPr>
        </p:nvSpPr>
        <p:spPr/>
        <p:txBody>
          <a:bodyPr/>
          <a:lstStyle/>
          <a:p>
            <a:r>
              <a:rPr lang="en-US" altLang="zh-CN"/>
              <a:t>Presentation title    |    ONLY FOR INTERNAL USE</a:t>
            </a:r>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4"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55607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367578" y="1200152"/>
            <a:ext cx="2934425" cy="2782569"/>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2"/>
          </p:nvPr>
        </p:nvSpPr>
        <p:spPr/>
        <p:txBody>
          <a:bodyPr/>
          <a:lstStyle/>
          <a:p>
            <a:endParaRPr lang="zh-CN" altLang="en-US"/>
          </a:p>
        </p:txBody>
      </p:sp>
      <p:sp>
        <p:nvSpPr>
          <p:cNvPr id="6" name="Fußzeilenplatzhalter 5"/>
          <p:cNvSpPr>
            <a:spLocks noGrp="1"/>
          </p:cNvSpPr>
          <p:nvPr>
            <p:ph type="ftr" sz="quarter" idx="13"/>
          </p:nvPr>
        </p:nvSpPr>
        <p:spPr/>
        <p:txBody>
          <a:bodyPr/>
          <a:lstStyle/>
          <a:p>
            <a:r>
              <a:rPr lang="en-US" altLang="zh-CN"/>
              <a:t>Presentation title    |    ONLY FOR INTERNAL USE</a:t>
            </a:r>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6"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27110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zh-CN" altLang="en-US"/>
          </a:p>
        </p:txBody>
      </p:sp>
      <p:sp>
        <p:nvSpPr>
          <p:cNvPr id="3" name="Fußzeilenplatzhalter 2"/>
          <p:cNvSpPr>
            <a:spLocks noGrp="1"/>
          </p:cNvSpPr>
          <p:nvPr>
            <p:ph type="ftr" sz="quarter" idx="11"/>
          </p:nvPr>
        </p:nvSpPr>
        <p:spPr/>
        <p:txBody>
          <a:bodyPr/>
          <a:lstStyle/>
          <a:p>
            <a:r>
              <a:rPr lang="en-US" altLang="zh-CN"/>
              <a:t>Presentation title    |    ONLY FOR INTERNAL USE</a:t>
            </a:r>
            <a:endParaRPr lang="zh-CN" altLang="en-US"/>
          </a:p>
        </p:txBody>
      </p:sp>
      <p:sp>
        <p:nvSpPr>
          <p:cNvPr id="4" name="Foliennummernplatzhalt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2316187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cSld name="Live 1: Standard-Folie">
    <p:spTree>
      <p:nvGrpSpPr>
        <p:cNvPr id="1" name=""/>
        <p:cNvGrpSpPr/>
        <p:nvPr/>
      </p:nvGrpSpPr>
      <p:grpSpPr>
        <a:xfrm>
          <a:off x="0" y="0"/>
          <a:ext cx="0" cy="0"/>
          <a:chOff x="0" y="0"/>
          <a:chExt cx="0" cy="0"/>
        </a:xfrm>
      </p:grpSpPr>
      <p:sp>
        <p:nvSpPr>
          <p:cNvPr id="9" name="Rechteck 8"/>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2" name="Titel 1"/>
          <p:cNvSpPr>
            <a:spLocks noGrp="1"/>
          </p:cNvSpPr>
          <p:nvPr>
            <p:ph type="title"/>
          </p:nvPr>
        </p:nvSpPr>
        <p:spPr>
          <a:xfrm>
            <a:off x="1351330" y="4934344"/>
            <a:ext cx="7425097" cy="138500"/>
          </a:xfrm>
        </p:spPr>
        <p:txBody>
          <a:bodyPr anchor="b" anchorCtr="0"/>
          <a:lstStyle>
            <a:lvl1pPr algn="r">
              <a:defRPr sz="900">
                <a:solidFill>
                  <a:srgbClr val="003366"/>
                </a:solidFill>
              </a:defRPr>
            </a:lvl1pPr>
          </a:lstStyle>
          <a:p>
            <a:r>
              <a:rPr lang="zh-CN" altLang="en-US" noProof="0"/>
              <a:t>单击此处编辑母版标题样式</a:t>
            </a:r>
            <a:endParaRPr lang="en-GB" noProof="0"/>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79262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cSld name="Standar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a:t>Titelmasterformat durch Klicken bearbeiten</a:t>
            </a:r>
          </a:p>
        </p:txBody>
      </p:sp>
      <p:sp>
        <p:nvSpPr>
          <p:cNvPr id="4" name="Rectangle 14"/>
          <p:cNvSpPr>
            <a:spLocks noGrp="1" noChangeArrowheads="1"/>
          </p:cNvSpPr>
          <p:nvPr>
            <p:ph type="sldNum" sz="quarter" idx="4"/>
          </p:nvPr>
        </p:nvSpPr>
        <p:spPr bwMode="auto">
          <a:xfrm>
            <a:off x="8172401" y="4970939"/>
            <a:ext cx="900113" cy="115416"/>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sz="750">
                <a:solidFill>
                  <a:srgbClr val="000000"/>
                </a:solidFill>
                <a:latin typeface="+mn-lt"/>
              </a:defRPr>
            </a:lvl1pPr>
          </a:lstStyle>
          <a:p>
            <a:fld id="{D446586B-FF75-47A1-A069-ED9CC9CD5B58}" type="slidenum">
              <a:rPr lang="en-US" smtClean="0"/>
              <a:pPr/>
              <a:t>‹#›</a:t>
            </a:fld>
            <a:endParaRPr lang="en-US"/>
          </a:p>
        </p:txBody>
      </p:sp>
    </p:spTree>
    <p:extLst>
      <p:ext uri="{BB962C8B-B14F-4D97-AF65-F5344CB8AC3E}">
        <p14:creationId xmlns:p14="http://schemas.microsoft.com/office/powerpoint/2010/main" val="137425216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endParaRPr lang="zh-CN" altLang="en-US"/>
          </a:p>
        </p:txBody>
      </p:sp>
      <p:sp>
        <p:nvSpPr>
          <p:cNvPr id="4" name="Fußzeilenplatzhalter 3"/>
          <p:cNvSpPr>
            <a:spLocks noGrp="1"/>
          </p:cNvSpPr>
          <p:nvPr>
            <p:ph type="ftr" sz="quarter" idx="11"/>
          </p:nvPr>
        </p:nvSpPr>
        <p:spPr/>
        <p:txBody>
          <a:bodyPr/>
          <a:lstStyle>
            <a:lvl1pPr>
              <a:defRPr/>
            </a:lvl1pPr>
          </a:lstStyle>
          <a:p>
            <a:r>
              <a:rPr lang="en-US" altLang="zh-CN"/>
              <a:t>Presentation title    |    ONLY FOR INTERNAL USE</a:t>
            </a:r>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815606597"/>
      </p:ext>
    </p:extLst>
  </p:cSld>
  <p:clrMapOvr>
    <a:masterClrMapping/>
  </p:clrMapOvr>
  <p:transition spd="med">
    <p:wipe dir="r"/>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userDrawn="1">
  <p:cSld name="Titel Only 20p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262876147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1" y="1"/>
            <a:ext cx="158750" cy="158750"/>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000" b="0" i="0" baseline="0" err="1">
              <a:solidFill>
                <a:schemeClr val="bg1"/>
              </a:solidFill>
              <a:latin typeface="BISansOptiCond" panose="02000506040000020004" pitchFamily="2" charset="0"/>
              <a:ea typeface="+mj-ea"/>
              <a:sym typeface="BISansOptiCond" panose="02000506040000020004" pitchFamily="2" charset="0"/>
            </a:endParaRP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968" y="349539"/>
            <a:ext cx="8408458" cy="307825"/>
          </a:xfrm>
        </p:spPr>
        <p:txBody>
          <a:bodyPr anchor="b"/>
          <a:lstStyle>
            <a:lvl1pPr>
              <a:defRPr sz="2000">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a:xfrm>
            <a:off x="8204048" y="4929944"/>
            <a:ext cx="65" cy="115416"/>
          </a:xfrm>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Presentation title    |    ONLY FOR INTERNAL USE</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28360608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4937809C-DF92-4755-9591-7AAF987D5CC5}"/>
              </a:ext>
            </a:extLst>
          </p:cNvPr>
          <p:cNvSpPr>
            <a:spLocks noGrp="1"/>
          </p:cNvSpPr>
          <p:nvPr>
            <p:ph type="ftr" sz="quarter" idx="3"/>
          </p:nvPr>
        </p:nvSpPr>
        <p:spPr>
          <a:xfrm>
            <a:off x="593725" y="4731919"/>
            <a:ext cx="7970412" cy="123111"/>
          </a:xfrm>
          <a:prstGeom prst="rect">
            <a:avLst/>
          </a:prstGeom>
        </p:spPr>
        <p:txBody>
          <a:bodyPr vert="horz" lIns="0" tIns="0" rIns="0" bIns="0" rtlCol="0" anchor="t" anchorCtr="0"/>
          <a:lstStyle>
            <a:lvl1pPr algn="l">
              <a:defRPr sz="800" baseline="0">
                <a:solidFill>
                  <a:schemeClr val="tx1"/>
                </a:solidFill>
                <a:latin typeface="Arial" panose="020B0604020202020204" pitchFamily="34" charset="0"/>
              </a:defRPr>
            </a:lvl1pPr>
          </a:lstStyle>
          <a:p>
            <a:r>
              <a:rPr lang="en-US"/>
              <a:t>Presentation title    |    ONLY FOR INTERNAL USE</a:t>
            </a:r>
          </a:p>
        </p:txBody>
      </p:sp>
    </p:spTree>
    <p:extLst>
      <p:ext uri="{BB962C8B-B14F-4D97-AF65-F5344CB8AC3E}">
        <p14:creationId xmlns:p14="http://schemas.microsoft.com/office/powerpoint/2010/main" val="226818862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Generic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8E039F-4A2F-BC4F-55DB-5395ED2D0813}"/>
              </a:ext>
            </a:extLst>
          </p:cNvPr>
          <p:cNvPicPr>
            <a:picLocks noChangeAspect="1"/>
          </p:cNvPicPr>
          <p:nvPr userDrawn="1"/>
        </p:nvPicPr>
        <p:blipFill>
          <a:blip r:embed="rId2"/>
          <a:srcRect/>
          <a:stretch/>
        </p:blipFill>
        <p:spPr>
          <a:xfrm>
            <a:off x="0" y="0"/>
            <a:ext cx="9144000" cy="5143500"/>
          </a:xfrm>
          <a:prstGeom prst="rect">
            <a:avLst/>
          </a:prstGeom>
        </p:spPr>
      </p:pic>
      <p:sp>
        <p:nvSpPr>
          <p:cNvPr id="6" name="Title 1">
            <a:extLst>
              <a:ext uri="{FF2B5EF4-FFF2-40B4-BE49-F238E27FC236}">
                <a16:creationId xmlns:a16="http://schemas.microsoft.com/office/drawing/2014/main" id="{AA0D81A7-C4D6-0AF3-E915-A68FEC5144E6}"/>
              </a:ext>
            </a:extLst>
          </p:cNvPr>
          <p:cNvSpPr>
            <a:spLocks noGrp="1"/>
          </p:cNvSpPr>
          <p:nvPr>
            <p:ph type="title" hasCustomPrompt="1"/>
          </p:nvPr>
        </p:nvSpPr>
        <p:spPr>
          <a:xfrm>
            <a:off x="3463290" y="1538509"/>
            <a:ext cx="5238750" cy="364110"/>
          </a:xfrm>
          <a:prstGeom prst="rect">
            <a:avLst/>
          </a:prstGeom>
        </p:spPr>
        <p:txBody>
          <a:bodyPr>
            <a:normAutofit/>
          </a:bodyPr>
          <a:lstStyle>
            <a:lvl1pPr>
              <a:defRPr sz="2100" b="1" i="0">
                <a:solidFill>
                  <a:schemeClr val="bg1"/>
                </a:solidFill>
                <a:latin typeface="Arial" panose="020B0604020202020204" pitchFamily="34" charset="0"/>
                <a:cs typeface="Gotham Medium" pitchFamily="2" charset="0"/>
              </a:defRPr>
            </a:lvl1pPr>
          </a:lstStyle>
          <a:p>
            <a:r>
              <a:rPr lang="en-GB"/>
              <a:t>Click here to add slide heading</a:t>
            </a:r>
            <a:endParaRPr lang="en-US"/>
          </a:p>
        </p:txBody>
      </p:sp>
      <p:sp>
        <p:nvSpPr>
          <p:cNvPr id="7" name="Text Placeholder 11">
            <a:extLst>
              <a:ext uri="{FF2B5EF4-FFF2-40B4-BE49-F238E27FC236}">
                <a16:creationId xmlns:a16="http://schemas.microsoft.com/office/drawing/2014/main" id="{FEEA1D86-56B4-6BCD-2021-4874BA763F92}"/>
              </a:ext>
            </a:extLst>
          </p:cNvPr>
          <p:cNvSpPr>
            <a:spLocks noGrp="1"/>
          </p:cNvSpPr>
          <p:nvPr>
            <p:ph type="body" sz="quarter" idx="10" hasCustomPrompt="1"/>
          </p:nvPr>
        </p:nvSpPr>
        <p:spPr>
          <a:xfrm>
            <a:off x="3463290" y="1834039"/>
            <a:ext cx="5238750" cy="669131"/>
          </a:xfrm>
          <a:prstGeom prst="rect">
            <a:avLst/>
          </a:prstGeom>
        </p:spPr>
        <p:txBody>
          <a:bodyPr>
            <a:normAutofit/>
          </a:bodyPr>
          <a:lstStyle>
            <a:lvl1pPr marL="0" indent="0">
              <a:buNone/>
              <a:defRPr sz="1500" b="0" i="0">
                <a:solidFill>
                  <a:schemeClr val="bg1"/>
                </a:solidFill>
                <a:latin typeface="Arial" panose="020B0604020202020204" pitchFamily="34" charset="0"/>
              </a:defRPr>
            </a:lvl1pPr>
            <a:lvl2pPr marL="342900" indent="0">
              <a:buNone/>
              <a:defRPr/>
            </a:lvl2pPr>
          </a:lstStyle>
          <a:p>
            <a:pPr lvl="0"/>
            <a:r>
              <a:rPr lang="en-GB"/>
              <a:t>Click here to add slide subheading</a:t>
            </a:r>
          </a:p>
        </p:txBody>
      </p:sp>
      <p:pic>
        <p:nvPicPr>
          <p:cNvPr id="8" name="Picture 7">
            <a:extLst>
              <a:ext uri="{FF2B5EF4-FFF2-40B4-BE49-F238E27FC236}">
                <a16:creationId xmlns:a16="http://schemas.microsoft.com/office/drawing/2014/main" id="{2E4B6BA0-5E6E-30AF-6C0A-1023F487A802}"/>
              </a:ext>
            </a:extLst>
          </p:cNvPr>
          <p:cNvPicPr>
            <a:picLocks noChangeAspect="1"/>
          </p:cNvPicPr>
          <p:nvPr userDrawn="1"/>
        </p:nvPicPr>
        <p:blipFill>
          <a:blip r:embed="rId3"/>
          <a:srcRect/>
          <a:stretch/>
        </p:blipFill>
        <p:spPr>
          <a:xfrm>
            <a:off x="5720755" y="4490216"/>
            <a:ext cx="3156545" cy="760953"/>
          </a:xfrm>
          <a:prstGeom prst="rect">
            <a:avLst/>
          </a:prstGeom>
        </p:spPr>
      </p:pic>
      <p:pic>
        <p:nvPicPr>
          <p:cNvPr id="2" name="Picture 1">
            <a:extLst>
              <a:ext uri="{FF2B5EF4-FFF2-40B4-BE49-F238E27FC236}">
                <a16:creationId xmlns:a16="http://schemas.microsoft.com/office/drawing/2014/main" id="{0A9465A5-F608-1152-579E-3FACA8C9D7EB}"/>
              </a:ext>
            </a:extLst>
          </p:cNvPr>
          <p:cNvPicPr>
            <a:picLocks noChangeAspect="1"/>
          </p:cNvPicPr>
          <p:nvPr userDrawn="1"/>
        </p:nvPicPr>
        <p:blipFill>
          <a:blip r:embed="rId4"/>
          <a:srcRect/>
          <a:stretch/>
        </p:blipFill>
        <p:spPr>
          <a:xfrm>
            <a:off x="6775060" y="125936"/>
            <a:ext cx="1956581" cy="566107"/>
          </a:xfrm>
          <a:prstGeom prst="rect">
            <a:avLst/>
          </a:prstGeom>
        </p:spPr>
      </p:pic>
    </p:spTree>
    <p:extLst>
      <p:ext uri="{BB962C8B-B14F-4D97-AF65-F5344CB8AC3E}">
        <p14:creationId xmlns:p14="http://schemas.microsoft.com/office/powerpoint/2010/main" val="1858879983"/>
      </p:ext>
    </p:extLst>
  </p:cSld>
  <p:clrMapOvr>
    <a:masterClrMapping/>
  </p:clrMapOvr>
  <p:extLst>
    <p:ext uri="{DCECCB84-F9BA-43D5-87BE-67443E8EF086}">
      <p15:sldGuideLst xmlns:p15="http://schemas.microsoft.com/office/powerpoint/2012/main">
        <p15:guide id="1" pos="7310">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Generic title slid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9B593D-0E03-AC86-D21D-72DEAF3AC4B7}"/>
              </a:ext>
            </a:extLst>
          </p:cNvPr>
          <p:cNvPicPr>
            <a:picLocks noChangeAspect="1"/>
          </p:cNvPicPr>
          <p:nvPr userDrawn="1"/>
        </p:nvPicPr>
        <p:blipFill>
          <a:blip r:embed="rId2"/>
          <a:srcRect/>
          <a:stretch/>
        </p:blipFill>
        <p:spPr>
          <a:xfrm>
            <a:off x="0" y="0"/>
            <a:ext cx="9144000" cy="5143500"/>
          </a:xfrm>
          <a:prstGeom prst="rect">
            <a:avLst/>
          </a:prstGeom>
        </p:spPr>
      </p:pic>
      <p:sp>
        <p:nvSpPr>
          <p:cNvPr id="6" name="Title 1">
            <a:extLst>
              <a:ext uri="{FF2B5EF4-FFF2-40B4-BE49-F238E27FC236}">
                <a16:creationId xmlns:a16="http://schemas.microsoft.com/office/drawing/2014/main" id="{EE206C36-D812-C551-4489-DFEA15A43F96}"/>
              </a:ext>
            </a:extLst>
          </p:cNvPr>
          <p:cNvSpPr>
            <a:spLocks noGrp="1"/>
          </p:cNvSpPr>
          <p:nvPr>
            <p:ph type="title" hasCustomPrompt="1"/>
          </p:nvPr>
        </p:nvSpPr>
        <p:spPr>
          <a:xfrm>
            <a:off x="628650" y="1744249"/>
            <a:ext cx="5170170" cy="364110"/>
          </a:xfrm>
          <a:prstGeom prst="rect">
            <a:avLst/>
          </a:prstGeom>
        </p:spPr>
        <p:txBody>
          <a:bodyPr>
            <a:normAutofit/>
          </a:bodyPr>
          <a:lstStyle>
            <a:lvl1pPr>
              <a:defRPr sz="2100" b="1" i="0">
                <a:solidFill>
                  <a:schemeClr val="bg1"/>
                </a:solidFill>
                <a:latin typeface="Arial" panose="020B0604020202020204" pitchFamily="34" charset="0"/>
                <a:cs typeface="Gotham Medium" pitchFamily="2" charset="0"/>
              </a:defRPr>
            </a:lvl1pPr>
          </a:lstStyle>
          <a:p>
            <a:r>
              <a:rPr lang="en-GB"/>
              <a:t>Click here to add slide heading</a:t>
            </a:r>
            <a:endParaRPr lang="en-US"/>
          </a:p>
        </p:txBody>
      </p:sp>
      <p:sp>
        <p:nvSpPr>
          <p:cNvPr id="7" name="Text Placeholder 11">
            <a:extLst>
              <a:ext uri="{FF2B5EF4-FFF2-40B4-BE49-F238E27FC236}">
                <a16:creationId xmlns:a16="http://schemas.microsoft.com/office/drawing/2014/main" id="{9A6BC5DF-DA3B-47C5-9120-060893EF3418}"/>
              </a:ext>
            </a:extLst>
          </p:cNvPr>
          <p:cNvSpPr>
            <a:spLocks noGrp="1"/>
          </p:cNvSpPr>
          <p:nvPr>
            <p:ph type="body" sz="quarter" idx="10" hasCustomPrompt="1"/>
          </p:nvPr>
        </p:nvSpPr>
        <p:spPr>
          <a:xfrm>
            <a:off x="628650" y="2039779"/>
            <a:ext cx="5170170" cy="669131"/>
          </a:xfrm>
          <a:prstGeom prst="rect">
            <a:avLst/>
          </a:prstGeom>
        </p:spPr>
        <p:txBody>
          <a:bodyPr>
            <a:normAutofit/>
          </a:bodyPr>
          <a:lstStyle>
            <a:lvl1pPr marL="0" indent="0">
              <a:buNone/>
              <a:defRPr sz="1500" b="0" i="0">
                <a:solidFill>
                  <a:schemeClr val="bg1"/>
                </a:solidFill>
                <a:latin typeface="Arial" panose="020B0604020202020204" pitchFamily="34" charset="0"/>
              </a:defRPr>
            </a:lvl1pPr>
            <a:lvl2pPr marL="342900" indent="0">
              <a:buNone/>
              <a:defRPr/>
            </a:lvl2pPr>
          </a:lstStyle>
          <a:p>
            <a:pPr lvl="0"/>
            <a:r>
              <a:rPr lang="en-GB"/>
              <a:t>Click here to add slide subheading</a:t>
            </a:r>
          </a:p>
        </p:txBody>
      </p:sp>
      <p:pic>
        <p:nvPicPr>
          <p:cNvPr id="8" name="Picture 7">
            <a:extLst>
              <a:ext uri="{FF2B5EF4-FFF2-40B4-BE49-F238E27FC236}">
                <a16:creationId xmlns:a16="http://schemas.microsoft.com/office/drawing/2014/main" id="{3738E55E-75D8-F73B-CD2B-C0BD6CCF3D0F}"/>
              </a:ext>
            </a:extLst>
          </p:cNvPr>
          <p:cNvPicPr>
            <a:picLocks noChangeAspect="1"/>
          </p:cNvPicPr>
          <p:nvPr userDrawn="1"/>
        </p:nvPicPr>
        <p:blipFill>
          <a:blip r:embed="rId3"/>
          <a:srcRect/>
          <a:stretch/>
        </p:blipFill>
        <p:spPr>
          <a:xfrm>
            <a:off x="508675" y="4490216"/>
            <a:ext cx="3156545" cy="760953"/>
          </a:xfrm>
          <a:prstGeom prst="rect">
            <a:avLst/>
          </a:prstGeom>
        </p:spPr>
      </p:pic>
      <p:pic>
        <p:nvPicPr>
          <p:cNvPr id="2" name="Picture 1">
            <a:extLst>
              <a:ext uri="{FF2B5EF4-FFF2-40B4-BE49-F238E27FC236}">
                <a16:creationId xmlns:a16="http://schemas.microsoft.com/office/drawing/2014/main" id="{9F122BEF-880B-A1AC-2AB4-3D0BFE537113}"/>
              </a:ext>
            </a:extLst>
          </p:cNvPr>
          <p:cNvPicPr>
            <a:picLocks noChangeAspect="1"/>
          </p:cNvPicPr>
          <p:nvPr userDrawn="1"/>
        </p:nvPicPr>
        <p:blipFill>
          <a:blip r:embed="rId4"/>
          <a:srcRect/>
          <a:stretch/>
        </p:blipFill>
        <p:spPr>
          <a:xfrm>
            <a:off x="602456" y="125936"/>
            <a:ext cx="1956581" cy="566107"/>
          </a:xfrm>
          <a:prstGeom prst="rect">
            <a:avLst/>
          </a:prstGeom>
        </p:spPr>
      </p:pic>
    </p:spTree>
    <p:extLst>
      <p:ext uri="{BB962C8B-B14F-4D97-AF65-F5344CB8AC3E}">
        <p14:creationId xmlns:p14="http://schemas.microsoft.com/office/powerpoint/2010/main" val="1210511952"/>
      </p:ext>
    </p:extLst>
  </p:cSld>
  <p:clrMapOvr>
    <a:masterClrMapping/>
  </p:clrMapOvr>
  <p:extLst>
    <p:ext uri="{DCECCB84-F9BA-43D5-87BE-67443E8EF086}">
      <p15:sldGuideLst xmlns:p15="http://schemas.microsoft.com/office/powerpoint/2012/main">
        <p15:guide id="1" pos="506">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Generic content slide 0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E1D6305-56CD-DB94-7C31-9F060FBC6A03}"/>
              </a:ext>
            </a:extLst>
          </p:cNvPr>
          <p:cNvPicPr>
            <a:picLocks noChangeAspect="1"/>
          </p:cNvPicPr>
          <p:nvPr userDrawn="1"/>
        </p:nvPicPr>
        <p:blipFill>
          <a:blip r:embed="rId2"/>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9BDD6C1D-04CC-25E8-4080-70D4C41347D7}"/>
              </a:ext>
            </a:extLst>
          </p:cNvPr>
          <p:cNvSpPr>
            <a:spLocks noGrp="1"/>
          </p:cNvSpPr>
          <p:nvPr>
            <p:ph type="title" hasCustomPrompt="1"/>
          </p:nvPr>
        </p:nvSpPr>
        <p:spPr>
          <a:xfrm>
            <a:off x="341571" y="229353"/>
            <a:ext cx="8471491" cy="273844"/>
          </a:xfrm>
          <a:prstGeom prst="rect">
            <a:avLst/>
          </a:prstGeom>
        </p:spPr>
        <p:txBody>
          <a:bodyPr lIns="0">
            <a:noAutofit/>
          </a:bodyPr>
          <a:lstStyle>
            <a:lvl1pPr>
              <a:defRPr sz="2100" b="1" i="0">
                <a:solidFill>
                  <a:schemeClr val="accent3"/>
                </a:solidFill>
                <a:latin typeface="Arial" panose="020B0604020202020204" pitchFamily="34" charset="0"/>
              </a:defRPr>
            </a:lvl1pPr>
          </a:lstStyle>
          <a:p>
            <a:r>
              <a:rPr lang="en-GB"/>
              <a:t>Click to add content page heading </a:t>
            </a:r>
            <a:endParaRPr lang="en-US"/>
          </a:p>
        </p:txBody>
      </p:sp>
      <p:sp>
        <p:nvSpPr>
          <p:cNvPr id="3" name="Content Placeholder 2">
            <a:extLst>
              <a:ext uri="{FF2B5EF4-FFF2-40B4-BE49-F238E27FC236}">
                <a16:creationId xmlns:a16="http://schemas.microsoft.com/office/drawing/2014/main" id="{3CAA49A1-E985-A4F5-6BF7-0EBB8DB57E1F}"/>
              </a:ext>
            </a:extLst>
          </p:cNvPr>
          <p:cNvSpPr>
            <a:spLocks noGrp="1"/>
          </p:cNvSpPr>
          <p:nvPr>
            <p:ph sz="half" idx="1" hasCustomPrompt="1"/>
          </p:nvPr>
        </p:nvSpPr>
        <p:spPr>
          <a:xfrm>
            <a:off x="341571" y="1034292"/>
            <a:ext cx="4149356" cy="3375943"/>
          </a:xfrm>
          <a:prstGeom prst="rect">
            <a:avLst/>
          </a:prstGeom>
        </p:spPr>
        <p:txBody>
          <a:bodyPr lIns="0">
            <a:normAutofit/>
          </a:bodyPr>
          <a:lstStyle>
            <a:lvl1pPr>
              <a:buClr>
                <a:schemeClr val="accent4"/>
              </a:buClr>
              <a:defRPr sz="1050" b="0" i="0">
                <a:solidFill>
                  <a:schemeClr val="accent3"/>
                </a:solidFill>
                <a:latin typeface="Arial" panose="020B0604020202020204" pitchFamily="34" charset="0"/>
              </a:defRPr>
            </a:lvl1pPr>
            <a:lvl2pPr>
              <a:buClr>
                <a:schemeClr val="accent4"/>
              </a:buClr>
              <a:defRPr sz="1050" b="0" i="0">
                <a:latin typeface="Arial" panose="020B0604020202020204" pitchFamily="34" charset="0"/>
              </a:defRPr>
            </a:lvl2pPr>
            <a:lvl3pPr>
              <a:defRPr sz="1350"/>
            </a:lvl3pPr>
            <a:lvl4pPr>
              <a:defRPr sz="1200"/>
            </a:lvl4pPr>
            <a:lvl5pPr>
              <a:defRPr sz="1200"/>
            </a:lvl5pPr>
          </a:lstStyle>
          <a:p>
            <a:pPr lvl="0"/>
            <a:r>
              <a:rPr lang="en-GB"/>
              <a:t>Click to add content or copy</a:t>
            </a:r>
          </a:p>
          <a:p>
            <a:pPr lvl="1"/>
            <a:endParaRPr lang="en-US"/>
          </a:p>
        </p:txBody>
      </p:sp>
      <p:sp>
        <p:nvSpPr>
          <p:cNvPr id="6" name="Footer Placeholder 5">
            <a:extLst>
              <a:ext uri="{FF2B5EF4-FFF2-40B4-BE49-F238E27FC236}">
                <a16:creationId xmlns:a16="http://schemas.microsoft.com/office/drawing/2014/main" id="{82BAFEB2-A3A1-941C-8ADA-421468BB95B3}"/>
              </a:ext>
            </a:extLst>
          </p:cNvPr>
          <p:cNvSpPr>
            <a:spLocks noGrp="1"/>
          </p:cNvSpPr>
          <p:nvPr>
            <p:ph type="ftr" sz="quarter" idx="11"/>
          </p:nvPr>
        </p:nvSpPr>
        <p:spPr>
          <a:xfrm>
            <a:off x="341570" y="4729656"/>
            <a:ext cx="8006316" cy="385602"/>
          </a:xfrm>
          <a:prstGeom prst="rect">
            <a:avLst/>
          </a:prstGeom>
        </p:spPr>
        <p:txBody>
          <a:bodyPr lIns="0" anchor="t"/>
          <a:lstStyle>
            <a:lvl1pPr algn="l">
              <a:defRPr sz="525" b="0" i="0">
                <a:solidFill>
                  <a:schemeClr val="accent6"/>
                </a:solidFill>
                <a:latin typeface="Arial" panose="020B0604020202020204" pitchFamily="34" charset="0"/>
              </a:defRPr>
            </a:lvl1pPr>
          </a:lstStyle>
          <a:p>
            <a:r>
              <a:rPr lang="en-US"/>
              <a:t>Presentation title    |    ONLY FOR INTERNAL USE</a:t>
            </a:r>
          </a:p>
        </p:txBody>
      </p:sp>
      <p:sp>
        <p:nvSpPr>
          <p:cNvPr id="12" name="Content Placeholder 2">
            <a:extLst>
              <a:ext uri="{FF2B5EF4-FFF2-40B4-BE49-F238E27FC236}">
                <a16:creationId xmlns:a16="http://schemas.microsoft.com/office/drawing/2014/main" id="{55B897CC-28DB-D9B6-235C-225869D31BF3}"/>
              </a:ext>
            </a:extLst>
          </p:cNvPr>
          <p:cNvSpPr>
            <a:spLocks noGrp="1"/>
          </p:cNvSpPr>
          <p:nvPr>
            <p:ph sz="half" idx="13" hasCustomPrompt="1"/>
          </p:nvPr>
        </p:nvSpPr>
        <p:spPr>
          <a:xfrm>
            <a:off x="4663706" y="1034292"/>
            <a:ext cx="4149356" cy="3375943"/>
          </a:xfrm>
          <a:prstGeom prst="rect">
            <a:avLst/>
          </a:prstGeom>
        </p:spPr>
        <p:txBody>
          <a:bodyPr lIns="0"/>
          <a:lstStyle>
            <a:lvl1pPr>
              <a:buClr>
                <a:schemeClr val="accent4"/>
              </a:buClr>
              <a:defRPr sz="1050" b="0" i="0">
                <a:solidFill>
                  <a:schemeClr val="accent3"/>
                </a:solidFill>
                <a:latin typeface="Arial" panose="020B0604020202020204" pitchFamily="34" charset="0"/>
              </a:defRPr>
            </a:lvl1pPr>
            <a:lvl2pPr>
              <a:buClr>
                <a:schemeClr val="accent4"/>
              </a:buClr>
              <a:defRPr sz="1050" b="0" i="0">
                <a:latin typeface="Arial" panose="020B0604020202020204" pitchFamily="34" charset="0"/>
              </a:defRPr>
            </a:lvl2pPr>
          </a:lstStyle>
          <a:p>
            <a:pPr lvl="0"/>
            <a:r>
              <a:rPr lang="en-GB"/>
              <a:t>Click to add content or copy</a:t>
            </a:r>
          </a:p>
          <a:p>
            <a:pPr lvl="1"/>
            <a:endParaRPr lang="en-US"/>
          </a:p>
        </p:txBody>
      </p:sp>
      <p:sp>
        <p:nvSpPr>
          <p:cNvPr id="14" name="Text Placeholder 13">
            <a:extLst>
              <a:ext uri="{FF2B5EF4-FFF2-40B4-BE49-F238E27FC236}">
                <a16:creationId xmlns:a16="http://schemas.microsoft.com/office/drawing/2014/main" id="{BA4B0AC5-F29D-E7DE-51E7-A9B5E98AD256}"/>
              </a:ext>
            </a:extLst>
          </p:cNvPr>
          <p:cNvSpPr>
            <a:spLocks noGrp="1"/>
          </p:cNvSpPr>
          <p:nvPr>
            <p:ph type="body" sz="quarter" idx="14" hasCustomPrompt="1"/>
          </p:nvPr>
        </p:nvSpPr>
        <p:spPr>
          <a:xfrm>
            <a:off x="341710" y="474462"/>
            <a:ext cx="8470905" cy="207169"/>
          </a:xfrm>
          <a:prstGeom prst="rect">
            <a:avLst/>
          </a:prstGeom>
        </p:spPr>
        <p:txBody>
          <a:bodyPr lIns="0">
            <a:noAutofit/>
          </a:bodyPr>
          <a:lstStyle>
            <a:lvl1pPr marL="0" indent="0">
              <a:buNone/>
              <a:defRPr sz="1200" b="0" i="0">
                <a:solidFill>
                  <a:schemeClr val="accent4"/>
                </a:solidFill>
                <a:latin typeface="Arial" panose="020B0604020202020204" pitchFamily="34" charset="0"/>
              </a:defRPr>
            </a:lvl1pPr>
          </a:lstStyle>
          <a:p>
            <a:pPr lvl="0"/>
            <a:r>
              <a:rPr lang="en-GB"/>
              <a:t>Click to add page subheading</a:t>
            </a:r>
          </a:p>
        </p:txBody>
      </p:sp>
      <p:pic>
        <p:nvPicPr>
          <p:cNvPr id="4" name="Picture 3">
            <a:extLst>
              <a:ext uri="{FF2B5EF4-FFF2-40B4-BE49-F238E27FC236}">
                <a16:creationId xmlns:a16="http://schemas.microsoft.com/office/drawing/2014/main" id="{E6AD2874-01E0-BC1D-E5B1-505EDDEE25C9}"/>
              </a:ext>
            </a:extLst>
          </p:cNvPr>
          <p:cNvPicPr>
            <a:picLocks noChangeAspect="1"/>
          </p:cNvPicPr>
          <p:nvPr userDrawn="1"/>
        </p:nvPicPr>
        <p:blipFill>
          <a:blip r:embed="rId3"/>
          <a:srcRect/>
          <a:stretch/>
        </p:blipFill>
        <p:spPr>
          <a:xfrm>
            <a:off x="6874852" y="125936"/>
            <a:ext cx="1937986" cy="566107"/>
          </a:xfrm>
          <a:prstGeom prst="rect">
            <a:avLst/>
          </a:prstGeom>
        </p:spPr>
      </p:pic>
      <p:sp>
        <p:nvSpPr>
          <p:cNvPr id="5" name="Slide Number Placeholder 6">
            <a:extLst>
              <a:ext uri="{FF2B5EF4-FFF2-40B4-BE49-F238E27FC236}">
                <a16:creationId xmlns:a16="http://schemas.microsoft.com/office/drawing/2014/main" id="{9F3F2205-C2A0-879C-D82D-FEFE7E5B0762}"/>
              </a:ext>
            </a:extLst>
          </p:cNvPr>
          <p:cNvSpPr>
            <a:spLocks noGrp="1"/>
          </p:cNvSpPr>
          <p:nvPr>
            <p:ph type="sldNum" sz="quarter" idx="12"/>
          </p:nvPr>
        </p:nvSpPr>
        <p:spPr>
          <a:xfrm>
            <a:off x="8532744" y="4857459"/>
            <a:ext cx="279733" cy="273844"/>
          </a:xfrm>
          <a:prstGeom prst="rect">
            <a:avLst/>
          </a:prstGeom>
        </p:spPr>
        <p:txBody>
          <a:bodyPr/>
          <a:lstStyle>
            <a:lvl1pPr algn="r">
              <a:defRPr sz="675" b="0" i="0">
                <a:solidFill>
                  <a:schemeClr val="accent4"/>
                </a:solidFill>
                <a:latin typeface="Arial" panose="020B0604020202020204" pitchFamily="34" charset="0"/>
              </a:defRPr>
            </a:lvl1pPr>
          </a:lstStyle>
          <a:p>
            <a:fld id="{B3A3ADA1-2D0B-824E-9A05-9AED4CF7F218}" type="slidenum">
              <a:rPr lang="en-US" smtClean="0"/>
              <a:pPr/>
              <a:t>‹#›</a:t>
            </a:fld>
            <a:endParaRPr lang="en-US"/>
          </a:p>
        </p:txBody>
      </p:sp>
    </p:spTree>
    <p:extLst>
      <p:ext uri="{BB962C8B-B14F-4D97-AF65-F5344CB8AC3E}">
        <p14:creationId xmlns:p14="http://schemas.microsoft.com/office/powerpoint/2010/main" val="18846083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Generic content slide 0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513274-8B39-F74D-7310-AEB65A2F6B7A}"/>
              </a:ext>
            </a:extLst>
          </p:cNvPr>
          <p:cNvPicPr>
            <a:picLocks noChangeAspect="1"/>
          </p:cNvPicPr>
          <p:nvPr userDrawn="1"/>
        </p:nvPicPr>
        <p:blipFill>
          <a:blip r:embed="rId2"/>
          <a:srcRect/>
          <a:stretch/>
        </p:blipFill>
        <p:spPr>
          <a:xfrm>
            <a:off x="0" y="0"/>
            <a:ext cx="9144000" cy="5143500"/>
          </a:xfrm>
          <a:prstGeom prst="rect">
            <a:avLst/>
          </a:prstGeom>
        </p:spPr>
      </p:pic>
      <p:sp>
        <p:nvSpPr>
          <p:cNvPr id="4" name="Title 1">
            <a:extLst>
              <a:ext uri="{FF2B5EF4-FFF2-40B4-BE49-F238E27FC236}">
                <a16:creationId xmlns:a16="http://schemas.microsoft.com/office/drawing/2014/main" id="{1029C2AF-B92F-E378-62D7-B483897A57E6}"/>
              </a:ext>
            </a:extLst>
          </p:cNvPr>
          <p:cNvSpPr>
            <a:spLocks noGrp="1"/>
          </p:cNvSpPr>
          <p:nvPr>
            <p:ph type="title" hasCustomPrompt="1"/>
          </p:nvPr>
        </p:nvSpPr>
        <p:spPr>
          <a:xfrm>
            <a:off x="341571" y="229353"/>
            <a:ext cx="8471491" cy="273844"/>
          </a:xfrm>
          <a:prstGeom prst="rect">
            <a:avLst/>
          </a:prstGeom>
        </p:spPr>
        <p:txBody>
          <a:bodyPr lIns="0">
            <a:noAutofit/>
          </a:bodyPr>
          <a:lstStyle>
            <a:lvl1pPr>
              <a:defRPr sz="2100" b="1" i="0">
                <a:solidFill>
                  <a:schemeClr val="accent3"/>
                </a:solidFill>
                <a:latin typeface="Arial" panose="020B0604020202020204" pitchFamily="34" charset="0"/>
              </a:defRPr>
            </a:lvl1pPr>
          </a:lstStyle>
          <a:p>
            <a:r>
              <a:rPr lang="en-GB"/>
              <a:t>Click to add content page heading </a:t>
            </a:r>
            <a:endParaRPr lang="en-US"/>
          </a:p>
        </p:txBody>
      </p:sp>
      <p:sp>
        <p:nvSpPr>
          <p:cNvPr id="5" name="Text Placeholder 13">
            <a:extLst>
              <a:ext uri="{FF2B5EF4-FFF2-40B4-BE49-F238E27FC236}">
                <a16:creationId xmlns:a16="http://schemas.microsoft.com/office/drawing/2014/main" id="{B6AFC876-FFF0-DE08-5438-9D76680F193D}"/>
              </a:ext>
            </a:extLst>
          </p:cNvPr>
          <p:cNvSpPr>
            <a:spLocks noGrp="1"/>
          </p:cNvSpPr>
          <p:nvPr>
            <p:ph type="body" sz="quarter" idx="14" hasCustomPrompt="1"/>
          </p:nvPr>
        </p:nvSpPr>
        <p:spPr>
          <a:xfrm>
            <a:off x="341710" y="474462"/>
            <a:ext cx="8470905" cy="207169"/>
          </a:xfrm>
          <a:prstGeom prst="rect">
            <a:avLst/>
          </a:prstGeom>
        </p:spPr>
        <p:txBody>
          <a:bodyPr lIns="0">
            <a:noAutofit/>
          </a:bodyPr>
          <a:lstStyle>
            <a:lvl1pPr marL="0" indent="0">
              <a:buNone/>
              <a:defRPr sz="1200" b="0" i="0">
                <a:solidFill>
                  <a:schemeClr val="accent4"/>
                </a:solidFill>
                <a:latin typeface="Arial" panose="020B0604020202020204" pitchFamily="34" charset="0"/>
              </a:defRPr>
            </a:lvl1pPr>
          </a:lstStyle>
          <a:p>
            <a:pPr lvl="0"/>
            <a:r>
              <a:rPr lang="en-GB"/>
              <a:t>Click to add page subheading</a:t>
            </a:r>
          </a:p>
        </p:txBody>
      </p:sp>
      <p:sp>
        <p:nvSpPr>
          <p:cNvPr id="6" name="Footer Placeholder 5">
            <a:extLst>
              <a:ext uri="{FF2B5EF4-FFF2-40B4-BE49-F238E27FC236}">
                <a16:creationId xmlns:a16="http://schemas.microsoft.com/office/drawing/2014/main" id="{62CFA3F6-7C5D-CD85-AE2C-97109F0A4217}"/>
              </a:ext>
            </a:extLst>
          </p:cNvPr>
          <p:cNvSpPr>
            <a:spLocks noGrp="1"/>
          </p:cNvSpPr>
          <p:nvPr>
            <p:ph type="ftr" sz="quarter" idx="11"/>
          </p:nvPr>
        </p:nvSpPr>
        <p:spPr>
          <a:xfrm>
            <a:off x="341570" y="4729656"/>
            <a:ext cx="8006316" cy="385602"/>
          </a:xfrm>
          <a:prstGeom prst="rect">
            <a:avLst/>
          </a:prstGeom>
        </p:spPr>
        <p:txBody>
          <a:bodyPr lIns="0" anchor="t"/>
          <a:lstStyle>
            <a:lvl1pPr algn="l">
              <a:defRPr sz="525" b="0" i="0">
                <a:solidFill>
                  <a:schemeClr val="accent6"/>
                </a:solidFill>
                <a:latin typeface="Arial" panose="020B0604020202020204" pitchFamily="34" charset="0"/>
              </a:defRPr>
            </a:lvl1pPr>
          </a:lstStyle>
          <a:p>
            <a:r>
              <a:rPr lang="en-US"/>
              <a:t>Presentation title    |    ONLY FOR INTERNAL USE</a:t>
            </a:r>
          </a:p>
        </p:txBody>
      </p:sp>
      <p:sp>
        <p:nvSpPr>
          <p:cNvPr id="7" name="Slide Number Placeholder 6">
            <a:extLst>
              <a:ext uri="{FF2B5EF4-FFF2-40B4-BE49-F238E27FC236}">
                <a16:creationId xmlns:a16="http://schemas.microsoft.com/office/drawing/2014/main" id="{8DBD9052-A760-B435-40CF-0E863849E274}"/>
              </a:ext>
            </a:extLst>
          </p:cNvPr>
          <p:cNvSpPr>
            <a:spLocks noGrp="1"/>
          </p:cNvSpPr>
          <p:nvPr>
            <p:ph type="sldNum" sz="quarter" idx="12"/>
          </p:nvPr>
        </p:nvSpPr>
        <p:spPr>
          <a:xfrm>
            <a:off x="8532744" y="4857459"/>
            <a:ext cx="279733" cy="273844"/>
          </a:xfrm>
          <a:prstGeom prst="rect">
            <a:avLst/>
          </a:prstGeom>
        </p:spPr>
        <p:txBody>
          <a:bodyPr/>
          <a:lstStyle>
            <a:lvl1pPr algn="r">
              <a:defRPr sz="675" b="0" i="0">
                <a:solidFill>
                  <a:schemeClr val="accent4"/>
                </a:solidFill>
                <a:latin typeface="Arial" panose="020B0604020202020204" pitchFamily="34" charset="0"/>
              </a:defRPr>
            </a:lvl1pPr>
          </a:lstStyle>
          <a:p>
            <a:fld id="{B3A3ADA1-2D0B-824E-9A05-9AED4CF7F218}" type="slidenum">
              <a:rPr lang="en-US" smtClean="0"/>
              <a:pPr/>
              <a:t>‹#›</a:t>
            </a:fld>
            <a:endParaRPr lang="en-US"/>
          </a:p>
        </p:txBody>
      </p:sp>
      <p:sp>
        <p:nvSpPr>
          <p:cNvPr id="8" name="Content Placeholder 2">
            <a:extLst>
              <a:ext uri="{FF2B5EF4-FFF2-40B4-BE49-F238E27FC236}">
                <a16:creationId xmlns:a16="http://schemas.microsoft.com/office/drawing/2014/main" id="{FDE52DC4-8890-6FFB-1B0D-66A5B33C221C}"/>
              </a:ext>
            </a:extLst>
          </p:cNvPr>
          <p:cNvSpPr>
            <a:spLocks noGrp="1"/>
          </p:cNvSpPr>
          <p:nvPr>
            <p:ph sz="half" idx="1" hasCustomPrompt="1"/>
          </p:nvPr>
        </p:nvSpPr>
        <p:spPr>
          <a:xfrm>
            <a:off x="341571" y="1034292"/>
            <a:ext cx="8470905" cy="3375943"/>
          </a:xfrm>
          <a:prstGeom prst="rect">
            <a:avLst/>
          </a:prstGeom>
        </p:spPr>
        <p:txBody>
          <a:bodyPr lIns="0">
            <a:normAutofit/>
          </a:bodyPr>
          <a:lstStyle>
            <a:lvl1pPr>
              <a:buClr>
                <a:schemeClr val="accent4"/>
              </a:buClr>
              <a:defRPr sz="1050" b="0" i="0">
                <a:solidFill>
                  <a:schemeClr val="accent3"/>
                </a:solidFill>
                <a:latin typeface="Arial" panose="020B0604020202020204" pitchFamily="34" charset="0"/>
              </a:defRPr>
            </a:lvl1pPr>
            <a:lvl2pPr>
              <a:buClr>
                <a:schemeClr val="accent4"/>
              </a:buClr>
              <a:defRPr sz="1050" b="0" i="0">
                <a:latin typeface="Arial" panose="020B0604020202020204" pitchFamily="34" charset="0"/>
              </a:defRPr>
            </a:lvl2pPr>
            <a:lvl3pPr>
              <a:defRPr sz="1350"/>
            </a:lvl3pPr>
            <a:lvl4pPr>
              <a:defRPr sz="1200"/>
            </a:lvl4pPr>
            <a:lvl5pPr>
              <a:defRPr sz="1200"/>
            </a:lvl5pPr>
          </a:lstStyle>
          <a:p>
            <a:pPr lvl="0"/>
            <a:r>
              <a:rPr lang="en-GB"/>
              <a:t>Click to add content or copy</a:t>
            </a:r>
          </a:p>
          <a:p>
            <a:pPr lvl="1"/>
            <a:endParaRPr lang="en-US"/>
          </a:p>
        </p:txBody>
      </p:sp>
      <p:pic>
        <p:nvPicPr>
          <p:cNvPr id="9" name="Picture 8">
            <a:extLst>
              <a:ext uri="{FF2B5EF4-FFF2-40B4-BE49-F238E27FC236}">
                <a16:creationId xmlns:a16="http://schemas.microsoft.com/office/drawing/2014/main" id="{9660C921-5213-4DE0-B7CA-2F8AF2DBB7AD}"/>
              </a:ext>
            </a:extLst>
          </p:cNvPr>
          <p:cNvPicPr>
            <a:picLocks noChangeAspect="1"/>
          </p:cNvPicPr>
          <p:nvPr userDrawn="1"/>
        </p:nvPicPr>
        <p:blipFill>
          <a:blip r:embed="rId3"/>
          <a:srcRect/>
          <a:stretch/>
        </p:blipFill>
        <p:spPr>
          <a:xfrm>
            <a:off x="6874852" y="125936"/>
            <a:ext cx="1937986" cy="566107"/>
          </a:xfrm>
          <a:prstGeom prst="rect">
            <a:avLst/>
          </a:prstGeom>
        </p:spPr>
      </p:pic>
    </p:spTree>
    <p:extLst>
      <p:ext uri="{BB962C8B-B14F-4D97-AF65-F5344CB8AC3E}">
        <p14:creationId xmlns:p14="http://schemas.microsoft.com/office/powerpoint/2010/main" val="917773782"/>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pic>
        <p:nvPicPr>
          <p:cNvPr id="8" name="Picture 7" descr="Shape, square&#10;&#10;Description automatically generated">
            <a:extLst>
              <a:ext uri="{FF2B5EF4-FFF2-40B4-BE49-F238E27FC236}">
                <a16:creationId xmlns:a16="http://schemas.microsoft.com/office/drawing/2014/main" id="{432BD65F-56E3-141B-41C9-549216E7F196}"/>
              </a:ext>
            </a:extLst>
          </p:cNvPr>
          <p:cNvPicPr>
            <a:picLocks noChangeAspect="1"/>
          </p:cNvPicPr>
          <p:nvPr userDrawn="1"/>
        </p:nvPicPr>
        <p:blipFill>
          <a:blip r:embed="rId2"/>
          <a:stretch>
            <a:fillRect/>
          </a:stretch>
        </p:blipFill>
        <p:spPr>
          <a:xfrm>
            <a:off x="0" y="0"/>
            <a:ext cx="9144000" cy="5143500"/>
          </a:xfrm>
          <a:prstGeom prst="rect">
            <a:avLst/>
          </a:prstGeom>
        </p:spPr>
      </p:pic>
      <p:pic>
        <p:nvPicPr>
          <p:cNvPr id="11" name="Picture 10">
            <a:extLst>
              <a:ext uri="{FF2B5EF4-FFF2-40B4-BE49-F238E27FC236}">
                <a16:creationId xmlns:a16="http://schemas.microsoft.com/office/drawing/2014/main" id="{04599D4F-8156-96BC-21AF-0C3C39DDA517}"/>
              </a:ext>
            </a:extLst>
          </p:cNvPr>
          <p:cNvPicPr>
            <a:picLocks noChangeAspect="1"/>
          </p:cNvPicPr>
          <p:nvPr userDrawn="1"/>
        </p:nvPicPr>
        <p:blipFill>
          <a:blip r:embed="rId3"/>
          <a:srcRect/>
          <a:stretch/>
        </p:blipFill>
        <p:spPr>
          <a:xfrm>
            <a:off x="5720755" y="4490216"/>
            <a:ext cx="3156545" cy="760953"/>
          </a:xfrm>
          <a:prstGeom prst="rect">
            <a:avLst/>
          </a:prstGeom>
        </p:spPr>
      </p:pic>
      <p:pic>
        <p:nvPicPr>
          <p:cNvPr id="14" name="Picture 13">
            <a:extLst>
              <a:ext uri="{FF2B5EF4-FFF2-40B4-BE49-F238E27FC236}">
                <a16:creationId xmlns:a16="http://schemas.microsoft.com/office/drawing/2014/main" id="{1636A1B9-B485-1BE3-BC3A-173787DBE0B5}"/>
              </a:ext>
            </a:extLst>
          </p:cNvPr>
          <p:cNvPicPr>
            <a:picLocks noChangeAspect="1"/>
          </p:cNvPicPr>
          <p:nvPr userDrawn="1"/>
        </p:nvPicPr>
        <p:blipFill>
          <a:blip r:embed="rId4"/>
          <a:srcRect/>
          <a:stretch/>
        </p:blipFill>
        <p:spPr>
          <a:xfrm>
            <a:off x="6775060" y="125936"/>
            <a:ext cx="1956581" cy="566107"/>
          </a:xfrm>
          <a:prstGeom prst="rect">
            <a:avLst/>
          </a:prstGeom>
        </p:spPr>
      </p:pic>
      <p:cxnSp>
        <p:nvCxnSpPr>
          <p:cNvPr id="2" name="Straight Connector 1">
            <a:extLst>
              <a:ext uri="{FF2B5EF4-FFF2-40B4-BE49-F238E27FC236}">
                <a16:creationId xmlns:a16="http://schemas.microsoft.com/office/drawing/2014/main" id="{0CA87412-10E5-F23F-3AA3-EE938E91A441}"/>
              </a:ext>
            </a:extLst>
          </p:cNvPr>
          <p:cNvCxnSpPr>
            <a:cxnSpLocks/>
          </p:cNvCxnSpPr>
          <p:nvPr userDrawn="1"/>
        </p:nvCxnSpPr>
        <p:spPr>
          <a:xfrm flipH="1">
            <a:off x="2918608" y="1567543"/>
            <a:ext cx="6225392"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70D3E08E-9B71-A37A-78E6-5E691B6F95C6}"/>
              </a:ext>
            </a:extLst>
          </p:cNvPr>
          <p:cNvSpPr>
            <a:spLocks noGrp="1"/>
          </p:cNvSpPr>
          <p:nvPr>
            <p:ph type="title" hasCustomPrompt="1"/>
          </p:nvPr>
        </p:nvSpPr>
        <p:spPr>
          <a:xfrm>
            <a:off x="2918608" y="1004120"/>
            <a:ext cx="5257652" cy="364110"/>
          </a:xfrm>
          <a:prstGeom prst="rect">
            <a:avLst/>
          </a:prstGeom>
        </p:spPr>
        <p:txBody>
          <a:bodyPr>
            <a:normAutofit/>
          </a:bodyPr>
          <a:lstStyle>
            <a:lvl1pPr>
              <a:defRPr sz="2100" b="1" i="0">
                <a:solidFill>
                  <a:schemeClr val="bg1"/>
                </a:solidFill>
                <a:latin typeface="Arial" panose="020B0604020202020204" pitchFamily="34" charset="0"/>
                <a:cs typeface="Gotham Medium" pitchFamily="2" charset="0"/>
              </a:defRPr>
            </a:lvl1pPr>
          </a:lstStyle>
          <a:p>
            <a:r>
              <a:rPr lang="en-GB"/>
              <a:t>Agenda </a:t>
            </a:r>
            <a:endParaRPr lang="en-US"/>
          </a:p>
        </p:txBody>
      </p:sp>
      <p:sp>
        <p:nvSpPr>
          <p:cNvPr id="4" name="Text Placeholder 11">
            <a:extLst>
              <a:ext uri="{FF2B5EF4-FFF2-40B4-BE49-F238E27FC236}">
                <a16:creationId xmlns:a16="http://schemas.microsoft.com/office/drawing/2014/main" id="{EFC35710-02FD-4732-861E-933C610CD6F0}"/>
              </a:ext>
            </a:extLst>
          </p:cNvPr>
          <p:cNvSpPr>
            <a:spLocks noGrp="1"/>
          </p:cNvSpPr>
          <p:nvPr>
            <p:ph type="body" sz="quarter" idx="10" hasCustomPrompt="1"/>
          </p:nvPr>
        </p:nvSpPr>
        <p:spPr>
          <a:xfrm>
            <a:off x="2918608" y="1902619"/>
            <a:ext cx="5257652" cy="234940"/>
          </a:xfrm>
          <a:prstGeom prst="rect">
            <a:avLst/>
          </a:prstGeom>
        </p:spPr>
        <p:txBody>
          <a:bodyPr>
            <a:normAutofit/>
          </a:bodyPr>
          <a:lstStyle>
            <a:lvl1pPr marL="0" indent="0">
              <a:buNone/>
              <a:defRPr sz="1200" b="1" i="0">
                <a:solidFill>
                  <a:schemeClr val="bg1"/>
                </a:solidFill>
                <a:latin typeface="Arial" panose="020B0604020202020204" pitchFamily="34" charset="0"/>
              </a:defRPr>
            </a:lvl1pPr>
            <a:lvl2pPr marL="342900" indent="0">
              <a:buNone/>
              <a:defRPr/>
            </a:lvl2pPr>
          </a:lstStyle>
          <a:p>
            <a:pPr lvl="0"/>
            <a:r>
              <a:rPr lang="en-GB"/>
              <a:t>Agenda item</a:t>
            </a:r>
          </a:p>
        </p:txBody>
      </p:sp>
      <p:sp>
        <p:nvSpPr>
          <p:cNvPr id="5" name="Text Placeholder 11">
            <a:extLst>
              <a:ext uri="{FF2B5EF4-FFF2-40B4-BE49-F238E27FC236}">
                <a16:creationId xmlns:a16="http://schemas.microsoft.com/office/drawing/2014/main" id="{2958D04A-6F08-D79D-2B5C-594E6E96B2A0}"/>
              </a:ext>
            </a:extLst>
          </p:cNvPr>
          <p:cNvSpPr>
            <a:spLocks noGrp="1"/>
          </p:cNvSpPr>
          <p:nvPr>
            <p:ph type="body" sz="quarter" idx="11" hasCustomPrompt="1"/>
          </p:nvPr>
        </p:nvSpPr>
        <p:spPr>
          <a:xfrm>
            <a:off x="2918608" y="2926639"/>
            <a:ext cx="5257652" cy="234940"/>
          </a:xfrm>
          <a:prstGeom prst="rect">
            <a:avLst/>
          </a:prstGeom>
        </p:spPr>
        <p:txBody>
          <a:bodyPr>
            <a:normAutofit/>
          </a:bodyPr>
          <a:lstStyle>
            <a:lvl1pPr marL="0" indent="0">
              <a:buNone/>
              <a:defRPr sz="1200" b="1" i="0">
                <a:solidFill>
                  <a:schemeClr val="bg1"/>
                </a:solidFill>
                <a:latin typeface="Arial" panose="020B0604020202020204" pitchFamily="34" charset="0"/>
              </a:defRPr>
            </a:lvl1pPr>
            <a:lvl2pPr marL="342900" indent="0">
              <a:buNone/>
              <a:defRPr/>
            </a:lvl2pPr>
          </a:lstStyle>
          <a:p>
            <a:pPr lvl="0"/>
            <a:r>
              <a:rPr lang="en-GB"/>
              <a:t>Agenda item</a:t>
            </a:r>
          </a:p>
        </p:txBody>
      </p:sp>
      <p:sp>
        <p:nvSpPr>
          <p:cNvPr id="6" name="Text Placeholder 11">
            <a:extLst>
              <a:ext uri="{FF2B5EF4-FFF2-40B4-BE49-F238E27FC236}">
                <a16:creationId xmlns:a16="http://schemas.microsoft.com/office/drawing/2014/main" id="{9008414B-9632-38D6-7D7D-6E1EC6483CE4}"/>
              </a:ext>
            </a:extLst>
          </p:cNvPr>
          <p:cNvSpPr>
            <a:spLocks noGrp="1"/>
          </p:cNvSpPr>
          <p:nvPr>
            <p:ph type="body" sz="quarter" idx="12" hasCustomPrompt="1"/>
          </p:nvPr>
        </p:nvSpPr>
        <p:spPr>
          <a:xfrm>
            <a:off x="2918608" y="3950659"/>
            <a:ext cx="5257652" cy="234940"/>
          </a:xfrm>
          <a:prstGeom prst="rect">
            <a:avLst/>
          </a:prstGeom>
        </p:spPr>
        <p:txBody>
          <a:bodyPr>
            <a:normAutofit/>
          </a:bodyPr>
          <a:lstStyle>
            <a:lvl1pPr marL="0" indent="0">
              <a:buNone/>
              <a:defRPr sz="1200" b="1" i="0">
                <a:solidFill>
                  <a:schemeClr val="bg1"/>
                </a:solidFill>
                <a:latin typeface="Arial" panose="020B0604020202020204" pitchFamily="34" charset="0"/>
              </a:defRPr>
            </a:lvl1pPr>
            <a:lvl2pPr marL="342900" indent="0">
              <a:buNone/>
              <a:defRPr/>
            </a:lvl2pPr>
          </a:lstStyle>
          <a:p>
            <a:pPr lvl="0"/>
            <a:r>
              <a:rPr lang="en-GB"/>
              <a:t>Agenda item</a:t>
            </a:r>
          </a:p>
        </p:txBody>
      </p:sp>
      <p:sp>
        <p:nvSpPr>
          <p:cNvPr id="7" name="Text Placeholder 11">
            <a:extLst>
              <a:ext uri="{FF2B5EF4-FFF2-40B4-BE49-F238E27FC236}">
                <a16:creationId xmlns:a16="http://schemas.microsoft.com/office/drawing/2014/main" id="{056C7379-E107-FF10-3BE2-A64E5F9D4EED}"/>
              </a:ext>
            </a:extLst>
          </p:cNvPr>
          <p:cNvSpPr>
            <a:spLocks noGrp="1"/>
          </p:cNvSpPr>
          <p:nvPr>
            <p:ph type="body" sz="quarter" idx="13" hasCustomPrompt="1"/>
          </p:nvPr>
        </p:nvSpPr>
        <p:spPr>
          <a:xfrm>
            <a:off x="2918608" y="2201679"/>
            <a:ext cx="5257652" cy="502135"/>
          </a:xfrm>
          <a:prstGeom prst="rect">
            <a:avLst/>
          </a:prstGeom>
        </p:spPr>
        <p:txBody>
          <a:bodyPr>
            <a:normAutofit/>
          </a:bodyPr>
          <a:lstStyle>
            <a:lvl1pPr marL="0" indent="0">
              <a:buNone/>
              <a:defRPr sz="1200" b="0" i="0">
                <a:solidFill>
                  <a:schemeClr val="bg1"/>
                </a:solidFill>
                <a:latin typeface="Arial" panose="020B0604020202020204" pitchFamily="34" charset="0"/>
              </a:defRPr>
            </a:lvl1pPr>
            <a:lvl2pPr marL="342900" indent="0">
              <a:buNone/>
              <a:defRPr/>
            </a:lvl2pPr>
          </a:lstStyle>
          <a:p>
            <a:pPr lvl="0"/>
            <a:r>
              <a:rPr lang="en-GB"/>
              <a:t>Agenda copy</a:t>
            </a:r>
          </a:p>
        </p:txBody>
      </p:sp>
      <p:sp>
        <p:nvSpPr>
          <p:cNvPr id="9" name="Text Placeholder 11">
            <a:extLst>
              <a:ext uri="{FF2B5EF4-FFF2-40B4-BE49-F238E27FC236}">
                <a16:creationId xmlns:a16="http://schemas.microsoft.com/office/drawing/2014/main" id="{0309608E-77C0-59BE-8FA7-08F79FDE9E04}"/>
              </a:ext>
            </a:extLst>
          </p:cNvPr>
          <p:cNvSpPr>
            <a:spLocks noGrp="1"/>
          </p:cNvSpPr>
          <p:nvPr>
            <p:ph type="body" sz="quarter" idx="14" hasCustomPrompt="1"/>
          </p:nvPr>
        </p:nvSpPr>
        <p:spPr>
          <a:xfrm>
            <a:off x="2918608" y="3229686"/>
            <a:ext cx="5257652" cy="502135"/>
          </a:xfrm>
          <a:prstGeom prst="rect">
            <a:avLst/>
          </a:prstGeom>
        </p:spPr>
        <p:txBody>
          <a:bodyPr>
            <a:normAutofit/>
          </a:bodyPr>
          <a:lstStyle>
            <a:lvl1pPr marL="0" indent="0">
              <a:buNone/>
              <a:defRPr sz="1200" b="0" i="0">
                <a:solidFill>
                  <a:schemeClr val="bg1"/>
                </a:solidFill>
                <a:latin typeface="Arial" panose="020B0604020202020204" pitchFamily="34" charset="0"/>
              </a:defRPr>
            </a:lvl1pPr>
            <a:lvl2pPr marL="342900" indent="0">
              <a:buNone/>
              <a:defRPr/>
            </a:lvl2pPr>
          </a:lstStyle>
          <a:p>
            <a:pPr lvl="0"/>
            <a:r>
              <a:rPr lang="en-GB"/>
              <a:t>Agenda copy</a:t>
            </a:r>
          </a:p>
        </p:txBody>
      </p:sp>
      <p:sp>
        <p:nvSpPr>
          <p:cNvPr id="10" name="Text Placeholder 11">
            <a:extLst>
              <a:ext uri="{FF2B5EF4-FFF2-40B4-BE49-F238E27FC236}">
                <a16:creationId xmlns:a16="http://schemas.microsoft.com/office/drawing/2014/main" id="{5130F982-C04C-9822-DA2C-EC7C7A45D380}"/>
              </a:ext>
            </a:extLst>
          </p:cNvPr>
          <p:cNvSpPr>
            <a:spLocks noGrp="1"/>
          </p:cNvSpPr>
          <p:nvPr>
            <p:ph type="body" sz="quarter" idx="15" hasCustomPrompt="1"/>
          </p:nvPr>
        </p:nvSpPr>
        <p:spPr>
          <a:xfrm>
            <a:off x="2918608" y="4257693"/>
            <a:ext cx="5257652" cy="502135"/>
          </a:xfrm>
          <a:prstGeom prst="rect">
            <a:avLst/>
          </a:prstGeom>
        </p:spPr>
        <p:txBody>
          <a:bodyPr>
            <a:normAutofit/>
          </a:bodyPr>
          <a:lstStyle>
            <a:lvl1pPr marL="0" indent="0">
              <a:buNone/>
              <a:defRPr sz="1200" b="0" i="0">
                <a:solidFill>
                  <a:schemeClr val="bg1"/>
                </a:solidFill>
                <a:latin typeface="Arial" panose="020B0604020202020204" pitchFamily="34" charset="0"/>
              </a:defRPr>
            </a:lvl1pPr>
            <a:lvl2pPr marL="342900" indent="0">
              <a:buNone/>
              <a:defRPr/>
            </a:lvl2pPr>
          </a:lstStyle>
          <a:p>
            <a:pPr lvl="0"/>
            <a:r>
              <a:rPr lang="en-GB"/>
              <a:t>Agenda copy</a:t>
            </a:r>
          </a:p>
        </p:txBody>
      </p:sp>
    </p:spTree>
    <p:extLst>
      <p:ext uri="{BB962C8B-B14F-4D97-AF65-F5344CB8AC3E}">
        <p14:creationId xmlns:p14="http://schemas.microsoft.com/office/powerpoint/2010/main" val="2075675427"/>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Break slide 2">
    <p:spTree>
      <p:nvGrpSpPr>
        <p:cNvPr id="1" name=""/>
        <p:cNvGrpSpPr/>
        <p:nvPr/>
      </p:nvGrpSpPr>
      <p:grpSpPr>
        <a:xfrm>
          <a:off x="0" y="0"/>
          <a:ext cx="0" cy="0"/>
          <a:chOff x="0" y="0"/>
          <a:chExt cx="0" cy="0"/>
        </a:xfrm>
      </p:grpSpPr>
      <p:pic>
        <p:nvPicPr>
          <p:cNvPr id="8" name="Picture 7" descr="A picture containing background pattern&#10;&#10;Description automatically generated">
            <a:extLst>
              <a:ext uri="{FF2B5EF4-FFF2-40B4-BE49-F238E27FC236}">
                <a16:creationId xmlns:a16="http://schemas.microsoft.com/office/drawing/2014/main" id="{0E626CBB-22EA-E700-E82C-F2D789EB3B13}"/>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96D35A4B-2A3A-9B16-32F9-2A2E53679782}"/>
              </a:ext>
            </a:extLst>
          </p:cNvPr>
          <p:cNvSpPr>
            <a:spLocks noGrp="1"/>
          </p:cNvSpPr>
          <p:nvPr>
            <p:ph type="title" hasCustomPrompt="1"/>
          </p:nvPr>
        </p:nvSpPr>
        <p:spPr>
          <a:xfrm>
            <a:off x="2106930" y="1538509"/>
            <a:ext cx="6627495" cy="364110"/>
          </a:xfrm>
          <a:prstGeom prst="rect">
            <a:avLst/>
          </a:prstGeom>
        </p:spPr>
        <p:txBody>
          <a:bodyPr>
            <a:normAutofit/>
          </a:bodyPr>
          <a:lstStyle>
            <a:lvl1pPr>
              <a:defRPr sz="2100" b="1" i="0">
                <a:solidFill>
                  <a:schemeClr val="accent3"/>
                </a:solidFill>
                <a:latin typeface="Arial" panose="020B0604020202020204" pitchFamily="34" charset="0"/>
                <a:cs typeface="Gotham Medium" pitchFamily="2" charset="0"/>
              </a:defRPr>
            </a:lvl1pPr>
          </a:lstStyle>
          <a:p>
            <a:r>
              <a:rPr lang="en-GB"/>
              <a:t>Click here to add slide heading</a:t>
            </a:r>
            <a:endParaRPr lang="en-US"/>
          </a:p>
        </p:txBody>
      </p:sp>
      <p:sp>
        <p:nvSpPr>
          <p:cNvPr id="10" name="Text Placeholder 11">
            <a:extLst>
              <a:ext uri="{FF2B5EF4-FFF2-40B4-BE49-F238E27FC236}">
                <a16:creationId xmlns:a16="http://schemas.microsoft.com/office/drawing/2014/main" id="{98F38EAF-9AA4-51BA-1924-50FBCE47A9A1}"/>
              </a:ext>
            </a:extLst>
          </p:cNvPr>
          <p:cNvSpPr>
            <a:spLocks noGrp="1"/>
          </p:cNvSpPr>
          <p:nvPr>
            <p:ph type="body" sz="quarter" idx="10" hasCustomPrompt="1"/>
          </p:nvPr>
        </p:nvSpPr>
        <p:spPr>
          <a:xfrm>
            <a:off x="2106930" y="1834039"/>
            <a:ext cx="6627495" cy="669131"/>
          </a:xfrm>
          <a:prstGeom prst="rect">
            <a:avLst/>
          </a:prstGeom>
        </p:spPr>
        <p:txBody>
          <a:bodyPr>
            <a:normAutofit/>
          </a:bodyPr>
          <a:lstStyle>
            <a:lvl1pPr marL="0" indent="0">
              <a:buNone/>
              <a:defRPr sz="1500" b="0" i="0">
                <a:solidFill>
                  <a:schemeClr val="accent4"/>
                </a:solidFill>
                <a:latin typeface="Arial" panose="020B0604020202020204" pitchFamily="34" charset="0"/>
              </a:defRPr>
            </a:lvl1pPr>
            <a:lvl2pPr marL="342900" indent="0">
              <a:buNone/>
              <a:defRPr/>
            </a:lvl2pPr>
          </a:lstStyle>
          <a:p>
            <a:pPr lvl="0"/>
            <a:r>
              <a:rPr lang="en-GB"/>
              <a:t>Click here to add slide subheading</a:t>
            </a:r>
          </a:p>
        </p:txBody>
      </p:sp>
      <p:pic>
        <p:nvPicPr>
          <p:cNvPr id="11" name="Picture 10" descr="Text&#10;&#10;Description automatically generated with medium confidence">
            <a:extLst>
              <a:ext uri="{FF2B5EF4-FFF2-40B4-BE49-F238E27FC236}">
                <a16:creationId xmlns:a16="http://schemas.microsoft.com/office/drawing/2014/main" id="{81BBF2F8-3433-0C30-B246-CC540F78426B}"/>
              </a:ext>
            </a:extLst>
          </p:cNvPr>
          <p:cNvPicPr>
            <a:picLocks noChangeAspect="1"/>
          </p:cNvPicPr>
          <p:nvPr userDrawn="1"/>
        </p:nvPicPr>
        <p:blipFill>
          <a:blip r:embed="rId3"/>
          <a:stretch>
            <a:fillRect/>
          </a:stretch>
        </p:blipFill>
        <p:spPr>
          <a:xfrm>
            <a:off x="5751235" y="4562245"/>
            <a:ext cx="3156545" cy="597383"/>
          </a:xfrm>
          <a:prstGeom prst="rect">
            <a:avLst/>
          </a:prstGeom>
        </p:spPr>
      </p:pic>
      <p:pic>
        <p:nvPicPr>
          <p:cNvPr id="12" name="Picture 11">
            <a:extLst>
              <a:ext uri="{FF2B5EF4-FFF2-40B4-BE49-F238E27FC236}">
                <a16:creationId xmlns:a16="http://schemas.microsoft.com/office/drawing/2014/main" id="{12B95DE7-788E-9F57-33DC-083BF47B9566}"/>
              </a:ext>
            </a:extLst>
          </p:cNvPr>
          <p:cNvPicPr>
            <a:picLocks noChangeAspect="1"/>
          </p:cNvPicPr>
          <p:nvPr userDrawn="1"/>
        </p:nvPicPr>
        <p:blipFill>
          <a:blip r:embed="rId4"/>
          <a:srcRect/>
          <a:stretch/>
        </p:blipFill>
        <p:spPr>
          <a:xfrm>
            <a:off x="6784357" y="125936"/>
            <a:ext cx="1937986" cy="566107"/>
          </a:xfrm>
          <a:prstGeom prst="rect">
            <a:avLst/>
          </a:prstGeom>
        </p:spPr>
      </p:pic>
    </p:spTree>
    <p:extLst>
      <p:ext uri="{BB962C8B-B14F-4D97-AF65-F5344CB8AC3E}">
        <p14:creationId xmlns:p14="http://schemas.microsoft.com/office/powerpoint/2010/main" val="98438328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Break slide 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1EBE7A-A512-8435-09C0-5C359AE34609}"/>
              </a:ext>
            </a:extLst>
          </p:cNvPr>
          <p:cNvPicPr>
            <a:picLocks noChangeAspect="1"/>
          </p:cNvPicPr>
          <p:nvPr userDrawn="1"/>
        </p:nvPicPr>
        <p:blipFill>
          <a:blip r:embed="rId2"/>
          <a:srcRect/>
          <a:stretch/>
        </p:blipFill>
        <p:spPr>
          <a:xfrm>
            <a:off x="0" y="0"/>
            <a:ext cx="9144000" cy="5143500"/>
          </a:xfrm>
          <a:prstGeom prst="rect">
            <a:avLst/>
          </a:prstGeom>
        </p:spPr>
      </p:pic>
      <p:pic>
        <p:nvPicPr>
          <p:cNvPr id="5" name="Picture 4" descr="Text&#10;&#10;Description automatically generated with medium confidence">
            <a:extLst>
              <a:ext uri="{FF2B5EF4-FFF2-40B4-BE49-F238E27FC236}">
                <a16:creationId xmlns:a16="http://schemas.microsoft.com/office/drawing/2014/main" id="{1AF2DD31-62C7-8C01-40D2-C3592C3F188B}"/>
              </a:ext>
            </a:extLst>
          </p:cNvPr>
          <p:cNvPicPr>
            <a:picLocks noChangeAspect="1"/>
          </p:cNvPicPr>
          <p:nvPr userDrawn="1"/>
        </p:nvPicPr>
        <p:blipFill>
          <a:blip r:embed="rId3"/>
          <a:stretch>
            <a:fillRect/>
          </a:stretch>
        </p:blipFill>
        <p:spPr>
          <a:xfrm>
            <a:off x="436286" y="4562245"/>
            <a:ext cx="3156545" cy="597383"/>
          </a:xfrm>
          <a:prstGeom prst="rect">
            <a:avLst/>
          </a:prstGeom>
        </p:spPr>
      </p:pic>
      <p:pic>
        <p:nvPicPr>
          <p:cNvPr id="6" name="Picture 5">
            <a:extLst>
              <a:ext uri="{FF2B5EF4-FFF2-40B4-BE49-F238E27FC236}">
                <a16:creationId xmlns:a16="http://schemas.microsoft.com/office/drawing/2014/main" id="{21D64EF1-760B-9050-DD58-EF2F59E75F93}"/>
              </a:ext>
            </a:extLst>
          </p:cNvPr>
          <p:cNvPicPr>
            <a:picLocks noChangeAspect="1"/>
          </p:cNvPicPr>
          <p:nvPr userDrawn="1"/>
        </p:nvPicPr>
        <p:blipFill>
          <a:blip r:embed="rId4"/>
          <a:srcRect/>
          <a:stretch/>
        </p:blipFill>
        <p:spPr>
          <a:xfrm>
            <a:off x="518284" y="125936"/>
            <a:ext cx="1937986" cy="566107"/>
          </a:xfrm>
          <a:prstGeom prst="rect">
            <a:avLst/>
          </a:prstGeom>
        </p:spPr>
      </p:pic>
      <p:sp>
        <p:nvSpPr>
          <p:cNvPr id="7" name="Title 1">
            <a:extLst>
              <a:ext uri="{FF2B5EF4-FFF2-40B4-BE49-F238E27FC236}">
                <a16:creationId xmlns:a16="http://schemas.microsoft.com/office/drawing/2014/main" id="{940667B6-2D48-B474-26D6-B01A13235399}"/>
              </a:ext>
            </a:extLst>
          </p:cNvPr>
          <p:cNvSpPr>
            <a:spLocks noGrp="1"/>
          </p:cNvSpPr>
          <p:nvPr>
            <p:ph type="title" hasCustomPrompt="1"/>
          </p:nvPr>
        </p:nvSpPr>
        <p:spPr>
          <a:xfrm>
            <a:off x="575072" y="1538509"/>
            <a:ext cx="6627495" cy="364110"/>
          </a:xfrm>
          <a:prstGeom prst="rect">
            <a:avLst/>
          </a:prstGeom>
        </p:spPr>
        <p:txBody>
          <a:bodyPr>
            <a:normAutofit/>
          </a:bodyPr>
          <a:lstStyle>
            <a:lvl1pPr>
              <a:defRPr sz="2100" b="1" i="0">
                <a:solidFill>
                  <a:schemeClr val="accent3"/>
                </a:solidFill>
                <a:latin typeface="Arial" panose="020B0604020202020204" pitchFamily="34" charset="0"/>
                <a:cs typeface="Gotham Medium" pitchFamily="2" charset="0"/>
              </a:defRPr>
            </a:lvl1pPr>
          </a:lstStyle>
          <a:p>
            <a:r>
              <a:rPr lang="en-GB"/>
              <a:t>Click here to add slide heading</a:t>
            </a:r>
            <a:endParaRPr lang="en-US"/>
          </a:p>
        </p:txBody>
      </p:sp>
      <p:sp>
        <p:nvSpPr>
          <p:cNvPr id="8" name="Text Placeholder 11">
            <a:extLst>
              <a:ext uri="{FF2B5EF4-FFF2-40B4-BE49-F238E27FC236}">
                <a16:creationId xmlns:a16="http://schemas.microsoft.com/office/drawing/2014/main" id="{A45AD449-AA85-B4DB-D43A-26C741F5E1AF}"/>
              </a:ext>
            </a:extLst>
          </p:cNvPr>
          <p:cNvSpPr>
            <a:spLocks noGrp="1"/>
          </p:cNvSpPr>
          <p:nvPr>
            <p:ph type="body" sz="quarter" idx="10" hasCustomPrompt="1"/>
          </p:nvPr>
        </p:nvSpPr>
        <p:spPr>
          <a:xfrm>
            <a:off x="575072" y="1834039"/>
            <a:ext cx="6627495" cy="669131"/>
          </a:xfrm>
          <a:prstGeom prst="rect">
            <a:avLst/>
          </a:prstGeom>
        </p:spPr>
        <p:txBody>
          <a:bodyPr>
            <a:normAutofit/>
          </a:bodyPr>
          <a:lstStyle>
            <a:lvl1pPr marL="0" indent="0">
              <a:buNone/>
              <a:defRPr sz="1500" b="0" i="0">
                <a:solidFill>
                  <a:schemeClr val="accent4"/>
                </a:solidFill>
                <a:latin typeface="Arial" panose="020B0604020202020204" pitchFamily="34" charset="0"/>
              </a:defRPr>
            </a:lvl1pPr>
            <a:lvl2pPr marL="342900" indent="0">
              <a:buNone/>
              <a:defRPr/>
            </a:lvl2pPr>
          </a:lstStyle>
          <a:p>
            <a:pPr lvl="0"/>
            <a:r>
              <a:rPr lang="en-GB"/>
              <a:t>Click here to add slide subheading</a:t>
            </a:r>
          </a:p>
        </p:txBody>
      </p:sp>
    </p:spTree>
    <p:extLst>
      <p:ext uri="{BB962C8B-B14F-4D97-AF65-F5344CB8AC3E}">
        <p14:creationId xmlns:p14="http://schemas.microsoft.com/office/powerpoint/2010/main" val="2726962134"/>
      </p:ext>
    </p:extLst>
  </p:cSld>
  <p:clrMapOvr>
    <a:masterClrMapping/>
  </p:clrMapOvr>
  <p:extLst>
    <p:ext uri="{DCECCB84-F9BA-43D5-87BE-67443E8EF086}">
      <p15:sldGuideLst xmlns:p15="http://schemas.microsoft.com/office/powerpoint/2012/main">
        <p15:guide id="1" pos="483">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cSld name="Content slide 0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E1D6305-56CD-DB94-7C31-9F060FBC6A0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9BDD6C1D-04CC-25E8-4080-70D4C41347D7}"/>
              </a:ext>
            </a:extLst>
          </p:cNvPr>
          <p:cNvSpPr>
            <a:spLocks noGrp="1"/>
          </p:cNvSpPr>
          <p:nvPr>
            <p:ph type="title" hasCustomPrompt="1"/>
          </p:nvPr>
        </p:nvSpPr>
        <p:spPr>
          <a:xfrm>
            <a:off x="341571" y="229352"/>
            <a:ext cx="8471491" cy="571154"/>
          </a:xfrm>
          <a:prstGeom prst="rect">
            <a:avLst/>
          </a:prstGeom>
        </p:spPr>
        <p:txBody>
          <a:bodyPr lIns="0" anchor="t">
            <a:noAutofit/>
          </a:bodyPr>
          <a:lstStyle>
            <a:lvl1pPr>
              <a:defRPr sz="2100" b="1" i="0">
                <a:solidFill>
                  <a:schemeClr val="accent3"/>
                </a:solidFill>
                <a:latin typeface="+mn-lt"/>
              </a:defRPr>
            </a:lvl1pPr>
          </a:lstStyle>
          <a:p>
            <a:r>
              <a:rPr lang="en-GB"/>
              <a:t>Click to add content page heading </a:t>
            </a:r>
            <a:endParaRPr lang="en-US"/>
          </a:p>
        </p:txBody>
      </p:sp>
      <p:sp>
        <p:nvSpPr>
          <p:cNvPr id="3" name="Content Placeholder 2">
            <a:extLst>
              <a:ext uri="{FF2B5EF4-FFF2-40B4-BE49-F238E27FC236}">
                <a16:creationId xmlns:a16="http://schemas.microsoft.com/office/drawing/2014/main" id="{3CAA49A1-E985-A4F5-6BF7-0EBB8DB57E1F}"/>
              </a:ext>
            </a:extLst>
          </p:cNvPr>
          <p:cNvSpPr>
            <a:spLocks noGrp="1"/>
          </p:cNvSpPr>
          <p:nvPr>
            <p:ph sz="half" idx="1" hasCustomPrompt="1"/>
          </p:nvPr>
        </p:nvSpPr>
        <p:spPr>
          <a:xfrm>
            <a:off x="341571" y="1034292"/>
            <a:ext cx="4149356" cy="3375943"/>
          </a:xfrm>
          <a:prstGeom prst="rect">
            <a:avLst/>
          </a:prstGeom>
        </p:spPr>
        <p:txBody>
          <a:bodyPr lIns="0">
            <a:normAutofit/>
          </a:bodyPr>
          <a:lstStyle>
            <a:lvl1pPr>
              <a:buClr>
                <a:schemeClr val="accent1"/>
              </a:buClr>
              <a:defRPr sz="1350" b="0" i="0">
                <a:solidFill>
                  <a:schemeClr val="accent3"/>
                </a:solidFill>
                <a:latin typeface="+mn-lt"/>
              </a:defRPr>
            </a:lvl1pPr>
            <a:lvl2pPr>
              <a:buClr>
                <a:schemeClr val="accent1"/>
              </a:buClr>
              <a:defRPr sz="1350" b="0" i="0">
                <a:latin typeface="+mn-lt"/>
              </a:defRPr>
            </a:lvl2pPr>
            <a:lvl3pPr>
              <a:defRPr sz="1350"/>
            </a:lvl3pPr>
            <a:lvl4pPr>
              <a:defRPr sz="1200"/>
            </a:lvl4pPr>
            <a:lvl5pPr>
              <a:defRPr sz="1200"/>
            </a:lvl5pPr>
          </a:lstStyle>
          <a:p>
            <a:pPr lvl="0"/>
            <a:r>
              <a:rPr lang="en-GB"/>
              <a:t>Click to add content or copy</a:t>
            </a:r>
          </a:p>
          <a:p>
            <a:pPr lvl="1"/>
            <a:endParaRPr lang="en-US"/>
          </a:p>
        </p:txBody>
      </p:sp>
      <p:sp>
        <p:nvSpPr>
          <p:cNvPr id="12" name="Content Placeholder 2">
            <a:extLst>
              <a:ext uri="{FF2B5EF4-FFF2-40B4-BE49-F238E27FC236}">
                <a16:creationId xmlns:a16="http://schemas.microsoft.com/office/drawing/2014/main" id="{55B897CC-28DB-D9B6-235C-225869D31BF3}"/>
              </a:ext>
            </a:extLst>
          </p:cNvPr>
          <p:cNvSpPr>
            <a:spLocks noGrp="1"/>
          </p:cNvSpPr>
          <p:nvPr>
            <p:ph sz="half" idx="13" hasCustomPrompt="1"/>
          </p:nvPr>
        </p:nvSpPr>
        <p:spPr>
          <a:xfrm>
            <a:off x="4663706" y="1034292"/>
            <a:ext cx="4149356" cy="3375943"/>
          </a:xfrm>
          <a:prstGeom prst="rect">
            <a:avLst/>
          </a:prstGeom>
        </p:spPr>
        <p:txBody>
          <a:bodyPr lIns="0">
            <a:normAutofit/>
          </a:bodyPr>
          <a:lstStyle>
            <a:lvl1pPr>
              <a:buClr>
                <a:schemeClr val="accent1"/>
              </a:buClr>
              <a:defRPr sz="1350" b="0" i="0">
                <a:solidFill>
                  <a:schemeClr val="accent3"/>
                </a:solidFill>
                <a:latin typeface="+mn-lt"/>
              </a:defRPr>
            </a:lvl1pPr>
            <a:lvl2pPr>
              <a:buClr>
                <a:schemeClr val="accent1"/>
              </a:buClr>
              <a:defRPr sz="1350" b="0" i="0">
                <a:latin typeface="+mn-lt"/>
              </a:defRPr>
            </a:lvl2pPr>
          </a:lstStyle>
          <a:p>
            <a:pPr lvl="0"/>
            <a:r>
              <a:rPr lang="en-GB"/>
              <a:t>Click to add content or copy</a:t>
            </a:r>
          </a:p>
          <a:p>
            <a:pPr lvl="1"/>
            <a:endParaRPr lang="en-US"/>
          </a:p>
        </p:txBody>
      </p:sp>
      <p:sp>
        <p:nvSpPr>
          <p:cNvPr id="14" name="Text Placeholder 13">
            <a:extLst>
              <a:ext uri="{FF2B5EF4-FFF2-40B4-BE49-F238E27FC236}">
                <a16:creationId xmlns:a16="http://schemas.microsoft.com/office/drawing/2014/main" id="{BA4B0AC5-F29D-E7DE-51E7-A9B5E98AD256}"/>
              </a:ext>
            </a:extLst>
          </p:cNvPr>
          <p:cNvSpPr>
            <a:spLocks noGrp="1"/>
          </p:cNvSpPr>
          <p:nvPr>
            <p:ph type="body" sz="quarter" idx="14" hasCustomPrompt="1"/>
          </p:nvPr>
        </p:nvSpPr>
        <p:spPr>
          <a:xfrm>
            <a:off x="341710" y="552103"/>
            <a:ext cx="8470905" cy="248403"/>
          </a:xfrm>
          <a:prstGeom prst="rect">
            <a:avLst/>
          </a:prstGeom>
        </p:spPr>
        <p:txBody>
          <a:bodyPr lIns="0" anchor="ctr">
            <a:noAutofit/>
          </a:bodyPr>
          <a:lstStyle>
            <a:lvl1pPr marL="0" indent="0">
              <a:buNone/>
              <a:defRPr sz="1200" b="0" i="0">
                <a:solidFill>
                  <a:schemeClr val="accent1"/>
                </a:solidFill>
                <a:latin typeface="+mn-lt"/>
              </a:defRPr>
            </a:lvl1pPr>
          </a:lstStyle>
          <a:p>
            <a:pPr lvl="0"/>
            <a:r>
              <a:rPr lang="en-GB"/>
              <a:t>Click to add page subheading</a:t>
            </a:r>
          </a:p>
        </p:txBody>
      </p:sp>
      <p:pic>
        <p:nvPicPr>
          <p:cNvPr id="4" name="Picture 3" descr="Logo&#10;&#10;Description automatically generated">
            <a:extLst>
              <a:ext uri="{FF2B5EF4-FFF2-40B4-BE49-F238E27FC236}">
                <a16:creationId xmlns:a16="http://schemas.microsoft.com/office/drawing/2014/main" id="{339C7FE0-00A4-5B65-1271-280C8B58AD2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629400" y="137161"/>
            <a:ext cx="2247900" cy="541904"/>
          </a:xfrm>
          <a:prstGeom prst="rect">
            <a:avLst/>
          </a:prstGeom>
        </p:spPr>
      </p:pic>
      <p:sp>
        <p:nvSpPr>
          <p:cNvPr id="11" name="Slide Number Placeholder 6">
            <a:extLst>
              <a:ext uri="{FF2B5EF4-FFF2-40B4-BE49-F238E27FC236}">
                <a16:creationId xmlns:a16="http://schemas.microsoft.com/office/drawing/2014/main" id="{55D42B6B-8A77-480F-AF56-45A6784855DA}"/>
              </a:ext>
            </a:extLst>
          </p:cNvPr>
          <p:cNvSpPr>
            <a:spLocks noGrp="1"/>
          </p:cNvSpPr>
          <p:nvPr>
            <p:ph type="sldNum" sz="quarter" idx="4"/>
          </p:nvPr>
        </p:nvSpPr>
        <p:spPr>
          <a:xfrm>
            <a:off x="8532744" y="4685785"/>
            <a:ext cx="279733" cy="339683"/>
          </a:xfrm>
          <a:prstGeom prst="rect">
            <a:avLst/>
          </a:prstGeom>
        </p:spPr>
        <p:txBody>
          <a:bodyPr anchor="ctr"/>
          <a:lstStyle>
            <a:lvl1pPr algn="r">
              <a:defRPr sz="675" b="0" i="0">
                <a:solidFill>
                  <a:schemeClr val="accent1"/>
                </a:solidFill>
                <a:latin typeface="Arial" panose="020B0604020202020204" pitchFamily="34" charset="0"/>
              </a:defRPr>
            </a:lvl1pPr>
          </a:lstStyle>
          <a:p>
            <a:fld id="{B3A3ADA1-2D0B-824E-9A05-9AED4CF7F218}" type="slidenum">
              <a:rPr lang="en-US" smtClean="0"/>
              <a:pPr/>
              <a:t>‹#›</a:t>
            </a:fld>
            <a:endParaRPr lang="en-US"/>
          </a:p>
        </p:txBody>
      </p:sp>
      <p:sp>
        <p:nvSpPr>
          <p:cNvPr id="13" name="Footer Placeholder 9">
            <a:extLst>
              <a:ext uri="{FF2B5EF4-FFF2-40B4-BE49-F238E27FC236}">
                <a16:creationId xmlns:a16="http://schemas.microsoft.com/office/drawing/2014/main" id="{6B362813-3712-44F6-BC65-768B4D53EEEB}"/>
              </a:ext>
            </a:extLst>
          </p:cNvPr>
          <p:cNvSpPr>
            <a:spLocks noGrp="1"/>
          </p:cNvSpPr>
          <p:nvPr>
            <p:ph type="ftr" sz="quarter" idx="3"/>
          </p:nvPr>
        </p:nvSpPr>
        <p:spPr>
          <a:xfrm>
            <a:off x="341570" y="4685785"/>
            <a:ext cx="8147522" cy="183872"/>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US"/>
              <a:t>Presentation title    |    ONLY FOR INTERNAL USE</a:t>
            </a:r>
          </a:p>
        </p:txBody>
      </p:sp>
      <p:sp>
        <p:nvSpPr>
          <p:cNvPr id="15" name="Date Placeholder 3">
            <a:extLst>
              <a:ext uri="{FF2B5EF4-FFF2-40B4-BE49-F238E27FC236}">
                <a16:creationId xmlns:a16="http://schemas.microsoft.com/office/drawing/2014/main" id="{F5BC5BCC-8AAE-4C49-A745-9F004D184ED8}"/>
              </a:ext>
            </a:extLst>
          </p:cNvPr>
          <p:cNvSpPr>
            <a:spLocks noGrp="1"/>
          </p:cNvSpPr>
          <p:nvPr>
            <p:ph type="dt" sz="half" idx="2"/>
          </p:nvPr>
        </p:nvSpPr>
        <p:spPr>
          <a:xfrm>
            <a:off x="341570" y="4875835"/>
            <a:ext cx="2057400" cy="137276"/>
          </a:xfrm>
          <a:prstGeom prst="rect">
            <a:avLst/>
          </a:prstGeom>
        </p:spPr>
        <p:txBody>
          <a:bodyPr vert="horz" lIns="91440" tIns="45720" rIns="91440" bIns="45720" rtlCol="0" anchor="ctr"/>
          <a:lstStyle>
            <a:lvl1pPr algn="l">
              <a:defRPr sz="600">
                <a:solidFill>
                  <a:schemeClr val="tx1">
                    <a:tint val="75000"/>
                  </a:schemeClr>
                </a:solidFill>
              </a:defRPr>
            </a:lvl1pPr>
          </a:lstStyle>
          <a:p>
            <a:endParaRPr lang="en-GB"/>
          </a:p>
        </p:txBody>
      </p:sp>
      <p:pic>
        <p:nvPicPr>
          <p:cNvPr id="5" name="Picture 4">
            <a:extLst>
              <a:ext uri="{FF2B5EF4-FFF2-40B4-BE49-F238E27FC236}">
                <a16:creationId xmlns:a16="http://schemas.microsoft.com/office/drawing/2014/main" id="{00FD8F31-E5F7-7DD6-E66F-2FA56B312F80}"/>
              </a:ext>
            </a:extLst>
          </p:cNvPr>
          <p:cNvPicPr>
            <a:picLocks noChangeAspect="1"/>
          </p:cNvPicPr>
          <p:nvPr userDrawn="1"/>
        </p:nvPicPr>
        <p:blipFill rotWithShape="1">
          <a:blip r:embed="rId4"/>
          <a:srcRect r="500"/>
          <a:stretch/>
        </p:blipFill>
        <p:spPr>
          <a:xfrm>
            <a:off x="45720" y="0"/>
            <a:ext cx="9098280" cy="5143500"/>
          </a:xfrm>
          <a:prstGeom prst="rect">
            <a:avLst/>
          </a:prstGeom>
        </p:spPr>
      </p:pic>
      <p:pic>
        <p:nvPicPr>
          <p:cNvPr id="6" name="Picture 5">
            <a:extLst>
              <a:ext uri="{FF2B5EF4-FFF2-40B4-BE49-F238E27FC236}">
                <a16:creationId xmlns:a16="http://schemas.microsoft.com/office/drawing/2014/main" id="{4EED7B2C-B151-9C46-3FD6-0E6BAF16654F}"/>
              </a:ext>
            </a:extLst>
          </p:cNvPr>
          <p:cNvPicPr>
            <a:picLocks noChangeAspect="1"/>
          </p:cNvPicPr>
          <p:nvPr userDrawn="1"/>
        </p:nvPicPr>
        <p:blipFill>
          <a:blip r:embed="rId5"/>
          <a:srcRect/>
          <a:stretch/>
        </p:blipFill>
        <p:spPr>
          <a:xfrm>
            <a:off x="6629401" y="137161"/>
            <a:ext cx="2247899" cy="541904"/>
          </a:xfrm>
          <a:prstGeom prst="rect">
            <a:avLst/>
          </a:prstGeom>
        </p:spPr>
      </p:pic>
    </p:spTree>
    <p:extLst>
      <p:ext uri="{BB962C8B-B14F-4D97-AF65-F5344CB8AC3E}">
        <p14:creationId xmlns:p14="http://schemas.microsoft.com/office/powerpoint/2010/main" val="974320410"/>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207B00D-A55B-E549-A8DB-CF37065D114A}"/>
              </a:ext>
            </a:extLst>
          </p:cNvPr>
          <p:cNvSpPr/>
          <p:nvPr userDrawn="1"/>
        </p:nvSpPr>
        <p:spPr>
          <a:xfrm>
            <a:off x="0" y="-3157"/>
            <a:ext cx="9144000" cy="101329"/>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0099FF"/>
              </a:solidFill>
            </a:endParaRPr>
          </a:p>
        </p:txBody>
      </p:sp>
      <p:pic>
        <p:nvPicPr>
          <p:cNvPr id="10" name="Picture 9">
            <a:extLst>
              <a:ext uri="{FF2B5EF4-FFF2-40B4-BE49-F238E27FC236}">
                <a16:creationId xmlns:a16="http://schemas.microsoft.com/office/drawing/2014/main" id="{B1B25743-942C-429D-8AC0-D32951562970}"/>
              </a:ext>
            </a:extLst>
          </p:cNvPr>
          <p:cNvPicPr>
            <a:picLocks noChangeAspect="1"/>
          </p:cNvPicPr>
          <p:nvPr userDrawn="1"/>
        </p:nvPicPr>
        <p:blipFill rotWithShape="1">
          <a:blip r:embed="rId2"/>
          <a:srcRect l="4231" t="-267359" r="4233" b="99990"/>
          <a:stretch/>
        </p:blipFill>
        <p:spPr>
          <a:xfrm>
            <a:off x="386951" y="4166569"/>
            <a:ext cx="8370095" cy="50828"/>
          </a:xfrm>
          <a:prstGeom prst="rect">
            <a:avLst/>
          </a:prstGeom>
        </p:spPr>
      </p:pic>
      <p:sp>
        <p:nvSpPr>
          <p:cNvPr id="2" name="Title 1">
            <a:extLst>
              <a:ext uri="{FF2B5EF4-FFF2-40B4-BE49-F238E27FC236}">
                <a16:creationId xmlns:a16="http://schemas.microsoft.com/office/drawing/2014/main" id="{43E5C749-FF06-D943-9DFB-4D1456924D62}"/>
              </a:ext>
            </a:extLst>
          </p:cNvPr>
          <p:cNvSpPr>
            <a:spLocks noGrp="1"/>
          </p:cNvSpPr>
          <p:nvPr>
            <p:ph type="title" hasCustomPrompt="1"/>
          </p:nvPr>
        </p:nvSpPr>
        <p:spPr>
          <a:xfrm>
            <a:off x="386953" y="411956"/>
            <a:ext cx="7292642" cy="700970"/>
          </a:xfrm>
        </p:spPr>
        <p:txBody>
          <a:bodyPr lIns="0" rIns="0" anchor="t" anchorCtr="0"/>
          <a:lstStyle>
            <a:lvl1pPr>
              <a:defRPr>
                <a:solidFill>
                  <a:srgbClr val="0066CC"/>
                </a:solidFill>
                <a:latin typeface="Arial" panose="020B0604020202020204" pitchFamily="34" charset="0"/>
                <a:cs typeface="Arial" panose="020B0604020202020204" pitchFamily="34" charset="0"/>
              </a:defRPr>
            </a:lvl1pPr>
          </a:lstStyle>
          <a:p>
            <a:r>
              <a:rPr lang="en-US"/>
              <a:t>Click here to add title</a:t>
            </a:r>
            <a:br>
              <a:rPr lang="en-US"/>
            </a:br>
            <a:endParaRPr lang="en-US"/>
          </a:p>
        </p:txBody>
      </p:sp>
      <p:sp>
        <p:nvSpPr>
          <p:cNvPr id="3" name="Content Placeholder 2">
            <a:extLst>
              <a:ext uri="{FF2B5EF4-FFF2-40B4-BE49-F238E27FC236}">
                <a16:creationId xmlns:a16="http://schemas.microsoft.com/office/drawing/2014/main" id="{93E11C0A-9E4C-3A48-A88B-862C11859528}"/>
              </a:ext>
            </a:extLst>
          </p:cNvPr>
          <p:cNvSpPr>
            <a:spLocks noGrp="1"/>
          </p:cNvSpPr>
          <p:nvPr>
            <p:ph idx="1" hasCustomPrompt="1"/>
          </p:nvPr>
        </p:nvSpPr>
        <p:spPr>
          <a:xfrm>
            <a:off x="386954" y="1221582"/>
            <a:ext cx="7292641" cy="3380169"/>
          </a:xfrm>
        </p:spPr>
        <p:txBody>
          <a:bodyPr>
            <a:normAutofit/>
          </a:bodyPr>
          <a:lstStyle>
            <a:lvl1pPr marL="257175" indent="-257175">
              <a:buClr>
                <a:schemeClr val="accent4"/>
              </a:buClr>
              <a:buFont typeface="Arial" panose="020B0604020202020204" pitchFamily="34" charset="0"/>
              <a:buChar char="•"/>
              <a:defRPr sz="1350">
                <a:solidFill>
                  <a:srgbClr val="525456"/>
                </a:solidFill>
                <a:latin typeface="Arial" panose="020B0604020202020204" pitchFamily="34" charset="0"/>
                <a:cs typeface="Arial" panose="020B0604020202020204" pitchFamily="34" charset="0"/>
              </a:defRPr>
            </a:lvl1pPr>
            <a:lvl2pPr>
              <a:buClr>
                <a:schemeClr val="accent4"/>
              </a:buClr>
              <a:defRPr sz="1350">
                <a:solidFill>
                  <a:srgbClr val="525456"/>
                </a:solidFill>
                <a:latin typeface="Arial" panose="020B0604020202020204" pitchFamily="34" charset="0"/>
                <a:cs typeface="Arial" panose="020B0604020202020204" pitchFamily="34" charset="0"/>
              </a:defRPr>
            </a:lvl2pPr>
            <a:lvl3pPr>
              <a:buClr>
                <a:schemeClr val="accent4"/>
              </a:buClr>
              <a:defRPr sz="1200">
                <a:solidFill>
                  <a:srgbClr val="525456"/>
                </a:solidFill>
                <a:latin typeface="Arial" panose="020B0604020202020204" pitchFamily="34" charset="0"/>
                <a:cs typeface="Arial" panose="020B0604020202020204" pitchFamily="34" charset="0"/>
              </a:defRPr>
            </a:lvl3pPr>
            <a:lvl4pPr>
              <a:buClr>
                <a:schemeClr val="accent4"/>
              </a:buClr>
              <a:defRPr sz="1200">
                <a:solidFill>
                  <a:srgbClr val="525456"/>
                </a:solidFill>
                <a:latin typeface="Arial" panose="020B0604020202020204" pitchFamily="34" charset="0"/>
                <a:cs typeface="Arial" panose="020B0604020202020204" pitchFamily="34" charset="0"/>
              </a:defRPr>
            </a:lvl4pPr>
          </a:lstStyle>
          <a:p>
            <a:pPr lvl="0"/>
            <a:r>
              <a:rPr lang="en-GB"/>
              <a:t>Line 1</a:t>
            </a:r>
          </a:p>
          <a:p>
            <a:pPr lvl="1"/>
            <a:r>
              <a:rPr lang="en-GB"/>
              <a:t>Line 2</a:t>
            </a:r>
          </a:p>
          <a:p>
            <a:pPr lvl="2"/>
            <a:r>
              <a:rPr lang="en-GB"/>
              <a:t>Line 3</a:t>
            </a:r>
          </a:p>
          <a:p>
            <a:pPr lvl="3"/>
            <a:r>
              <a:rPr lang="en-GB"/>
              <a:t>Line 4</a:t>
            </a:r>
          </a:p>
          <a:p>
            <a:pPr lvl="0"/>
            <a:endParaRPr lang="en-GB"/>
          </a:p>
        </p:txBody>
      </p:sp>
      <p:sp>
        <p:nvSpPr>
          <p:cNvPr id="18" name="Text Placeholder 4">
            <a:extLst>
              <a:ext uri="{FF2B5EF4-FFF2-40B4-BE49-F238E27FC236}">
                <a16:creationId xmlns:a16="http://schemas.microsoft.com/office/drawing/2014/main" id="{DFC45CA0-43DA-4800-824D-67943EBA3BED}"/>
              </a:ext>
            </a:extLst>
          </p:cNvPr>
          <p:cNvSpPr>
            <a:spLocks noGrp="1"/>
          </p:cNvSpPr>
          <p:nvPr>
            <p:ph type="body" sz="quarter" idx="10" hasCustomPrompt="1"/>
          </p:nvPr>
        </p:nvSpPr>
        <p:spPr>
          <a:xfrm>
            <a:off x="386954" y="4711918"/>
            <a:ext cx="7292641" cy="385253"/>
          </a:xfrm>
        </p:spPr>
        <p:txBody>
          <a:bodyPr lIns="0" tIns="0" rIns="0" bIns="0" anchor="b" anchorCtr="0">
            <a:noAutofit/>
          </a:bodyPr>
          <a:lstStyle>
            <a:lvl1pPr>
              <a:defRPr sz="750">
                <a:solidFill>
                  <a:srgbClr val="525456"/>
                </a:solidFill>
              </a:defRPr>
            </a:lvl1pPr>
          </a:lstStyle>
          <a:p>
            <a:pPr lvl="0"/>
            <a:r>
              <a:rPr lang="en-GB"/>
              <a:t>Click here to add footer</a:t>
            </a:r>
          </a:p>
        </p:txBody>
      </p:sp>
      <p:pic>
        <p:nvPicPr>
          <p:cNvPr id="21" name="Picture 20" descr="Icon&#10;&#10;Description automatically generated">
            <a:extLst>
              <a:ext uri="{FF2B5EF4-FFF2-40B4-BE49-F238E27FC236}">
                <a16:creationId xmlns:a16="http://schemas.microsoft.com/office/drawing/2014/main" id="{EC13959F-6F3E-B14F-8B17-D1396D921C78}"/>
              </a:ext>
            </a:extLst>
          </p:cNvPr>
          <p:cNvPicPr>
            <a:picLocks noChangeAspect="1"/>
          </p:cNvPicPr>
          <p:nvPr userDrawn="1"/>
        </p:nvPicPr>
        <p:blipFill>
          <a:blip r:embed="rId3"/>
          <a:stretch>
            <a:fillRect/>
          </a:stretch>
        </p:blipFill>
        <p:spPr>
          <a:xfrm>
            <a:off x="7797742" y="290533"/>
            <a:ext cx="2705705" cy="4573565"/>
          </a:xfrm>
          <a:prstGeom prst="rect">
            <a:avLst/>
          </a:prstGeom>
        </p:spPr>
      </p:pic>
      <p:pic>
        <p:nvPicPr>
          <p:cNvPr id="24" name="Picture 23" descr="Icon&#10;&#10;Description automatically generated">
            <a:extLst>
              <a:ext uri="{FF2B5EF4-FFF2-40B4-BE49-F238E27FC236}">
                <a16:creationId xmlns:a16="http://schemas.microsoft.com/office/drawing/2014/main" id="{23B9E024-7CAB-2144-AB74-2B0E0265FE67}"/>
              </a:ext>
            </a:extLst>
          </p:cNvPr>
          <p:cNvPicPr>
            <a:picLocks noChangeAspect="1"/>
          </p:cNvPicPr>
          <p:nvPr userDrawn="1"/>
        </p:nvPicPr>
        <p:blipFill rotWithShape="1">
          <a:blip r:embed="rId4"/>
          <a:srcRect r="87748" b="3293"/>
          <a:stretch/>
        </p:blipFill>
        <p:spPr>
          <a:xfrm>
            <a:off x="197730" y="4558186"/>
            <a:ext cx="189221" cy="230549"/>
          </a:xfrm>
          <a:prstGeom prst="rect">
            <a:avLst/>
          </a:prstGeom>
        </p:spPr>
      </p:pic>
      <p:sp>
        <p:nvSpPr>
          <p:cNvPr id="26" name="Rectangle 25">
            <a:extLst>
              <a:ext uri="{FF2B5EF4-FFF2-40B4-BE49-F238E27FC236}">
                <a16:creationId xmlns:a16="http://schemas.microsoft.com/office/drawing/2014/main" id="{AD1FD473-C4EB-E140-B971-5682582C617E}"/>
              </a:ext>
            </a:extLst>
          </p:cNvPr>
          <p:cNvSpPr>
            <a:spLocks noChangeArrowheads="1"/>
          </p:cNvSpPr>
          <p:nvPr userDrawn="1"/>
        </p:nvSpPr>
        <p:spPr bwMode="auto">
          <a:xfrm>
            <a:off x="8083977" y="4627151"/>
            <a:ext cx="185738" cy="161583"/>
          </a:xfrm>
          <a:prstGeom prst="rect">
            <a:avLst/>
          </a:prstGeom>
          <a:noFill/>
          <a:ln w="9525">
            <a:noFill/>
            <a:miter lim="800000"/>
            <a:headEnd/>
            <a:tailEnd/>
          </a:ln>
        </p:spPr>
        <p:txBody>
          <a:bodyPr wrap="square" lIns="0" tIns="0" rIns="0" bIns="0" anchor="ctr">
            <a:prstTxWarp prst="textNoShape">
              <a:avLst/>
            </a:prstTxWarp>
            <a:spAutoFit/>
          </a:bodyPr>
          <a:lstStyle/>
          <a:p>
            <a:pPr algn="ctr"/>
            <a:fld id="{DB8190B8-F56C-7C4A-BF6A-960A1DB52AB1}" type="slidenum">
              <a:rPr lang="en-US" sz="1050" b="1">
                <a:solidFill>
                  <a:schemeClr val="bg1"/>
                </a:solidFill>
                <a:latin typeface="Arial" panose="020B0604020202020204" pitchFamily="34" charset="0"/>
                <a:cs typeface="Arial" panose="020B0604020202020204" pitchFamily="34" charset="0"/>
              </a:rPr>
              <a:pPr algn="ctr"/>
              <a:t>‹#›</a:t>
            </a:fld>
            <a:endParaRPr lang="en-US" sz="750" b="1">
              <a:solidFill>
                <a:schemeClr val="bg1"/>
              </a:solidFill>
              <a:latin typeface="Arial" panose="020B0604020202020204" pitchFamily="34" charset="0"/>
              <a:cs typeface="Arial" panose="020B0604020202020204" pitchFamily="34" charset="0"/>
            </a:endParaRPr>
          </a:p>
        </p:txBody>
      </p:sp>
      <p:sp>
        <p:nvSpPr>
          <p:cNvPr id="27" name="Flowchart: Connector 13">
            <a:extLst>
              <a:ext uri="{FF2B5EF4-FFF2-40B4-BE49-F238E27FC236}">
                <a16:creationId xmlns:a16="http://schemas.microsoft.com/office/drawing/2014/main" id="{B4A7F2AB-F95E-FB4B-899F-1464FCFECC38}"/>
              </a:ext>
            </a:extLst>
          </p:cNvPr>
          <p:cNvSpPr/>
          <p:nvPr userDrawn="1"/>
        </p:nvSpPr>
        <p:spPr>
          <a:xfrm>
            <a:off x="7979020" y="4484716"/>
            <a:ext cx="395654" cy="395654"/>
          </a:xfrm>
          <a:prstGeom prst="flowChartConnector">
            <a:avLst/>
          </a:prstGeom>
          <a:solidFill>
            <a:schemeClr val="bg2"/>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accent4"/>
              </a:solidFill>
            </a:endParaRPr>
          </a:p>
        </p:txBody>
      </p:sp>
      <p:sp>
        <p:nvSpPr>
          <p:cNvPr id="28" name="Rectangle 27">
            <a:extLst>
              <a:ext uri="{FF2B5EF4-FFF2-40B4-BE49-F238E27FC236}">
                <a16:creationId xmlns:a16="http://schemas.microsoft.com/office/drawing/2014/main" id="{E03E73A9-8C46-D446-9A30-5B881F9F2F4C}"/>
              </a:ext>
            </a:extLst>
          </p:cNvPr>
          <p:cNvSpPr>
            <a:spLocks noChangeArrowheads="1"/>
          </p:cNvSpPr>
          <p:nvPr userDrawn="1"/>
        </p:nvSpPr>
        <p:spPr bwMode="auto">
          <a:xfrm>
            <a:off x="8083977" y="4601751"/>
            <a:ext cx="185738" cy="161583"/>
          </a:xfrm>
          <a:prstGeom prst="rect">
            <a:avLst/>
          </a:prstGeom>
          <a:noFill/>
          <a:ln w="9525">
            <a:noFill/>
            <a:miter lim="800000"/>
            <a:headEnd/>
            <a:tailEnd/>
          </a:ln>
        </p:spPr>
        <p:txBody>
          <a:bodyPr wrap="square" lIns="0" tIns="0" rIns="0" bIns="0" anchor="ctr">
            <a:prstTxWarp prst="textNoShape">
              <a:avLst/>
            </a:prstTxWarp>
            <a:spAutoFit/>
          </a:bodyPr>
          <a:lstStyle/>
          <a:p>
            <a:pPr algn="ctr"/>
            <a:fld id="{DB8190B8-F56C-7C4A-BF6A-960A1DB52AB1}" type="slidenum">
              <a:rPr lang="en-US" sz="1050" b="1">
                <a:solidFill>
                  <a:schemeClr val="accent4"/>
                </a:solidFill>
                <a:latin typeface="Arial" panose="020B0604020202020204" pitchFamily="34" charset="0"/>
                <a:cs typeface="Arial" panose="020B0604020202020204" pitchFamily="34" charset="0"/>
              </a:rPr>
              <a:pPr algn="ctr"/>
              <a:t>‹#›</a:t>
            </a:fld>
            <a:endParaRPr lang="en-US" sz="750" b="1">
              <a:solidFill>
                <a:schemeClr val="accent4"/>
              </a:solidFill>
              <a:latin typeface="Arial" panose="020B0604020202020204" pitchFamily="34" charset="0"/>
              <a:cs typeface="Arial" panose="020B0604020202020204" pitchFamily="34" charset="0"/>
            </a:endParaRPr>
          </a:p>
        </p:txBody>
      </p:sp>
      <p:pic>
        <p:nvPicPr>
          <p:cNvPr id="29" name="Picture 28">
            <a:extLst>
              <a:ext uri="{FF2B5EF4-FFF2-40B4-BE49-F238E27FC236}">
                <a16:creationId xmlns:a16="http://schemas.microsoft.com/office/drawing/2014/main" id="{926C7343-26F2-1548-AD67-5CC0A8CA528B}"/>
              </a:ext>
            </a:extLst>
          </p:cNvPr>
          <p:cNvPicPr>
            <a:picLocks noChangeAspect="1"/>
          </p:cNvPicPr>
          <p:nvPr userDrawn="1"/>
        </p:nvPicPr>
        <p:blipFill rotWithShape="1">
          <a:blip r:embed="rId2"/>
          <a:srcRect l="4231" t="8" r="4233" b="-80380"/>
          <a:stretch/>
        </p:blipFill>
        <p:spPr>
          <a:xfrm>
            <a:off x="393542" y="4681891"/>
            <a:ext cx="7317000" cy="30027"/>
          </a:xfrm>
          <a:prstGeom prst="rect">
            <a:avLst/>
          </a:prstGeom>
        </p:spPr>
      </p:pic>
    </p:spTree>
    <p:extLst>
      <p:ext uri="{BB962C8B-B14F-4D97-AF65-F5344CB8AC3E}">
        <p14:creationId xmlns:p14="http://schemas.microsoft.com/office/powerpoint/2010/main" val="2760767954"/>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207B00D-A55B-E549-A8DB-CF37065D114A}"/>
              </a:ext>
            </a:extLst>
          </p:cNvPr>
          <p:cNvSpPr/>
          <p:nvPr userDrawn="1"/>
        </p:nvSpPr>
        <p:spPr>
          <a:xfrm>
            <a:off x="0" y="-3157"/>
            <a:ext cx="9144000" cy="101329"/>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accent2"/>
              </a:solidFill>
            </a:endParaRPr>
          </a:p>
        </p:txBody>
      </p:sp>
      <p:pic>
        <p:nvPicPr>
          <p:cNvPr id="10" name="Picture 9">
            <a:extLst>
              <a:ext uri="{FF2B5EF4-FFF2-40B4-BE49-F238E27FC236}">
                <a16:creationId xmlns:a16="http://schemas.microsoft.com/office/drawing/2014/main" id="{B1B25743-942C-429D-8AC0-D32951562970}"/>
              </a:ext>
            </a:extLst>
          </p:cNvPr>
          <p:cNvPicPr>
            <a:picLocks noChangeAspect="1"/>
          </p:cNvPicPr>
          <p:nvPr userDrawn="1"/>
        </p:nvPicPr>
        <p:blipFill rotWithShape="1">
          <a:blip r:embed="rId2"/>
          <a:srcRect l="4231" t="-267359" r="4233" b="99990"/>
          <a:stretch/>
        </p:blipFill>
        <p:spPr>
          <a:xfrm>
            <a:off x="386951" y="4166569"/>
            <a:ext cx="8370095" cy="50828"/>
          </a:xfrm>
          <a:prstGeom prst="rect">
            <a:avLst/>
          </a:prstGeom>
        </p:spPr>
      </p:pic>
      <p:sp>
        <p:nvSpPr>
          <p:cNvPr id="2" name="Title 1">
            <a:extLst>
              <a:ext uri="{FF2B5EF4-FFF2-40B4-BE49-F238E27FC236}">
                <a16:creationId xmlns:a16="http://schemas.microsoft.com/office/drawing/2014/main" id="{43E5C749-FF06-D943-9DFB-4D1456924D62}"/>
              </a:ext>
            </a:extLst>
          </p:cNvPr>
          <p:cNvSpPr>
            <a:spLocks noGrp="1"/>
          </p:cNvSpPr>
          <p:nvPr>
            <p:ph type="title" hasCustomPrompt="1"/>
          </p:nvPr>
        </p:nvSpPr>
        <p:spPr>
          <a:xfrm>
            <a:off x="386953" y="411956"/>
            <a:ext cx="7592066" cy="700970"/>
          </a:xfrm>
        </p:spPr>
        <p:txBody>
          <a:bodyPr lIns="0" rIns="0" anchor="t" anchorCtr="0"/>
          <a:lstStyle>
            <a:lvl1pPr>
              <a:defRPr>
                <a:solidFill>
                  <a:schemeClr val="accent2"/>
                </a:solidFill>
                <a:latin typeface="Arial" panose="020B0604020202020204" pitchFamily="34" charset="0"/>
                <a:cs typeface="Arial" panose="020B0604020202020204" pitchFamily="34" charset="0"/>
              </a:defRPr>
            </a:lvl1pPr>
          </a:lstStyle>
          <a:p>
            <a:r>
              <a:rPr lang="en-US"/>
              <a:t>Click here to add title</a:t>
            </a:r>
            <a:br>
              <a:rPr lang="en-US"/>
            </a:br>
            <a:endParaRPr lang="en-US"/>
          </a:p>
        </p:txBody>
      </p:sp>
      <p:sp>
        <p:nvSpPr>
          <p:cNvPr id="14" name="Flowchart: Connector 13">
            <a:extLst>
              <a:ext uri="{FF2B5EF4-FFF2-40B4-BE49-F238E27FC236}">
                <a16:creationId xmlns:a16="http://schemas.microsoft.com/office/drawing/2014/main" id="{F2C7336D-8D6B-9D42-B63A-72758B1AA979}"/>
              </a:ext>
            </a:extLst>
          </p:cNvPr>
          <p:cNvSpPr/>
          <p:nvPr userDrawn="1"/>
        </p:nvSpPr>
        <p:spPr>
          <a:xfrm>
            <a:off x="7979020" y="4484716"/>
            <a:ext cx="395654" cy="395654"/>
          </a:xfrm>
          <a:prstGeom prst="flowChartConnector">
            <a:avLst/>
          </a:prstGeom>
          <a:solidFill>
            <a:schemeClr val="bg2"/>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accent4"/>
              </a:solidFill>
            </a:endParaRPr>
          </a:p>
        </p:txBody>
      </p:sp>
      <p:sp>
        <p:nvSpPr>
          <p:cNvPr id="18" name="Rectangle 17">
            <a:extLst>
              <a:ext uri="{FF2B5EF4-FFF2-40B4-BE49-F238E27FC236}">
                <a16:creationId xmlns:a16="http://schemas.microsoft.com/office/drawing/2014/main" id="{F02C8021-37C8-5149-AB4D-1137559CAB41}"/>
              </a:ext>
            </a:extLst>
          </p:cNvPr>
          <p:cNvSpPr>
            <a:spLocks noChangeArrowheads="1"/>
          </p:cNvSpPr>
          <p:nvPr userDrawn="1"/>
        </p:nvSpPr>
        <p:spPr bwMode="auto">
          <a:xfrm>
            <a:off x="8083977" y="4601751"/>
            <a:ext cx="185738" cy="161583"/>
          </a:xfrm>
          <a:prstGeom prst="rect">
            <a:avLst/>
          </a:prstGeom>
          <a:noFill/>
          <a:ln w="9525">
            <a:noFill/>
            <a:miter lim="800000"/>
            <a:headEnd/>
            <a:tailEnd/>
          </a:ln>
        </p:spPr>
        <p:txBody>
          <a:bodyPr wrap="square" lIns="0" tIns="0" rIns="0" bIns="0" anchor="ctr">
            <a:prstTxWarp prst="textNoShape">
              <a:avLst/>
            </a:prstTxWarp>
            <a:spAutoFit/>
          </a:bodyPr>
          <a:lstStyle/>
          <a:p>
            <a:pPr algn="ctr"/>
            <a:fld id="{DB8190B8-F56C-7C4A-BF6A-960A1DB52AB1}" type="slidenum">
              <a:rPr lang="en-US" sz="1050" b="1">
                <a:solidFill>
                  <a:schemeClr val="accent4"/>
                </a:solidFill>
                <a:latin typeface="Arial" panose="020B0604020202020204" pitchFamily="34" charset="0"/>
                <a:cs typeface="Arial" panose="020B0604020202020204" pitchFamily="34" charset="0"/>
              </a:rPr>
              <a:pPr algn="ctr"/>
              <a:t>‹#›</a:t>
            </a:fld>
            <a:endParaRPr lang="en-US" sz="750" b="1">
              <a:solidFill>
                <a:schemeClr val="accent4"/>
              </a:solidFill>
              <a:latin typeface="Arial" panose="020B0604020202020204" pitchFamily="34" charset="0"/>
              <a:cs typeface="Arial" panose="020B0604020202020204" pitchFamily="34" charset="0"/>
            </a:endParaRPr>
          </a:p>
        </p:txBody>
      </p:sp>
      <p:pic>
        <p:nvPicPr>
          <p:cNvPr id="20" name="Picture 19" descr="Icon&#10;&#10;Description automatically generated">
            <a:extLst>
              <a:ext uri="{FF2B5EF4-FFF2-40B4-BE49-F238E27FC236}">
                <a16:creationId xmlns:a16="http://schemas.microsoft.com/office/drawing/2014/main" id="{4CCC3378-AA9D-9548-8618-CE49E3BA8BEC}"/>
              </a:ext>
            </a:extLst>
          </p:cNvPr>
          <p:cNvPicPr>
            <a:picLocks noChangeAspect="1"/>
          </p:cNvPicPr>
          <p:nvPr userDrawn="1"/>
        </p:nvPicPr>
        <p:blipFill rotWithShape="1">
          <a:blip r:embed="rId3"/>
          <a:srcRect r="87748" b="3293"/>
          <a:stretch/>
        </p:blipFill>
        <p:spPr>
          <a:xfrm>
            <a:off x="197730" y="4558186"/>
            <a:ext cx="189221" cy="230549"/>
          </a:xfrm>
          <a:prstGeom prst="rect">
            <a:avLst/>
          </a:prstGeom>
        </p:spPr>
      </p:pic>
      <p:pic>
        <p:nvPicPr>
          <p:cNvPr id="21" name="Picture 20">
            <a:extLst>
              <a:ext uri="{FF2B5EF4-FFF2-40B4-BE49-F238E27FC236}">
                <a16:creationId xmlns:a16="http://schemas.microsoft.com/office/drawing/2014/main" id="{4946B3E4-C13F-AB41-9C9B-FD10A26E2C49}"/>
              </a:ext>
            </a:extLst>
          </p:cNvPr>
          <p:cNvPicPr>
            <a:picLocks noChangeAspect="1"/>
          </p:cNvPicPr>
          <p:nvPr userDrawn="1"/>
        </p:nvPicPr>
        <p:blipFill rotWithShape="1">
          <a:blip r:embed="rId2"/>
          <a:srcRect l="4231" t="8" r="4233" b="-80380"/>
          <a:stretch/>
        </p:blipFill>
        <p:spPr>
          <a:xfrm>
            <a:off x="393542" y="4681891"/>
            <a:ext cx="7317000" cy="30027"/>
          </a:xfrm>
          <a:prstGeom prst="rect">
            <a:avLst/>
          </a:prstGeom>
        </p:spPr>
      </p:pic>
      <p:pic>
        <p:nvPicPr>
          <p:cNvPr id="13" name="Picture 12" descr="Icon&#10;&#10;Description automatically generated">
            <a:extLst>
              <a:ext uri="{FF2B5EF4-FFF2-40B4-BE49-F238E27FC236}">
                <a16:creationId xmlns:a16="http://schemas.microsoft.com/office/drawing/2014/main" id="{F3636ADB-E67D-4E44-81AA-300F2808BF70}"/>
              </a:ext>
            </a:extLst>
          </p:cNvPr>
          <p:cNvPicPr>
            <a:picLocks noChangeAspect="1"/>
          </p:cNvPicPr>
          <p:nvPr userDrawn="1"/>
        </p:nvPicPr>
        <p:blipFill>
          <a:blip r:embed="rId4"/>
          <a:stretch>
            <a:fillRect/>
          </a:stretch>
        </p:blipFill>
        <p:spPr>
          <a:xfrm>
            <a:off x="7493197" y="112662"/>
            <a:ext cx="3301607" cy="4803071"/>
          </a:xfrm>
          <a:prstGeom prst="rect">
            <a:avLst/>
          </a:prstGeom>
        </p:spPr>
      </p:pic>
    </p:spTree>
    <p:extLst>
      <p:ext uri="{BB962C8B-B14F-4D97-AF65-F5344CB8AC3E}">
        <p14:creationId xmlns:p14="http://schemas.microsoft.com/office/powerpoint/2010/main" val="4107570297"/>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884369" cy="738664"/>
          </a:xfrm>
        </p:spPr>
        <p:txBody>
          <a:bodyPr wrap="square" lIns="0">
            <a:spAutoFit/>
          </a:bodyPr>
          <a:lstStyle>
            <a:lvl1pPr>
              <a:defRPr sz="48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5" y="3572754"/>
            <a:ext cx="5884369" cy="369332"/>
          </a:xfrm>
        </p:spPr>
        <p:txBody>
          <a:bodyPr wrap="square">
            <a:spAutoFit/>
          </a:bodyPr>
          <a:lstStyle>
            <a:lvl1pPr marL="0" indent="0" algn="l">
              <a:buNone/>
              <a:defRPr sz="2400" b="0" i="0" baseline="0">
                <a:solidFill>
                  <a:srgbClr val="003366"/>
                </a:solidFill>
                <a:latin typeface="BISansOptiCond"/>
                <a:cs typeface="BISansOptiCond"/>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39823167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374856" cy="738664"/>
          </a:xfrm>
        </p:spPr>
        <p:txBody>
          <a:bodyPr wrap="square">
            <a:spAutoFit/>
          </a:bodyPr>
          <a:lstStyle>
            <a:lvl1pPr>
              <a:defRPr sz="48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6" y="3572754"/>
            <a:ext cx="5374856" cy="369332"/>
          </a:xfrm>
        </p:spPr>
        <p:txBody>
          <a:bodyPr wrap="square">
            <a:spAutoFit/>
          </a:bodyPr>
          <a:lstStyle>
            <a:lvl1pPr marL="0" indent="0" algn="l">
              <a:buNone/>
              <a:defRPr sz="2400" b="0" i="0">
                <a:solidFill>
                  <a:srgbClr val="003366"/>
                </a:solidFill>
                <a:latin typeface="BISansOptiCond"/>
                <a:cs typeface="BISansOptiCond"/>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30162403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8"/>
            <a:ext cx="8235318" cy="738664"/>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2788612"/>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36186326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9"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11485465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9"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2954642"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3359168" y="2342800"/>
            <a:ext cx="2260800" cy="2260800"/>
          </a:xfrm>
          <a:prstGeom prst="ellipse">
            <a:avLst/>
          </a:prstGeom>
        </p:spPr>
        <p:txBody>
          <a:bodyPr/>
          <a:lstStyle>
            <a:lvl1pPr marL="0" indent="0" algn="ctr">
              <a:buNone/>
              <a:defRPr sz="9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42834822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4878853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en-GB"/>
          </a:p>
        </p:txBody>
      </p:sp>
      <p:sp>
        <p:nvSpPr>
          <p:cNvPr id="5" name="Fußzeilenplatzhalter 4"/>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846780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endParaRPr lang="en-GB"/>
          </a:p>
        </p:txBody>
      </p:sp>
      <p:sp>
        <p:nvSpPr>
          <p:cNvPr id="7" name="Fußzeilenplatzhalter 6"/>
          <p:cNvSpPr>
            <a:spLocks noGrp="1"/>
          </p:cNvSpPr>
          <p:nvPr>
            <p:ph type="ftr" sz="quarter" idx="11"/>
          </p:nvPr>
        </p:nvSpPr>
        <p:spPr/>
        <p:txBody>
          <a:bodyPr/>
          <a:lstStyle/>
          <a:p>
            <a:r>
              <a:rPr lang="en-US"/>
              <a:t>Presentation title    |    ONLY FOR INTERNAL USE</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8860767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7" name="Inhaltsplatzhalter 6"/>
          <p:cNvSpPr>
            <a:spLocks noGrp="1"/>
          </p:cNvSpPr>
          <p:nvPr>
            <p:ph sz="quarter" idx="13" hasCustomPrompt="1"/>
          </p:nvPr>
        </p:nvSpPr>
        <p:spPr>
          <a:xfrm>
            <a:off x="1771200" y="1198800"/>
            <a:ext cx="5616000" cy="33948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39670180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Rechteck 14"/>
          <p:cNvSpPr/>
          <p:nvPr userDrawn="1"/>
        </p:nvSpPr>
        <p:spPr>
          <a:xfrm>
            <a:off x="0" y="103559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a:xfrm>
            <a:off x="367576" y="1200152"/>
            <a:ext cx="2934425" cy="2782569"/>
          </a:xfrm>
        </p:spPr>
        <p:txBody>
          <a:body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en-GB"/>
          </a:p>
        </p:txBody>
      </p:sp>
      <p:sp>
        <p:nvSpPr>
          <p:cNvPr id="6" name="Fußzeilenplatzhalter 5"/>
          <p:cNvSpPr>
            <a:spLocks noGrp="1"/>
          </p:cNvSpPr>
          <p:nvPr>
            <p:ph type="ftr" sz="quarter" idx="11"/>
          </p:nvPr>
        </p:nvSpPr>
        <p:spPr/>
        <p:txBody>
          <a:bodyPr/>
          <a:lstStyle/>
          <a:p>
            <a:r>
              <a:rPr lang="en-US"/>
              <a:t>Presentation title    |    ONLY FOR INTERNAL USE</a:t>
            </a:r>
            <a:endParaRPr lang="en-GB"/>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2005844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endParaRPr lang="en-GB"/>
          </a:p>
        </p:txBody>
      </p:sp>
      <p:sp>
        <p:nvSpPr>
          <p:cNvPr id="5" name="Fußzeilenplatzhalter 4"/>
          <p:cNvSpPr>
            <a:spLocks noGrp="1"/>
          </p:cNvSpPr>
          <p:nvPr>
            <p:ph type="ftr" sz="quarter" idx="13"/>
          </p:nvPr>
        </p:nvSpPr>
        <p:spPr/>
        <p:txBody>
          <a:bodyPr/>
          <a:lstStyle/>
          <a:p>
            <a:r>
              <a:rPr lang="en-US"/>
              <a:t>Presentation title    |    ONLY FOR INTERNAL USE</a:t>
            </a:r>
            <a:endParaRPr lang="en-GB"/>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1771575" y="659905"/>
            <a:ext cx="5065660" cy="369332"/>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3" name="Inhaltsplatzhalter 6"/>
          <p:cNvSpPr>
            <a:spLocks noGrp="1"/>
          </p:cNvSpPr>
          <p:nvPr>
            <p:ph sz="quarter" idx="15" hasCustomPrompt="1"/>
          </p:nvPr>
        </p:nvSpPr>
        <p:spPr>
          <a:xfrm>
            <a:off x="1771200" y="1504800"/>
            <a:ext cx="5616000" cy="29556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3804821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8050812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US" noProof="0"/>
              <a:t>Presentation title    |    ONLY FOR INTERNAL USE</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1370418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US" noProof="0"/>
              <a:t>Presentation title    |    ONLY FOR INTERNAL USE</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4155910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US" noProof="0"/>
              <a:t>Presentation title    |    ONLY FOR INTERNAL USE</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6600697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endParaRPr lang="en-GB" noProof="0"/>
          </a:p>
        </p:txBody>
      </p:sp>
      <p:sp>
        <p:nvSpPr>
          <p:cNvPr id="6" name="Fußzeilenplatzhalter 5"/>
          <p:cNvSpPr>
            <a:spLocks noGrp="1"/>
          </p:cNvSpPr>
          <p:nvPr>
            <p:ph type="ftr" sz="quarter" idx="13"/>
          </p:nvPr>
        </p:nvSpPr>
        <p:spPr/>
        <p:txBody>
          <a:bodyPr/>
          <a:lstStyle/>
          <a:p>
            <a:r>
              <a:rPr lang="en-US" noProof="0"/>
              <a:t>Presentation title    |    ONLY FOR INTERNAL USE</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1" name="Inhaltsplatzhalter 6"/>
          <p:cNvSpPr>
            <a:spLocks noGrp="1"/>
          </p:cNvSpPr>
          <p:nvPr>
            <p:ph sz="quarter" idx="15" hasCustomPrompt="1"/>
          </p:nvPr>
        </p:nvSpPr>
        <p:spPr>
          <a:xfrm>
            <a:off x="1771200" y="1198800"/>
            <a:ext cx="5616000" cy="33948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27904744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67576" y="1200152"/>
            <a:ext cx="2934425" cy="2782569"/>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endParaRPr lang="en-GB" noProof="0"/>
          </a:p>
        </p:txBody>
      </p:sp>
      <p:sp>
        <p:nvSpPr>
          <p:cNvPr id="6" name="Fußzeilenplatzhalter 5"/>
          <p:cNvSpPr>
            <a:spLocks noGrp="1"/>
          </p:cNvSpPr>
          <p:nvPr>
            <p:ph type="ftr" sz="quarter" idx="13"/>
          </p:nvPr>
        </p:nvSpPr>
        <p:spPr/>
        <p:txBody>
          <a:bodyPr/>
          <a:lstStyle/>
          <a:p>
            <a:r>
              <a:rPr lang="en-US" noProof="0"/>
              <a:t>Presentation title    |    ONLY FOR INTERNAL USE</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4473191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GB" noProof="0"/>
          </a:p>
        </p:txBody>
      </p:sp>
      <p:sp>
        <p:nvSpPr>
          <p:cNvPr id="3" name="Fußzeilenplatzhalter 2"/>
          <p:cNvSpPr>
            <a:spLocks noGrp="1"/>
          </p:cNvSpPr>
          <p:nvPr>
            <p:ph type="ftr" sz="quarter" idx="11"/>
          </p:nvPr>
        </p:nvSpPr>
        <p:spPr/>
        <p:txBody>
          <a:bodyPr/>
          <a:lstStyle/>
          <a:p>
            <a:r>
              <a:rPr lang="en-US" noProof="0"/>
              <a:t>Presentation title    |    ONLY FOR INTERNAL USE</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0385542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1065345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8467211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7049403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8797077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0300701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793100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4" name="Fußzeilenplatzhalter 3"/>
          <p:cNvSpPr>
            <a:spLocks noGrp="1"/>
          </p:cNvSpPr>
          <p:nvPr>
            <p:ph type="ftr" sz="quarter" idx="11"/>
          </p:nvPr>
        </p:nvSpPr>
        <p:spPr/>
        <p:txBody>
          <a:bodyPr/>
          <a:lstStyle/>
          <a:p>
            <a:r>
              <a:rPr lang="en-US"/>
              <a:t>Presentation title    |    ONLY FOR INTERNAL USE</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4"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9006589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9"/>
            <a:ext cx="4626700" cy="769441"/>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367577" y="1233590"/>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1800">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1800">
              <a:latin typeface="BISansOpti"/>
            </a:endParaRPr>
          </a:p>
        </p:txBody>
      </p:sp>
      <p:sp>
        <p:nvSpPr>
          <p:cNvPr id="15" name="Freeform 2"/>
          <p:cNvSpPr>
            <a:spLocks noChangeAspect="1" noChangeArrowheads="1"/>
          </p:cNvSpPr>
          <p:nvPr userDrawn="1"/>
        </p:nvSpPr>
        <p:spPr bwMode="auto">
          <a:xfrm>
            <a:off x="1651481" y="1281035"/>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1800">
              <a:latin typeface="BISansOpti"/>
            </a:endParaRPr>
          </a:p>
        </p:txBody>
      </p:sp>
      <p:sp>
        <p:nvSpPr>
          <p:cNvPr id="16" name="Freeform 2"/>
          <p:cNvSpPr>
            <a:spLocks noChangeAspect="1" noChangeArrowheads="1"/>
          </p:cNvSpPr>
          <p:nvPr userDrawn="1"/>
        </p:nvSpPr>
        <p:spPr bwMode="auto">
          <a:xfrm>
            <a:off x="2312457"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1800">
              <a:latin typeface="BISansOpti"/>
            </a:endParaRPr>
          </a:p>
        </p:txBody>
      </p:sp>
      <p:sp>
        <p:nvSpPr>
          <p:cNvPr id="17" name="Freeform 2"/>
          <p:cNvSpPr>
            <a:spLocks noChangeAspect="1" noChangeArrowheads="1"/>
          </p:cNvSpPr>
          <p:nvPr userDrawn="1"/>
        </p:nvSpPr>
        <p:spPr bwMode="auto">
          <a:xfrm>
            <a:off x="2915300" y="1272057"/>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1800">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378"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7081201" y="1097782"/>
            <a:ext cx="197170"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7081200" y="1256401"/>
            <a:ext cx="219612"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367200" y="2070001"/>
            <a:ext cx="5374800" cy="354013"/>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23341834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9"/>
            <a:ext cx="4626700" cy="923330"/>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367577" y="1233590"/>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1800">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1800">
              <a:latin typeface="BISansOpti"/>
            </a:endParaRPr>
          </a:p>
        </p:txBody>
      </p:sp>
      <p:sp>
        <p:nvSpPr>
          <p:cNvPr id="15" name="Freeform 2"/>
          <p:cNvSpPr>
            <a:spLocks noChangeAspect="1" noChangeArrowheads="1"/>
          </p:cNvSpPr>
          <p:nvPr userDrawn="1"/>
        </p:nvSpPr>
        <p:spPr bwMode="auto">
          <a:xfrm>
            <a:off x="1651481" y="1281035"/>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1800">
              <a:latin typeface="BISansOpti"/>
            </a:endParaRPr>
          </a:p>
        </p:txBody>
      </p:sp>
      <p:sp>
        <p:nvSpPr>
          <p:cNvPr id="16" name="Freeform 2"/>
          <p:cNvSpPr>
            <a:spLocks noChangeAspect="1" noChangeArrowheads="1"/>
          </p:cNvSpPr>
          <p:nvPr userDrawn="1"/>
        </p:nvSpPr>
        <p:spPr bwMode="auto">
          <a:xfrm>
            <a:off x="2312457"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1800">
              <a:latin typeface="BISansOpti"/>
            </a:endParaRPr>
          </a:p>
        </p:txBody>
      </p:sp>
      <p:sp>
        <p:nvSpPr>
          <p:cNvPr id="17" name="Freeform 2"/>
          <p:cNvSpPr>
            <a:spLocks noChangeAspect="1" noChangeArrowheads="1"/>
          </p:cNvSpPr>
          <p:nvPr userDrawn="1"/>
        </p:nvSpPr>
        <p:spPr bwMode="auto">
          <a:xfrm>
            <a:off x="2915300" y="1272057"/>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1800">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378"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7081201" y="1097782"/>
            <a:ext cx="197170"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7081200" y="1256401"/>
            <a:ext cx="219612"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367200" y="2070001"/>
            <a:ext cx="5374800" cy="354013"/>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14436633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a:xfrm>
            <a:off x="7598177" y="4910709"/>
            <a:ext cx="605935" cy="153888"/>
          </a:xfrm>
        </p:spPr>
        <p:txBody>
          <a:bodyPr/>
          <a:lstStyle/>
          <a:p>
            <a:endParaRPr lang="en-US"/>
          </a:p>
        </p:txBody>
      </p:sp>
      <p:sp>
        <p:nvSpPr>
          <p:cNvPr id="5" name="Footer 4"/>
          <p:cNvSpPr>
            <a:spLocks noGrp="1"/>
          </p:cNvSpPr>
          <p:nvPr>
            <p:ph type="ftr" sz="quarter" idx="11"/>
          </p:nvPr>
        </p:nvSpPr>
        <p:spPr/>
        <p:txBody>
          <a:bodyPr/>
          <a:lstStyle/>
          <a:p>
            <a:r>
              <a:rPr lang="en-US"/>
              <a:t>Presentation title    |    ONLY FOR INTERNAL USE</a:t>
            </a:r>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2248913787"/>
      </p:ext>
    </p:extLst>
  </p:cSld>
  <p:clrMapOvr>
    <a:masterClrMapping/>
  </p:clrMapOvr>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US"/>
              <a:t>Presentation title    |    ONLY FOR INTERNAL USE</a:t>
            </a:r>
            <a:endParaRPr lang="en-GB"/>
          </a:p>
        </p:txBody>
      </p:sp>
    </p:spTree>
    <p:extLst>
      <p:ext uri="{BB962C8B-B14F-4D97-AF65-F5344CB8AC3E}">
        <p14:creationId xmlns:p14="http://schemas.microsoft.com/office/powerpoint/2010/main" val="1683463099"/>
      </p:ext>
    </p:extLst>
  </p:cSld>
  <p:clrMapOvr>
    <a:masterClrMapping/>
  </p:clrMapOvr>
  <p:extLst>
    <p:ext uri="{DCECCB84-F9BA-43D5-87BE-67443E8EF086}">
      <p15:sldGuideLst xmlns:p15="http://schemas.microsoft.com/office/powerpoint/2012/main"/>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Presentation title    |    ONLY FOR INTERNAL USE</a:t>
            </a:r>
            <a:endParaRPr lang="en-GB"/>
          </a:p>
        </p:txBody>
      </p:sp>
    </p:spTree>
    <p:extLst>
      <p:ext uri="{BB962C8B-B14F-4D97-AF65-F5344CB8AC3E}">
        <p14:creationId xmlns:p14="http://schemas.microsoft.com/office/powerpoint/2010/main" val="3136206651"/>
      </p:ext>
    </p:extLst>
  </p:cSld>
  <p:clrMapOvr>
    <a:masterClrMapping/>
  </p:clrMapOvr>
  <p:extLst>
    <p:ext uri="{DCECCB84-F9BA-43D5-87BE-67443E8EF086}">
      <p15:sldGuideLst xmlns:p15="http://schemas.microsoft.com/office/powerpoint/2012/main"/>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Presentation title    |    ONLY FOR INTERNAL USE</a:t>
            </a:r>
            <a:endParaRPr lang="en-GB"/>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85163659"/>
      </p:ext>
    </p:extLst>
  </p:cSld>
  <p:clrMapOvr>
    <a:masterClrMapping/>
  </p:clrMapOvr>
  <p:extLst>
    <p:ext uri="{DCECCB84-F9BA-43D5-87BE-67443E8EF086}">
      <p15:sldGuideLst xmlns:p15="http://schemas.microsoft.com/office/powerpoint/2012/main"/>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US"/>
              <a:t>Presentation title    |    ONLY FOR INTERNAL USE</a:t>
            </a:r>
            <a:endParaRPr lang="en-GB"/>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602391948"/>
      </p:ext>
    </p:extLst>
  </p:cSld>
  <p:clrMapOvr>
    <a:masterClrMapping/>
  </p:clrMapOvr>
  <p:extLst>
    <p:ext uri="{DCECCB84-F9BA-43D5-87BE-67443E8EF086}">
      <p15:sldGuideLst xmlns:p15="http://schemas.microsoft.com/office/powerpoint/2012/main"/>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Presentation title    |    ONLY FOR INTERNAL USE</a:t>
            </a:r>
            <a:endParaRPr lang="en-GB"/>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333474133"/>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70" y="1059658"/>
            <a:ext cx="8424863" cy="3402806"/>
          </a:xfrm>
        </p:spPr>
        <p:txBody>
          <a:bodyPr/>
          <a:lstStyle>
            <a:lvl1pPr marL="269993" indent="-269993">
              <a:spcBef>
                <a:spcPts val="1350"/>
              </a:spcBef>
              <a:buFont typeface="+mj-lt"/>
              <a:buAutoNum type="arabicPeriod"/>
              <a:defRPr sz="1500"/>
            </a:lvl1pPr>
            <a:lvl2pPr marL="404990" indent="-134997">
              <a:spcBef>
                <a:spcPts val="150"/>
              </a:spcBef>
              <a:spcAft>
                <a:spcPts val="150"/>
              </a:spcAft>
              <a:buFont typeface="Arial" panose="020B0604020202020204" pitchFamily="34" charset="0"/>
              <a:buChar char="•"/>
              <a:defRPr/>
            </a:lvl2pPr>
            <a:lvl3pPr marL="404990" indent="-134997">
              <a:spcBef>
                <a:spcPts val="150"/>
              </a:spcBef>
              <a:spcAft>
                <a:spcPts val="150"/>
              </a:spcAft>
              <a:buFont typeface="Arial" panose="020B0604020202020204" pitchFamily="34" charset="0"/>
              <a:buChar char="•"/>
              <a:defRPr/>
            </a:lvl3pPr>
            <a:lvl4pPr marL="404990" indent="-134997">
              <a:spcBef>
                <a:spcPts val="150"/>
              </a:spcBef>
              <a:spcAft>
                <a:spcPts val="150"/>
              </a:spcAft>
              <a:buFont typeface="Arial" panose="020B0604020202020204" pitchFamily="34" charset="0"/>
              <a:buChar char="•"/>
              <a:defRPr/>
            </a:lvl4pPr>
            <a:lvl5pPr marL="404990" indent="-134997">
              <a:spcBef>
                <a:spcPts val="150"/>
              </a:spcBef>
              <a:spcAft>
                <a:spcPts val="150"/>
              </a:spcAft>
              <a:buFont typeface="Arial" panose="020B0604020202020204" pitchFamily="34" charset="0"/>
              <a:buChar char="•"/>
              <a:defRPr sz="1200"/>
            </a:lvl5pPr>
            <a:lvl6pPr marL="404990" indent="-134997">
              <a:spcBef>
                <a:spcPts val="150"/>
              </a:spcBef>
              <a:spcAft>
                <a:spcPts val="150"/>
              </a:spcAft>
              <a:buFont typeface="Arial" panose="020B0604020202020204" pitchFamily="34" charset="0"/>
              <a:buChar char="•"/>
              <a:defRPr sz="1200"/>
            </a:lvl6pPr>
            <a:lvl7pPr marL="404990" indent="-134997">
              <a:spcBef>
                <a:spcPts val="150"/>
              </a:spcBef>
              <a:spcAft>
                <a:spcPts val="150"/>
              </a:spcAft>
              <a:buFont typeface="Arial" panose="020B0604020202020204" pitchFamily="34" charset="0"/>
              <a:buChar char="•"/>
              <a:defRPr sz="1200"/>
            </a:lvl7pPr>
            <a:lvl8pPr marL="404990" indent="-134997">
              <a:spcBef>
                <a:spcPts val="150"/>
              </a:spcBef>
              <a:spcAft>
                <a:spcPts val="150"/>
              </a:spcAft>
              <a:buFont typeface="Arial" panose="020B0604020202020204" pitchFamily="34" charset="0"/>
              <a:buChar char="•"/>
              <a:defRPr sz="1200"/>
            </a:lvl8pPr>
            <a:lvl9pPr marL="404990" indent="-134997">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endParaRPr lang="en-GB"/>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2456577775"/>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endParaRPr lang="en-GB"/>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379885092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143B55C4-4F5A-416B-997D-6CE47EB0A945}" type="slidenum">
              <a:rPr lang="en-GB" smtClean="0"/>
              <a:pPr/>
              <a:t>‹#›</a:t>
            </a:fld>
            <a:endParaRPr lang="en-GB"/>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endParaRPr lang="en-GB"/>
          </a:p>
        </p:txBody>
      </p:sp>
    </p:spTree>
    <p:extLst>
      <p:ext uri="{BB962C8B-B14F-4D97-AF65-F5344CB8AC3E}">
        <p14:creationId xmlns:p14="http://schemas.microsoft.com/office/powerpoint/2010/main" val="3492294510"/>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143B55C4-4F5A-416B-997D-6CE47EB0A945}" type="slidenum">
              <a:rPr lang="en-GB" smtClean="0"/>
              <a:pPr/>
              <a:t>‹#›</a:t>
            </a:fld>
            <a:endParaRPr lang="en-GB"/>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endParaRPr lang="en-GB"/>
          </a:p>
        </p:txBody>
      </p:sp>
    </p:spTree>
    <p:extLst>
      <p:ext uri="{BB962C8B-B14F-4D97-AF65-F5344CB8AC3E}">
        <p14:creationId xmlns:p14="http://schemas.microsoft.com/office/powerpoint/2010/main" val="227031270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70" y="1059657"/>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70"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143B55C4-4F5A-416B-997D-6CE47EB0A945}" type="slidenum">
              <a:rPr lang="en-GB" smtClean="0"/>
              <a:pPr/>
              <a:t>‹#›</a:t>
            </a:fld>
            <a:endParaRPr lang="en-GB"/>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endParaRPr lang="en-GB"/>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73589640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70"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endParaRPr lang="en-GB"/>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45158443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70"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endParaRPr lang="en-GB"/>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smtClean="0"/>
              <a:pPr/>
              <a:t>‹#›</a:t>
            </a:fld>
            <a:endParaRPr lang="en-GB"/>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1990936623"/>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endParaRPr lang="en-GB"/>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143B55C4-4F5A-416B-997D-6CE47EB0A945}" type="slidenum">
              <a:rPr lang="en-GB" smtClean="0"/>
              <a:pPr/>
              <a:t>‹#›</a:t>
            </a:fld>
            <a:endParaRPr lang="en-GB"/>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1811798072"/>
      </p:ext>
    </p:extLst>
  </p:cSld>
  <p:clrMapOvr>
    <a:masterClrMapping/>
  </p:clrMapOvr>
  <p:extLst>
    <p:ext uri="{DCECCB84-F9BA-43D5-87BE-67443E8EF086}">
      <p15:sldGuideLst xmlns:p15="http://schemas.microsoft.com/office/powerpoint/2012/main"/>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143B55C4-4F5A-416B-997D-6CE47EB0A945}" type="slidenum">
              <a:rPr lang="en-GB" smtClean="0"/>
              <a:pPr/>
              <a:t>‹#›</a:t>
            </a:fld>
            <a:endParaRPr lang="en-GB"/>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US"/>
              <a:t>Presentation title    |    ONLY FOR INTERNAL USE</a:t>
            </a:r>
            <a:endParaRPr lang="en-GB"/>
          </a:p>
        </p:txBody>
      </p:sp>
      <p:sp>
        <p:nvSpPr>
          <p:cNvPr id="6" name="Arrow: Pentagon 5">
            <a:extLst>
              <a:ext uri="{FF2B5EF4-FFF2-40B4-BE49-F238E27FC236}">
                <a16:creationId xmlns:a16="http://schemas.microsoft.com/office/drawing/2014/main" id="{D538B7FC-6B3A-8F3A-BBDC-1EEFED308F78}"/>
              </a:ext>
            </a:extLst>
          </p:cNvPr>
          <p:cNvSpPr/>
          <p:nvPr/>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300012156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endParaRPr lang="en-GB"/>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143B55C4-4F5A-416B-997D-6CE47EB0A945}" type="slidenum">
              <a:rPr lang="en-GB" smtClean="0"/>
              <a:pPr/>
              <a:t>‹#›</a:t>
            </a:fld>
            <a:endParaRPr lang="en-GB"/>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3761828988"/>
      </p:ext>
    </p:extLst>
  </p:cSld>
  <p:clrMapOvr>
    <a:masterClrMapping/>
  </p:clrMapOvr>
  <p:extLst>
    <p:ext uri="{DCECCB84-F9BA-43D5-87BE-67443E8EF086}">
      <p15:sldGuideLst xmlns:p15="http://schemas.microsoft.com/office/powerpoint/2012/main"/>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143B55C4-4F5A-416B-997D-6CE47EB0A945}" type="slidenum">
              <a:rPr lang="en-GB" smtClean="0"/>
              <a:pPr/>
              <a:t>‹#›</a:t>
            </a:fld>
            <a:endParaRPr lang="en-GB"/>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ONLY FOR INTERNAL USE</a:t>
            </a:r>
            <a:endParaRPr lang="en-GB"/>
          </a:p>
        </p:txBody>
      </p:sp>
      <p:sp>
        <p:nvSpPr>
          <p:cNvPr id="7" name="Arrow: Pentagon 6">
            <a:extLst>
              <a:ext uri="{FF2B5EF4-FFF2-40B4-BE49-F238E27FC236}">
                <a16:creationId xmlns:a16="http://schemas.microsoft.com/office/drawing/2014/main" id="{1C2F19D9-5B8F-D889-26A0-5956F75299B0}"/>
              </a:ext>
            </a:extLst>
          </p:cNvPr>
          <p:cNvSpPr/>
          <p:nvPr/>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3444132602"/>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143B55C4-4F5A-416B-997D-6CE47EB0A945}" type="slidenum">
              <a:rPr lang="en-GB" smtClean="0"/>
              <a:pPr/>
              <a:t>‹#›</a:t>
            </a:fld>
            <a:endParaRPr lang="en-GB"/>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endParaRPr lang="en-GB"/>
          </a:p>
        </p:txBody>
      </p:sp>
    </p:spTree>
    <p:extLst>
      <p:ext uri="{BB962C8B-B14F-4D97-AF65-F5344CB8AC3E}">
        <p14:creationId xmlns:p14="http://schemas.microsoft.com/office/powerpoint/2010/main" val="282158328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7"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80"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143B55C4-4F5A-416B-997D-6CE47EB0A945}" type="slidenum">
              <a:rPr lang="en-GB" smtClean="0"/>
              <a:pPr/>
              <a:t>‹#›</a:t>
            </a:fld>
            <a:endParaRPr lang="en-GB"/>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endParaRPr lang="en-GB"/>
          </a:p>
        </p:txBody>
      </p:sp>
    </p:spTree>
    <p:extLst>
      <p:ext uri="{BB962C8B-B14F-4D97-AF65-F5344CB8AC3E}">
        <p14:creationId xmlns:p14="http://schemas.microsoft.com/office/powerpoint/2010/main" val="967745897"/>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8"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143B55C4-4F5A-416B-997D-6CE47EB0A945}" type="slidenum">
              <a:rPr lang="en-GB" smtClean="0"/>
              <a:pPr/>
              <a:t>‹#›</a:t>
            </a:fld>
            <a:endParaRPr lang="en-GB"/>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endParaRPr lang="en-GB"/>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574014768"/>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8"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endParaRPr lang="en-GB"/>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14560071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endParaRPr lang="en-GB"/>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65145280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endParaRPr lang="en-GB"/>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143B55C4-4F5A-416B-997D-6CE47EB0A945}" type="slidenum">
              <a:rPr lang="en-GB" smtClean="0"/>
              <a:pPr/>
              <a:t>‹#›</a:t>
            </a:fld>
            <a:endParaRPr lang="en-GB"/>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40342550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endParaRPr lang="en-GB"/>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smtClean="0"/>
              <a:pPr/>
              <a:t>‹#›</a:t>
            </a:fld>
            <a:endParaRPr lang="en-GB"/>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0803921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9"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143B55C4-4F5A-416B-997D-6CE47EB0A945}" type="slidenum">
              <a:rPr lang="en-GB" smtClean="0"/>
              <a:pPr/>
              <a:t>‹#›</a:t>
            </a:fld>
            <a:endParaRPr lang="en-GB"/>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endParaRPr lang="en-GB"/>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09412951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8"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endParaRPr lang="en-GB"/>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16948513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endParaRPr lang="en-GB"/>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a picture in the background</a:t>
            </a:r>
            <a:endParaRPr lang="en-US" sz="600" b="1">
              <a:solidFill>
                <a:srgbClr val="076D7E"/>
              </a:solidFill>
              <a:latin typeface="+mj-lt"/>
            </a:endParaRPr>
          </a:p>
        </p:txBody>
      </p:sp>
    </p:spTree>
    <p:extLst>
      <p:ext uri="{BB962C8B-B14F-4D97-AF65-F5344CB8AC3E}">
        <p14:creationId xmlns:p14="http://schemas.microsoft.com/office/powerpoint/2010/main" val="65522293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70"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endParaRPr lang="en-GB"/>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226678050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endParaRPr lang="en-GB"/>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380024581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143B55C4-4F5A-416B-997D-6CE47EB0A945}" type="slidenum">
              <a:rPr lang="en-GB" smtClean="0"/>
              <a:pPr/>
              <a:t>‹#›</a:t>
            </a:fld>
            <a:endParaRPr lang="en-GB"/>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endParaRPr lang="en-GB"/>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459252371"/>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endParaRPr lang="en-GB"/>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2476403368"/>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endParaRPr lang="en-GB"/>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3712414246"/>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9"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6"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endParaRPr lang="en-GB"/>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143B55C4-4F5A-416B-997D-6CE47EB0A945}" type="slidenum">
              <a:rPr lang="en-GB" smtClean="0"/>
              <a:pPr/>
              <a:t>‹#›</a:t>
            </a:fld>
            <a:endParaRPr lang="en-GB"/>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39664034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endParaRPr lang="en-GB"/>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143B55C4-4F5A-416B-997D-6CE47EB0A945}" type="slidenum">
              <a:rPr lang="en-GB" smtClean="0"/>
              <a:pPr/>
              <a:t>‹#›</a:t>
            </a:fld>
            <a:endParaRPr lang="en-GB"/>
          </a:p>
        </p:txBody>
      </p:sp>
      <p:sp>
        <p:nvSpPr>
          <p:cNvPr id="2" name="Rechteck 1">
            <a:extLst>
              <a:ext uri="{FF2B5EF4-FFF2-40B4-BE49-F238E27FC236}">
                <a16:creationId xmlns:a16="http://schemas.microsoft.com/office/drawing/2014/main" id="{3341D3C2-8E8C-C888-7E53-E3465CB0DDEB}"/>
              </a:ext>
            </a:extLst>
          </p:cNvPr>
          <p:cNvSpPr/>
          <p:nvPr/>
        </p:nvSpPr>
        <p:spPr bwMode="gray">
          <a:xfrm>
            <a:off x="359570"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p:nvSpPr>
        <p:spPr bwMode="gray">
          <a:xfrm>
            <a:off x="359570"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p:nvSpPr>
        <p:spPr bwMode="gray">
          <a:xfrm>
            <a:off x="356627" y="4272940"/>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p:nvSpPr>
        <p:spPr bwMode="gray">
          <a:xfrm>
            <a:off x="356629"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pPr marL="0" indent="0" algn="l">
                <a:buFont typeface="Arial" panose="020B0604020202020204" pitchFamily="34" charset="0"/>
                <a:buNone/>
              </a:pPr>
              <a:t>2024</a:t>
            </a:fld>
            <a:r>
              <a:rPr lang="en-US" sz="675"/>
              <a:t> Boehringer Ingelheim International GmbH. All rights reserved.</a:t>
            </a:r>
          </a:p>
        </p:txBody>
      </p:sp>
    </p:spTree>
    <p:extLst>
      <p:ext uri="{BB962C8B-B14F-4D97-AF65-F5344CB8AC3E}">
        <p14:creationId xmlns:p14="http://schemas.microsoft.com/office/powerpoint/2010/main" val="3461196363"/>
      </p:ext>
    </p:extLst>
  </p:cSld>
  <p:clrMapOvr>
    <a:masterClrMapping/>
  </p:clrMapOvr>
  <p:extLst>
    <p:ext uri="{DCECCB84-F9BA-43D5-87BE-67443E8EF086}">
      <p15:sldGuideLst xmlns:p15="http://schemas.microsoft.com/office/powerpoint/2012/main"/>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GB" noProof="0"/>
          </a:p>
        </p:txBody>
      </p:sp>
      <p:sp>
        <p:nvSpPr>
          <p:cNvPr id="3" name="Fußzeilenplatzhalter 2"/>
          <p:cNvSpPr>
            <a:spLocks noGrp="1"/>
          </p:cNvSpPr>
          <p:nvPr>
            <p:ph type="ftr" sz="quarter" idx="11"/>
          </p:nvPr>
        </p:nvSpPr>
        <p:spPr/>
        <p:txBody>
          <a:bodyPr/>
          <a:lstStyle/>
          <a:p>
            <a:r>
              <a:rPr lang="en-US" noProof="0"/>
              <a:t>Presentation title    |    ONLY FOR INTERNAL USE</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pic>
        <p:nvPicPr>
          <p:cNvPr id="6" name="Grafik 6">
            <a:extLst>
              <a:ext uri="{FF2B5EF4-FFF2-40B4-BE49-F238E27FC236}">
                <a16:creationId xmlns:a16="http://schemas.microsoft.com/office/drawing/2014/main" id="{174BEE21-2572-7665-2E83-34086FC60C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3468674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showMasterSp="0" type="title">
  <p:cSld name="Title pag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el 1"/>
          <p:cNvSpPr>
            <a:spLocks noGrp="1"/>
          </p:cNvSpPr>
          <p:nvPr>
            <p:ph type="ctrTitle" hasCustomPrompt="1"/>
          </p:nvPr>
        </p:nvSpPr>
        <p:spPr>
          <a:xfrm>
            <a:off x="367575" y="1991163"/>
            <a:ext cx="5884369" cy="738664"/>
          </a:xfrm>
        </p:spPr>
        <p:txBody>
          <a:bodyPr wrap="square" lIns="0">
            <a:spAutoFit/>
          </a:bodyPr>
          <a:lstStyle>
            <a:lvl1pPr>
              <a:defRPr sz="48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4" y="3572753"/>
            <a:ext cx="5884369" cy="369332"/>
          </a:xfrm>
        </p:spPr>
        <p:txBody>
          <a:bodyPr wrap="square">
            <a:spAutoFit/>
          </a:bodyPr>
          <a:lstStyle>
            <a:lvl1pPr marL="0" indent="0" algn="l">
              <a:buNone/>
              <a:defRPr sz="2400" b="0" i="0" baseline="0">
                <a:solidFill>
                  <a:srgbClr val="003366"/>
                </a:solidFill>
                <a:latin typeface="BISansOptiCond"/>
                <a:cs typeface="BISansOptiCon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31638865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showMasterSp="0"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endParaRPr lang="en-GB"/>
          </a:p>
        </p:txBody>
      </p:sp>
      <p:sp>
        <p:nvSpPr>
          <p:cNvPr id="7" name="Fußzeilenplatzhalter 6"/>
          <p:cNvSpPr>
            <a:spLocks noGrp="1"/>
          </p:cNvSpPr>
          <p:nvPr>
            <p:ph type="ftr" sz="quarter" idx="11"/>
          </p:nvPr>
        </p:nvSpPr>
        <p:spPr/>
        <p:txBody>
          <a:bodyPr/>
          <a:lstStyle/>
          <a:p>
            <a:r>
              <a:rPr lang="en-US"/>
              <a:t>Presentation title    |    ONLY FOR INTERNAL USE</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3" name="Grafik 6">
            <a:extLst>
              <a:ext uri="{FF2B5EF4-FFF2-40B4-BE49-F238E27FC236}">
                <a16:creationId xmlns:a16="http://schemas.microsoft.com/office/drawing/2014/main" id="{2430C1F1-9C8F-41CB-957F-718E11E37A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3710545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showMasterSp="0" userDrawn="1">
  <p:cSld name="Titel Only 20pt">
    <p:spTree>
      <p:nvGrpSpPr>
        <p:cNvPr id="1" name=""/>
        <p:cNvGrpSpPr/>
        <p:nvPr/>
      </p:nvGrpSpPr>
      <p:grpSpPr>
        <a:xfrm>
          <a:off x="0" y="0"/>
          <a:ext cx="0" cy="0"/>
          <a:chOff x="0" y="0"/>
          <a:chExt cx="0" cy="0"/>
        </a:xfrm>
      </p:grpSpPr>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967" y="413086"/>
            <a:ext cx="8408458" cy="307777"/>
          </a:xfrm>
        </p:spPr>
        <p:txBody>
          <a:bodyPr anchor="b"/>
          <a:lstStyle>
            <a:lvl1pPr>
              <a:defRPr sz="2000">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Presentation title    |    ONLY FOR INTERNAL USE</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9508465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Tree>
    <p:extLst>
      <p:ext uri="{BB962C8B-B14F-4D97-AF65-F5344CB8AC3E}">
        <p14:creationId xmlns:p14="http://schemas.microsoft.com/office/powerpoint/2010/main" val="2797098748"/>
      </p:ext>
    </p:extLst>
  </p:cSld>
  <p:clrMapOvr>
    <a:masterClrMapping/>
  </p:clrMapOvr>
  <p:extLst>
    <p:ext uri="{DCECCB84-F9BA-43D5-87BE-67443E8EF086}">
      <p15:sldGuideLst xmlns:p15="http://schemas.microsoft.com/office/powerpoint/2012/main"/>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80"/>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2893843499"/>
      </p:ext>
    </p:extLst>
  </p:cSld>
  <p:clrMapOvr>
    <a:masterClrMapping/>
  </p:clrMapOvr>
  <p:extLst>
    <p:ext uri="{DCECCB84-F9BA-43D5-87BE-67443E8EF086}">
      <p15:sldGuideLst xmlns:p15="http://schemas.microsoft.com/office/powerpoint/2012/main"/>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697024273"/>
      </p:ext>
    </p:extLst>
  </p:cSld>
  <p:clrMapOvr>
    <a:masterClrMapping/>
  </p:clrMapOvr>
  <p:extLst>
    <p:ext uri="{DCECCB84-F9BA-43D5-87BE-67443E8EF086}">
      <p15:sldGuideLst xmlns:p15="http://schemas.microsoft.com/office/powerpoint/2012/main"/>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607218267"/>
      </p:ext>
    </p:extLst>
  </p:cSld>
  <p:clrMapOvr>
    <a:masterClrMapping/>
  </p:clrMapOvr>
  <p:extLst>
    <p:ext uri="{DCECCB84-F9BA-43D5-87BE-67443E8EF086}">
      <p15:sldGuideLst xmlns:p15="http://schemas.microsoft.com/office/powerpoint/2012/main"/>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22605235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70" y="1059658"/>
            <a:ext cx="8424863" cy="3402806"/>
          </a:xfrm>
        </p:spPr>
        <p:txBody>
          <a:bodyPr/>
          <a:lstStyle>
            <a:lvl1pPr marL="269993" indent="-269993">
              <a:spcBef>
                <a:spcPts val="1350"/>
              </a:spcBef>
              <a:buFont typeface="+mj-lt"/>
              <a:buAutoNum type="arabicPeriod"/>
              <a:defRPr sz="1500"/>
            </a:lvl1pPr>
            <a:lvl2pPr marL="404990" indent="-134997">
              <a:spcBef>
                <a:spcPts val="150"/>
              </a:spcBef>
              <a:spcAft>
                <a:spcPts val="150"/>
              </a:spcAft>
              <a:buFont typeface="Arial" panose="020B0604020202020204" pitchFamily="34" charset="0"/>
              <a:buChar char="•"/>
              <a:defRPr/>
            </a:lvl2pPr>
            <a:lvl3pPr marL="404990" indent="-134997">
              <a:spcBef>
                <a:spcPts val="150"/>
              </a:spcBef>
              <a:spcAft>
                <a:spcPts val="150"/>
              </a:spcAft>
              <a:buFont typeface="Arial" panose="020B0604020202020204" pitchFamily="34" charset="0"/>
              <a:buChar char="•"/>
              <a:defRPr/>
            </a:lvl3pPr>
            <a:lvl4pPr marL="404990" indent="-134997">
              <a:spcBef>
                <a:spcPts val="150"/>
              </a:spcBef>
              <a:spcAft>
                <a:spcPts val="150"/>
              </a:spcAft>
              <a:buFont typeface="Arial" panose="020B0604020202020204" pitchFamily="34" charset="0"/>
              <a:buChar char="•"/>
              <a:defRPr/>
            </a:lvl4pPr>
            <a:lvl5pPr marL="404990" indent="-134997">
              <a:spcBef>
                <a:spcPts val="150"/>
              </a:spcBef>
              <a:spcAft>
                <a:spcPts val="150"/>
              </a:spcAft>
              <a:buFont typeface="Arial" panose="020B0604020202020204" pitchFamily="34" charset="0"/>
              <a:buChar char="•"/>
              <a:defRPr sz="1200"/>
            </a:lvl5pPr>
            <a:lvl6pPr marL="404990" indent="-134997">
              <a:spcBef>
                <a:spcPts val="150"/>
              </a:spcBef>
              <a:spcAft>
                <a:spcPts val="150"/>
              </a:spcAft>
              <a:buFont typeface="Arial" panose="020B0604020202020204" pitchFamily="34" charset="0"/>
              <a:buChar char="•"/>
              <a:defRPr sz="1200"/>
            </a:lvl6pPr>
            <a:lvl7pPr marL="404990" indent="-134997">
              <a:spcBef>
                <a:spcPts val="150"/>
              </a:spcBef>
              <a:spcAft>
                <a:spcPts val="150"/>
              </a:spcAft>
              <a:buFont typeface="Arial" panose="020B0604020202020204" pitchFamily="34" charset="0"/>
              <a:buChar char="•"/>
              <a:defRPr sz="1200"/>
            </a:lvl7pPr>
            <a:lvl8pPr marL="404990" indent="-134997">
              <a:spcBef>
                <a:spcPts val="150"/>
              </a:spcBef>
              <a:spcAft>
                <a:spcPts val="150"/>
              </a:spcAft>
              <a:buFont typeface="Arial" panose="020B0604020202020204" pitchFamily="34" charset="0"/>
              <a:buChar char="•"/>
              <a:defRPr sz="1200"/>
            </a:lvl8pPr>
            <a:lvl9pPr marL="404990" indent="-134997">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135004147"/>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3897205550"/>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293841588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7"/>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76005573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70" y="1059657"/>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70"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271241547"/>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70"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36994529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70"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3328807611"/>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1605690762"/>
      </p:ext>
    </p:extLst>
  </p:cSld>
  <p:clrMapOvr>
    <a:masterClrMapping/>
  </p:clrMapOvr>
  <p:extLst>
    <p:ext uri="{DCECCB84-F9BA-43D5-87BE-67443E8EF086}">
      <p15:sldGuideLst xmlns:p15="http://schemas.microsoft.com/office/powerpoint/2012/main"/>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3985" indent="-161996">
              <a:defRPr sz="900">
                <a:solidFill>
                  <a:schemeClr val="bg2"/>
                </a:solidFill>
              </a:defRPr>
            </a:lvl5pPr>
            <a:lvl6pPr marL="593985" indent="-161996">
              <a:defRPr sz="900">
                <a:solidFill>
                  <a:schemeClr val="bg2"/>
                </a:solidFill>
              </a:defRPr>
            </a:lvl6pPr>
            <a:lvl7pPr marL="593985" indent="-161996">
              <a:defRPr sz="900">
                <a:solidFill>
                  <a:schemeClr val="bg2"/>
                </a:solidFill>
              </a:defRPr>
            </a:lvl7pPr>
            <a:lvl8pPr marL="593985" indent="-161996">
              <a:defRPr sz="900">
                <a:solidFill>
                  <a:schemeClr val="bg2"/>
                </a:solidFill>
              </a:defRPr>
            </a:lvl8pPr>
            <a:lvl9pPr marL="593985" indent="-161996">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26909658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2892373032"/>
      </p:ext>
    </p:extLst>
  </p:cSld>
  <p:clrMapOvr>
    <a:masterClrMapping/>
  </p:clrMapOvr>
  <p:extLst>
    <p:ext uri="{DCECCB84-F9BA-43D5-87BE-67443E8EF086}">
      <p15:sldGuideLst xmlns:p15="http://schemas.microsoft.com/office/powerpoint/2012/main"/>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85" indent="-161996">
              <a:defRPr sz="900">
                <a:solidFill>
                  <a:schemeClr val="tx2"/>
                </a:solidFill>
              </a:defRPr>
            </a:lvl5pPr>
            <a:lvl6pPr marL="593985" indent="-161996">
              <a:defRPr sz="900">
                <a:solidFill>
                  <a:schemeClr val="tx2"/>
                </a:solidFill>
              </a:defRPr>
            </a:lvl6pPr>
            <a:lvl7pPr marL="593985" indent="-161996">
              <a:defRPr sz="900">
                <a:solidFill>
                  <a:schemeClr val="tx2"/>
                </a:solidFill>
              </a:defRPr>
            </a:lvl7pPr>
            <a:lvl8pPr marL="593985" indent="-161996">
              <a:defRPr sz="900">
                <a:solidFill>
                  <a:schemeClr val="tx2"/>
                </a:solidFill>
              </a:defRPr>
            </a:lvl8pPr>
            <a:lvl9pPr marL="593985" indent="-161996">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3369344748"/>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47551003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7"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80"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919846716"/>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8"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254883600"/>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8"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74608594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3651570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32397014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06444616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9"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42822166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8"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8"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44221871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a picture in the background</a:t>
            </a:r>
            <a:endParaRPr lang="en-US" sz="600" b="1">
              <a:solidFill>
                <a:srgbClr val="076D7E"/>
              </a:solidFill>
              <a:latin typeface="+mj-lt"/>
            </a:endParaRPr>
          </a:p>
        </p:txBody>
      </p:sp>
    </p:spTree>
    <p:extLst>
      <p:ext uri="{BB962C8B-B14F-4D97-AF65-F5344CB8AC3E}">
        <p14:creationId xmlns:p14="http://schemas.microsoft.com/office/powerpoint/2010/main" val="6264197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70"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420229047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52232962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228788993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9625954"/>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0139559"/>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9"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6"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12" algn="l"/>
              </a:tabLst>
              <a:defRPr b="1">
                <a:solidFill>
                  <a:schemeClr val="bg1"/>
                </a:solidFill>
              </a:defRPr>
            </a:lvl2pPr>
            <a:lvl3pPr marL="0" indent="0" algn="l">
              <a:spcBef>
                <a:spcPts val="0"/>
              </a:spcBef>
              <a:spcAft>
                <a:spcPts val="900"/>
              </a:spcAft>
              <a:buNone/>
              <a:tabLst>
                <a:tab pos="200020" algn="l"/>
              </a:tabLst>
              <a:defRPr sz="1050">
                <a:solidFill>
                  <a:schemeClr val="bg1"/>
                </a:solidFill>
              </a:defRPr>
            </a:lvl3pPr>
            <a:lvl4pPr marL="0" indent="0" algn="l">
              <a:spcBef>
                <a:spcPts val="0"/>
              </a:spcBef>
              <a:spcAft>
                <a:spcPts val="900"/>
              </a:spcAft>
              <a:buNone/>
              <a:tabLst>
                <a:tab pos="542912" algn="l"/>
              </a:tabLst>
              <a:defRPr sz="1050">
                <a:solidFill>
                  <a:schemeClr val="bg1"/>
                </a:solidFill>
              </a:defRPr>
            </a:lvl4pPr>
            <a:lvl5pPr marL="0" indent="0" algn="l">
              <a:spcBef>
                <a:spcPts val="0"/>
              </a:spcBef>
              <a:spcAft>
                <a:spcPts val="900"/>
              </a:spcAft>
              <a:buNone/>
              <a:tabLst>
                <a:tab pos="542912" algn="l"/>
              </a:tabLst>
              <a:defRPr sz="1050">
                <a:solidFill>
                  <a:schemeClr val="bg1"/>
                </a:solidFill>
              </a:defRPr>
            </a:lvl5pPr>
            <a:lvl6pPr marL="0" indent="0">
              <a:spcBef>
                <a:spcPts val="0"/>
              </a:spcBef>
              <a:spcAft>
                <a:spcPts val="900"/>
              </a:spcAft>
              <a:buNone/>
              <a:tabLst>
                <a:tab pos="542912" algn="l"/>
              </a:tabLst>
              <a:defRPr sz="1050">
                <a:solidFill>
                  <a:schemeClr val="bg1"/>
                </a:solidFill>
              </a:defRPr>
            </a:lvl6pPr>
            <a:lvl7pPr marL="0" indent="0">
              <a:spcBef>
                <a:spcPts val="0"/>
              </a:spcBef>
              <a:spcAft>
                <a:spcPts val="900"/>
              </a:spcAft>
              <a:buNone/>
              <a:tabLst>
                <a:tab pos="542912" algn="l"/>
              </a:tabLst>
              <a:defRPr sz="1050">
                <a:solidFill>
                  <a:schemeClr val="bg1"/>
                </a:solidFill>
              </a:defRPr>
            </a:lvl7pPr>
            <a:lvl8pPr marL="0" indent="0">
              <a:spcBef>
                <a:spcPts val="0"/>
              </a:spcBef>
              <a:spcAft>
                <a:spcPts val="900"/>
              </a:spcAft>
              <a:buNone/>
              <a:tabLst>
                <a:tab pos="542912" algn="l"/>
              </a:tabLst>
              <a:defRPr sz="1050">
                <a:solidFill>
                  <a:schemeClr val="bg1"/>
                </a:solidFill>
              </a:defRPr>
            </a:lvl8pPr>
            <a:lvl9pPr marL="0" indent="0">
              <a:spcBef>
                <a:spcPts val="0"/>
              </a:spcBef>
              <a:spcAft>
                <a:spcPts val="900"/>
              </a:spcAft>
              <a:buNone/>
              <a:tabLst>
                <a:tab pos="542912"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2"/>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7997" indent="-107997">
                <a:lnSpc>
                  <a:spcPct val="120000"/>
                </a:lnSpc>
                <a:spcAft>
                  <a:spcPts val="450"/>
                </a:spcAft>
                <a:buFont typeface="+mj-lt"/>
                <a:buAutoNum type="arabicPeriod"/>
              </a:pPr>
              <a:r>
                <a:rPr lang="en-US" sz="675">
                  <a:solidFill>
                    <a:schemeClr val="tx1"/>
                  </a:solidFill>
                  <a:effectLst/>
                  <a:latin typeface="+mn-lt"/>
                </a:rPr>
                <a:t>Click on the placeholder for pictures</a:t>
              </a:r>
            </a:p>
            <a:p>
              <a:pPr marL="107997" indent="-107997">
                <a:lnSpc>
                  <a:spcPct val="120000"/>
                </a:lnSpc>
                <a:spcAft>
                  <a:spcPts val="450"/>
                </a:spcAft>
                <a:buFont typeface="+mj-lt"/>
                <a:buAutoNum type="arabicPeriod"/>
              </a:pPr>
              <a:r>
                <a:rPr lang="en-US" sz="675">
                  <a:solidFill>
                    <a:schemeClr val="tx1"/>
                  </a:solidFill>
                  <a:effectLst/>
                  <a:latin typeface="+mn-lt"/>
                </a:rPr>
                <a:t>Open the menu “Insert”</a:t>
              </a:r>
            </a:p>
            <a:p>
              <a:pPr marL="107997" indent="-107997">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7997" indent="-107997">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493007891"/>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359570"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359570"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356627" y="4272940"/>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356629"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pPr marL="0" indent="0" algn="l">
                <a:buFont typeface="Arial" panose="020B0604020202020204" pitchFamily="34" charset="0"/>
                <a:buNone/>
              </a:pPr>
              <a:t>2024</a:t>
            </a:fld>
            <a:r>
              <a:rPr lang="en-US" sz="675"/>
              <a:t> Boehringer Ingelheim International GmbH. All rights reserved.</a:t>
            </a:r>
          </a:p>
        </p:txBody>
      </p:sp>
    </p:spTree>
    <p:extLst>
      <p:ext uri="{BB962C8B-B14F-4D97-AF65-F5344CB8AC3E}">
        <p14:creationId xmlns:p14="http://schemas.microsoft.com/office/powerpoint/2010/main" val="2233694994"/>
      </p:ext>
    </p:extLst>
  </p:cSld>
  <p:clrMapOvr>
    <a:masterClrMapping/>
  </p:clrMapOvr>
  <p:extLst>
    <p:ext uri="{DCECCB84-F9BA-43D5-87BE-67443E8EF086}">
      <p15:sldGuideLst xmlns:p15="http://schemas.microsoft.com/office/powerpoint/2012/main"/>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p:cSld name="Title slide - whi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4537949-835F-6E45-D78A-B5A2FCEAA3A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Title 1">
            <a:extLst>
              <a:ext uri="{FF2B5EF4-FFF2-40B4-BE49-F238E27FC236}">
                <a16:creationId xmlns:a16="http://schemas.microsoft.com/office/drawing/2014/main" id="{0FB964E9-4B31-60EB-017F-9D4B7CD84ED5}"/>
              </a:ext>
            </a:extLst>
          </p:cNvPr>
          <p:cNvSpPr>
            <a:spLocks noGrp="1"/>
          </p:cNvSpPr>
          <p:nvPr>
            <p:ph type="title" hasCustomPrompt="1"/>
          </p:nvPr>
        </p:nvSpPr>
        <p:spPr>
          <a:xfrm>
            <a:off x="2106930" y="1538509"/>
            <a:ext cx="6229350" cy="389145"/>
          </a:xfrm>
          <a:prstGeom prst="rect">
            <a:avLst/>
          </a:prstGeom>
        </p:spPr>
        <p:txBody>
          <a:bodyPr>
            <a:noAutofit/>
          </a:bodyPr>
          <a:lstStyle>
            <a:lvl1pPr>
              <a:defRPr sz="2700" b="1" i="0">
                <a:solidFill>
                  <a:schemeClr val="accent3"/>
                </a:solidFill>
                <a:latin typeface="+mn-lt"/>
                <a:cs typeface="Gotham Medium" pitchFamily="2" charset="0"/>
              </a:defRPr>
            </a:lvl1pPr>
          </a:lstStyle>
          <a:p>
            <a:r>
              <a:rPr lang="en-GB"/>
              <a:t>Click here to add slide heading</a:t>
            </a:r>
            <a:endParaRPr lang="en-US"/>
          </a:p>
        </p:txBody>
      </p:sp>
      <p:sp>
        <p:nvSpPr>
          <p:cNvPr id="9" name="Text Placeholder 11">
            <a:extLst>
              <a:ext uri="{FF2B5EF4-FFF2-40B4-BE49-F238E27FC236}">
                <a16:creationId xmlns:a16="http://schemas.microsoft.com/office/drawing/2014/main" id="{938A122C-F3BE-894F-B260-69DCB81BB68D}"/>
              </a:ext>
            </a:extLst>
          </p:cNvPr>
          <p:cNvSpPr>
            <a:spLocks noGrp="1"/>
          </p:cNvSpPr>
          <p:nvPr>
            <p:ph type="body" sz="quarter" idx="10" hasCustomPrompt="1"/>
          </p:nvPr>
        </p:nvSpPr>
        <p:spPr>
          <a:xfrm>
            <a:off x="2106930" y="2080969"/>
            <a:ext cx="6229350" cy="669131"/>
          </a:xfrm>
          <a:prstGeom prst="rect">
            <a:avLst/>
          </a:prstGeom>
        </p:spPr>
        <p:txBody>
          <a:bodyPr>
            <a:normAutofit/>
          </a:bodyPr>
          <a:lstStyle>
            <a:lvl1pPr marL="0" indent="0">
              <a:buNone/>
              <a:defRPr sz="1500" b="0" i="0">
                <a:solidFill>
                  <a:schemeClr val="accent1"/>
                </a:solidFill>
                <a:latin typeface="+mn-lt"/>
              </a:defRPr>
            </a:lvl1pPr>
            <a:lvl2pPr marL="342900" indent="0">
              <a:buNone/>
              <a:defRPr/>
            </a:lvl2pPr>
          </a:lstStyle>
          <a:p>
            <a:pPr lvl="0"/>
            <a:r>
              <a:rPr lang="en-GB"/>
              <a:t>Click here to add slide subheading</a:t>
            </a:r>
          </a:p>
        </p:txBody>
      </p:sp>
      <p:pic>
        <p:nvPicPr>
          <p:cNvPr id="3" name="Picture 2" descr="Logo&#10;&#10;Description automatically generated">
            <a:extLst>
              <a:ext uri="{FF2B5EF4-FFF2-40B4-BE49-F238E27FC236}">
                <a16:creationId xmlns:a16="http://schemas.microsoft.com/office/drawing/2014/main" id="{BCDBF872-A007-E880-24A8-8671DB8B6E4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555472" y="137160"/>
            <a:ext cx="3321828" cy="800798"/>
          </a:xfrm>
          <a:prstGeom prst="rect">
            <a:avLst/>
          </a:prstGeom>
        </p:spPr>
      </p:pic>
      <p:pic>
        <p:nvPicPr>
          <p:cNvPr id="6" name="Picture 5" descr="Text&#10;&#10;Description automatically generated with medium confidence">
            <a:extLst>
              <a:ext uri="{FF2B5EF4-FFF2-40B4-BE49-F238E27FC236}">
                <a16:creationId xmlns:a16="http://schemas.microsoft.com/office/drawing/2014/main" id="{2D9E0256-8972-D153-B46F-98626642C5F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751235" y="4562245"/>
            <a:ext cx="3156545" cy="597383"/>
          </a:xfrm>
          <a:prstGeom prst="rect">
            <a:avLst/>
          </a:prstGeom>
        </p:spPr>
      </p:pic>
    </p:spTree>
    <p:extLst>
      <p:ext uri="{BB962C8B-B14F-4D97-AF65-F5344CB8AC3E}">
        <p14:creationId xmlns:p14="http://schemas.microsoft.com/office/powerpoint/2010/main" val="4205961628"/>
      </p:ext>
    </p:extLst>
  </p:cSld>
  <p:clrMapOvr>
    <a:masterClrMapping/>
  </p:clrMapOvr>
  <p:extLst>
    <p:ext uri="{DCECCB84-F9BA-43D5-87BE-67443E8EF086}">
      <p15:sldGuideLst xmlns:p15="http://schemas.microsoft.com/office/powerpoint/2012/main">
        <p15:guide id="1" pos="7355">
          <p15:clr>
            <a:srgbClr val="FBAE4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p:cSld name="Title slide - gree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D881B2-303A-1758-48B1-21A1A5D14FCE}"/>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pic>
        <p:nvPicPr>
          <p:cNvPr id="6" name="Picture 5">
            <a:extLst>
              <a:ext uri="{FF2B5EF4-FFF2-40B4-BE49-F238E27FC236}">
                <a16:creationId xmlns:a16="http://schemas.microsoft.com/office/drawing/2014/main" id="{47C3934E-FCD7-C5E1-01D2-C798A6E590B2}"/>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5555471" y="137161"/>
            <a:ext cx="3321828" cy="800798"/>
          </a:xfrm>
          <a:prstGeom prst="rect">
            <a:avLst/>
          </a:prstGeom>
        </p:spPr>
      </p:pic>
      <p:pic>
        <p:nvPicPr>
          <p:cNvPr id="12" name="Picture 11">
            <a:extLst>
              <a:ext uri="{FF2B5EF4-FFF2-40B4-BE49-F238E27FC236}">
                <a16:creationId xmlns:a16="http://schemas.microsoft.com/office/drawing/2014/main" id="{188A9380-2E5B-5469-9558-AF82C6DC8FDE}"/>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5720755" y="4490216"/>
            <a:ext cx="3156545" cy="760953"/>
          </a:xfrm>
          <a:prstGeom prst="rect">
            <a:avLst/>
          </a:prstGeom>
        </p:spPr>
      </p:pic>
      <p:sp>
        <p:nvSpPr>
          <p:cNvPr id="7" name="Title 1">
            <a:extLst>
              <a:ext uri="{FF2B5EF4-FFF2-40B4-BE49-F238E27FC236}">
                <a16:creationId xmlns:a16="http://schemas.microsoft.com/office/drawing/2014/main" id="{7D314D46-3BED-48DC-A3BD-8BB1832CD0FB}"/>
              </a:ext>
            </a:extLst>
          </p:cNvPr>
          <p:cNvSpPr>
            <a:spLocks noGrp="1"/>
          </p:cNvSpPr>
          <p:nvPr>
            <p:ph type="title" hasCustomPrompt="1"/>
          </p:nvPr>
        </p:nvSpPr>
        <p:spPr>
          <a:xfrm>
            <a:off x="2106930" y="1538509"/>
            <a:ext cx="6229350" cy="389145"/>
          </a:xfrm>
          <a:prstGeom prst="rect">
            <a:avLst/>
          </a:prstGeom>
        </p:spPr>
        <p:txBody>
          <a:bodyPr>
            <a:noAutofit/>
          </a:bodyPr>
          <a:lstStyle>
            <a:lvl1pPr>
              <a:defRPr sz="2700" b="1" i="0">
                <a:solidFill>
                  <a:schemeClr val="bg1"/>
                </a:solidFill>
                <a:latin typeface="+mn-lt"/>
                <a:cs typeface="Gotham Medium" pitchFamily="2" charset="0"/>
              </a:defRPr>
            </a:lvl1pPr>
          </a:lstStyle>
          <a:p>
            <a:r>
              <a:rPr lang="en-GB"/>
              <a:t>Click here to add slide heading</a:t>
            </a:r>
            <a:endParaRPr lang="en-US"/>
          </a:p>
        </p:txBody>
      </p:sp>
      <p:sp>
        <p:nvSpPr>
          <p:cNvPr id="8" name="Text Placeholder 11">
            <a:extLst>
              <a:ext uri="{FF2B5EF4-FFF2-40B4-BE49-F238E27FC236}">
                <a16:creationId xmlns:a16="http://schemas.microsoft.com/office/drawing/2014/main" id="{1EB75006-CE06-4374-87E1-0071A488D16A}"/>
              </a:ext>
            </a:extLst>
          </p:cNvPr>
          <p:cNvSpPr>
            <a:spLocks noGrp="1"/>
          </p:cNvSpPr>
          <p:nvPr>
            <p:ph type="body" sz="quarter" idx="10" hasCustomPrompt="1"/>
          </p:nvPr>
        </p:nvSpPr>
        <p:spPr>
          <a:xfrm>
            <a:off x="2106930" y="2080969"/>
            <a:ext cx="6229350" cy="669131"/>
          </a:xfrm>
          <a:prstGeom prst="rect">
            <a:avLst/>
          </a:prstGeom>
        </p:spPr>
        <p:txBody>
          <a:bodyPr>
            <a:normAutofit/>
          </a:bodyPr>
          <a:lstStyle>
            <a:lvl1pPr marL="0" indent="0">
              <a:buNone/>
              <a:defRPr sz="1500" b="0" i="0">
                <a:solidFill>
                  <a:schemeClr val="bg1"/>
                </a:solidFill>
                <a:latin typeface="+mn-lt"/>
              </a:defRPr>
            </a:lvl1pPr>
            <a:lvl2pPr marL="342900" indent="0">
              <a:buNone/>
              <a:defRPr/>
            </a:lvl2pPr>
          </a:lstStyle>
          <a:p>
            <a:pPr lvl="0"/>
            <a:r>
              <a:rPr lang="en-GB"/>
              <a:t>Click here to add slide subheading</a:t>
            </a:r>
          </a:p>
        </p:txBody>
      </p:sp>
    </p:spTree>
    <p:extLst>
      <p:ext uri="{BB962C8B-B14F-4D97-AF65-F5344CB8AC3E}">
        <p14:creationId xmlns:p14="http://schemas.microsoft.com/office/powerpoint/2010/main" val="8899579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p:cSld name="Agenda slide 01">
    <p:spTree>
      <p:nvGrpSpPr>
        <p:cNvPr id="1" name=""/>
        <p:cNvGrpSpPr/>
        <p:nvPr/>
      </p:nvGrpSpPr>
      <p:grpSpPr>
        <a:xfrm>
          <a:off x="0" y="0"/>
          <a:ext cx="0" cy="0"/>
          <a:chOff x="0" y="0"/>
          <a:chExt cx="0" cy="0"/>
        </a:xfrm>
      </p:grpSpPr>
      <p:pic>
        <p:nvPicPr>
          <p:cNvPr id="7" name="Picture 6" descr="Shape&#10;&#10;Description automatically generated">
            <a:extLst>
              <a:ext uri="{FF2B5EF4-FFF2-40B4-BE49-F238E27FC236}">
                <a16:creationId xmlns:a16="http://schemas.microsoft.com/office/drawing/2014/main" id="{ED24862F-17AA-C963-A22D-1BFE5AAA662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8" name="Title 1">
            <a:extLst>
              <a:ext uri="{FF2B5EF4-FFF2-40B4-BE49-F238E27FC236}">
                <a16:creationId xmlns:a16="http://schemas.microsoft.com/office/drawing/2014/main" id="{4388D58C-EC1C-010E-F0D8-8F6E9085B5F2}"/>
              </a:ext>
            </a:extLst>
          </p:cNvPr>
          <p:cNvSpPr>
            <a:spLocks noGrp="1"/>
          </p:cNvSpPr>
          <p:nvPr>
            <p:ph type="title" hasCustomPrompt="1"/>
          </p:nvPr>
        </p:nvSpPr>
        <p:spPr>
          <a:xfrm>
            <a:off x="3558689" y="1004120"/>
            <a:ext cx="4287932" cy="364110"/>
          </a:xfrm>
          <a:prstGeom prst="rect">
            <a:avLst/>
          </a:prstGeom>
        </p:spPr>
        <p:txBody>
          <a:bodyPr>
            <a:normAutofit/>
          </a:bodyPr>
          <a:lstStyle>
            <a:lvl1pPr>
              <a:defRPr sz="2100" b="1" i="0">
                <a:solidFill>
                  <a:schemeClr val="bg1"/>
                </a:solidFill>
                <a:latin typeface="+mn-lt"/>
                <a:cs typeface="Gotham Medium" pitchFamily="2" charset="0"/>
              </a:defRPr>
            </a:lvl1pPr>
          </a:lstStyle>
          <a:p>
            <a:r>
              <a:rPr lang="en-GB"/>
              <a:t>Agenda </a:t>
            </a:r>
            <a:endParaRPr lang="en-US"/>
          </a:p>
        </p:txBody>
      </p:sp>
      <p:sp>
        <p:nvSpPr>
          <p:cNvPr id="9" name="Text Placeholder 11">
            <a:extLst>
              <a:ext uri="{FF2B5EF4-FFF2-40B4-BE49-F238E27FC236}">
                <a16:creationId xmlns:a16="http://schemas.microsoft.com/office/drawing/2014/main" id="{5EC3A774-47DD-0671-AFF4-D45B6C033A42}"/>
              </a:ext>
            </a:extLst>
          </p:cNvPr>
          <p:cNvSpPr>
            <a:spLocks noGrp="1"/>
          </p:cNvSpPr>
          <p:nvPr>
            <p:ph type="body" sz="quarter" idx="10" hasCustomPrompt="1"/>
          </p:nvPr>
        </p:nvSpPr>
        <p:spPr>
          <a:xfrm>
            <a:off x="3558689" y="1902619"/>
            <a:ext cx="1803020" cy="234940"/>
          </a:xfrm>
          <a:prstGeom prst="rect">
            <a:avLst/>
          </a:prstGeom>
        </p:spPr>
        <p:txBody>
          <a:bodyPr>
            <a:normAutofit/>
          </a:bodyPr>
          <a:lstStyle>
            <a:lvl1pPr marL="0" indent="0">
              <a:buNone/>
              <a:defRPr sz="1200" b="1" i="0">
                <a:solidFill>
                  <a:schemeClr val="bg1"/>
                </a:solidFill>
                <a:latin typeface="+mn-lt"/>
              </a:defRPr>
            </a:lvl1pPr>
            <a:lvl2pPr marL="342900" indent="0">
              <a:buNone/>
              <a:defRPr/>
            </a:lvl2pPr>
          </a:lstStyle>
          <a:p>
            <a:pPr lvl="0"/>
            <a:r>
              <a:rPr lang="en-GB"/>
              <a:t>Agenda item</a:t>
            </a:r>
          </a:p>
        </p:txBody>
      </p:sp>
      <p:sp>
        <p:nvSpPr>
          <p:cNvPr id="10" name="Text Placeholder 11">
            <a:extLst>
              <a:ext uri="{FF2B5EF4-FFF2-40B4-BE49-F238E27FC236}">
                <a16:creationId xmlns:a16="http://schemas.microsoft.com/office/drawing/2014/main" id="{161603A8-EE97-0D6A-CE10-9F8099F68B21}"/>
              </a:ext>
            </a:extLst>
          </p:cNvPr>
          <p:cNvSpPr>
            <a:spLocks noGrp="1"/>
          </p:cNvSpPr>
          <p:nvPr>
            <p:ph type="body" sz="quarter" idx="11" hasCustomPrompt="1"/>
          </p:nvPr>
        </p:nvSpPr>
        <p:spPr>
          <a:xfrm>
            <a:off x="3558689" y="2926639"/>
            <a:ext cx="1803020" cy="234940"/>
          </a:xfrm>
          <a:prstGeom prst="rect">
            <a:avLst/>
          </a:prstGeom>
        </p:spPr>
        <p:txBody>
          <a:bodyPr>
            <a:normAutofit/>
          </a:bodyPr>
          <a:lstStyle>
            <a:lvl1pPr marL="0" indent="0">
              <a:buNone/>
              <a:defRPr sz="1200" b="1" i="0">
                <a:solidFill>
                  <a:schemeClr val="bg1"/>
                </a:solidFill>
                <a:latin typeface="+mn-lt"/>
              </a:defRPr>
            </a:lvl1pPr>
            <a:lvl2pPr marL="342900" indent="0">
              <a:buNone/>
              <a:defRPr/>
            </a:lvl2pPr>
          </a:lstStyle>
          <a:p>
            <a:pPr lvl="0"/>
            <a:r>
              <a:rPr lang="en-GB"/>
              <a:t>Agenda item</a:t>
            </a:r>
          </a:p>
        </p:txBody>
      </p:sp>
      <p:sp>
        <p:nvSpPr>
          <p:cNvPr id="11" name="Text Placeholder 11">
            <a:extLst>
              <a:ext uri="{FF2B5EF4-FFF2-40B4-BE49-F238E27FC236}">
                <a16:creationId xmlns:a16="http://schemas.microsoft.com/office/drawing/2014/main" id="{DC5A8C6F-3C3B-E917-5ABA-641E18E94AA0}"/>
              </a:ext>
            </a:extLst>
          </p:cNvPr>
          <p:cNvSpPr>
            <a:spLocks noGrp="1"/>
          </p:cNvSpPr>
          <p:nvPr>
            <p:ph type="body" sz="quarter" idx="12" hasCustomPrompt="1"/>
          </p:nvPr>
        </p:nvSpPr>
        <p:spPr>
          <a:xfrm>
            <a:off x="3558689" y="3950659"/>
            <a:ext cx="1803020" cy="234940"/>
          </a:xfrm>
          <a:prstGeom prst="rect">
            <a:avLst/>
          </a:prstGeom>
        </p:spPr>
        <p:txBody>
          <a:bodyPr>
            <a:normAutofit/>
          </a:bodyPr>
          <a:lstStyle>
            <a:lvl1pPr marL="0" indent="0">
              <a:buNone/>
              <a:defRPr sz="1200" b="1" i="0">
                <a:solidFill>
                  <a:schemeClr val="bg1"/>
                </a:solidFill>
                <a:latin typeface="+mn-lt"/>
              </a:defRPr>
            </a:lvl1pPr>
            <a:lvl2pPr marL="342900" indent="0">
              <a:buNone/>
              <a:defRPr/>
            </a:lvl2pPr>
          </a:lstStyle>
          <a:p>
            <a:pPr lvl="0"/>
            <a:r>
              <a:rPr lang="en-GB"/>
              <a:t>Agenda item</a:t>
            </a:r>
          </a:p>
        </p:txBody>
      </p:sp>
      <p:sp>
        <p:nvSpPr>
          <p:cNvPr id="12" name="Text Placeholder 11">
            <a:extLst>
              <a:ext uri="{FF2B5EF4-FFF2-40B4-BE49-F238E27FC236}">
                <a16:creationId xmlns:a16="http://schemas.microsoft.com/office/drawing/2014/main" id="{FF271A8B-7880-51F7-3D59-772CC5E97921}"/>
              </a:ext>
            </a:extLst>
          </p:cNvPr>
          <p:cNvSpPr>
            <a:spLocks noGrp="1"/>
          </p:cNvSpPr>
          <p:nvPr>
            <p:ph type="body" sz="quarter" idx="13" hasCustomPrompt="1"/>
          </p:nvPr>
        </p:nvSpPr>
        <p:spPr>
          <a:xfrm>
            <a:off x="3558689" y="2201679"/>
            <a:ext cx="4287932" cy="502135"/>
          </a:xfrm>
          <a:prstGeom prst="rect">
            <a:avLst/>
          </a:prstGeom>
        </p:spPr>
        <p:txBody>
          <a:bodyPr>
            <a:normAutofit/>
          </a:bodyPr>
          <a:lstStyle>
            <a:lvl1pPr marL="0" indent="0">
              <a:buNone/>
              <a:defRPr sz="1200" b="0" i="0">
                <a:solidFill>
                  <a:schemeClr val="bg1"/>
                </a:solidFill>
                <a:latin typeface="+mn-lt"/>
              </a:defRPr>
            </a:lvl1pPr>
            <a:lvl2pPr marL="342900" indent="0">
              <a:buNone/>
              <a:defRPr/>
            </a:lvl2pPr>
          </a:lstStyle>
          <a:p>
            <a:pPr lvl="0"/>
            <a:r>
              <a:rPr lang="en-GB"/>
              <a:t>Agenda copy</a:t>
            </a:r>
          </a:p>
        </p:txBody>
      </p:sp>
      <p:sp>
        <p:nvSpPr>
          <p:cNvPr id="13" name="Text Placeholder 11">
            <a:extLst>
              <a:ext uri="{FF2B5EF4-FFF2-40B4-BE49-F238E27FC236}">
                <a16:creationId xmlns:a16="http://schemas.microsoft.com/office/drawing/2014/main" id="{F888619C-15D4-5AA6-CBF1-8C0449579D61}"/>
              </a:ext>
            </a:extLst>
          </p:cNvPr>
          <p:cNvSpPr>
            <a:spLocks noGrp="1"/>
          </p:cNvSpPr>
          <p:nvPr>
            <p:ph type="body" sz="quarter" idx="14" hasCustomPrompt="1"/>
          </p:nvPr>
        </p:nvSpPr>
        <p:spPr>
          <a:xfrm>
            <a:off x="3558689" y="3229686"/>
            <a:ext cx="4287932" cy="502135"/>
          </a:xfrm>
          <a:prstGeom prst="rect">
            <a:avLst/>
          </a:prstGeom>
        </p:spPr>
        <p:txBody>
          <a:bodyPr>
            <a:normAutofit/>
          </a:bodyPr>
          <a:lstStyle>
            <a:lvl1pPr marL="0" indent="0">
              <a:buNone/>
              <a:defRPr sz="1200" b="0" i="0">
                <a:solidFill>
                  <a:schemeClr val="bg1"/>
                </a:solidFill>
                <a:latin typeface="+mn-lt"/>
              </a:defRPr>
            </a:lvl1pPr>
            <a:lvl2pPr marL="342900" indent="0">
              <a:buNone/>
              <a:defRPr/>
            </a:lvl2pPr>
          </a:lstStyle>
          <a:p>
            <a:pPr lvl="0"/>
            <a:r>
              <a:rPr lang="en-GB"/>
              <a:t>Agenda copy</a:t>
            </a:r>
          </a:p>
        </p:txBody>
      </p:sp>
      <p:cxnSp>
        <p:nvCxnSpPr>
          <p:cNvPr id="14" name="Straight Connector 13">
            <a:extLst>
              <a:ext uri="{FF2B5EF4-FFF2-40B4-BE49-F238E27FC236}">
                <a16:creationId xmlns:a16="http://schemas.microsoft.com/office/drawing/2014/main" id="{30ED04B6-AD4D-20CD-7394-3BC8A42591F8}"/>
              </a:ext>
            </a:extLst>
          </p:cNvPr>
          <p:cNvCxnSpPr/>
          <p:nvPr/>
        </p:nvCxnSpPr>
        <p:spPr>
          <a:xfrm flipH="1">
            <a:off x="3558688" y="1567543"/>
            <a:ext cx="5585312"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42AD82F7-50EB-18C4-AD74-F13C3F41D08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6629401" y="137161"/>
            <a:ext cx="2247899" cy="541904"/>
          </a:xfrm>
          <a:prstGeom prst="rect">
            <a:avLst/>
          </a:prstGeom>
        </p:spPr>
      </p:pic>
      <p:pic>
        <p:nvPicPr>
          <p:cNvPr id="6" name="Picture 5">
            <a:extLst>
              <a:ext uri="{FF2B5EF4-FFF2-40B4-BE49-F238E27FC236}">
                <a16:creationId xmlns:a16="http://schemas.microsoft.com/office/drawing/2014/main" id="{665EA340-4E83-5941-DA0E-1827FB507C29}"/>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5720755" y="4490216"/>
            <a:ext cx="3156545" cy="760953"/>
          </a:xfrm>
          <a:prstGeom prst="rect">
            <a:avLst/>
          </a:prstGeom>
        </p:spPr>
      </p:pic>
    </p:spTree>
    <p:extLst>
      <p:ext uri="{BB962C8B-B14F-4D97-AF65-F5344CB8AC3E}">
        <p14:creationId xmlns:p14="http://schemas.microsoft.com/office/powerpoint/2010/main" val="1993150"/>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p:cSld name="1_Agenda slide 0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D24862F-17AA-C963-A22D-1BFE5AAA662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cxnSp>
        <p:nvCxnSpPr>
          <p:cNvPr id="14" name="Straight Connector 13">
            <a:extLst>
              <a:ext uri="{FF2B5EF4-FFF2-40B4-BE49-F238E27FC236}">
                <a16:creationId xmlns:a16="http://schemas.microsoft.com/office/drawing/2014/main" id="{30ED04B6-AD4D-20CD-7394-3BC8A42591F8}"/>
              </a:ext>
            </a:extLst>
          </p:cNvPr>
          <p:cNvCxnSpPr>
            <a:cxnSpLocks/>
          </p:cNvCxnSpPr>
          <p:nvPr/>
        </p:nvCxnSpPr>
        <p:spPr>
          <a:xfrm flipH="1">
            <a:off x="2918608" y="1567543"/>
            <a:ext cx="6225392"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42AD82F7-50EB-18C4-AD74-F13C3F41D08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6629401" y="137161"/>
            <a:ext cx="2247899" cy="541904"/>
          </a:xfrm>
          <a:prstGeom prst="rect">
            <a:avLst/>
          </a:prstGeom>
        </p:spPr>
      </p:pic>
      <p:sp>
        <p:nvSpPr>
          <p:cNvPr id="4" name="Title 1">
            <a:extLst>
              <a:ext uri="{FF2B5EF4-FFF2-40B4-BE49-F238E27FC236}">
                <a16:creationId xmlns:a16="http://schemas.microsoft.com/office/drawing/2014/main" id="{40077D6F-B21E-2DE9-9F98-DF2AB3620D78}"/>
              </a:ext>
            </a:extLst>
          </p:cNvPr>
          <p:cNvSpPr>
            <a:spLocks noGrp="1"/>
          </p:cNvSpPr>
          <p:nvPr>
            <p:ph type="title" hasCustomPrompt="1"/>
          </p:nvPr>
        </p:nvSpPr>
        <p:spPr>
          <a:xfrm>
            <a:off x="2918608" y="1004120"/>
            <a:ext cx="5257652" cy="364110"/>
          </a:xfrm>
          <a:prstGeom prst="rect">
            <a:avLst/>
          </a:prstGeom>
        </p:spPr>
        <p:txBody>
          <a:bodyPr>
            <a:normAutofit/>
          </a:bodyPr>
          <a:lstStyle>
            <a:lvl1pPr>
              <a:defRPr sz="2100" b="1" i="0">
                <a:solidFill>
                  <a:schemeClr val="bg1"/>
                </a:solidFill>
                <a:latin typeface="+mn-lt"/>
                <a:cs typeface="Gotham Medium" pitchFamily="2" charset="0"/>
              </a:defRPr>
            </a:lvl1pPr>
          </a:lstStyle>
          <a:p>
            <a:r>
              <a:rPr lang="en-GB"/>
              <a:t>Agenda </a:t>
            </a:r>
            <a:endParaRPr lang="en-US"/>
          </a:p>
        </p:txBody>
      </p:sp>
      <p:sp>
        <p:nvSpPr>
          <p:cNvPr id="5" name="Text Placeholder 11">
            <a:extLst>
              <a:ext uri="{FF2B5EF4-FFF2-40B4-BE49-F238E27FC236}">
                <a16:creationId xmlns:a16="http://schemas.microsoft.com/office/drawing/2014/main" id="{308BEFFC-E3BB-FEE6-D43A-60EB26F4B079}"/>
              </a:ext>
            </a:extLst>
          </p:cNvPr>
          <p:cNvSpPr>
            <a:spLocks noGrp="1"/>
          </p:cNvSpPr>
          <p:nvPr>
            <p:ph type="body" sz="quarter" idx="10" hasCustomPrompt="1"/>
          </p:nvPr>
        </p:nvSpPr>
        <p:spPr>
          <a:xfrm>
            <a:off x="2918608" y="1902619"/>
            <a:ext cx="5257652" cy="234940"/>
          </a:xfrm>
          <a:prstGeom prst="rect">
            <a:avLst/>
          </a:prstGeom>
        </p:spPr>
        <p:txBody>
          <a:bodyPr>
            <a:normAutofit/>
          </a:bodyPr>
          <a:lstStyle>
            <a:lvl1pPr marL="0" indent="0">
              <a:buNone/>
              <a:defRPr sz="1200" b="1" i="0">
                <a:solidFill>
                  <a:schemeClr val="bg1"/>
                </a:solidFill>
                <a:latin typeface="+mn-lt"/>
              </a:defRPr>
            </a:lvl1pPr>
            <a:lvl2pPr marL="342900" indent="0">
              <a:buNone/>
              <a:defRPr/>
            </a:lvl2pPr>
          </a:lstStyle>
          <a:p>
            <a:pPr lvl="0"/>
            <a:r>
              <a:rPr lang="en-GB"/>
              <a:t>Agenda item</a:t>
            </a:r>
          </a:p>
        </p:txBody>
      </p:sp>
      <p:sp>
        <p:nvSpPr>
          <p:cNvPr id="6" name="Text Placeholder 11">
            <a:extLst>
              <a:ext uri="{FF2B5EF4-FFF2-40B4-BE49-F238E27FC236}">
                <a16:creationId xmlns:a16="http://schemas.microsoft.com/office/drawing/2014/main" id="{997B9D54-4C6A-89AF-6DA3-E806BB9F8497}"/>
              </a:ext>
            </a:extLst>
          </p:cNvPr>
          <p:cNvSpPr>
            <a:spLocks noGrp="1"/>
          </p:cNvSpPr>
          <p:nvPr>
            <p:ph type="body" sz="quarter" idx="11" hasCustomPrompt="1"/>
          </p:nvPr>
        </p:nvSpPr>
        <p:spPr>
          <a:xfrm>
            <a:off x="2918608" y="2926639"/>
            <a:ext cx="5257652" cy="234940"/>
          </a:xfrm>
          <a:prstGeom prst="rect">
            <a:avLst/>
          </a:prstGeom>
        </p:spPr>
        <p:txBody>
          <a:bodyPr>
            <a:normAutofit/>
          </a:bodyPr>
          <a:lstStyle>
            <a:lvl1pPr marL="0" indent="0">
              <a:buNone/>
              <a:defRPr sz="1200" b="1" i="0">
                <a:solidFill>
                  <a:schemeClr val="bg1"/>
                </a:solidFill>
                <a:latin typeface="+mn-lt"/>
              </a:defRPr>
            </a:lvl1pPr>
            <a:lvl2pPr marL="342900" indent="0">
              <a:buNone/>
              <a:defRPr/>
            </a:lvl2pPr>
          </a:lstStyle>
          <a:p>
            <a:pPr lvl="0"/>
            <a:r>
              <a:rPr lang="en-GB"/>
              <a:t>Agenda item</a:t>
            </a:r>
          </a:p>
        </p:txBody>
      </p:sp>
      <p:sp>
        <p:nvSpPr>
          <p:cNvPr id="16" name="Text Placeholder 11">
            <a:extLst>
              <a:ext uri="{FF2B5EF4-FFF2-40B4-BE49-F238E27FC236}">
                <a16:creationId xmlns:a16="http://schemas.microsoft.com/office/drawing/2014/main" id="{D13FCCCF-F539-477B-64F3-64A7CB51BE07}"/>
              </a:ext>
            </a:extLst>
          </p:cNvPr>
          <p:cNvSpPr>
            <a:spLocks noGrp="1"/>
          </p:cNvSpPr>
          <p:nvPr>
            <p:ph type="body" sz="quarter" idx="12" hasCustomPrompt="1"/>
          </p:nvPr>
        </p:nvSpPr>
        <p:spPr>
          <a:xfrm>
            <a:off x="2918608" y="3950659"/>
            <a:ext cx="5257652" cy="234940"/>
          </a:xfrm>
          <a:prstGeom prst="rect">
            <a:avLst/>
          </a:prstGeom>
        </p:spPr>
        <p:txBody>
          <a:bodyPr>
            <a:normAutofit/>
          </a:bodyPr>
          <a:lstStyle>
            <a:lvl1pPr marL="0" indent="0">
              <a:buNone/>
              <a:defRPr sz="1200" b="1" i="0">
                <a:solidFill>
                  <a:schemeClr val="bg1"/>
                </a:solidFill>
                <a:latin typeface="+mn-lt"/>
              </a:defRPr>
            </a:lvl1pPr>
            <a:lvl2pPr marL="342900" indent="0">
              <a:buNone/>
              <a:defRPr/>
            </a:lvl2pPr>
          </a:lstStyle>
          <a:p>
            <a:pPr lvl="0"/>
            <a:r>
              <a:rPr lang="en-GB"/>
              <a:t>Agenda item</a:t>
            </a:r>
          </a:p>
        </p:txBody>
      </p:sp>
      <p:sp>
        <p:nvSpPr>
          <p:cNvPr id="17" name="Text Placeholder 11">
            <a:extLst>
              <a:ext uri="{FF2B5EF4-FFF2-40B4-BE49-F238E27FC236}">
                <a16:creationId xmlns:a16="http://schemas.microsoft.com/office/drawing/2014/main" id="{83AD80FF-DAD4-8630-E63A-50C35EF753EB}"/>
              </a:ext>
            </a:extLst>
          </p:cNvPr>
          <p:cNvSpPr>
            <a:spLocks noGrp="1"/>
          </p:cNvSpPr>
          <p:nvPr>
            <p:ph type="body" sz="quarter" idx="13" hasCustomPrompt="1"/>
          </p:nvPr>
        </p:nvSpPr>
        <p:spPr>
          <a:xfrm>
            <a:off x="2918608" y="2201679"/>
            <a:ext cx="5257652" cy="502135"/>
          </a:xfrm>
          <a:prstGeom prst="rect">
            <a:avLst/>
          </a:prstGeom>
        </p:spPr>
        <p:txBody>
          <a:bodyPr>
            <a:normAutofit/>
          </a:bodyPr>
          <a:lstStyle>
            <a:lvl1pPr marL="0" indent="0">
              <a:buNone/>
              <a:defRPr sz="1200" b="0" i="0">
                <a:solidFill>
                  <a:schemeClr val="bg1"/>
                </a:solidFill>
                <a:latin typeface="+mn-lt"/>
              </a:defRPr>
            </a:lvl1pPr>
            <a:lvl2pPr marL="342900" indent="0">
              <a:buNone/>
              <a:defRPr/>
            </a:lvl2pPr>
          </a:lstStyle>
          <a:p>
            <a:pPr lvl="0"/>
            <a:r>
              <a:rPr lang="en-GB"/>
              <a:t>Agenda copy</a:t>
            </a:r>
          </a:p>
        </p:txBody>
      </p:sp>
      <p:sp>
        <p:nvSpPr>
          <p:cNvPr id="18" name="Text Placeholder 11">
            <a:extLst>
              <a:ext uri="{FF2B5EF4-FFF2-40B4-BE49-F238E27FC236}">
                <a16:creationId xmlns:a16="http://schemas.microsoft.com/office/drawing/2014/main" id="{CA5CEFBD-D66B-47B4-2F69-FA4155885143}"/>
              </a:ext>
            </a:extLst>
          </p:cNvPr>
          <p:cNvSpPr>
            <a:spLocks noGrp="1"/>
          </p:cNvSpPr>
          <p:nvPr>
            <p:ph type="body" sz="quarter" idx="14" hasCustomPrompt="1"/>
          </p:nvPr>
        </p:nvSpPr>
        <p:spPr>
          <a:xfrm>
            <a:off x="2918608" y="3229686"/>
            <a:ext cx="5257652" cy="502135"/>
          </a:xfrm>
          <a:prstGeom prst="rect">
            <a:avLst/>
          </a:prstGeom>
        </p:spPr>
        <p:txBody>
          <a:bodyPr>
            <a:normAutofit/>
          </a:bodyPr>
          <a:lstStyle>
            <a:lvl1pPr marL="0" indent="0">
              <a:buNone/>
              <a:defRPr sz="1200" b="0" i="0">
                <a:solidFill>
                  <a:schemeClr val="bg1"/>
                </a:solidFill>
                <a:latin typeface="+mn-lt"/>
              </a:defRPr>
            </a:lvl1pPr>
            <a:lvl2pPr marL="342900" indent="0">
              <a:buNone/>
              <a:defRPr/>
            </a:lvl2pPr>
          </a:lstStyle>
          <a:p>
            <a:pPr lvl="0"/>
            <a:r>
              <a:rPr lang="en-GB"/>
              <a:t>Agenda copy</a:t>
            </a:r>
          </a:p>
        </p:txBody>
      </p:sp>
      <p:sp>
        <p:nvSpPr>
          <p:cNvPr id="19" name="Text Placeholder 11">
            <a:extLst>
              <a:ext uri="{FF2B5EF4-FFF2-40B4-BE49-F238E27FC236}">
                <a16:creationId xmlns:a16="http://schemas.microsoft.com/office/drawing/2014/main" id="{FBA43EE3-1674-239C-730E-5E751F4B477E}"/>
              </a:ext>
            </a:extLst>
          </p:cNvPr>
          <p:cNvSpPr>
            <a:spLocks noGrp="1"/>
          </p:cNvSpPr>
          <p:nvPr>
            <p:ph type="body" sz="quarter" idx="15" hasCustomPrompt="1"/>
          </p:nvPr>
        </p:nvSpPr>
        <p:spPr>
          <a:xfrm>
            <a:off x="2918608" y="4257693"/>
            <a:ext cx="5257652" cy="502135"/>
          </a:xfrm>
          <a:prstGeom prst="rect">
            <a:avLst/>
          </a:prstGeom>
        </p:spPr>
        <p:txBody>
          <a:bodyPr>
            <a:normAutofit/>
          </a:bodyPr>
          <a:lstStyle>
            <a:lvl1pPr marL="0" indent="0">
              <a:buNone/>
              <a:defRPr sz="1200" b="0" i="0">
                <a:solidFill>
                  <a:schemeClr val="bg1"/>
                </a:solidFill>
                <a:latin typeface="+mn-lt"/>
              </a:defRPr>
            </a:lvl1pPr>
            <a:lvl2pPr marL="342900" indent="0">
              <a:buNone/>
              <a:defRPr/>
            </a:lvl2pPr>
          </a:lstStyle>
          <a:p>
            <a:pPr lvl="0"/>
            <a:r>
              <a:rPr lang="en-GB"/>
              <a:t>Agenda copy</a:t>
            </a:r>
          </a:p>
        </p:txBody>
      </p:sp>
      <p:pic>
        <p:nvPicPr>
          <p:cNvPr id="21" name="Picture 20">
            <a:extLst>
              <a:ext uri="{FF2B5EF4-FFF2-40B4-BE49-F238E27FC236}">
                <a16:creationId xmlns:a16="http://schemas.microsoft.com/office/drawing/2014/main" id="{CE583D91-D97B-D84C-70FE-0810B5E216E5}"/>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5720755" y="4490216"/>
            <a:ext cx="3156545" cy="760953"/>
          </a:xfrm>
          <a:prstGeom prst="rect">
            <a:avLst/>
          </a:prstGeom>
        </p:spPr>
      </p:pic>
    </p:spTree>
    <p:extLst>
      <p:ext uri="{BB962C8B-B14F-4D97-AF65-F5344CB8AC3E}">
        <p14:creationId xmlns:p14="http://schemas.microsoft.com/office/powerpoint/2010/main" val="1795862078"/>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p:cSld name="Agenda slide 0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C747FC9-7925-146C-8F64-BAB61259063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Title 1">
            <a:extLst>
              <a:ext uri="{FF2B5EF4-FFF2-40B4-BE49-F238E27FC236}">
                <a16:creationId xmlns:a16="http://schemas.microsoft.com/office/drawing/2014/main" id="{C35D0DD9-6DA1-1F3A-9832-7BDF8203FFA5}"/>
              </a:ext>
            </a:extLst>
          </p:cNvPr>
          <p:cNvSpPr>
            <a:spLocks noGrp="1"/>
          </p:cNvSpPr>
          <p:nvPr>
            <p:ph type="title" hasCustomPrompt="1"/>
          </p:nvPr>
        </p:nvSpPr>
        <p:spPr>
          <a:xfrm>
            <a:off x="2918608" y="1004120"/>
            <a:ext cx="5257652" cy="364110"/>
          </a:xfrm>
          <a:prstGeom prst="rect">
            <a:avLst/>
          </a:prstGeom>
        </p:spPr>
        <p:txBody>
          <a:bodyPr>
            <a:normAutofit/>
          </a:bodyPr>
          <a:lstStyle>
            <a:lvl1pPr>
              <a:defRPr sz="2100" b="1" i="0">
                <a:solidFill>
                  <a:schemeClr val="accent1"/>
                </a:solidFill>
                <a:latin typeface="+mn-lt"/>
                <a:cs typeface="Gotham Medium" pitchFamily="2" charset="0"/>
              </a:defRPr>
            </a:lvl1pPr>
          </a:lstStyle>
          <a:p>
            <a:r>
              <a:rPr lang="en-GB"/>
              <a:t>Agenda </a:t>
            </a:r>
            <a:endParaRPr lang="en-US"/>
          </a:p>
        </p:txBody>
      </p:sp>
      <p:sp>
        <p:nvSpPr>
          <p:cNvPr id="9" name="Text Placeholder 11">
            <a:extLst>
              <a:ext uri="{FF2B5EF4-FFF2-40B4-BE49-F238E27FC236}">
                <a16:creationId xmlns:a16="http://schemas.microsoft.com/office/drawing/2014/main" id="{878324AF-3490-8738-3874-F658858B3BA9}"/>
              </a:ext>
            </a:extLst>
          </p:cNvPr>
          <p:cNvSpPr>
            <a:spLocks noGrp="1"/>
          </p:cNvSpPr>
          <p:nvPr>
            <p:ph type="body" sz="quarter" idx="10" hasCustomPrompt="1"/>
          </p:nvPr>
        </p:nvSpPr>
        <p:spPr>
          <a:xfrm>
            <a:off x="2918608" y="1902619"/>
            <a:ext cx="5257652" cy="234940"/>
          </a:xfrm>
          <a:prstGeom prst="rect">
            <a:avLst/>
          </a:prstGeom>
        </p:spPr>
        <p:txBody>
          <a:bodyPr>
            <a:normAutofit/>
          </a:bodyPr>
          <a:lstStyle>
            <a:lvl1pPr marL="0" indent="0">
              <a:buNone/>
              <a:defRPr sz="1200" b="1" i="0">
                <a:solidFill>
                  <a:schemeClr val="accent1"/>
                </a:solidFill>
                <a:latin typeface="+mn-lt"/>
              </a:defRPr>
            </a:lvl1pPr>
            <a:lvl2pPr marL="342900" indent="0">
              <a:buNone/>
              <a:defRPr/>
            </a:lvl2pPr>
          </a:lstStyle>
          <a:p>
            <a:pPr lvl="0"/>
            <a:r>
              <a:rPr lang="en-GB"/>
              <a:t>Agenda item</a:t>
            </a:r>
          </a:p>
        </p:txBody>
      </p:sp>
      <p:sp>
        <p:nvSpPr>
          <p:cNvPr id="10" name="Text Placeholder 11">
            <a:extLst>
              <a:ext uri="{FF2B5EF4-FFF2-40B4-BE49-F238E27FC236}">
                <a16:creationId xmlns:a16="http://schemas.microsoft.com/office/drawing/2014/main" id="{C985B813-5039-D4D1-CE30-DEC1CF355ACC}"/>
              </a:ext>
            </a:extLst>
          </p:cNvPr>
          <p:cNvSpPr>
            <a:spLocks noGrp="1"/>
          </p:cNvSpPr>
          <p:nvPr>
            <p:ph type="body" sz="quarter" idx="11" hasCustomPrompt="1"/>
          </p:nvPr>
        </p:nvSpPr>
        <p:spPr>
          <a:xfrm>
            <a:off x="2918608" y="2926639"/>
            <a:ext cx="5257652" cy="234940"/>
          </a:xfrm>
          <a:prstGeom prst="rect">
            <a:avLst/>
          </a:prstGeom>
        </p:spPr>
        <p:txBody>
          <a:bodyPr>
            <a:normAutofit/>
          </a:bodyPr>
          <a:lstStyle>
            <a:lvl1pPr marL="0" indent="0">
              <a:buNone/>
              <a:defRPr sz="1200" b="1" i="0">
                <a:solidFill>
                  <a:schemeClr val="accent1"/>
                </a:solidFill>
                <a:latin typeface="+mn-lt"/>
              </a:defRPr>
            </a:lvl1pPr>
            <a:lvl2pPr marL="342900" indent="0">
              <a:buNone/>
              <a:defRPr/>
            </a:lvl2pPr>
          </a:lstStyle>
          <a:p>
            <a:pPr lvl="0"/>
            <a:r>
              <a:rPr lang="en-GB"/>
              <a:t>Agenda item</a:t>
            </a:r>
          </a:p>
        </p:txBody>
      </p:sp>
      <p:sp>
        <p:nvSpPr>
          <p:cNvPr id="11" name="Text Placeholder 11">
            <a:extLst>
              <a:ext uri="{FF2B5EF4-FFF2-40B4-BE49-F238E27FC236}">
                <a16:creationId xmlns:a16="http://schemas.microsoft.com/office/drawing/2014/main" id="{52938904-8131-27AB-6FBA-409090B22448}"/>
              </a:ext>
            </a:extLst>
          </p:cNvPr>
          <p:cNvSpPr>
            <a:spLocks noGrp="1"/>
          </p:cNvSpPr>
          <p:nvPr>
            <p:ph type="body" sz="quarter" idx="12" hasCustomPrompt="1"/>
          </p:nvPr>
        </p:nvSpPr>
        <p:spPr>
          <a:xfrm>
            <a:off x="2918608" y="3950659"/>
            <a:ext cx="5257652" cy="234940"/>
          </a:xfrm>
          <a:prstGeom prst="rect">
            <a:avLst/>
          </a:prstGeom>
        </p:spPr>
        <p:txBody>
          <a:bodyPr>
            <a:normAutofit/>
          </a:bodyPr>
          <a:lstStyle>
            <a:lvl1pPr marL="0" indent="0">
              <a:buNone/>
              <a:defRPr sz="1200" b="1" i="0">
                <a:solidFill>
                  <a:schemeClr val="accent1"/>
                </a:solidFill>
                <a:latin typeface="+mn-lt"/>
              </a:defRPr>
            </a:lvl1pPr>
            <a:lvl2pPr marL="342900" indent="0">
              <a:buNone/>
              <a:defRPr/>
            </a:lvl2pPr>
          </a:lstStyle>
          <a:p>
            <a:pPr lvl="0"/>
            <a:r>
              <a:rPr lang="en-GB"/>
              <a:t>Agenda item</a:t>
            </a:r>
          </a:p>
        </p:txBody>
      </p:sp>
      <p:sp>
        <p:nvSpPr>
          <p:cNvPr id="12" name="Text Placeholder 11">
            <a:extLst>
              <a:ext uri="{FF2B5EF4-FFF2-40B4-BE49-F238E27FC236}">
                <a16:creationId xmlns:a16="http://schemas.microsoft.com/office/drawing/2014/main" id="{A4DFAEA9-0000-9B5F-466A-B115EB2478A3}"/>
              </a:ext>
            </a:extLst>
          </p:cNvPr>
          <p:cNvSpPr>
            <a:spLocks noGrp="1"/>
          </p:cNvSpPr>
          <p:nvPr>
            <p:ph type="body" sz="quarter" idx="13" hasCustomPrompt="1"/>
          </p:nvPr>
        </p:nvSpPr>
        <p:spPr>
          <a:xfrm>
            <a:off x="2918608" y="2201679"/>
            <a:ext cx="5257652" cy="502135"/>
          </a:xfrm>
          <a:prstGeom prst="rect">
            <a:avLst/>
          </a:prstGeom>
        </p:spPr>
        <p:txBody>
          <a:bodyPr>
            <a:normAutofit/>
          </a:bodyPr>
          <a:lstStyle>
            <a:lvl1pPr marL="0" indent="0">
              <a:buNone/>
              <a:defRPr sz="1200" b="0" i="0">
                <a:solidFill>
                  <a:schemeClr val="accent1"/>
                </a:solidFill>
                <a:latin typeface="+mn-lt"/>
              </a:defRPr>
            </a:lvl1pPr>
            <a:lvl2pPr marL="342900" indent="0">
              <a:buNone/>
              <a:defRPr/>
            </a:lvl2pPr>
          </a:lstStyle>
          <a:p>
            <a:pPr lvl="0"/>
            <a:r>
              <a:rPr lang="en-GB"/>
              <a:t>Agenda copy</a:t>
            </a:r>
          </a:p>
        </p:txBody>
      </p:sp>
      <p:sp>
        <p:nvSpPr>
          <p:cNvPr id="13" name="Text Placeholder 11">
            <a:extLst>
              <a:ext uri="{FF2B5EF4-FFF2-40B4-BE49-F238E27FC236}">
                <a16:creationId xmlns:a16="http://schemas.microsoft.com/office/drawing/2014/main" id="{F6C210ED-D85D-EF52-F58E-EEC442617E81}"/>
              </a:ext>
            </a:extLst>
          </p:cNvPr>
          <p:cNvSpPr>
            <a:spLocks noGrp="1"/>
          </p:cNvSpPr>
          <p:nvPr>
            <p:ph type="body" sz="quarter" idx="14" hasCustomPrompt="1"/>
          </p:nvPr>
        </p:nvSpPr>
        <p:spPr>
          <a:xfrm>
            <a:off x="2918608" y="3229686"/>
            <a:ext cx="5257652" cy="502135"/>
          </a:xfrm>
          <a:prstGeom prst="rect">
            <a:avLst/>
          </a:prstGeom>
        </p:spPr>
        <p:txBody>
          <a:bodyPr>
            <a:normAutofit/>
          </a:bodyPr>
          <a:lstStyle>
            <a:lvl1pPr marL="0" indent="0">
              <a:buNone/>
              <a:defRPr sz="1200" b="0" i="0">
                <a:solidFill>
                  <a:schemeClr val="accent1"/>
                </a:solidFill>
                <a:latin typeface="+mn-lt"/>
              </a:defRPr>
            </a:lvl1pPr>
            <a:lvl2pPr marL="342900" indent="0">
              <a:buNone/>
              <a:defRPr/>
            </a:lvl2pPr>
          </a:lstStyle>
          <a:p>
            <a:pPr lvl="0"/>
            <a:r>
              <a:rPr lang="en-GB"/>
              <a:t>Agenda copy</a:t>
            </a:r>
          </a:p>
        </p:txBody>
      </p:sp>
      <p:sp>
        <p:nvSpPr>
          <p:cNvPr id="14" name="Text Placeholder 11">
            <a:extLst>
              <a:ext uri="{FF2B5EF4-FFF2-40B4-BE49-F238E27FC236}">
                <a16:creationId xmlns:a16="http://schemas.microsoft.com/office/drawing/2014/main" id="{B1791B0A-8AB3-90A8-698F-FB045BD6CAD0}"/>
              </a:ext>
            </a:extLst>
          </p:cNvPr>
          <p:cNvSpPr>
            <a:spLocks noGrp="1"/>
          </p:cNvSpPr>
          <p:nvPr>
            <p:ph type="body" sz="quarter" idx="15" hasCustomPrompt="1"/>
          </p:nvPr>
        </p:nvSpPr>
        <p:spPr>
          <a:xfrm>
            <a:off x="2918608" y="4257693"/>
            <a:ext cx="5257652" cy="502135"/>
          </a:xfrm>
          <a:prstGeom prst="rect">
            <a:avLst/>
          </a:prstGeom>
        </p:spPr>
        <p:txBody>
          <a:bodyPr>
            <a:normAutofit/>
          </a:bodyPr>
          <a:lstStyle>
            <a:lvl1pPr marL="0" indent="0">
              <a:buNone/>
              <a:defRPr sz="1200" b="0" i="0">
                <a:solidFill>
                  <a:schemeClr val="accent1"/>
                </a:solidFill>
                <a:latin typeface="+mn-lt"/>
              </a:defRPr>
            </a:lvl1pPr>
            <a:lvl2pPr marL="342900" indent="0">
              <a:buNone/>
              <a:defRPr/>
            </a:lvl2pPr>
          </a:lstStyle>
          <a:p>
            <a:pPr lvl="0"/>
            <a:r>
              <a:rPr lang="en-GB"/>
              <a:t>Agenda copy</a:t>
            </a:r>
          </a:p>
        </p:txBody>
      </p:sp>
      <p:cxnSp>
        <p:nvCxnSpPr>
          <p:cNvPr id="15" name="Straight Connector 14">
            <a:extLst>
              <a:ext uri="{FF2B5EF4-FFF2-40B4-BE49-F238E27FC236}">
                <a16:creationId xmlns:a16="http://schemas.microsoft.com/office/drawing/2014/main" id="{EEB77140-27E3-BDF9-18EC-4C3EFFAE2349}"/>
              </a:ext>
            </a:extLst>
          </p:cNvPr>
          <p:cNvCxnSpPr>
            <a:cxnSpLocks/>
          </p:cNvCxnSpPr>
          <p:nvPr/>
        </p:nvCxnSpPr>
        <p:spPr>
          <a:xfrm flipH="1">
            <a:off x="2918608" y="1567543"/>
            <a:ext cx="6225392"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6" name="Picture 15" descr="Logo&#10;&#10;Description automatically generated">
            <a:extLst>
              <a:ext uri="{FF2B5EF4-FFF2-40B4-BE49-F238E27FC236}">
                <a16:creationId xmlns:a16="http://schemas.microsoft.com/office/drawing/2014/main" id="{27EDD195-BAF9-6212-0781-FB4C99E1014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629400" y="137161"/>
            <a:ext cx="2247900" cy="541904"/>
          </a:xfrm>
          <a:prstGeom prst="rect">
            <a:avLst/>
          </a:prstGeom>
        </p:spPr>
      </p:pic>
      <p:pic>
        <p:nvPicPr>
          <p:cNvPr id="18" name="Picture 17" descr="Text&#10;&#10;Description automatically generated with medium confidence">
            <a:extLst>
              <a:ext uri="{FF2B5EF4-FFF2-40B4-BE49-F238E27FC236}">
                <a16:creationId xmlns:a16="http://schemas.microsoft.com/office/drawing/2014/main" id="{07E74332-8400-3AA2-40FB-40740D6E9D4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751235" y="4562245"/>
            <a:ext cx="3156545" cy="597383"/>
          </a:xfrm>
          <a:prstGeom prst="rect">
            <a:avLst/>
          </a:prstGeom>
        </p:spPr>
      </p:pic>
    </p:spTree>
    <p:extLst>
      <p:ext uri="{BB962C8B-B14F-4D97-AF65-F5344CB8AC3E}">
        <p14:creationId xmlns:p14="http://schemas.microsoft.com/office/powerpoint/2010/main" val="362348483"/>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p:cSld name="Content slide 0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E1D6305-56CD-DB94-7C31-9F060FBC6A0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9BDD6C1D-04CC-25E8-4080-70D4C41347D7}"/>
              </a:ext>
            </a:extLst>
          </p:cNvPr>
          <p:cNvSpPr>
            <a:spLocks noGrp="1"/>
          </p:cNvSpPr>
          <p:nvPr>
            <p:ph type="title" hasCustomPrompt="1"/>
          </p:nvPr>
        </p:nvSpPr>
        <p:spPr>
          <a:xfrm>
            <a:off x="341571" y="229352"/>
            <a:ext cx="8471491" cy="571154"/>
          </a:xfrm>
          <a:prstGeom prst="rect">
            <a:avLst/>
          </a:prstGeom>
        </p:spPr>
        <p:txBody>
          <a:bodyPr lIns="0" anchor="t">
            <a:noAutofit/>
          </a:bodyPr>
          <a:lstStyle>
            <a:lvl1pPr>
              <a:defRPr sz="2100" b="1" i="0">
                <a:solidFill>
                  <a:schemeClr val="accent3"/>
                </a:solidFill>
                <a:latin typeface="+mn-lt"/>
              </a:defRPr>
            </a:lvl1pPr>
          </a:lstStyle>
          <a:p>
            <a:r>
              <a:rPr lang="en-GB"/>
              <a:t>Click to add content page heading </a:t>
            </a:r>
            <a:endParaRPr lang="en-US"/>
          </a:p>
        </p:txBody>
      </p:sp>
      <p:sp>
        <p:nvSpPr>
          <p:cNvPr id="3" name="Content Placeholder 2">
            <a:extLst>
              <a:ext uri="{FF2B5EF4-FFF2-40B4-BE49-F238E27FC236}">
                <a16:creationId xmlns:a16="http://schemas.microsoft.com/office/drawing/2014/main" id="{3CAA49A1-E985-A4F5-6BF7-0EBB8DB57E1F}"/>
              </a:ext>
            </a:extLst>
          </p:cNvPr>
          <p:cNvSpPr>
            <a:spLocks noGrp="1"/>
          </p:cNvSpPr>
          <p:nvPr>
            <p:ph sz="half" idx="1" hasCustomPrompt="1"/>
          </p:nvPr>
        </p:nvSpPr>
        <p:spPr>
          <a:xfrm>
            <a:off x="341571" y="1034292"/>
            <a:ext cx="4149356" cy="3375943"/>
          </a:xfrm>
          <a:prstGeom prst="rect">
            <a:avLst/>
          </a:prstGeom>
        </p:spPr>
        <p:txBody>
          <a:bodyPr lIns="0">
            <a:normAutofit/>
          </a:bodyPr>
          <a:lstStyle>
            <a:lvl1pPr>
              <a:buClr>
                <a:schemeClr val="accent1"/>
              </a:buClr>
              <a:defRPr sz="1350" b="0" i="0">
                <a:solidFill>
                  <a:schemeClr val="accent3"/>
                </a:solidFill>
                <a:latin typeface="+mn-lt"/>
              </a:defRPr>
            </a:lvl1pPr>
            <a:lvl2pPr>
              <a:buClr>
                <a:schemeClr val="accent1"/>
              </a:buClr>
              <a:defRPr sz="1350" b="0" i="0">
                <a:latin typeface="+mn-lt"/>
              </a:defRPr>
            </a:lvl2pPr>
            <a:lvl3pPr>
              <a:defRPr sz="1350"/>
            </a:lvl3pPr>
            <a:lvl4pPr>
              <a:defRPr sz="1200"/>
            </a:lvl4pPr>
            <a:lvl5pPr>
              <a:defRPr sz="1200"/>
            </a:lvl5pPr>
          </a:lstStyle>
          <a:p>
            <a:pPr lvl="0"/>
            <a:r>
              <a:rPr lang="en-GB"/>
              <a:t>Click to add content or copy</a:t>
            </a:r>
          </a:p>
          <a:p>
            <a:pPr lvl="1"/>
            <a:endParaRPr lang="en-US"/>
          </a:p>
        </p:txBody>
      </p:sp>
      <p:sp>
        <p:nvSpPr>
          <p:cNvPr id="12" name="Content Placeholder 2">
            <a:extLst>
              <a:ext uri="{FF2B5EF4-FFF2-40B4-BE49-F238E27FC236}">
                <a16:creationId xmlns:a16="http://schemas.microsoft.com/office/drawing/2014/main" id="{55B897CC-28DB-D9B6-235C-225869D31BF3}"/>
              </a:ext>
            </a:extLst>
          </p:cNvPr>
          <p:cNvSpPr>
            <a:spLocks noGrp="1"/>
          </p:cNvSpPr>
          <p:nvPr>
            <p:ph sz="half" idx="13" hasCustomPrompt="1"/>
          </p:nvPr>
        </p:nvSpPr>
        <p:spPr>
          <a:xfrm>
            <a:off x="4663706" y="1034292"/>
            <a:ext cx="4149356" cy="3375943"/>
          </a:xfrm>
          <a:prstGeom prst="rect">
            <a:avLst/>
          </a:prstGeom>
        </p:spPr>
        <p:txBody>
          <a:bodyPr lIns="0">
            <a:normAutofit/>
          </a:bodyPr>
          <a:lstStyle>
            <a:lvl1pPr>
              <a:buClr>
                <a:schemeClr val="accent1"/>
              </a:buClr>
              <a:defRPr sz="1350" b="0" i="0">
                <a:solidFill>
                  <a:schemeClr val="accent3"/>
                </a:solidFill>
                <a:latin typeface="+mn-lt"/>
              </a:defRPr>
            </a:lvl1pPr>
            <a:lvl2pPr>
              <a:buClr>
                <a:schemeClr val="accent1"/>
              </a:buClr>
              <a:defRPr sz="1350" b="0" i="0">
                <a:latin typeface="+mn-lt"/>
              </a:defRPr>
            </a:lvl2pPr>
          </a:lstStyle>
          <a:p>
            <a:pPr lvl="0"/>
            <a:r>
              <a:rPr lang="en-GB"/>
              <a:t>Click to add content or copy</a:t>
            </a:r>
          </a:p>
          <a:p>
            <a:pPr lvl="1"/>
            <a:endParaRPr lang="en-US"/>
          </a:p>
        </p:txBody>
      </p:sp>
      <p:sp>
        <p:nvSpPr>
          <p:cNvPr id="14" name="Text Placeholder 13">
            <a:extLst>
              <a:ext uri="{FF2B5EF4-FFF2-40B4-BE49-F238E27FC236}">
                <a16:creationId xmlns:a16="http://schemas.microsoft.com/office/drawing/2014/main" id="{BA4B0AC5-F29D-E7DE-51E7-A9B5E98AD256}"/>
              </a:ext>
            </a:extLst>
          </p:cNvPr>
          <p:cNvSpPr>
            <a:spLocks noGrp="1"/>
          </p:cNvSpPr>
          <p:nvPr>
            <p:ph type="body" sz="quarter" idx="14" hasCustomPrompt="1"/>
          </p:nvPr>
        </p:nvSpPr>
        <p:spPr>
          <a:xfrm>
            <a:off x="341710" y="552103"/>
            <a:ext cx="8470905" cy="248403"/>
          </a:xfrm>
          <a:prstGeom prst="rect">
            <a:avLst/>
          </a:prstGeom>
        </p:spPr>
        <p:txBody>
          <a:bodyPr lIns="0" anchor="ctr">
            <a:noAutofit/>
          </a:bodyPr>
          <a:lstStyle>
            <a:lvl1pPr marL="0" indent="0">
              <a:buNone/>
              <a:defRPr sz="1200" b="0" i="0">
                <a:solidFill>
                  <a:schemeClr val="accent1"/>
                </a:solidFill>
                <a:latin typeface="+mn-lt"/>
              </a:defRPr>
            </a:lvl1pPr>
          </a:lstStyle>
          <a:p>
            <a:pPr lvl="0"/>
            <a:r>
              <a:rPr lang="en-GB"/>
              <a:t>Click to add page subheading</a:t>
            </a:r>
          </a:p>
        </p:txBody>
      </p:sp>
      <p:pic>
        <p:nvPicPr>
          <p:cNvPr id="4" name="Picture 3" descr="Logo&#10;&#10;Description automatically generated">
            <a:extLst>
              <a:ext uri="{FF2B5EF4-FFF2-40B4-BE49-F238E27FC236}">
                <a16:creationId xmlns:a16="http://schemas.microsoft.com/office/drawing/2014/main" id="{339C7FE0-00A4-5B65-1271-280C8B58AD2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629400" y="137161"/>
            <a:ext cx="2247900" cy="541904"/>
          </a:xfrm>
          <a:prstGeom prst="rect">
            <a:avLst/>
          </a:prstGeom>
        </p:spPr>
      </p:pic>
      <p:sp>
        <p:nvSpPr>
          <p:cNvPr id="11" name="Slide Number Placeholder 6">
            <a:extLst>
              <a:ext uri="{FF2B5EF4-FFF2-40B4-BE49-F238E27FC236}">
                <a16:creationId xmlns:a16="http://schemas.microsoft.com/office/drawing/2014/main" id="{55D42B6B-8A77-480F-AF56-45A6784855DA}"/>
              </a:ext>
            </a:extLst>
          </p:cNvPr>
          <p:cNvSpPr>
            <a:spLocks noGrp="1"/>
          </p:cNvSpPr>
          <p:nvPr>
            <p:ph type="sldNum" sz="quarter" idx="4"/>
          </p:nvPr>
        </p:nvSpPr>
        <p:spPr>
          <a:xfrm>
            <a:off x="8532744" y="4685785"/>
            <a:ext cx="279733" cy="339683"/>
          </a:xfrm>
          <a:prstGeom prst="rect">
            <a:avLst/>
          </a:prstGeom>
        </p:spPr>
        <p:txBody>
          <a:bodyPr anchor="ctr"/>
          <a:lstStyle>
            <a:lvl1pPr algn="r">
              <a:defRPr sz="675" b="0" i="0">
                <a:solidFill>
                  <a:schemeClr val="accent1"/>
                </a:solidFill>
                <a:latin typeface="Arial" panose="020B0604020202020204" pitchFamily="34" charset="0"/>
              </a:defRPr>
            </a:lvl1pPr>
          </a:lstStyle>
          <a:p>
            <a:fld id="{30A9AB0C-0590-434A-95FD-435A435C6ED1}" type="slidenum">
              <a:rPr lang="en-GB" smtClean="0"/>
              <a:t>‹#›</a:t>
            </a:fld>
            <a:endParaRPr lang="en-GB"/>
          </a:p>
        </p:txBody>
      </p:sp>
      <p:sp>
        <p:nvSpPr>
          <p:cNvPr id="13" name="Footer Placeholder 9">
            <a:extLst>
              <a:ext uri="{FF2B5EF4-FFF2-40B4-BE49-F238E27FC236}">
                <a16:creationId xmlns:a16="http://schemas.microsoft.com/office/drawing/2014/main" id="{6B362813-3712-44F6-BC65-768B4D53EEEB}"/>
              </a:ext>
            </a:extLst>
          </p:cNvPr>
          <p:cNvSpPr>
            <a:spLocks noGrp="1"/>
          </p:cNvSpPr>
          <p:nvPr>
            <p:ph type="ftr" sz="quarter" idx="3"/>
          </p:nvPr>
        </p:nvSpPr>
        <p:spPr>
          <a:xfrm>
            <a:off x="341570" y="4685785"/>
            <a:ext cx="8147522" cy="183872"/>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GB"/>
              <a:t>Brightline-2 update</a:t>
            </a:r>
          </a:p>
        </p:txBody>
      </p:sp>
      <p:sp>
        <p:nvSpPr>
          <p:cNvPr id="15" name="Date Placeholder 3">
            <a:extLst>
              <a:ext uri="{FF2B5EF4-FFF2-40B4-BE49-F238E27FC236}">
                <a16:creationId xmlns:a16="http://schemas.microsoft.com/office/drawing/2014/main" id="{F5BC5BCC-8AAE-4C49-A745-9F004D184ED8}"/>
              </a:ext>
            </a:extLst>
          </p:cNvPr>
          <p:cNvSpPr>
            <a:spLocks noGrp="1"/>
          </p:cNvSpPr>
          <p:nvPr>
            <p:ph type="dt" sz="half" idx="2"/>
          </p:nvPr>
        </p:nvSpPr>
        <p:spPr>
          <a:xfrm>
            <a:off x="341570" y="4875835"/>
            <a:ext cx="2057400" cy="137276"/>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US"/>
              <a:t>2023-11-13</a:t>
            </a:r>
            <a:endParaRPr lang="en-GB"/>
          </a:p>
        </p:txBody>
      </p:sp>
    </p:spTree>
    <p:extLst>
      <p:ext uri="{BB962C8B-B14F-4D97-AF65-F5344CB8AC3E}">
        <p14:creationId xmlns:p14="http://schemas.microsoft.com/office/powerpoint/2010/main" val="34710037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p:cSld name="content slide 02 ">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DA7DD0E-AA21-49E5-3879-482D9DE9896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Content Placeholder 2">
            <a:extLst>
              <a:ext uri="{FF2B5EF4-FFF2-40B4-BE49-F238E27FC236}">
                <a16:creationId xmlns:a16="http://schemas.microsoft.com/office/drawing/2014/main" id="{7642DAC8-E7E2-C455-AC43-9FCFAB65A371}"/>
              </a:ext>
            </a:extLst>
          </p:cNvPr>
          <p:cNvSpPr>
            <a:spLocks noGrp="1"/>
          </p:cNvSpPr>
          <p:nvPr>
            <p:ph sz="half" idx="1" hasCustomPrompt="1"/>
          </p:nvPr>
        </p:nvSpPr>
        <p:spPr>
          <a:xfrm>
            <a:off x="341571" y="1034292"/>
            <a:ext cx="8470905" cy="3375943"/>
          </a:xfrm>
          <a:prstGeom prst="rect">
            <a:avLst/>
          </a:prstGeom>
        </p:spPr>
        <p:txBody>
          <a:bodyPr lIns="0">
            <a:normAutofit/>
          </a:bodyPr>
          <a:lstStyle>
            <a:lvl1pPr>
              <a:buClr>
                <a:schemeClr val="accent1"/>
              </a:buClr>
              <a:defRPr sz="1500" b="0" i="0">
                <a:solidFill>
                  <a:schemeClr val="accent3"/>
                </a:solidFill>
                <a:latin typeface="+mn-lt"/>
              </a:defRPr>
            </a:lvl1pPr>
            <a:lvl2pPr>
              <a:buClr>
                <a:schemeClr val="accent1"/>
              </a:buClr>
              <a:defRPr sz="1500" b="0" i="0">
                <a:latin typeface="+mn-lt"/>
              </a:defRPr>
            </a:lvl2pPr>
            <a:lvl3pPr>
              <a:defRPr sz="1350"/>
            </a:lvl3pPr>
            <a:lvl4pPr>
              <a:defRPr sz="1200"/>
            </a:lvl4pPr>
            <a:lvl5pPr>
              <a:defRPr sz="1200"/>
            </a:lvl5pPr>
          </a:lstStyle>
          <a:p>
            <a:pPr lvl="0"/>
            <a:r>
              <a:rPr lang="en-GB"/>
              <a:t>Click to add content or copy</a:t>
            </a:r>
          </a:p>
          <a:p>
            <a:pPr lvl="1"/>
            <a:endParaRPr lang="en-US"/>
          </a:p>
        </p:txBody>
      </p:sp>
      <p:pic>
        <p:nvPicPr>
          <p:cNvPr id="10" name="Picture 9" descr="Logo&#10;&#10;Description automatically generated">
            <a:extLst>
              <a:ext uri="{FF2B5EF4-FFF2-40B4-BE49-F238E27FC236}">
                <a16:creationId xmlns:a16="http://schemas.microsoft.com/office/drawing/2014/main" id="{45F0D34C-F1DE-025C-3E79-A11546AAC83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629400" y="137161"/>
            <a:ext cx="2247900" cy="541904"/>
          </a:xfrm>
          <a:prstGeom prst="rect">
            <a:avLst/>
          </a:prstGeom>
        </p:spPr>
      </p:pic>
      <p:sp>
        <p:nvSpPr>
          <p:cNvPr id="17" name="Slide Number Placeholder 6">
            <a:extLst>
              <a:ext uri="{FF2B5EF4-FFF2-40B4-BE49-F238E27FC236}">
                <a16:creationId xmlns:a16="http://schemas.microsoft.com/office/drawing/2014/main" id="{7D9CF75E-18C5-4B44-B33D-712E753F826F}"/>
              </a:ext>
            </a:extLst>
          </p:cNvPr>
          <p:cNvSpPr>
            <a:spLocks noGrp="1"/>
          </p:cNvSpPr>
          <p:nvPr>
            <p:ph type="sldNum" sz="quarter" idx="4"/>
          </p:nvPr>
        </p:nvSpPr>
        <p:spPr>
          <a:xfrm>
            <a:off x="8532744" y="4685785"/>
            <a:ext cx="279733" cy="339683"/>
          </a:xfrm>
          <a:prstGeom prst="rect">
            <a:avLst/>
          </a:prstGeom>
        </p:spPr>
        <p:txBody>
          <a:bodyPr anchor="ctr"/>
          <a:lstStyle>
            <a:lvl1pPr algn="r">
              <a:defRPr sz="675" b="0" i="0">
                <a:solidFill>
                  <a:schemeClr val="accent1"/>
                </a:solidFill>
                <a:latin typeface="Arial" panose="020B0604020202020204" pitchFamily="34" charset="0"/>
              </a:defRPr>
            </a:lvl1pPr>
          </a:lstStyle>
          <a:p>
            <a:fld id="{30A9AB0C-0590-434A-95FD-435A435C6ED1}" type="slidenum">
              <a:rPr lang="en-GB" smtClean="0"/>
              <a:t>‹#›</a:t>
            </a:fld>
            <a:endParaRPr lang="en-GB"/>
          </a:p>
        </p:txBody>
      </p:sp>
      <p:sp>
        <p:nvSpPr>
          <p:cNvPr id="18" name="Footer Placeholder 9">
            <a:extLst>
              <a:ext uri="{FF2B5EF4-FFF2-40B4-BE49-F238E27FC236}">
                <a16:creationId xmlns:a16="http://schemas.microsoft.com/office/drawing/2014/main" id="{C0F48D5C-C777-48E3-8DB3-2BD60DFA4D65}"/>
              </a:ext>
            </a:extLst>
          </p:cNvPr>
          <p:cNvSpPr>
            <a:spLocks noGrp="1"/>
          </p:cNvSpPr>
          <p:nvPr>
            <p:ph type="ftr" sz="quarter" idx="3"/>
          </p:nvPr>
        </p:nvSpPr>
        <p:spPr>
          <a:xfrm>
            <a:off x="341570" y="4685785"/>
            <a:ext cx="8147522" cy="183872"/>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GB"/>
              <a:t>Brightline-2 update</a:t>
            </a:r>
          </a:p>
        </p:txBody>
      </p:sp>
      <p:sp>
        <p:nvSpPr>
          <p:cNvPr id="11" name="Date Placeholder 3">
            <a:extLst>
              <a:ext uri="{FF2B5EF4-FFF2-40B4-BE49-F238E27FC236}">
                <a16:creationId xmlns:a16="http://schemas.microsoft.com/office/drawing/2014/main" id="{27435720-D439-46A6-A0F7-786CD6090390}"/>
              </a:ext>
            </a:extLst>
          </p:cNvPr>
          <p:cNvSpPr>
            <a:spLocks noGrp="1"/>
          </p:cNvSpPr>
          <p:nvPr>
            <p:ph type="dt" sz="half" idx="2"/>
          </p:nvPr>
        </p:nvSpPr>
        <p:spPr>
          <a:xfrm>
            <a:off x="341570" y="4875835"/>
            <a:ext cx="2057400" cy="137276"/>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US"/>
              <a:t>2023-11-13</a:t>
            </a:r>
            <a:endParaRPr lang="en-GB"/>
          </a:p>
        </p:txBody>
      </p:sp>
      <p:sp>
        <p:nvSpPr>
          <p:cNvPr id="12" name="Title 1">
            <a:extLst>
              <a:ext uri="{FF2B5EF4-FFF2-40B4-BE49-F238E27FC236}">
                <a16:creationId xmlns:a16="http://schemas.microsoft.com/office/drawing/2014/main" id="{682FC6F3-9713-481E-AABC-58374B10AED9}"/>
              </a:ext>
            </a:extLst>
          </p:cNvPr>
          <p:cNvSpPr>
            <a:spLocks noGrp="1"/>
          </p:cNvSpPr>
          <p:nvPr>
            <p:ph type="title" hasCustomPrompt="1"/>
          </p:nvPr>
        </p:nvSpPr>
        <p:spPr>
          <a:xfrm>
            <a:off x="341571" y="229352"/>
            <a:ext cx="8471491" cy="571154"/>
          </a:xfrm>
          <a:prstGeom prst="rect">
            <a:avLst/>
          </a:prstGeom>
        </p:spPr>
        <p:txBody>
          <a:bodyPr lIns="0" anchor="t">
            <a:noAutofit/>
          </a:bodyPr>
          <a:lstStyle>
            <a:lvl1pPr>
              <a:defRPr sz="2100" b="1" i="0">
                <a:solidFill>
                  <a:schemeClr val="accent3"/>
                </a:solidFill>
                <a:latin typeface="+mn-lt"/>
              </a:defRPr>
            </a:lvl1pPr>
          </a:lstStyle>
          <a:p>
            <a:r>
              <a:rPr lang="en-GB"/>
              <a:t>Click to add content page heading </a:t>
            </a:r>
            <a:endParaRPr lang="en-US"/>
          </a:p>
        </p:txBody>
      </p:sp>
      <p:sp>
        <p:nvSpPr>
          <p:cNvPr id="16" name="Text Placeholder 13">
            <a:extLst>
              <a:ext uri="{FF2B5EF4-FFF2-40B4-BE49-F238E27FC236}">
                <a16:creationId xmlns:a16="http://schemas.microsoft.com/office/drawing/2014/main" id="{7D90D6BD-759E-40D9-8A82-7D125DF84F0F}"/>
              </a:ext>
            </a:extLst>
          </p:cNvPr>
          <p:cNvSpPr>
            <a:spLocks noGrp="1"/>
          </p:cNvSpPr>
          <p:nvPr>
            <p:ph type="body" sz="quarter" idx="14" hasCustomPrompt="1"/>
          </p:nvPr>
        </p:nvSpPr>
        <p:spPr>
          <a:xfrm>
            <a:off x="341710" y="552103"/>
            <a:ext cx="8470905" cy="248403"/>
          </a:xfrm>
          <a:prstGeom prst="rect">
            <a:avLst/>
          </a:prstGeom>
        </p:spPr>
        <p:txBody>
          <a:bodyPr lIns="0" anchor="ctr">
            <a:noAutofit/>
          </a:bodyPr>
          <a:lstStyle>
            <a:lvl1pPr marL="0" indent="0">
              <a:buNone/>
              <a:defRPr sz="1200" b="0" i="0">
                <a:solidFill>
                  <a:schemeClr val="accent1"/>
                </a:solidFill>
                <a:latin typeface="+mn-lt"/>
              </a:defRPr>
            </a:lvl1pPr>
          </a:lstStyle>
          <a:p>
            <a:pPr lvl="0"/>
            <a:r>
              <a:rPr lang="en-GB"/>
              <a:t>Click to add page subheading</a:t>
            </a:r>
          </a:p>
        </p:txBody>
      </p:sp>
    </p:spTree>
    <p:extLst>
      <p:ext uri="{BB962C8B-B14F-4D97-AF65-F5344CB8AC3E}">
        <p14:creationId xmlns:p14="http://schemas.microsoft.com/office/powerpoint/2010/main" val="30007855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8A57D-2716-48B4-AACC-0BFDC77CBC99}"/>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988FA269-9504-40FB-A4BE-247630803A9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964BDB8-F192-4662-B92C-1A51C9EC48DA}"/>
              </a:ext>
            </a:extLst>
          </p:cNvPr>
          <p:cNvSpPr>
            <a:spLocks noGrp="1"/>
          </p:cNvSpPr>
          <p:nvPr>
            <p:ph type="dt" sz="half" idx="10"/>
          </p:nvPr>
        </p:nvSpPr>
        <p:spPr/>
        <p:txBody>
          <a:bodyPr/>
          <a:lstStyle/>
          <a:p>
            <a:r>
              <a:rPr lang="en-US"/>
              <a:t>2023-11-13</a:t>
            </a:r>
            <a:endParaRPr lang="en-GB"/>
          </a:p>
        </p:txBody>
      </p:sp>
      <p:sp>
        <p:nvSpPr>
          <p:cNvPr id="5" name="Footer Placeholder 4">
            <a:extLst>
              <a:ext uri="{FF2B5EF4-FFF2-40B4-BE49-F238E27FC236}">
                <a16:creationId xmlns:a16="http://schemas.microsoft.com/office/drawing/2014/main" id="{57F0BFB8-9EF1-4BAC-8232-C72B20DF946F}"/>
              </a:ext>
            </a:extLst>
          </p:cNvPr>
          <p:cNvSpPr>
            <a:spLocks noGrp="1"/>
          </p:cNvSpPr>
          <p:nvPr>
            <p:ph type="ftr" sz="quarter" idx="11"/>
          </p:nvPr>
        </p:nvSpPr>
        <p:spPr/>
        <p:txBody>
          <a:bodyPr/>
          <a:lstStyle/>
          <a:p>
            <a:r>
              <a:rPr lang="en-GB"/>
              <a:t>Brightline-2 update</a:t>
            </a:r>
          </a:p>
        </p:txBody>
      </p:sp>
      <p:sp>
        <p:nvSpPr>
          <p:cNvPr id="6" name="Slide Number Placeholder 5">
            <a:extLst>
              <a:ext uri="{FF2B5EF4-FFF2-40B4-BE49-F238E27FC236}">
                <a16:creationId xmlns:a16="http://schemas.microsoft.com/office/drawing/2014/main" id="{4551885F-F8C9-4324-8496-68C50CC4CFC3}"/>
              </a:ext>
            </a:extLst>
          </p:cNvPr>
          <p:cNvSpPr>
            <a:spLocks noGrp="1"/>
          </p:cNvSpPr>
          <p:nvPr>
            <p:ph type="sldNum" sz="quarter" idx="12"/>
          </p:nvPr>
        </p:nvSpPr>
        <p:spPr/>
        <p:txBody>
          <a:bodyPr/>
          <a:lstStyle/>
          <a:p>
            <a:fld id="{30A9AB0C-0590-434A-95FD-435A435C6ED1}" type="slidenum">
              <a:rPr lang="en-GB" smtClean="0"/>
              <a:t>‹#›</a:t>
            </a:fld>
            <a:endParaRPr lang="en-GB"/>
          </a:p>
        </p:txBody>
      </p:sp>
    </p:spTree>
    <p:extLst>
      <p:ext uri="{BB962C8B-B14F-4D97-AF65-F5344CB8AC3E}">
        <p14:creationId xmlns:p14="http://schemas.microsoft.com/office/powerpoint/2010/main" val="482973014"/>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24" name="Gerade Verbindung 23"/>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8" y="1991163"/>
            <a:ext cx="5884369" cy="553998"/>
          </a:xfrm>
        </p:spPr>
        <p:txBody>
          <a:bodyPr wrap="square" lIns="0">
            <a:spAutoFit/>
          </a:bodyPr>
          <a:lstStyle>
            <a:lvl1pPr>
              <a:defRPr sz="36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367577" y="3572753"/>
            <a:ext cx="5884369"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14980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pic>
        <p:nvPicPr>
          <p:cNvPr id="14"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24" name="Gerade Verbindung 23"/>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374856" cy="553998"/>
          </a:xfrm>
        </p:spPr>
        <p:txBody>
          <a:bodyPr wrap="square">
            <a:spAutoFit/>
          </a:bodyPr>
          <a:lstStyle>
            <a:lvl1pPr>
              <a:defRPr sz="36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367576" y="3572753"/>
            <a:ext cx="5374856"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225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35097889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91555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zh-CN" altLang="en-US" noProof="0"/>
              <a:t>单击此处编辑母版文本样式</a:t>
            </a:r>
          </a:p>
        </p:txBody>
      </p:sp>
    </p:spTree>
    <p:extLst>
      <p:ext uri="{BB962C8B-B14F-4D97-AF65-F5344CB8AC3E}">
        <p14:creationId xmlns:p14="http://schemas.microsoft.com/office/powerpoint/2010/main" val="3346549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19697"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351829" y="2788611"/>
            <a:ext cx="2954642"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3" name="Gerade Verbindung 12"/>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zh-CN" altLang="en-US" noProof="0"/>
              <a:t>单击此处编辑母版文本样式</a:t>
            </a:r>
          </a:p>
        </p:txBody>
      </p:sp>
      <p:sp>
        <p:nvSpPr>
          <p:cNvPr id="23" name="Bildplatzhalter 22"/>
          <p:cNvSpPr>
            <a:spLocks noGrp="1"/>
          </p:cNvSpPr>
          <p:nvPr>
            <p:ph type="pic" sz="quarter" idx="13"/>
          </p:nvPr>
        </p:nvSpPr>
        <p:spPr>
          <a:xfrm>
            <a:off x="3359168" y="2342800"/>
            <a:ext cx="2260800" cy="2260800"/>
          </a:xfrm>
          <a:prstGeom prst="ellipse">
            <a:avLst/>
          </a:prstGeom>
        </p:spPr>
        <p:txBody>
          <a:bodyPr/>
          <a:lstStyle>
            <a:lvl1pPr marL="0" indent="0">
              <a:buNone/>
              <a:defRPr sz="675"/>
            </a:lvl1pPr>
          </a:lstStyle>
          <a:p>
            <a:r>
              <a:rPr lang="zh-CN" altLang="en-US" noProof="0"/>
              <a:t>单击图标添加图片</a:t>
            </a:r>
            <a:endParaRPr lang="en-GB" noProof="0"/>
          </a:p>
        </p:txBody>
      </p:sp>
    </p:spTree>
    <p:extLst>
      <p:ext uri="{BB962C8B-B14F-4D97-AF65-F5344CB8AC3E}">
        <p14:creationId xmlns:p14="http://schemas.microsoft.com/office/powerpoint/2010/main" val="24218589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sp>
        <p:nvSpPr>
          <p:cNvPr id="9" name="Rechteck 8"/>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530820CF-B880-4189-942D-D702A7CBA730}" type="datetimeFigureOut">
              <a:rPr lang="zh-CN" altLang="en-US" smtClean="0"/>
              <a:t>2024/5/24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33214613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9" name="Grafik 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530820CF-B880-4189-942D-D702A7CBA730}" type="datetimeFigureOut">
              <a:rPr lang="zh-CN" altLang="en-US" smtClean="0"/>
              <a:t>2024/5/24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367575" y="78437"/>
            <a:ext cx="8408850" cy="415499"/>
          </a:xfrm>
        </p:spPr>
        <p:txBody>
          <a:bodyPr/>
          <a:lstStyle>
            <a:lvl1pPr>
              <a:defRPr sz="2700"/>
            </a:lvl1pPr>
          </a:lstStyle>
          <a:p>
            <a:r>
              <a:rPr lang="zh-CN" altLang="en-US" noProof="0"/>
              <a:t>单击此处编辑母版标题样式</a:t>
            </a:r>
            <a:endParaRPr lang="en-GB" noProof="0"/>
          </a:p>
        </p:txBody>
      </p:sp>
    </p:spTree>
    <p:extLst>
      <p:ext uri="{BB962C8B-B14F-4D97-AF65-F5344CB8AC3E}">
        <p14:creationId xmlns:p14="http://schemas.microsoft.com/office/powerpoint/2010/main" val="12072512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fld id="{530820CF-B880-4189-942D-D702A7CBA730}" type="datetimeFigureOut">
              <a:rPr lang="zh-CN" altLang="en-US" smtClean="0"/>
              <a:t>2024/5/24</a:t>
            </a:fld>
            <a:endParaRPr lang="zh-CN" altLang="en-US"/>
          </a:p>
        </p:txBody>
      </p:sp>
      <p:sp>
        <p:nvSpPr>
          <p:cNvPr id="7" name="Fußzeilenplatzhalter 6"/>
          <p:cNvSpPr>
            <a:spLocks noGrp="1"/>
          </p:cNvSpPr>
          <p:nvPr>
            <p:ph type="ftr" sz="quarter" idx="11"/>
          </p:nvPr>
        </p:nvSpPr>
        <p:spPr/>
        <p:txBody>
          <a:bodyPr/>
          <a:lstStyle/>
          <a:p>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0688902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14" name="Inhaltsplatzhalter 2"/>
          <p:cNvSpPr>
            <a:spLocks noGrp="1"/>
          </p:cNvSpPr>
          <p:nvPr>
            <p:ph idx="1"/>
          </p:nvPr>
        </p:nvSpPr>
        <p:spPr>
          <a:xfrm>
            <a:off x="1771576" y="1200154"/>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sp>
        <p:nvSpPr>
          <p:cNvPr id="3" name="Datumsplatzhalter 2"/>
          <p:cNvSpPr>
            <a:spLocks noGrp="1"/>
          </p:cNvSpPr>
          <p:nvPr>
            <p:ph type="dt" sz="half" idx="10"/>
          </p:nvPr>
        </p:nvSpPr>
        <p:spPr/>
        <p:txBody>
          <a:bodyPr/>
          <a:lstStyle/>
          <a:p>
            <a:fld id="{530820CF-B880-4189-942D-D702A7CBA730}" type="datetimeFigureOut">
              <a:rPr lang="zh-CN" altLang="en-US" smtClean="0"/>
              <a:t>2024/5/24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el 6"/>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1856292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15" name="Rechteck 14"/>
          <p:cNvSpPr/>
          <p:nvPr/>
        </p:nvSpPr>
        <p:spPr>
          <a:xfrm>
            <a:off x="0" y="103559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a:xfrm>
            <a:off x="367578" y="1200152"/>
            <a:ext cx="2934425" cy="2782569"/>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0"/>
          </p:nvPr>
        </p:nvSpPr>
        <p:spPr/>
        <p:txBody>
          <a:bodyPr/>
          <a:lstStyle/>
          <a:p>
            <a:fld id="{530820CF-B880-4189-942D-D702A7CBA730}" type="datetimeFigureOut">
              <a:rPr lang="zh-CN" altLang="en-US" smtClean="0"/>
              <a:t>2024/5/24</a:t>
            </a:fld>
            <a:endParaRPr lang="zh-CN" altLang="en-US"/>
          </a:p>
        </p:txBody>
      </p:sp>
      <p:sp>
        <p:nvSpPr>
          <p:cNvPr id="6" name="Fußzeilenplatzhalter 5"/>
          <p:cNvSpPr>
            <a:spLocks noGrp="1"/>
          </p:cNvSpPr>
          <p:nvPr>
            <p:ph type="ftr" sz="quarter" idx="11"/>
          </p:nvPr>
        </p:nvSpPr>
        <p:spPr/>
        <p:txBody>
          <a:bodyPr/>
          <a:lstStyle/>
          <a:p>
            <a:endParaRPr lang="zh-CN" altLang="en-US"/>
          </a:p>
        </p:txBody>
      </p:sp>
      <p:sp>
        <p:nvSpPr>
          <p:cNvPr id="7" name="Foliennummernplatzhalt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7184380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a:xfrm>
            <a:off x="1771577" y="1451438"/>
            <a:ext cx="5065659" cy="923330"/>
          </a:xfrm>
        </p:spPr>
        <p:txBody>
          <a:bodyPr>
            <a:spAutoFit/>
          </a:bodyPr>
          <a:lstStyle>
            <a:lvl1pPr>
              <a:defRPr sz="1200"/>
            </a:lvl1pPr>
            <a:lvl2pPr>
              <a:defRPr sz="1200"/>
            </a:lvl2pPr>
            <a:lvl3pPr>
              <a:defRPr sz="1200"/>
            </a:lvl3pPr>
            <a:lvl4pPr>
              <a:defRPr sz="1200"/>
            </a:lvl4pPr>
            <a:lvl5pPr>
              <a:defRPr sz="1200"/>
            </a:lvl5p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15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2024/5/24</a:t>
            </a:fld>
            <a:endParaRPr lang="zh-CN" altLang="en-US"/>
          </a:p>
        </p:txBody>
      </p:sp>
      <p:sp>
        <p:nvSpPr>
          <p:cNvPr id="5" name="Fußzeilenplatzhalter 4"/>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1771575" y="659904"/>
            <a:ext cx="5065660" cy="276999"/>
          </a:xfrm>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22120295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3" name="Datumsplatzhalter 2"/>
          <p:cNvSpPr>
            <a:spLocks noGrp="1"/>
          </p:cNvSpPr>
          <p:nvPr>
            <p:ph type="dt" sz="half" idx="10"/>
          </p:nvPr>
        </p:nvSpPr>
        <p:spPr/>
        <p:txBody>
          <a:bodyPr/>
          <a:lstStyle/>
          <a:p>
            <a:fld id="{530820CF-B880-4189-942D-D702A7CBA730}" type="datetimeFigureOut">
              <a:rPr lang="zh-CN" altLang="en-US" smtClean="0"/>
              <a:t>2024/5/24</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1268261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530820CF-B880-4189-942D-D702A7CBA730}" type="datetimeFigureOut">
              <a:rPr lang="zh-CN" altLang="en-US" smtClean="0"/>
              <a:t>2024/5/24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21564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78437"/>
            <a:ext cx="8408850" cy="415499"/>
          </a:xfrm>
        </p:spPr>
        <p:txBody>
          <a:bodyPr/>
          <a:lstStyle>
            <a:lvl1pPr>
              <a:defRPr sz="27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2024/5/24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24198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0.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2024/5/24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05812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1771576" y="1200154"/>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2024/5/24</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4"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98752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2.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367578" y="1200152"/>
            <a:ext cx="2934425" cy="2782569"/>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2024/5/24</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6"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84213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30820CF-B880-4189-942D-D702A7CBA730}" type="datetimeFigureOut">
              <a:rPr lang="zh-CN" altLang="en-US" smtClean="0"/>
              <a:t>2024/5/24</a:t>
            </a:fld>
            <a:endParaRPr lang="zh-CN" altLang="en-US"/>
          </a:p>
        </p:txBody>
      </p:sp>
      <p:sp>
        <p:nvSpPr>
          <p:cNvPr id="3" name="Fußzeilenplatzhalter 2"/>
          <p:cNvSpPr>
            <a:spLocks noGrp="1"/>
          </p:cNvSpPr>
          <p:nvPr>
            <p:ph type="ftr" sz="quarter" idx="11"/>
          </p:nvPr>
        </p:nvSpPr>
        <p:spPr/>
        <p:txBody>
          <a:bodyPr/>
          <a:lstStyle/>
          <a:p>
            <a:endParaRPr lang="zh-CN" altLang="en-US"/>
          </a:p>
        </p:txBody>
      </p:sp>
      <p:sp>
        <p:nvSpPr>
          <p:cNvPr id="4" name="Foliennummernplatzhalt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4599732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4.xml><?xml version="1.0" encoding="utf-8"?>
<p:sldLayout xmlns:a="http://schemas.openxmlformats.org/drawingml/2006/main" xmlns:r="http://schemas.openxmlformats.org/officeDocument/2006/relationships" xmlns:p="http://schemas.openxmlformats.org/presentationml/2006/main" showMasterSp="0">
  <p:cSld name="Live 1: Standard-Folie">
    <p:spTree>
      <p:nvGrpSpPr>
        <p:cNvPr id="1" name=""/>
        <p:cNvGrpSpPr/>
        <p:nvPr/>
      </p:nvGrpSpPr>
      <p:grpSpPr>
        <a:xfrm>
          <a:off x="0" y="0"/>
          <a:ext cx="0" cy="0"/>
          <a:chOff x="0" y="0"/>
          <a:chExt cx="0" cy="0"/>
        </a:xfrm>
      </p:grpSpPr>
      <p:sp>
        <p:nvSpPr>
          <p:cNvPr id="9" name="Rechteck 8"/>
          <p:cNvSpPr/>
          <p:nvPr/>
        </p:nvSpPr>
        <p:spPr>
          <a:xfrm>
            <a:off x="0" y="2196373"/>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2" name="Titel 1"/>
          <p:cNvSpPr>
            <a:spLocks noGrp="1"/>
          </p:cNvSpPr>
          <p:nvPr>
            <p:ph type="title"/>
          </p:nvPr>
        </p:nvSpPr>
        <p:spPr>
          <a:xfrm>
            <a:off x="1351330" y="4934344"/>
            <a:ext cx="7425097" cy="138500"/>
          </a:xfrm>
        </p:spPr>
        <p:txBody>
          <a:bodyPr anchor="b" anchorCtr="0"/>
          <a:lstStyle>
            <a:lvl1pPr algn="r">
              <a:defRPr sz="900">
                <a:solidFill>
                  <a:srgbClr val="003366"/>
                </a:solidFill>
              </a:defRPr>
            </a:lvl1pPr>
          </a:lstStyle>
          <a:p>
            <a:r>
              <a:rPr lang="zh-CN" altLang="en-US" noProof="0"/>
              <a:t>单击此处编辑母版标题样式</a:t>
            </a:r>
            <a:endParaRPr lang="en-GB" noProof="0"/>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44102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5.xml><?xml version="1.0" encoding="utf-8"?>
<p:sldLayout xmlns:a="http://schemas.openxmlformats.org/drawingml/2006/main" xmlns:r="http://schemas.openxmlformats.org/officeDocument/2006/relationships" xmlns:p="http://schemas.openxmlformats.org/presentationml/2006/main">
  <p:cSld name="Standar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a:t>Titelmasterformat durch Klicken bearbeiten</a:t>
            </a:r>
          </a:p>
        </p:txBody>
      </p:sp>
      <p:sp>
        <p:nvSpPr>
          <p:cNvPr id="4" name="Rectangle 14"/>
          <p:cNvSpPr>
            <a:spLocks noGrp="1" noChangeArrowheads="1"/>
          </p:cNvSpPr>
          <p:nvPr>
            <p:ph type="sldNum" sz="quarter" idx="4"/>
          </p:nvPr>
        </p:nvSpPr>
        <p:spPr bwMode="auto">
          <a:xfrm>
            <a:off x="8172401" y="4970939"/>
            <a:ext cx="900113" cy="115416"/>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sz="750">
                <a:solidFill>
                  <a:srgbClr val="000000"/>
                </a:solidFill>
                <a:latin typeface="+mn-lt"/>
              </a:defRPr>
            </a:lvl1pPr>
          </a:lstStyle>
          <a:p>
            <a:fld id="{D446586B-FF75-47A1-A069-ED9CC9CD5B58}" type="slidenum">
              <a:rPr lang="en-US" smtClean="0"/>
              <a:pPr/>
              <a:t>‹#›</a:t>
            </a:fld>
            <a:endParaRPr lang="en-US"/>
          </a:p>
        </p:txBody>
      </p:sp>
    </p:spTree>
    <p:extLst>
      <p:ext uri="{BB962C8B-B14F-4D97-AF65-F5344CB8AC3E}">
        <p14:creationId xmlns:p14="http://schemas.microsoft.com/office/powerpoint/2010/main" val="881002415"/>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fld id="{73420629-1551-40AA-9478-9D3F346E5C9C}" type="datetime1">
              <a:rPr lang="zh-CN" altLang="en-US" smtClean="0"/>
              <a:t>2024/5/24</a:t>
            </a:fld>
            <a:endParaRPr lang="zh-CN" altLang="en-US"/>
          </a:p>
        </p:txBody>
      </p:sp>
      <p:sp>
        <p:nvSpPr>
          <p:cNvPr id="4" name="Fußzeilenplatzhalter 3"/>
          <p:cNvSpPr>
            <a:spLocks noGrp="1"/>
          </p:cNvSpPr>
          <p:nvPr>
            <p:ph type="ftr" sz="quarter" idx="11"/>
          </p:nvPr>
        </p:nvSpPr>
        <p:spPr/>
        <p:txBody>
          <a:bodyPr/>
          <a:lstStyle>
            <a:lvl1pPr>
              <a:defRPr/>
            </a:lvl1pPr>
          </a:lstStyle>
          <a:p>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220392016"/>
      </p:ext>
    </p:extLst>
  </p:cSld>
  <p:clrMapOvr>
    <a:masterClrMapping/>
  </p:clrMapOvr>
  <p:transition spd="med">
    <p:wipe dir="r"/>
  </p:transition>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userDrawn="1">
  <p:cSld name="Titel Only 20p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262876147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1" y="1"/>
            <a:ext cx="158750" cy="158750"/>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000" b="0" i="0" baseline="0" err="1">
              <a:solidFill>
                <a:schemeClr val="bg1"/>
              </a:solidFill>
              <a:latin typeface="BISansOptiCond" panose="02000506040000020004" pitchFamily="2" charset="0"/>
              <a:ea typeface="+mj-ea"/>
              <a:sym typeface="BISansOptiCond" panose="02000506040000020004" pitchFamily="2" charset="0"/>
            </a:endParaRP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968" y="349539"/>
            <a:ext cx="8408458" cy="307825"/>
          </a:xfrm>
        </p:spPr>
        <p:txBody>
          <a:bodyPr anchor="b"/>
          <a:lstStyle>
            <a:lvl1pPr>
              <a:defRPr sz="2000">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a:xfrm>
            <a:off x="8204048" y="4929944"/>
            <a:ext cx="65" cy="115416"/>
          </a:xfrm>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HPSC 26th-JUL-2023                                             CONFIDENTIAL</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19102230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p:cSld name="content slide 02 ">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DA7DD0E-AA21-49E5-3879-482D9DE9896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Content Placeholder 2">
            <a:extLst>
              <a:ext uri="{FF2B5EF4-FFF2-40B4-BE49-F238E27FC236}">
                <a16:creationId xmlns:a16="http://schemas.microsoft.com/office/drawing/2014/main" id="{7642DAC8-E7E2-C455-AC43-9FCFAB65A371}"/>
              </a:ext>
            </a:extLst>
          </p:cNvPr>
          <p:cNvSpPr>
            <a:spLocks noGrp="1"/>
          </p:cNvSpPr>
          <p:nvPr>
            <p:ph sz="half" idx="1" hasCustomPrompt="1"/>
          </p:nvPr>
        </p:nvSpPr>
        <p:spPr>
          <a:xfrm>
            <a:off x="341571" y="1034292"/>
            <a:ext cx="8470905" cy="3375943"/>
          </a:xfrm>
          <a:prstGeom prst="rect">
            <a:avLst/>
          </a:prstGeom>
        </p:spPr>
        <p:txBody>
          <a:bodyPr lIns="0">
            <a:normAutofit/>
          </a:bodyPr>
          <a:lstStyle>
            <a:lvl1pPr>
              <a:buClr>
                <a:schemeClr val="accent1"/>
              </a:buClr>
              <a:defRPr sz="1500" b="0" i="0">
                <a:solidFill>
                  <a:schemeClr val="accent3"/>
                </a:solidFill>
                <a:latin typeface="+mn-lt"/>
              </a:defRPr>
            </a:lvl1pPr>
            <a:lvl2pPr>
              <a:buClr>
                <a:schemeClr val="accent1"/>
              </a:buClr>
              <a:defRPr sz="1500" b="0" i="0">
                <a:latin typeface="+mn-lt"/>
              </a:defRPr>
            </a:lvl2pPr>
            <a:lvl3pPr>
              <a:defRPr sz="1350"/>
            </a:lvl3pPr>
            <a:lvl4pPr>
              <a:defRPr sz="1200"/>
            </a:lvl4pPr>
            <a:lvl5pPr>
              <a:defRPr sz="1200"/>
            </a:lvl5pPr>
          </a:lstStyle>
          <a:p>
            <a:pPr lvl="0"/>
            <a:r>
              <a:rPr lang="en-GB"/>
              <a:t>Click to add content or copy</a:t>
            </a:r>
          </a:p>
          <a:p>
            <a:pPr lvl="1"/>
            <a:endParaRPr lang="en-US"/>
          </a:p>
        </p:txBody>
      </p:sp>
      <p:pic>
        <p:nvPicPr>
          <p:cNvPr id="10" name="Picture 9" descr="Logo&#10;&#10;Description automatically generated">
            <a:extLst>
              <a:ext uri="{FF2B5EF4-FFF2-40B4-BE49-F238E27FC236}">
                <a16:creationId xmlns:a16="http://schemas.microsoft.com/office/drawing/2014/main" id="{45F0D34C-F1DE-025C-3E79-A11546AAC83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629400" y="137161"/>
            <a:ext cx="2247900" cy="541904"/>
          </a:xfrm>
          <a:prstGeom prst="rect">
            <a:avLst/>
          </a:prstGeom>
        </p:spPr>
      </p:pic>
      <p:sp>
        <p:nvSpPr>
          <p:cNvPr id="17" name="Slide Number Placeholder 6">
            <a:extLst>
              <a:ext uri="{FF2B5EF4-FFF2-40B4-BE49-F238E27FC236}">
                <a16:creationId xmlns:a16="http://schemas.microsoft.com/office/drawing/2014/main" id="{7D9CF75E-18C5-4B44-B33D-712E753F826F}"/>
              </a:ext>
            </a:extLst>
          </p:cNvPr>
          <p:cNvSpPr>
            <a:spLocks noGrp="1"/>
          </p:cNvSpPr>
          <p:nvPr>
            <p:ph type="sldNum" sz="quarter" idx="4"/>
          </p:nvPr>
        </p:nvSpPr>
        <p:spPr>
          <a:xfrm>
            <a:off x="8706679" y="4803689"/>
            <a:ext cx="105798" cy="103875"/>
          </a:xfrm>
          <a:prstGeom prst="rect">
            <a:avLst/>
          </a:prstGeom>
        </p:spPr>
        <p:txBody>
          <a:bodyPr anchor="ctr"/>
          <a:lstStyle>
            <a:lvl1pPr algn="r">
              <a:defRPr sz="675" b="0" i="0">
                <a:solidFill>
                  <a:schemeClr val="accent1"/>
                </a:solidFill>
                <a:latin typeface="Arial" panose="020B0604020202020204" pitchFamily="34" charset="0"/>
              </a:defRPr>
            </a:lvl1pPr>
          </a:lstStyle>
          <a:p>
            <a:fld id="{30A9AB0C-0590-434A-95FD-435A435C6ED1}" type="slidenum">
              <a:rPr lang="en-GB" smtClean="0"/>
              <a:t>‹#›</a:t>
            </a:fld>
            <a:endParaRPr lang="en-GB"/>
          </a:p>
        </p:txBody>
      </p:sp>
      <p:sp>
        <p:nvSpPr>
          <p:cNvPr id="18" name="Footer Placeholder 9">
            <a:extLst>
              <a:ext uri="{FF2B5EF4-FFF2-40B4-BE49-F238E27FC236}">
                <a16:creationId xmlns:a16="http://schemas.microsoft.com/office/drawing/2014/main" id="{C0F48D5C-C777-48E3-8DB3-2BD60DFA4D65}"/>
              </a:ext>
            </a:extLst>
          </p:cNvPr>
          <p:cNvSpPr>
            <a:spLocks noGrp="1"/>
          </p:cNvSpPr>
          <p:nvPr>
            <p:ph type="ftr" sz="quarter" idx="3"/>
          </p:nvPr>
        </p:nvSpPr>
        <p:spPr>
          <a:xfrm>
            <a:off x="341570" y="4685785"/>
            <a:ext cx="8147522" cy="183872"/>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GB"/>
              <a:t>Brightline-2 update</a:t>
            </a:r>
          </a:p>
        </p:txBody>
      </p:sp>
      <p:sp>
        <p:nvSpPr>
          <p:cNvPr id="11" name="Date Placeholder 3">
            <a:extLst>
              <a:ext uri="{FF2B5EF4-FFF2-40B4-BE49-F238E27FC236}">
                <a16:creationId xmlns:a16="http://schemas.microsoft.com/office/drawing/2014/main" id="{27435720-D439-46A6-A0F7-786CD6090390}"/>
              </a:ext>
            </a:extLst>
          </p:cNvPr>
          <p:cNvSpPr>
            <a:spLocks noGrp="1"/>
          </p:cNvSpPr>
          <p:nvPr>
            <p:ph type="dt" sz="half" idx="2"/>
          </p:nvPr>
        </p:nvSpPr>
        <p:spPr>
          <a:xfrm>
            <a:off x="341570" y="4852140"/>
            <a:ext cx="543739" cy="184666"/>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US"/>
              <a:t>2023-10-30</a:t>
            </a:r>
            <a:endParaRPr lang="en-GB"/>
          </a:p>
        </p:txBody>
      </p:sp>
      <p:sp>
        <p:nvSpPr>
          <p:cNvPr id="12" name="Title 1">
            <a:extLst>
              <a:ext uri="{FF2B5EF4-FFF2-40B4-BE49-F238E27FC236}">
                <a16:creationId xmlns:a16="http://schemas.microsoft.com/office/drawing/2014/main" id="{682FC6F3-9713-481E-AABC-58374B10AED9}"/>
              </a:ext>
            </a:extLst>
          </p:cNvPr>
          <p:cNvSpPr>
            <a:spLocks noGrp="1"/>
          </p:cNvSpPr>
          <p:nvPr>
            <p:ph type="title" hasCustomPrompt="1"/>
          </p:nvPr>
        </p:nvSpPr>
        <p:spPr>
          <a:xfrm>
            <a:off x="341571" y="229352"/>
            <a:ext cx="8471491" cy="571154"/>
          </a:xfrm>
          <a:prstGeom prst="rect">
            <a:avLst/>
          </a:prstGeom>
        </p:spPr>
        <p:txBody>
          <a:bodyPr lIns="0" anchor="t">
            <a:noAutofit/>
          </a:bodyPr>
          <a:lstStyle>
            <a:lvl1pPr>
              <a:defRPr sz="2100" b="1" i="0">
                <a:solidFill>
                  <a:schemeClr val="accent3"/>
                </a:solidFill>
                <a:latin typeface="+mn-lt"/>
              </a:defRPr>
            </a:lvl1pPr>
          </a:lstStyle>
          <a:p>
            <a:r>
              <a:rPr lang="en-GB"/>
              <a:t>Click to add content page heading </a:t>
            </a:r>
            <a:endParaRPr lang="en-US"/>
          </a:p>
        </p:txBody>
      </p:sp>
      <p:sp>
        <p:nvSpPr>
          <p:cNvPr id="16" name="Text Placeholder 13">
            <a:extLst>
              <a:ext uri="{FF2B5EF4-FFF2-40B4-BE49-F238E27FC236}">
                <a16:creationId xmlns:a16="http://schemas.microsoft.com/office/drawing/2014/main" id="{7D90D6BD-759E-40D9-8A82-7D125DF84F0F}"/>
              </a:ext>
            </a:extLst>
          </p:cNvPr>
          <p:cNvSpPr>
            <a:spLocks noGrp="1"/>
          </p:cNvSpPr>
          <p:nvPr>
            <p:ph type="body" sz="quarter" idx="14" hasCustomPrompt="1"/>
          </p:nvPr>
        </p:nvSpPr>
        <p:spPr>
          <a:xfrm>
            <a:off x="341710" y="552103"/>
            <a:ext cx="8470905" cy="248403"/>
          </a:xfrm>
          <a:prstGeom prst="rect">
            <a:avLst/>
          </a:prstGeom>
        </p:spPr>
        <p:txBody>
          <a:bodyPr lIns="0" anchor="ctr">
            <a:noAutofit/>
          </a:bodyPr>
          <a:lstStyle>
            <a:lvl1pPr marL="0" indent="0">
              <a:buNone/>
              <a:defRPr sz="1200" b="0" i="0">
                <a:solidFill>
                  <a:schemeClr val="accent1"/>
                </a:solidFill>
                <a:latin typeface="+mn-lt"/>
              </a:defRPr>
            </a:lvl1pPr>
          </a:lstStyle>
          <a:p>
            <a:pPr lvl="0"/>
            <a:r>
              <a:rPr lang="en-GB"/>
              <a:t>Click to add page subheading</a:t>
            </a:r>
          </a:p>
        </p:txBody>
      </p:sp>
    </p:spTree>
    <p:extLst>
      <p:ext uri="{BB962C8B-B14F-4D97-AF65-F5344CB8AC3E}">
        <p14:creationId xmlns:p14="http://schemas.microsoft.com/office/powerpoint/2010/main" val="16628037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userDrawn="1">
  <p:cSld name="Generic content slide 0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513274-8B39-F74D-7310-AEB65A2F6B7A}"/>
              </a:ext>
            </a:extLst>
          </p:cNvPr>
          <p:cNvPicPr>
            <a:picLocks noChangeAspect="1"/>
          </p:cNvPicPr>
          <p:nvPr userDrawn="1"/>
        </p:nvPicPr>
        <p:blipFill>
          <a:blip r:embed="rId2"/>
          <a:srcRect/>
          <a:stretch/>
        </p:blipFill>
        <p:spPr>
          <a:xfrm>
            <a:off x="0" y="0"/>
            <a:ext cx="9144000" cy="5143500"/>
          </a:xfrm>
          <a:prstGeom prst="rect">
            <a:avLst/>
          </a:prstGeom>
        </p:spPr>
      </p:pic>
      <p:sp>
        <p:nvSpPr>
          <p:cNvPr id="4" name="Title 1">
            <a:extLst>
              <a:ext uri="{FF2B5EF4-FFF2-40B4-BE49-F238E27FC236}">
                <a16:creationId xmlns:a16="http://schemas.microsoft.com/office/drawing/2014/main" id="{1029C2AF-B92F-E378-62D7-B483897A57E6}"/>
              </a:ext>
            </a:extLst>
          </p:cNvPr>
          <p:cNvSpPr>
            <a:spLocks noGrp="1"/>
          </p:cNvSpPr>
          <p:nvPr>
            <p:ph type="title" hasCustomPrompt="1"/>
          </p:nvPr>
        </p:nvSpPr>
        <p:spPr>
          <a:xfrm>
            <a:off x="341571" y="229353"/>
            <a:ext cx="8471491" cy="273844"/>
          </a:xfrm>
          <a:prstGeom prst="rect">
            <a:avLst/>
          </a:prstGeom>
        </p:spPr>
        <p:txBody>
          <a:bodyPr lIns="0">
            <a:noAutofit/>
          </a:bodyPr>
          <a:lstStyle>
            <a:lvl1pPr>
              <a:defRPr sz="2100" b="1" i="0">
                <a:solidFill>
                  <a:schemeClr val="accent3"/>
                </a:solidFill>
                <a:latin typeface="Arial" panose="020B0604020202020204" pitchFamily="34" charset="0"/>
              </a:defRPr>
            </a:lvl1pPr>
          </a:lstStyle>
          <a:p>
            <a:r>
              <a:rPr lang="en-GB"/>
              <a:t>Click to add content page heading </a:t>
            </a:r>
            <a:endParaRPr lang="en-US"/>
          </a:p>
        </p:txBody>
      </p:sp>
      <p:sp>
        <p:nvSpPr>
          <p:cNvPr id="5" name="Text Placeholder 13">
            <a:extLst>
              <a:ext uri="{FF2B5EF4-FFF2-40B4-BE49-F238E27FC236}">
                <a16:creationId xmlns:a16="http://schemas.microsoft.com/office/drawing/2014/main" id="{B6AFC876-FFF0-DE08-5438-9D76680F193D}"/>
              </a:ext>
            </a:extLst>
          </p:cNvPr>
          <p:cNvSpPr>
            <a:spLocks noGrp="1"/>
          </p:cNvSpPr>
          <p:nvPr>
            <p:ph type="body" sz="quarter" idx="14" hasCustomPrompt="1"/>
          </p:nvPr>
        </p:nvSpPr>
        <p:spPr>
          <a:xfrm>
            <a:off x="341710" y="474462"/>
            <a:ext cx="8470905" cy="207169"/>
          </a:xfrm>
          <a:prstGeom prst="rect">
            <a:avLst/>
          </a:prstGeom>
        </p:spPr>
        <p:txBody>
          <a:bodyPr lIns="0">
            <a:noAutofit/>
          </a:bodyPr>
          <a:lstStyle>
            <a:lvl1pPr marL="0" indent="0">
              <a:buNone/>
              <a:defRPr sz="1200" b="0" i="0">
                <a:solidFill>
                  <a:schemeClr val="accent4"/>
                </a:solidFill>
                <a:latin typeface="Arial" panose="020B0604020202020204" pitchFamily="34" charset="0"/>
              </a:defRPr>
            </a:lvl1pPr>
          </a:lstStyle>
          <a:p>
            <a:pPr lvl="0"/>
            <a:r>
              <a:rPr lang="en-GB"/>
              <a:t>Click to add page subheading</a:t>
            </a:r>
          </a:p>
        </p:txBody>
      </p:sp>
      <p:sp>
        <p:nvSpPr>
          <p:cNvPr id="6" name="Footer Placeholder 5">
            <a:extLst>
              <a:ext uri="{FF2B5EF4-FFF2-40B4-BE49-F238E27FC236}">
                <a16:creationId xmlns:a16="http://schemas.microsoft.com/office/drawing/2014/main" id="{62CFA3F6-7C5D-CD85-AE2C-97109F0A4217}"/>
              </a:ext>
            </a:extLst>
          </p:cNvPr>
          <p:cNvSpPr>
            <a:spLocks noGrp="1"/>
          </p:cNvSpPr>
          <p:nvPr>
            <p:ph type="ftr" sz="quarter" idx="11"/>
          </p:nvPr>
        </p:nvSpPr>
        <p:spPr>
          <a:xfrm>
            <a:off x="341570" y="4729656"/>
            <a:ext cx="8006316" cy="80791"/>
          </a:xfrm>
          <a:prstGeom prst="rect">
            <a:avLst/>
          </a:prstGeom>
        </p:spPr>
        <p:txBody>
          <a:bodyPr lIns="0" anchor="t"/>
          <a:lstStyle>
            <a:lvl1pPr algn="l">
              <a:defRPr sz="525" b="0" i="0">
                <a:solidFill>
                  <a:schemeClr val="accent6"/>
                </a:solidFill>
                <a:latin typeface="Arial" panose="020B0604020202020204" pitchFamily="34" charset="0"/>
              </a:defRPr>
            </a:lvl1pPr>
          </a:lstStyle>
          <a:p>
            <a:r>
              <a:rPr lang="en-US"/>
              <a:t>20/09/2023</a:t>
            </a:r>
          </a:p>
        </p:txBody>
      </p:sp>
      <p:sp>
        <p:nvSpPr>
          <p:cNvPr id="7" name="Slide Number Placeholder 6">
            <a:extLst>
              <a:ext uri="{FF2B5EF4-FFF2-40B4-BE49-F238E27FC236}">
                <a16:creationId xmlns:a16="http://schemas.microsoft.com/office/drawing/2014/main" id="{8DBD9052-A760-B435-40CF-0E863849E274}"/>
              </a:ext>
            </a:extLst>
          </p:cNvPr>
          <p:cNvSpPr>
            <a:spLocks noGrp="1"/>
          </p:cNvSpPr>
          <p:nvPr>
            <p:ph type="sldNum" sz="quarter" idx="12"/>
          </p:nvPr>
        </p:nvSpPr>
        <p:spPr>
          <a:xfrm>
            <a:off x="8706679" y="4942443"/>
            <a:ext cx="105798" cy="103875"/>
          </a:xfrm>
          <a:prstGeom prst="rect">
            <a:avLst/>
          </a:prstGeom>
        </p:spPr>
        <p:txBody>
          <a:bodyPr/>
          <a:lstStyle>
            <a:lvl1pPr algn="r">
              <a:defRPr sz="675" b="0" i="0">
                <a:solidFill>
                  <a:schemeClr val="accent4"/>
                </a:solidFill>
                <a:latin typeface="Arial" panose="020B0604020202020204" pitchFamily="34" charset="0"/>
              </a:defRPr>
            </a:lvl1pPr>
          </a:lstStyle>
          <a:p>
            <a:fld id="{B3A3ADA1-2D0B-824E-9A05-9AED4CF7F218}" type="slidenum">
              <a:rPr lang="en-US" smtClean="0"/>
              <a:pPr/>
              <a:t>‹#›</a:t>
            </a:fld>
            <a:endParaRPr lang="en-US"/>
          </a:p>
        </p:txBody>
      </p:sp>
      <p:sp>
        <p:nvSpPr>
          <p:cNvPr id="8" name="Content Placeholder 2">
            <a:extLst>
              <a:ext uri="{FF2B5EF4-FFF2-40B4-BE49-F238E27FC236}">
                <a16:creationId xmlns:a16="http://schemas.microsoft.com/office/drawing/2014/main" id="{FDE52DC4-8890-6FFB-1B0D-66A5B33C221C}"/>
              </a:ext>
            </a:extLst>
          </p:cNvPr>
          <p:cNvSpPr>
            <a:spLocks noGrp="1"/>
          </p:cNvSpPr>
          <p:nvPr>
            <p:ph sz="half" idx="1" hasCustomPrompt="1"/>
          </p:nvPr>
        </p:nvSpPr>
        <p:spPr>
          <a:xfrm>
            <a:off x="341571" y="1034292"/>
            <a:ext cx="8470905" cy="3375943"/>
          </a:xfrm>
          <a:prstGeom prst="rect">
            <a:avLst/>
          </a:prstGeom>
        </p:spPr>
        <p:txBody>
          <a:bodyPr lIns="0">
            <a:normAutofit/>
          </a:bodyPr>
          <a:lstStyle>
            <a:lvl1pPr>
              <a:buClr>
                <a:schemeClr val="accent4"/>
              </a:buClr>
              <a:defRPr sz="1050" b="0" i="0">
                <a:solidFill>
                  <a:schemeClr val="accent3"/>
                </a:solidFill>
                <a:latin typeface="Arial" panose="020B0604020202020204" pitchFamily="34" charset="0"/>
              </a:defRPr>
            </a:lvl1pPr>
            <a:lvl2pPr>
              <a:buClr>
                <a:schemeClr val="accent4"/>
              </a:buClr>
              <a:defRPr sz="1050" b="0" i="0">
                <a:latin typeface="Arial" panose="020B0604020202020204" pitchFamily="34" charset="0"/>
              </a:defRPr>
            </a:lvl2pPr>
            <a:lvl3pPr>
              <a:defRPr sz="1350"/>
            </a:lvl3pPr>
            <a:lvl4pPr>
              <a:defRPr sz="1200"/>
            </a:lvl4pPr>
            <a:lvl5pPr>
              <a:defRPr sz="1200"/>
            </a:lvl5pPr>
          </a:lstStyle>
          <a:p>
            <a:pPr lvl="0"/>
            <a:r>
              <a:rPr lang="en-GB"/>
              <a:t>Click to add content or copy</a:t>
            </a:r>
          </a:p>
          <a:p>
            <a:pPr lvl="1"/>
            <a:endParaRPr lang="en-US"/>
          </a:p>
        </p:txBody>
      </p:sp>
      <p:pic>
        <p:nvPicPr>
          <p:cNvPr id="9" name="Picture 8">
            <a:extLst>
              <a:ext uri="{FF2B5EF4-FFF2-40B4-BE49-F238E27FC236}">
                <a16:creationId xmlns:a16="http://schemas.microsoft.com/office/drawing/2014/main" id="{9660C921-5213-4DE0-B7CA-2F8AF2DBB7AD}"/>
              </a:ext>
            </a:extLst>
          </p:cNvPr>
          <p:cNvPicPr>
            <a:picLocks noChangeAspect="1"/>
          </p:cNvPicPr>
          <p:nvPr userDrawn="1"/>
        </p:nvPicPr>
        <p:blipFill>
          <a:blip r:embed="rId3"/>
          <a:srcRect/>
          <a:stretch/>
        </p:blipFill>
        <p:spPr>
          <a:xfrm>
            <a:off x="6874852" y="125936"/>
            <a:ext cx="1937986" cy="566107"/>
          </a:xfrm>
          <a:prstGeom prst="rect">
            <a:avLst/>
          </a:prstGeom>
        </p:spPr>
      </p:pic>
    </p:spTree>
    <p:extLst>
      <p:ext uri="{BB962C8B-B14F-4D97-AF65-F5344CB8AC3E}">
        <p14:creationId xmlns:p14="http://schemas.microsoft.com/office/powerpoint/2010/main" val="3328607124"/>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p:cSld name="Content slide 0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E1D6305-56CD-DB94-7C31-9F060FBC6A0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9BDD6C1D-04CC-25E8-4080-70D4C41347D7}"/>
              </a:ext>
            </a:extLst>
          </p:cNvPr>
          <p:cNvSpPr>
            <a:spLocks noGrp="1"/>
          </p:cNvSpPr>
          <p:nvPr>
            <p:ph type="title" hasCustomPrompt="1"/>
          </p:nvPr>
        </p:nvSpPr>
        <p:spPr>
          <a:xfrm>
            <a:off x="341571" y="229352"/>
            <a:ext cx="8471491" cy="571154"/>
          </a:xfrm>
          <a:prstGeom prst="rect">
            <a:avLst/>
          </a:prstGeom>
        </p:spPr>
        <p:txBody>
          <a:bodyPr lIns="0" anchor="t">
            <a:noAutofit/>
          </a:bodyPr>
          <a:lstStyle>
            <a:lvl1pPr>
              <a:defRPr sz="2100" b="1" i="0">
                <a:solidFill>
                  <a:schemeClr val="accent3"/>
                </a:solidFill>
                <a:latin typeface="+mn-lt"/>
              </a:defRPr>
            </a:lvl1pPr>
          </a:lstStyle>
          <a:p>
            <a:r>
              <a:rPr lang="en-GB"/>
              <a:t>Click to add content page heading </a:t>
            </a:r>
            <a:endParaRPr lang="en-US"/>
          </a:p>
        </p:txBody>
      </p:sp>
      <p:sp>
        <p:nvSpPr>
          <p:cNvPr id="3" name="Content Placeholder 2">
            <a:extLst>
              <a:ext uri="{FF2B5EF4-FFF2-40B4-BE49-F238E27FC236}">
                <a16:creationId xmlns:a16="http://schemas.microsoft.com/office/drawing/2014/main" id="{3CAA49A1-E985-A4F5-6BF7-0EBB8DB57E1F}"/>
              </a:ext>
            </a:extLst>
          </p:cNvPr>
          <p:cNvSpPr>
            <a:spLocks noGrp="1"/>
          </p:cNvSpPr>
          <p:nvPr>
            <p:ph sz="half" idx="1" hasCustomPrompt="1"/>
          </p:nvPr>
        </p:nvSpPr>
        <p:spPr>
          <a:xfrm>
            <a:off x="341571" y="1034292"/>
            <a:ext cx="4149356" cy="3375943"/>
          </a:xfrm>
          <a:prstGeom prst="rect">
            <a:avLst/>
          </a:prstGeom>
        </p:spPr>
        <p:txBody>
          <a:bodyPr lIns="0">
            <a:normAutofit/>
          </a:bodyPr>
          <a:lstStyle>
            <a:lvl1pPr>
              <a:buClr>
                <a:schemeClr val="accent1"/>
              </a:buClr>
              <a:defRPr sz="1350" b="0" i="0">
                <a:solidFill>
                  <a:schemeClr val="accent3"/>
                </a:solidFill>
                <a:latin typeface="+mn-lt"/>
              </a:defRPr>
            </a:lvl1pPr>
            <a:lvl2pPr>
              <a:buClr>
                <a:schemeClr val="accent1"/>
              </a:buClr>
              <a:defRPr sz="1350" b="0" i="0">
                <a:latin typeface="+mn-lt"/>
              </a:defRPr>
            </a:lvl2pPr>
            <a:lvl3pPr>
              <a:defRPr sz="1350"/>
            </a:lvl3pPr>
            <a:lvl4pPr>
              <a:defRPr sz="1200"/>
            </a:lvl4pPr>
            <a:lvl5pPr>
              <a:defRPr sz="1200"/>
            </a:lvl5pPr>
          </a:lstStyle>
          <a:p>
            <a:pPr lvl="0"/>
            <a:r>
              <a:rPr lang="en-GB"/>
              <a:t>Click to add content or copy</a:t>
            </a:r>
          </a:p>
          <a:p>
            <a:pPr lvl="1"/>
            <a:endParaRPr lang="en-US"/>
          </a:p>
        </p:txBody>
      </p:sp>
      <p:sp>
        <p:nvSpPr>
          <p:cNvPr id="12" name="Content Placeholder 2">
            <a:extLst>
              <a:ext uri="{FF2B5EF4-FFF2-40B4-BE49-F238E27FC236}">
                <a16:creationId xmlns:a16="http://schemas.microsoft.com/office/drawing/2014/main" id="{55B897CC-28DB-D9B6-235C-225869D31BF3}"/>
              </a:ext>
            </a:extLst>
          </p:cNvPr>
          <p:cNvSpPr>
            <a:spLocks noGrp="1"/>
          </p:cNvSpPr>
          <p:nvPr>
            <p:ph sz="half" idx="13" hasCustomPrompt="1"/>
          </p:nvPr>
        </p:nvSpPr>
        <p:spPr>
          <a:xfrm>
            <a:off x="4663706" y="1034292"/>
            <a:ext cx="4149356" cy="3375943"/>
          </a:xfrm>
          <a:prstGeom prst="rect">
            <a:avLst/>
          </a:prstGeom>
        </p:spPr>
        <p:txBody>
          <a:bodyPr lIns="0">
            <a:normAutofit/>
          </a:bodyPr>
          <a:lstStyle>
            <a:lvl1pPr>
              <a:buClr>
                <a:schemeClr val="accent1"/>
              </a:buClr>
              <a:defRPr sz="1350" b="0" i="0">
                <a:solidFill>
                  <a:schemeClr val="accent3"/>
                </a:solidFill>
                <a:latin typeface="+mn-lt"/>
              </a:defRPr>
            </a:lvl1pPr>
            <a:lvl2pPr>
              <a:buClr>
                <a:schemeClr val="accent1"/>
              </a:buClr>
              <a:defRPr sz="1350" b="0" i="0">
                <a:latin typeface="+mn-lt"/>
              </a:defRPr>
            </a:lvl2pPr>
          </a:lstStyle>
          <a:p>
            <a:pPr lvl="0"/>
            <a:r>
              <a:rPr lang="en-GB"/>
              <a:t>Click to add content or copy</a:t>
            </a:r>
          </a:p>
          <a:p>
            <a:pPr lvl="1"/>
            <a:endParaRPr lang="en-US"/>
          </a:p>
        </p:txBody>
      </p:sp>
      <p:sp>
        <p:nvSpPr>
          <p:cNvPr id="14" name="Text Placeholder 13">
            <a:extLst>
              <a:ext uri="{FF2B5EF4-FFF2-40B4-BE49-F238E27FC236}">
                <a16:creationId xmlns:a16="http://schemas.microsoft.com/office/drawing/2014/main" id="{BA4B0AC5-F29D-E7DE-51E7-A9B5E98AD256}"/>
              </a:ext>
            </a:extLst>
          </p:cNvPr>
          <p:cNvSpPr>
            <a:spLocks noGrp="1"/>
          </p:cNvSpPr>
          <p:nvPr>
            <p:ph type="body" sz="quarter" idx="14" hasCustomPrompt="1"/>
          </p:nvPr>
        </p:nvSpPr>
        <p:spPr>
          <a:xfrm>
            <a:off x="341710" y="552103"/>
            <a:ext cx="8470905" cy="248403"/>
          </a:xfrm>
          <a:prstGeom prst="rect">
            <a:avLst/>
          </a:prstGeom>
        </p:spPr>
        <p:txBody>
          <a:bodyPr lIns="0" anchor="ctr">
            <a:noAutofit/>
          </a:bodyPr>
          <a:lstStyle>
            <a:lvl1pPr marL="0" indent="0">
              <a:buNone/>
              <a:defRPr sz="1200" b="0" i="0">
                <a:solidFill>
                  <a:schemeClr val="accent1"/>
                </a:solidFill>
                <a:latin typeface="+mn-lt"/>
              </a:defRPr>
            </a:lvl1pPr>
          </a:lstStyle>
          <a:p>
            <a:pPr lvl="0"/>
            <a:r>
              <a:rPr lang="en-GB"/>
              <a:t>Click to add page subheading</a:t>
            </a:r>
          </a:p>
        </p:txBody>
      </p:sp>
      <p:pic>
        <p:nvPicPr>
          <p:cNvPr id="4" name="Picture 3" descr="Logo&#10;&#10;Description automatically generated">
            <a:extLst>
              <a:ext uri="{FF2B5EF4-FFF2-40B4-BE49-F238E27FC236}">
                <a16:creationId xmlns:a16="http://schemas.microsoft.com/office/drawing/2014/main" id="{339C7FE0-00A4-5B65-1271-280C8B58AD2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629400" y="137161"/>
            <a:ext cx="2247900" cy="541904"/>
          </a:xfrm>
          <a:prstGeom prst="rect">
            <a:avLst/>
          </a:prstGeom>
        </p:spPr>
      </p:pic>
      <p:sp>
        <p:nvSpPr>
          <p:cNvPr id="11" name="Slide Number Placeholder 6">
            <a:extLst>
              <a:ext uri="{FF2B5EF4-FFF2-40B4-BE49-F238E27FC236}">
                <a16:creationId xmlns:a16="http://schemas.microsoft.com/office/drawing/2014/main" id="{55D42B6B-8A77-480F-AF56-45A6784855DA}"/>
              </a:ext>
            </a:extLst>
          </p:cNvPr>
          <p:cNvSpPr>
            <a:spLocks noGrp="1"/>
          </p:cNvSpPr>
          <p:nvPr>
            <p:ph type="sldNum" sz="quarter" idx="4"/>
          </p:nvPr>
        </p:nvSpPr>
        <p:spPr>
          <a:xfrm>
            <a:off x="8706679" y="4803689"/>
            <a:ext cx="105798" cy="103875"/>
          </a:xfrm>
          <a:prstGeom prst="rect">
            <a:avLst/>
          </a:prstGeom>
        </p:spPr>
        <p:txBody>
          <a:bodyPr anchor="ctr"/>
          <a:lstStyle>
            <a:lvl1pPr algn="r">
              <a:defRPr sz="675" b="0" i="0">
                <a:solidFill>
                  <a:schemeClr val="accent1"/>
                </a:solidFill>
                <a:latin typeface="Arial" panose="020B0604020202020204" pitchFamily="34" charset="0"/>
              </a:defRPr>
            </a:lvl1pPr>
          </a:lstStyle>
          <a:p>
            <a:fld id="{30A9AB0C-0590-434A-95FD-435A435C6ED1}" type="slidenum">
              <a:rPr lang="en-GB" smtClean="0"/>
              <a:t>‹#›</a:t>
            </a:fld>
            <a:endParaRPr lang="en-GB"/>
          </a:p>
        </p:txBody>
      </p:sp>
      <p:sp>
        <p:nvSpPr>
          <p:cNvPr id="13" name="Footer Placeholder 9">
            <a:extLst>
              <a:ext uri="{FF2B5EF4-FFF2-40B4-BE49-F238E27FC236}">
                <a16:creationId xmlns:a16="http://schemas.microsoft.com/office/drawing/2014/main" id="{6B362813-3712-44F6-BC65-768B4D53EEEB}"/>
              </a:ext>
            </a:extLst>
          </p:cNvPr>
          <p:cNvSpPr>
            <a:spLocks noGrp="1"/>
          </p:cNvSpPr>
          <p:nvPr>
            <p:ph type="ftr" sz="quarter" idx="3"/>
          </p:nvPr>
        </p:nvSpPr>
        <p:spPr>
          <a:xfrm>
            <a:off x="341570" y="4685785"/>
            <a:ext cx="8147522" cy="183872"/>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GB"/>
              <a:t>Brightline-2 Regular update</a:t>
            </a:r>
          </a:p>
        </p:txBody>
      </p:sp>
      <p:sp>
        <p:nvSpPr>
          <p:cNvPr id="15" name="Date Placeholder 3">
            <a:extLst>
              <a:ext uri="{FF2B5EF4-FFF2-40B4-BE49-F238E27FC236}">
                <a16:creationId xmlns:a16="http://schemas.microsoft.com/office/drawing/2014/main" id="{F5BC5BCC-8AAE-4C49-A745-9F004D184ED8}"/>
              </a:ext>
            </a:extLst>
          </p:cNvPr>
          <p:cNvSpPr>
            <a:spLocks noGrp="1"/>
          </p:cNvSpPr>
          <p:nvPr>
            <p:ph type="dt" sz="half" idx="2"/>
          </p:nvPr>
        </p:nvSpPr>
        <p:spPr>
          <a:xfrm>
            <a:off x="341570" y="4852140"/>
            <a:ext cx="543739" cy="184666"/>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US"/>
              <a:t>2023-04-17</a:t>
            </a:r>
            <a:endParaRPr lang="en-GB"/>
          </a:p>
        </p:txBody>
      </p:sp>
    </p:spTree>
    <p:extLst>
      <p:ext uri="{BB962C8B-B14F-4D97-AF65-F5344CB8AC3E}">
        <p14:creationId xmlns:p14="http://schemas.microsoft.com/office/powerpoint/2010/main" val="6448993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4937809C-DF92-4755-9591-7AAF987D5CC5}"/>
              </a:ext>
            </a:extLst>
          </p:cNvPr>
          <p:cNvSpPr>
            <a:spLocks noGrp="1"/>
          </p:cNvSpPr>
          <p:nvPr>
            <p:ph type="ftr" sz="quarter" idx="3"/>
          </p:nvPr>
        </p:nvSpPr>
        <p:spPr>
          <a:xfrm>
            <a:off x="593725" y="4731919"/>
            <a:ext cx="7970412" cy="123111"/>
          </a:xfrm>
          <a:prstGeom prst="rect">
            <a:avLst/>
          </a:prstGeom>
        </p:spPr>
        <p:txBody>
          <a:bodyPr vert="horz" lIns="0" tIns="0" rIns="0" bIns="0" rtlCol="0" anchor="t" anchorCtr="0"/>
          <a:lstStyle>
            <a:lvl1pPr algn="l">
              <a:defRPr sz="800" baseline="0">
                <a:solidFill>
                  <a:schemeClr val="tx1"/>
                </a:solidFill>
                <a:latin typeface="Arial" panose="020B0604020202020204" pitchFamily="34" charset="0"/>
              </a:defRPr>
            </a:lvl1pPr>
          </a:lstStyle>
          <a:p>
            <a:pPr defTabSz="685800">
              <a:defRPr/>
            </a:pPr>
            <a:r>
              <a:rPr lang="en-US">
                <a:solidFill>
                  <a:prstClr val="black"/>
                </a:solidFill>
              </a:rPr>
              <a:t>BI 1831169 Chinese Phase I study (1456.5) CEC</a:t>
            </a:r>
          </a:p>
        </p:txBody>
      </p:sp>
    </p:spTree>
    <p:extLst>
      <p:ext uri="{BB962C8B-B14F-4D97-AF65-F5344CB8AC3E}">
        <p14:creationId xmlns:p14="http://schemas.microsoft.com/office/powerpoint/2010/main" val="21445798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71"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10875945"/>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276999"/>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3970" indent="-161992">
              <a:defRPr sz="900">
                <a:solidFill>
                  <a:schemeClr val="tx2"/>
                </a:solidFill>
              </a:defRPr>
            </a:lvl5pPr>
            <a:lvl6pPr marL="593970" indent="-161992">
              <a:defRPr sz="900">
                <a:solidFill>
                  <a:schemeClr val="tx2"/>
                </a:solidFill>
              </a:defRPr>
            </a:lvl6pPr>
            <a:lvl7pPr marL="593970" indent="-161992">
              <a:defRPr sz="900">
                <a:solidFill>
                  <a:schemeClr val="tx2"/>
                </a:solidFill>
              </a:defRPr>
            </a:lvl7pPr>
            <a:lvl8pPr marL="593970" indent="-161992">
              <a:defRPr sz="900">
                <a:solidFill>
                  <a:schemeClr val="tx2"/>
                </a:solidFill>
              </a:defRPr>
            </a:lvl8pPr>
            <a:lvl9pPr marL="593970" indent="-161992">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3"/>
            <a:ext cx="926100" cy="279545"/>
          </a:xfrm>
          <a:prstGeom prst="rect">
            <a:avLst/>
          </a:prstGeom>
        </p:spPr>
      </p:pic>
    </p:spTree>
    <p:extLst>
      <p:ext uri="{BB962C8B-B14F-4D97-AF65-F5344CB8AC3E}">
        <p14:creationId xmlns:p14="http://schemas.microsoft.com/office/powerpoint/2010/main" val="1813259561"/>
      </p:ext>
    </p:extLst>
  </p:cSld>
  <p:clrMapOvr>
    <a:masterClrMapping/>
  </p:clrMapOvr>
  <p:extLst>
    <p:ext uri="{DCECCB84-F9BA-43D5-87BE-67443E8EF086}">
      <p15:sldGuideLst xmlns:p15="http://schemas.microsoft.com/office/powerpoint/2012/main"/>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Tree>
    <p:extLst>
      <p:ext uri="{BB962C8B-B14F-4D97-AF65-F5344CB8AC3E}">
        <p14:creationId xmlns:p14="http://schemas.microsoft.com/office/powerpoint/2010/main" val="2448102611"/>
      </p:ext>
    </p:extLst>
  </p:cSld>
  <p:clrMapOvr>
    <a:masterClrMapping/>
  </p:clrMapOvr>
  <p:extLst>
    <p:ext uri="{DCECCB84-F9BA-43D5-87BE-67443E8EF086}">
      <p15:sldGuideLst xmlns:p15="http://schemas.microsoft.com/office/powerpoint/2012/main"/>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074804580"/>
      </p:ext>
    </p:extLst>
  </p:cSld>
  <p:clrMapOvr>
    <a:masterClrMapping/>
  </p:clrMapOvr>
  <p:extLst>
    <p:ext uri="{DCECCB84-F9BA-43D5-87BE-67443E8EF086}">
      <p15:sldGuideLst xmlns:p15="http://schemas.microsoft.com/office/powerpoint/2012/main"/>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40397000"/>
      </p:ext>
    </p:extLst>
  </p:cSld>
  <p:clrMapOvr>
    <a:masterClrMapping/>
  </p:clrMapOvr>
  <p:extLst>
    <p:ext uri="{DCECCB84-F9BA-43D5-87BE-67443E8EF086}">
      <p15:sldGuideLst xmlns:p15="http://schemas.microsoft.com/office/powerpoint/2012/main"/>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731708576"/>
      </p:ext>
    </p:extLst>
  </p:cSld>
  <p:clrMapOvr>
    <a:masterClrMapping/>
  </p:clrMapOvr>
  <p:extLst>
    <p:ext uri="{DCECCB84-F9BA-43D5-87BE-67443E8EF086}">
      <p15:sldGuideLst xmlns:p15="http://schemas.microsoft.com/office/powerpoint/2012/main"/>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001037730"/>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69" y="1059657"/>
            <a:ext cx="8424863" cy="3402806"/>
          </a:xfrm>
        </p:spPr>
        <p:txBody>
          <a:bodyPr/>
          <a:lstStyle>
            <a:lvl1pPr marL="270000" indent="-270000">
              <a:spcBef>
                <a:spcPts val="1350"/>
              </a:spcBef>
              <a:buFont typeface="+mj-lt"/>
              <a:buAutoNum type="arabicPeriod"/>
              <a:defRPr sz="1500"/>
            </a:lvl1pPr>
            <a:lvl2pPr marL="405000" indent="-135000">
              <a:spcBef>
                <a:spcPts val="150"/>
              </a:spcBef>
              <a:spcAft>
                <a:spcPts val="150"/>
              </a:spcAft>
              <a:buFont typeface="Arial" panose="020B0604020202020204" pitchFamily="34" charset="0"/>
              <a:buChar char="•"/>
              <a:defRPr/>
            </a:lvl2pPr>
            <a:lvl3pPr marL="405000" indent="-135000">
              <a:spcBef>
                <a:spcPts val="150"/>
              </a:spcBef>
              <a:spcAft>
                <a:spcPts val="150"/>
              </a:spcAft>
              <a:buFont typeface="Arial" panose="020B0604020202020204" pitchFamily="34" charset="0"/>
              <a:buChar char="•"/>
              <a:defRPr/>
            </a:lvl3pPr>
            <a:lvl4pPr marL="405000" indent="-135000">
              <a:spcBef>
                <a:spcPts val="150"/>
              </a:spcBef>
              <a:spcAft>
                <a:spcPts val="150"/>
              </a:spcAft>
              <a:buFont typeface="Arial" panose="020B0604020202020204" pitchFamily="34" charset="0"/>
              <a:buChar char="•"/>
              <a:defRPr/>
            </a:lvl4pPr>
            <a:lvl5pPr marL="405000" indent="-135000">
              <a:spcBef>
                <a:spcPts val="150"/>
              </a:spcBef>
              <a:spcAft>
                <a:spcPts val="150"/>
              </a:spcAft>
              <a:buFont typeface="Arial" panose="020B0604020202020204" pitchFamily="34" charset="0"/>
              <a:buChar char="•"/>
              <a:defRPr sz="1200"/>
            </a:lvl5pPr>
            <a:lvl6pPr marL="405000" indent="-135000">
              <a:spcBef>
                <a:spcPts val="150"/>
              </a:spcBef>
              <a:spcAft>
                <a:spcPts val="150"/>
              </a:spcAft>
              <a:buFont typeface="Arial" panose="020B0604020202020204" pitchFamily="34" charset="0"/>
              <a:buChar char="•"/>
              <a:defRPr sz="1200"/>
            </a:lvl6pPr>
            <a:lvl7pPr marL="405000" indent="-135000">
              <a:spcBef>
                <a:spcPts val="150"/>
              </a:spcBef>
              <a:spcAft>
                <a:spcPts val="150"/>
              </a:spcAft>
              <a:buFont typeface="Arial" panose="020B0604020202020204" pitchFamily="34" charset="0"/>
              <a:buChar char="•"/>
              <a:defRPr sz="1200"/>
            </a:lvl7pPr>
            <a:lvl8pPr marL="405000" indent="-135000">
              <a:spcBef>
                <a:spcPts val="150"/>
              </a:spcBef>
              <a:spcAft>
                <a:spcPts val="150"/>
              </a:spcAft>
              <a:buFont typeface="Arial" panose="020B0604020202020204" pitchFamily="34" charset="0"/>
              <a:buChar char="•"/>
              <a:defRPr sz="1200"/>
            </a:lvl8pPr>
            <a:lvl9pPr marL="405000" indent="-135000">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097579843"/>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3572877827"/>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931283682"/>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70460615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69" y="1059656"/>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9"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236970198"/>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69"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549831772"/>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3998891901"/>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1657541551"/>
      </p:ext>
    </p:extLst>
  </p:cSld>
  <p:clrMapOvr>
    <a:masterClrMapping/>
  </p:clrMapOvr>
  <p:extLst>
    <p:ext uri="{DCECCB84-F9BA-43D5-87BE-67443E8EF086}">
      <p15:sldGuideLst xmlns:p15="http://schemas.microsoft.com/office/powerpoint/2012/main"/>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264413040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2311114145"/>
      </p:ext>
    </p:extLst>
  </p:cSld>
  <p:clrMapOvr>
    <a:masterClrMapping/>
  </p:clrMapOvr>
  <p:extLst>
    <p:ext uri="{DCECCB84-F9BA-43D5-87BE-67443E8EF086}">
      <p15:sldGuideLst xmlns:p15="http://schemas.microsoft.com/office/powerpoint/2012/main"/>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75642437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39165629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6"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79"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0178367"/>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7"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06622988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7"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69410508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81313559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01198454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91162706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8"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24072107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7"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35898740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a picture in the background</a:t>
            </a:r>
            <a:endParaRPr lang="en-US" sz="600" b="1">
              <a:solidFill>
                <a:srgbClr val="076D7E"/>
              </a:solidFill>
              <a:latin typeface="+mj-lt"/>
            </a:endParaRPr>
          </a:p>
        </p:txBody>
      </p:sp>
    </p:spTree>
    <p:extLst>
      <p:ext uri="{BB962C8B-B14F-4D97-AF65-F5344CB8AC3E}">
        <p14:creationId xmlns:p14="http://schemas.microsoft.com/office/powerpoint/2010/main" val="245408839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21098027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172547579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2075996651"/>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196685520"/>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821464674"/>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8"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5"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155344876"/>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359569"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359569"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356627" y="4272939"/>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356628"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pPr marL="0" indent="0" algn="l">
                <a:buFont typeface="Arial" panose="020B0604020202020204" pitchFamily="34" charset="0"/>
                <a:buNone/>
              </a:pPr>
              <a:t>2024</a:t>
            </a:fld>
            <a:r>
              <a:rPr lang="en-US" sz="675"/>
              <a:t> Boehringer Ingelheim International GmbH. All rights reserved.</a:t>
            </a:r>
          </a:p>
        </p:txBody>
      </p:sp>
    </p:spTree>
    <p:extLst>
      <p:ext uri="{BB962C8B-B14F-4D97-AF65-F5344CB8AC3E}">
        <p14:creationId xmlns:p14="http://schemas.microsoft.com/office/powerpoint/2010/main" val="986295753"/>
      </p:ext>
    </p:extLst>
  </p:cSld>
  <p:clrMapOvr>
    <a:masterClrMapping/>
  </p:clrMapOvr>
  <p:extLst>
    <p:ext uri="{DCECCB84-F9BA-43D5-87BE-67443E8EF086}">
      <p15:sldGuideLst xmlns:p15="http://schemas.microsoft.com/office/powerpoint/2012/main"/>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pPr defTabSz="685800">
              <a:defRPr/>
            </a:pPr>
            <a:r>
              <a:rPr lang="en-US">
                <a:solidFill>
                  <a:srgbClr val="08312A"/>
                </a:solidFill>
              </a:rPr>
              <a:t>Oncology TALC: Guide for Presenting Teams (Q4 2023)    |    ONLY FOR INTERNAL USE</a:t>
            </a:r>
          </a:p>
        </p:txBody>
      </p:sp>
    </p:spTree>
    <p:extLst>
      <p:ext uri="{BB962C8B-B14F-4D97-AF65-F5344CB8AC3E}">
        <p14:creationId xmlns:p14="http://schemas.microsoft.com/office/powerpoint/2010/main" val="65013557"/>
      </p:ext>
    </p:extLst>
  </p:cSld>
  <p:clrMapOvr>
    <a:masterClrMapping/>
  </p:clrMapOvr>
  <p:extLst>
    <p:ext uri="{DCECCB84-F9BA-43D5-87BE-67443E8EF086}">
      <p15:sldGuideLst xmlns:p15="http://schemas.microsoft.com/office/powerpoint/2012/main"/>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pPr defTabSz="685800">
              <a:defRPr/>
            </a:pPr>
            <a:r>
              <a:rPr lang="en-US">
                <a:solidFill>
                  <a:prstClr val="white"/>
                </a:solidFill>
              </a:rPr>
              <a:t>Oncology TALC: Guide for Presenting Teams (Q4 2023)    |    ONLY FOR INTERNAL USE</a:t>
            </a:r>
          </a:p>
        </p:txBody>
      </p:sp>
    </p:spTree>
    <p:extLst>
      <p:ext uri="{BB962C8B-B14F-4D97-AF65-F5344CB8AC3E}">
        <p14:creationId xmlns:p14="http://schemas.microsoft.com/office/powerpoint/2010/main" val="3913234305"/>
      </p:ext>
    </p:extLst>
  </p:cSld>
  <p:clrMapOvr>
    <a:masterClrMapping/>
  </p:clrMapOvr>
  <p:extLst>
    <p:ext uri="{DCECCB84-F9BA-43D5-87BE-67443E8EF086}">
      <p15:sldGuideLst xmlns:p15="http://schemas.microsoft.com/office/powerpoint/2012/main"/>
    </p:ext>
  </p:extLs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pPr defTabSz="685800">
              <a:defRPr/>
            </a:pPr>
            <a:r>
              <a:rPr lang="en-US">
                <a:solidFill>
                  <a:prstClr val="white"/>
                </a:solidFill>
              </a:rPr>
              <a:t>Oncology TALC: Guide for Presenting Teams (Q4 2023)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Tree>
    <p:extLst>
      <p:ext uri="{BB962C8B-B14F-4D97-AF65-F5344CB8AC3E}">
        <p14:creationId xmlns:p14="http://schemas.microsoft.com/office/powerpoint/2010/main" val="1755543439"/>
      </p:ext>
    </p:extLst>
  </p:cSld>
  <p:clrMapOvr>
    <a:masterClrMapping/>
  </p:clrMapOvr>
  <p:extLst>
    <p:ext uri="{DCECCB84-F9BA-43D5-87BE-67443E8EF086}">
      <p15:sldGuideLst xmlns:p15="http://schemas.microsoft.com/office/powerpoint/2012/main"/>
    </p:ext>
  </p:extLs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pPr defTabSz="685800">
              <a:defRPr/>
            </a:pPr>
            <a:r>
              <a:rPr lang="en-US">
                <a:solidFill>
                  <a:srgbClr val="08312A"/>
                </a:solidFill>
              </a:rPr>
              <a:t>Oncology TALC: Guide for Presenting Teams (Q4 2023)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Tree>
    <p:extLst>
      <p:ext uri="{BB962C8B-B14F-4D97-AF65-F5344CB8AC3E}">
        <p14:creationId xmlns:p14="http://schemas.microsoft.com/office/powerpoint/2010/main" val="3990486380"/>
      </p:ext>
    </p:extLst>
  </p:cSld>
  <p:clrMapOvr>
    <a:masterClrMapping/>
  </p:clrMapOvr>
  <p:extLst>
    <p:ext uri="{DCECCB84-F9BA-43D5-87BE-67443E8EF086}">
      <p15:sldGuideLst xmlns:p15="http://schemas.microsoft.com/office/powerpoint/2012/main"/>
    </p:ext>
  </p:extLs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pPr defTabSz="685800">
              <a:defRPr/>
            </a:pPr>
            <a:r>
              <a:rPr lang="en-US">
                <a:solidFill>
                  <a:prstClr val="white"/>
                </a:solidFill>
              </a:rPr>
              <a:t>Oncology TALC: Guide for Presenting Teams (Q4 2023)    |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Tree>
    <p:extLst>
      <p:ext uri="{BB962C8B-B14F-4D97-AF65-F5344CB8AC3E}">
        <p14:creationId xmlns:p14="http://schemas.microsoft.com/office/powerpoint/2010/main" val="12765139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69" y="1059657"/>
            <a:ext cx="8424863" cy="3402806"/>
          </a:xfrm>
        </p:spPr>
        <p:txBody>
          <a:bodyPr/>
          <a:lstStyle>
            <a:lvl1pPr marL="270000" indent="-270000">
              <a:spcBef>
                <a:spcPts val="1350"/>
              </a:spcBef>
              <a:buFont typeface="+mj-lt"/>
              <a:buAutoNum type="arabicPeriod"/>
              <a:defRPr sz="1500"/>
            </a:lvl1pPr>
            <a:lvl2pPr marL="405000" indent="-135000">
              <a:spcBef>
                <a:spcPts val="150"/>
              </a:spcBef>
              <a:spcAft>
                <a:spcPts val="150"/>
              </a:spcAft>
              <a:buFont typeface="Arial" panose="020B0604020202020204" pitchFamily="34" charset="0"/>
              <a:buChar char="•"/>
              <a:defRPr/>
            </a:lvl2pPr>
            <a:lvl3pPr marL="405000" indent="-135000">
              <a:spcBef>
                <a:spcPts val="150"/>
              </a:spcBef>
              <a:spcAft>
                <a:spcPts val="150"/>
              </a:spcAft>
              <a:buFont typeface="Arial" panose="020B0604020202020204" pitchFamily="34" charset="0"/>
              <a:buChar char="•"/>
              <a:defRPr/>
            </a:lvl3pPr>
            <a:lvl4pPr marL="405000" indent="-135000">
              <a:spcBef>
                <a:spcPts val="150"/>
              </a:spcBef>
              <a:spcAft>
                <a:spcPts val="150"/>
              </a:spcAft>
              <a:buFont typeface="Arial" panose="020B0604020202020204" pitchFamily="34" charset="0"/>
              <a:buChar char="•"/>
              <a:defRPr/>
            </a:lvl4pPr>
            <a:lvl5pPr marL="405000" indent="-135000">
              <a:spcBef>
                <a:spcPts val="150"/>
              </a:spcBef>
              <a:spcAft>
                <a:spcPts val="150"/>
              </a:spcAft>
              <a:buFont typeface="Arial" panose="020B0604020202020204" pitchFamily="34" charset="0"/>
              <a:buChar char="•"/>
              <a:defRPr sz="1200"/>
            </a:lvl5pPr>
            <a:lvl6pPr marL="405000" indent="-135000">
              <a:spcBef>
                <a:spcPts val="150"/>
              </a:spcBef>
              <a:spcAft>
                <a:spcPts val="150"/>
              </a:spcAft>
              <a:buFont typeface="Arial" panose="020B0604020202020204" pitchFamily="34" charset="0"/>
              <a:buChar char="•"/>
              <a:defRPr sz="1200"/>
            </a:lvl6pPr>
            <a:lvl7pPr marL="405000" indent="-135000">
              <a:spcBef>
                <a:spcPts val="150"/>
              </a:spcBef>
              <a:spcAft>
                <a:spcPts val="150"/>
              </a:spcAft>
              <a:buFont typeface="Arial" panose="020B0604020202020204" pitchFamily="34" charset="0"/>
              <a:buChar char="•"/>
              <a:defRPr sz="1200"/>
            </a:lvl7pPr>
            <a:lvl8pPr marL="405000" indent="-135000">
              <a:spcBef>
                <a:spcPts val="150"/>
              </a:spcBef>
              <a:spcAft>
                <a:spcPts val="150"/>
              </a:spcAft>
              <a:buFont typeface="Arial" panose="020B0604020202020204" pitchFamily="34" charset="0"/>
              <a:buChar char="•"/>
              <a:defRPr sz="1200"/>
            </a:lvl8pPr>
            <a:lvl9pPr marL="405000" indent="-135000">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pPr defTabSz="685800">
              <a:defRPr/>
            </a:pPr>
            <a:r>
              <a:rPr lang="en-US">
                <a:solidFill>
                  <a:srgbClr val="08312A"/>
                </a:solidFill>
              </a:rPr>
              <a:t>Oncology TALC: Guide for Presenting Teams (Q4 2023)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pPr defTabSz="685800">
              <a:defRPr/>
            </a:pPr>
            <a:fld id="{8FF9B0DE-3FEB-4AA0-B465-B80EF7C1333D}" type="slidenum">
              <a:rPr lang="en-US" smtClean="0">
                <a:solidFill>
                  <a:srgbClr val="08312A"/>
                </a:solidFill>
              </a:rPr>
              <a:pPr defTabSz="685800">
                <a:defRPr/>
              </a:pPr>
              <a:t>‹#›</a:t>
            </a:fld>
            <a:endParaRPr lang="en-US">
              <a:solidFill>
                <a:srgbClr val="08312A"/>
              </a:solidFill>
            </a:endParaRPr>
          </a:p>
        </p:txBody>
      </p:sp>
    </p:spTree>
    <p:extLst>
      <p:ext uri="{BB962C8B-B14F-4D97-AF65-F5344CB8AC3E}">
        <p14:creationId xmlns:p14="http://schemas.microsoft.com/office/powerpoint/2010/main" val="1657336273"/>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pPr defTabSz="685800">
              <a:defRPr/>
            </a:pPr>
            <a:fld id="{8FF9B0DE-3FEB-4AA0-B465-B80EF7C1333D}" type="slidenum">
              <a:rPr lang="en-US" smtClean="0">
                <a:solidFill>
                  <a:prstClr val="white"/>
                </a:solidFill>
              </a:rPr>
              <a:pPr defTabSz="685800">
                <a:defRPr/>
              </a:pPr>
              <a:t>‹#›</a:t>
            </a:fld>
            <a:endParaRPr lang="en-US">
              <a:solidFill>
                <a:prstClr val="white"/>
              </a:solidFill>
            </a:endParaRPr>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3172336879"/>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pPr defTabSz="685800">
              <a:defRPr/>
            </a:pPr>
            <a:fld id="{8FF9B0DE-3FEB-4AA0-B465-B80EF7C1333D}" type="slidenum">
              <a:rPr lang="en-US" smtClean="0">
                <a:solidFill>
                  <a:srgbClr val="08312A"/>
                </a:solidFill>
              </a:rPr>
              <a:pPr defTabSz="685800">
                <a:defRPr/>
              </a:pPr>
              <a:t>‹#›</a:t>
            </a:fld>
            <a:endParaRPr lang="en-US">
              <a:solidFill>
                <a:srgbClr val="08312A"/>
              </a:solidFill>
            </a:endParaRPr>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pPr defTabSz="685800">
              <a:defRPr/>
            </a:pPr>
            <a:r>
              <a:rPr lang="en-US">
                <a:solidFill>
                  <a:srgbClr val="08312A"/>
                </a:solidFill>
              </a:rPr>
              <a:t>Oncology TALC: Guide for Presenting Teams (Q4 2023)    |    ONLY FOR INTERNAL USE</a:t>
            </a:r>
          </a:p>
        </p:txBody>
      </p:sp>
    </p:spTree>
    <p:extLst>
      <p:ext uri="{BB962C8B-B14F-4D97-AF65-F5344CB8AC3E}">
        <p14:creationId xmlns:p14="http://schemas.microsoft.com/office/powerpoint/2010/main" val="82882564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pPr defTabSz="685800">
              <a:defRPr/>
            </a:pPr>
            <a:fld id="{8FF9B0DE-3FEB-4AA0-B465-B80EF7C1333D}" type="slidenum">
              <a:rPr lang="en-US" smtClean="0">
                <a:solidFill>
                  <a:prstClr val="white"/>
                </a:solidFill>
              </a:rPr>
              <a:pPr defTabSz="685800">
                <a:defRPr/>
              </a:pPr>
              <a:t>‹#›</a:t>
            </a:fld>
            <a:endParaRPr lang="en-US">
              <a:solidFill>
                <a:prstClr val="white"/>
              </a:solidFill>
            </a:endParaRPr>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spTree>
    <p:extLst>
      <p:ext uri="{BB962C8B-B14F-4D97-AF65-F5344CB8AC3E}">
        <p14:creationId xmlns:p14="http://schemas.microsoft.com/office/powerpoint/2010/main" val="340112115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69" y="1059656"/>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9"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pPr defTabSz="685800">
              <a:defRPr/>
            </a:pPr>
            <a:fld id="{8FF9B0DE-3FEB-4AA0-B465-B80EF7C1333D}" type="slidenum">
              <a:rPr lang="en-US" smtClean="0">
                <a:solidFill>
                  <a:prstClr val="white"/>
                </a:solidFill>
              </a:rPr>
              <a:pPr defTabSz="685800">
                <a:defRPr/>
              </a:pPr>
              <a:t>‹#›</a:t>
            </a:fld>
            <a:endParaRPr lang="en-US">
              <a:solidFill>
                <a:prstClr val="white"/>
              </a:solidFill>
            </a:endParaRPr>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Tree>
    <p:extLst>
      <p:ext uri="{BB962C8B-B14F-4D97-AF65-F5344CB8AC3E}">
        <p14:creationId xmlns:p14="http://schemas.microsoft.com/office/powerpoint/2010/main" val="3956501526"/>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69"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pPr defTabSz="685800">
              <a:defRPr/>
            </a:pPr>
            <a:r>
              <a:rPr lang="en-US">
                <a:solidFill>
                  <a:srgbClr val="08312A"/>
                </a:solidFill>
              </a:rPr>
              <a:t>Oncology TALC: Guide for Presenting Teams (Q4 2023)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pPr defTabSz="685800">
              <a:defRPr/>
            </a:pPr>
            <a:fld id="{DF4E8F9F-5B1F-4F5B-BE49-3245D8C18D9F}" type="slidenum">
              <a:rPr lang="en-US" smtClean="0">
                <a:solidFill>
                  <a:srgbClr val="08312A"/>
                </a:solidFill>
              </a:rPr>
              <a:pPr defTabSz="685800">
                <a:defRPr/>
              </a:pPr>
              <a:t>‹#›</a:t>
            </a:fld>
            <a:endParaRPr lang="en-US">
              <a:solidFill>
                <a:srgbClr val="08312A"/>
              </a:solidFill>
            </a:endParaRPr>
          </a:p>
        </p:txBody>
      </p:sp>
    </p:spTree>
    <p:extLst>
      <p:ext uri="{BB962C8B-B14F-4D97-AF65-F5344CB8AC3E}">
        <p14:creationId xmlns:p14="http://schemas.microsoft.com/office/powerpoint/2010/main" val="3260875440"/>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pPr defTabSz="685800">
              <a:defRPr/>
            </a:pPr>
            <a:fld id="{8FF9B0DE-3FEB-4AA0-B465-B80EF7C1333D}" type="slidenum">
              <a:rPr lang="en-US" smtClean="0">
                <a:solidFill>
                  <a:prstClr val="white"/>
                </a:solidFill>
              </a:rPr>
              <a:pPr defTabSz="685800">
                <a:defRPr/>
              </a:pPr>
              <a:t>‹#›</a:t>
            </a:fld>
            <a:endParaRPr lang="en-US">
              <a:solidFill>
                <a:prstClr val="white"/>
              </a:solidFill>
            </a:endParaRPr>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138781436"/>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pPr defTabSz="685800">
              <a:defRPr/>
            </a:pPr>
            <a:r>
              <a:rPr lang="en-US">
                <a:solidFill>
                  <a:srgbClr val="08312A"/>
                </a:solidFill>
              </a:rPr>
              <a:t>Oncology TALC: Guide for Presenting Teams (Q4 2023)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pPr defTabSz="685800">
              <a:defRPr/>
            </a:pPr>
            <a:fld id="{DF4E8F9F-5B1F-4F5B-BE49-3245D8C18D9F}" type="slidenum">
              <a:rPr lang="en-US" smtClean="0">
                <a:solidFill>
                  <a:srgbClr val="08312A"/>
                </a:solidFill>
              </a:rPr>
              <a:pPr defTabSz="685800">
                <a:defRPr/>
              </a:pPr>
              <a:t>‹#›</a:t>
            </a:fld>
            <a:endParaRPr lang="en-US">
              <a:solidFill>
                <a:srgbClr val="08312A"/>
              </a:solidFill>
            </a:endParaRPr>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4264307771"/>
      </p:ext>
    </p:extLst>
  </p:cSld>
  <p:clrMapOvr>
    <a:masterClrMapping/>
  </p:clrMapOvr>
  <p:extLst>
    <p:ext uri="{DCECCB84-F9BA-43D5-87BE-67443E8EF086}">
      <p15:sldGuideLst xmlns:p15="http://schemas.microsoft.com/office/powerpoint/2012/main"/>
    </p:ext>
  </p:extLs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pPr defTabSz="685800">
              <a:defRPr/>
            </a:pPr>
            <a:fld id="{8FF9B0DE-3FEB-4AA0-B465-B80EF7C1333D}" type="slidenum">
              <a:rPr lang="en-US" smtClean="0">
                <a:solidFill>
                  <a:srgbClr val="08312A"/>
                </a:solidFill>
              </a:rPr>
              <a:pPr defTabSz="685800">
                <a:defRPr/>
              </a:pPr>
              <a:t>‹#›</a:t>
            </a:fld>
            <a:endParaRPr lang="en-US">
              <a:solidFill>
                <a:srgbClr val="08312A"/>
              </a:solidFill>
            </a:endParaRPr>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pPr defTabSz="685800">
              <a:defRPr/>
            </a:pPr>
            <a:r>
              <a:rPr lang="en-US">
                <a:solidFill>
                  <a:srgbClr val="08312A"/>
                </a:solidFill>
              </a:rPr>
              <a:t>Oncology TALC: Guide for Presenting Teams (Q4 2023)    |    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marL="0" marR="0" lvl="0" indent="0" algn="l" defTabSz="685800" rtl="0" eaLnBrk="1" fontAlgn="auto" latinLnBrk="0" hangingPunct="1">
              <a:lnSpc>
                <a:spcPct val="140000"/>
              </a:lnSpc>
              <a:spcBef>
                <a:spcPts val="0"/>
              </a:spcBef>
              <a:spcAft>
                <a:spcPts val="0"/>
              </a:spcAft>
              <a:buClrTx/>
              <a:buSzTx/>
              <a:buFontTx/>
              <a:buNone/>
              <a:tabLst/>
              <a:defRPr/>
            </a:pPr>
            <a:r>
              <a:rPr kumimoji="0" lang="en-GB" sz="600" b="1" i="0" u="none" strike="noStrike" kern="1200" cap="none" spc="0" normalizeH="0" baseline="0" noProof="0">
                <a:ln>
                  <a:noFill/>
                </a:ln>
                <a:solidFill>
                  <a:srgbClr val="076D7E"/>
                </a:solidFill>
                <a:effectLst/>
                <a:uLnTx/>
                <a:uFillTx/>
                <a:latin typeface="Boehringer Forward Head"/>
                <a:ea typeface="+mn-ea"/>
                <a:cs typeface="+mn-cs"/>
              </a:rPr>
              <a:t>This layout: title first line, classification second line</a:t>
            </a:r>
            <a:endParaRPr kumimoji="0" lang="en-US" sz="600" b="1" i="0" u="none" strike="noStrike" kern="1200" cap="none" spc="0" normalizeH="0" baseline="0" noProof="0">
              <a:ln>
                <a:noFill/>
              </a:ln>
              <a:solidFill>
                <a:srgbClr val="076D7E"/>
              </a:solidFill>
              <a:effectLst/>
              <a:uLnTx/>
              <a:uFillTx/>
              <a:latin typeface="Boehringer Forward Head"/>
              <a:ea typeface="+mn-ea"/>
              <a:cs typeface="+mn-cs"/>
            </a:endParaRPr>
          </a:p>
        </p:txBody>
      </p:sp>
    </p:spTree>
    <p:extLst>
      <p:ext uri="{BB962C8B-B14F-4D97-AF65-F5344CB8AC3E}">
        <p14:creationId xmlns:p14="http://schemas.microsoft.com/office/powerpoint/2010/main" val="9892819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pPr defTabSz="685800">
              <a:defRPr/>
            </a:pPr>
            <a:r>
              <a:rPr lang="en-US">
                <a:solidFill>
                  <a:srgbClr val="08312A"/>
                </a:solidFill>
              </a:rPr>
              <a:t>Oncology TALC: Guide for Presenting Teams (Q4 2023)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pPr defTabSz="685800">
              <a:defRPr/>
            </a:pPr>
            <a:fld id="{DF4E8F9F-5B1F-4F5B-BE49-3245D8C18D9F}" type="slidenum">
              <a:rPr lang="en-US" smtClean="0">
                <a:solidFill>
                  <a:srgbClr val="08312A"/>
                </a:solidFill>
              </a:rPr>
              <a:pPr defTabSz="685800">
                <a:defRPr/>
              </a:pPr>
              <a:t>‹#›</a:t>
            </a:fld>
            <a:endParaRPr lang="en-US">
              <a:solidFill>
                <a:srgbClr val="08312A"/>
              </a:solidFill>
            </a:endParaRPr>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272168027"/>
      </p:ext>
    </p:extLst>
  </p:cSld>
  <p:clrMapOvr>
    <a:masterClrMapping/>
  </p:clrMapOvr>
  <p:extLst>
    <p:ext uri="{DCECCB84-F9BA-43D5-87BE-67443E8EF086}">
      <p15:sldGuideLst xmlns:p15="http://schemas.microsoft.com/office/powerpoint/2012/main"/>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pPr defTabSz="685800">
              <a:defRPr/>
            </a:pPr>
            <a:fld id="{8FF9B0DE-3FEB-4AA0-B465-B80EF7C1333D}" type="slidenum">
              <a:rPr lang="en-US" smtClean="0">
                <a:solidFill>
                  <a:prstClr val="white"/>
                </a:solidFill>
              </a:rPr>
              <a:pPr defTabSz="685800">
                <a:defRPr/>
              </a:pPr>
              <a:t>‹#›</a:t>
            </a:fld>
            <a:endParaRPr lang="en-US">
              <a:solidFill>
                <a:prstClr val="white"/>
              </a:solidFill>
            </a:endParaRPr>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marL="0" marR="0" lvl="0" indent="0" algn="l" defTabSz="685800" rtl="0" eaLnBrk="1" fontAlgn="auto" latinLnBrk="0" hangingPunct="1">
              <a:lnSpc>
                <a:spcPct val="140000"/>
              </a:lnSpc>
              <a:spcBef>
                <a:spcPts val="0"/>
              </a:spcBef>
              <a:spcAft>
                <a:spcPts val="0"/>
              </a:spcAft>
              <a:buClrTx/>
              <a:buSzTx/>
              <a:buFontTx/>
              <a:buNone/>
              <a:tabLst/>
              <a:defRPr/>
            </a:pPr>
            <a:r>
              <a:rPr kumimoji="0" lang="en-GB" sz="600" b="1" i="0" u="none" strike="noStrike" kern="1200" cap="none" spc="0" normalizeH="0" baseline="0" noProof="0">
                <a:ln>
                  <a:noFill/>
                </a:ln>
                <a:solidFill>
                  <a:srgbClr val="076D7E"/>
                </a:solidFill>
                <a:effectLst/>
                <a:uLnTx/>
                <a:uFillTx/>
                <a:latin typeface="Boehringer Forward Head"/>
                <a:ea typeface="+mn-ea"/>
                <a:cs typeface="+mn-cs"/>
              </a:rPr>
              <a:t>This layout: title first line, classification second line</a:t>
            </a:r>
            <a:endParaRPr kumimoji="0" lang="en-US" sz="600" b="1" i="0" u="none" strike="noStrike" kern="1200" cap="none" spc="0" normalizeH="0" baseline="0" noProof="0">
              <a:ln>
                <a:noFill/>
              </a:ln>
              <a:solidFill>
                <a:srgbClr val="076D7E"/>
              </a:solidFill>
              <a:effectLst/>
              <a:uLnTx/>
              <a:uFillTx/>
              <a:latin typeface="Boehringer Forward Head"/>
              <a:ea typeface="+mn-ea"/>
              <a:cs typeface="+mn-cs"/>
            </a:endParaRPr>
          </a:p>
        </p:txBody>
      </p:sp>
    </p:spTree>
    <p:extLst>
      <p:ext uri="{BB962C8B-B14F-4D97-AF65-F5344CB8AC3E}">
        <p14:creationId xmlns:p14="http://schemas.microsoft.com/office/powerpoint/2010/main" val="44219297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pPr defTabSz="685800">
              <a:defRPr/>
            </a:pPr>
            <a:fld id="{8FF9B0DE-3FEB-4AA0-B465-B80EF7C1333D}" type="slidenum">
              <a:rPr lang="en-US" smtClean="0">
                <a:solidFill>
                  <a:srgbClr val="08312A"/>
                </a:solidFill>
              </a:rPr>
              <a:pPr defTabSz="685800">
                <a:defRPr/>
              </a:pPr>
              <a:t>‹#›</a:t>
            </a:fld>
            <a:endParaRPr lang="en-US">
              <a:solidFill>
                <a:srgbClr val="08312A"/>
              </a:solidFill>
            </a:endParaRPr>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pPr defTabSz="685800">
              <a:defRPr/>
            </a:pPr>
            <a:r>
              <a:rPr lang="en-US">
                <a:solidFill>
                  <a:srgbClr val="08312A"/>
                </a:solidFill>
              </a:rPr>
              <a:t>Oncology TALC: Guide for Presenting Teams (Q4 2023)    |    ONLY FOR INTERNAL USE</a:t>
            </a:r>
          </a:p>
        </p:txBody>
      </p:sp>
    </p:spTree>
    <p:extLst>
      <p:ext uri="{BB962C8B-B14F-4D97-AF65-F5344CB8AC3E}">
        <p14:creationId xmlns:p14="http://schemas.microsoft.com/office/powerpoint/2010/main" val="1321733485"/>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6"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79"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pPr defTabSz="685800">
              <a:defRPr/>
            </a:pPr>
            <a:fld id="{8FF9B0DE-3FEB-4AA0-B465-B80EF7C1333D}" type="slidenum">
              <a:rPr lang="en-US" smtClean="0">
                <a:solidFill>
                  <a:srgbClr val="08312A"/>
                </a:solidFill>
              </a:rPr>
              <a:pPr defTabSz="685800">
                <a:defRPr/>
              </a:pPr>
              <a:t>‹#›</a:t>
            </a:fld>
            <a:endParaRPr lang="en-US">
              <a:solidFill>
                <a:srgbClr val="08312A"/>
              </a:solidFill>
            </a:endParaRP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pPr defTabSz="685800">
              <a:defRPr/>
            </a:pPr>
            <a:r>
              <a:rPr lang="en-US">
                <a:solidFill>
                  <a:srgbClr val="08312A"/>
                </a:solidFill>
              </a:rPr>
              <a:t>Oncology TALC: Guide for Presenting Teams (Q4 2023)    |    ONLY FOR INTERNAL USE</a:t>
            </a:r>
          </a:p>
        </p:txBody>
      </p:sp>
    </p:spTree>
    <p:extLst>
      <p:ext uri="{BB962C8B-B14F-4D97-AF65-F5344CB8AC3E}">
        <p14:creationId xmlns:p14="http://schemas.microsoft.com/office/powerpoint/2010/main" val="146697424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7"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pPr defTabSz="685800">
              <a:defRPr/>
            </a:pPr>
            <a:fld id="{8FF9B0DE-3FEB-4AA0-B465-B80EF7C1333D}" type="slidenum">
              <a:rPr lang="en-US" smtClean="0">
                <a:solidFill>
                  <a:srgbClr val="08312A"/>
                </a:solidFill>
              </a:rPr>
              <a:pPr defTabSz="685800">
                <a:defRPr/>
              </a:pPr>
              <a:t>‹#›</a:t>
            </a:fld>
            <a:endParaRPr lang="en-US">
              <a:solidFill>
                <a:srgbClr val="08312A"/>
              </a:solidFill>
            </a:endParaRPr>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pPr defTabSz="685800">
              <a:defRPr/>
            </a:pPr>
            <a:r>
              <a:rPr lang="en-US">
                <a:solidFill>
                  <a:srgbClr val="08312A"/>
                </a:solidFill>
              </a:rPr>
              <a:t>Oncology TALC: Guide for Presenting Teams (Q4 2023)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Tree>
    <p:extLst>
      <p:ext uri="{BB962C8B-B14F-4D97-AF65-F5344CB8AC3E}">
        <p14:creationId xmlns:p14="http://schemas.microsoft.com/office/powerpoint/2010/main" val="2583969455"/>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7"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pPr defTabSz="685800">
              <a:defRPr/>
            </a:pPr>
            <a:fld id="{8FF9B0DE-3FEB-4AA0-B465-B80EF7C1333D}" type="slidenum">
              <a:rPr lang="en-US" smtClean="0">
                <a:solidFill>
                  <a:prstClr val="white"/>
                </a:solidFill>
              </a:rPr>
              <a:pPr defTabSz="685800">
                <a:defRPr/>
              </a:pPr>
              <a:t>‹#›</a:t>
            </a:fld>
            <a:endParaRPr lang="en-US">
              <a:solidFill>
                <a:prstClr val="white"/>
              </a:solidFill>
            </a:endParaRPr>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Tree>
    <p:extLst>
      <p:ext uri="{BB962C8B-B14F-4D97-AF65-F5344CB8AC3E}">
        <p14:creationId xmlns:p14="http://schemas.microsoft.com/office/powerpoint/2010/main" val="79359404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pPr defTabSz="685800">
              <a:defRPr/>
            </a:pPr>
            <a:fld id="{8FF9B0DE-3FEB-4AA0-B465-B80EF7C1333D}" type="slidenum">
              <a:rPr lang="en-US" smtClean="0">
                <a:solidFill>
                  <a:prstClr val="white"/>
                </a:solidFill>
              </a:rPr>
              <a:pPr defTabSz="685800">
                <a:defRPr/>
              </a:pPr>
              <a:t>‹#›</a:t>
            </a:fld>
            <a:endParaRPr lang="en-US">
              <a:solidFill>
                <a:prstClr val="white"/>
              </a:solidFill>
            </a:endParaRPr>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Tree>
    <p:extLst>
      <p:ext uri="{BB962C8B-B14F-4D97-AF65-F5344CB8AC3E}">
        <p14:creationId xmlns:p14="http://schemas.microsoft.com/office/powerpoint/2010/main" val="163284450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pPr defTabSz="685800">
              <a:defRPr/>
            </a:pPr>
            <a:r>
              <a:rPr lang="en-US">
                <a:solidFill>
                  <a:srgbClr val="08312A"/>
                </a:solidFill>
              </a:rPr>
              <a:t>Oncology TALC: Guide for Presenting Teams (Q4 2023)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pPr defTabSz="685800">
              <a:defRPr/>
            </a:pPr>
            <a:fld id="{DF4E8F9F-5B1F-4F5B-BE49-3245D8C18D9F}" type="slidenum">
              <a:rPr lang="en-US" smtClean="0">
                <a:solidFill>
                  <a:srgbClr val="08312A"/>
                </a:solidFill>
              </a:rPr>
              <a:pPr defTabSz="685800">
                <a:defRPr/>
              </a:pPr>
              <a:t>‹#›</a:t>
            </a:fld>
            <a:endParaRPr lang="en-US">
              <a:solidFill>
                <a:srgbClr val="08312A"/>
              </a:solidFill>
            </a:endParaRPr>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Tree>
    <p:extLst>
      <p:ext uri="{BB962C8B-B14F-4D97-AF65-F5344CB8AC3E}">
        <p14:creationId xmlns:p14="http://schemas.microsoft.com/office/powerpoint/2010/main" val="70196423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pPr defTabSz="685800">
              <a:defRPr/>
            </a:pPr>
            <a:fld id="{8FF9B0DE-3FEB-4AA0-B465-B80EF7C1333D}" type="slidenum">
              <a:rPr lang="en-US" smtClean="0">
                <a:solidFill>
                  <a:prstClr val="white"/>
                </a:solidFill>
              </a:rPr>
              <a:pPr defTabSz="685800">
                <a:defRPr/>
              </a:pPr>
              <a:t>‹#›</a:t>
            </a:fld>
            <a:endParaRPr lang="en-US">
              <a:solidFill>
                <a:prstClr val="white"/>
              </a:solidFill>
            </a:endParaRPr>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Tree>
    <p:extLst>
      <p:ext uri="{BB962C8B-B14F-4D97-AF65-F5344CB8AC3E}">
        <p14:creationId xmlns:p14="http://schemas.microsoft.com/office/powerpoint/2010/main" val="407594648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8"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pPr defTabSz="685800">
              <a:defRPr/>
            </a:pPr>
            <a:fld id="{8FF9B0DE-3FEB-4AA0-B465-B80EF7C1333D}" type="slidenum">
              <a:rPr lang="en-US" smtClean="0">
                <a:solidFill>
                  <a:prstClr val="white"/>
                </a:solidFill>
              </a:rPr>
              <a:pPr defTabSz="685800">
                <a:defRPr/>
              </a:pPr>
              <a:t>‹#›</a:t>
            </a:fld>
            <a:endParaRPr lang="en-US">
              <a:solidFill>
                <a:prstClr val="white"/>
              </a:solidFill>
            </a:endParaRPr>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Tree>
    <p:extLst>
      <p:ext uri="{BB962C8B-B14F-4D97-AF65-F5344CB8AC3E}">
        <p14:creationId xmlns:p14="http://schemas.microsoft.com/office/powerpoint/2010/main" val="40271797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7"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pPr defTabSz="685800">
              <a:defRPr/>
            </a:pPr>
            <a:fld id="{DF4E8F9F-5B1F-4F5B-BE49-3245D8C18D9F}" type="slidenum">
              <a:rPr lang="en-US" smtClean="0">
                <a:solidFill>
                  <a:prstClr val="white"/>
                </a:solidFill>
              </a:rPr>
              <a:pPr defTabSz="685800">
                <a:defRPr/>
              </a:pPr>
              <a:t>‹#›</a:t>
            </a:fld>
            <a:endParaRPr lang="en-US">
              <a:solidFill>
                <a:prstClr val="white"/>
              </a:solidFill>
            </a:endParaRPr>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Tree>
    <p:extLst>
      <p:ext uri="{BB962C8B-B14F-4D97-AF65-F5344CB8AC3E}">
        <p14:creationId xmlns:p14="http://schemas.microsoft.com/office/powerpoint/2010/main" val="105762357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pPr defTabSz="685800">
              <a:defRPr/>
            </a:pPr>
            <a:fld id="{DF4E8F9F-5B1F-4F5B-BE49-3245D8C18D9F}" type="slidenum">
              <a:rPr lang="en-US" smtClean="0">
                <a:solidFill>
                  <a:prstClr val="white"/>
                </a:solidFill>
              </a:rPr>
              <a:pPr defTabSz="685800">
                <a:defRPr/>
              </a:pPr>
              <a:t>‹#›</a:t>
            </a:fld>
            <a:endParaRPr lang="en-US">
              <a:solidFill>
                <a:prstClr val="white"/>
              </a:solidFill>
            </a:endParaRP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marL="0" marR="0" lvl="0" indent="0" algn="l" defTabSz="685800" rtl="0" eaLnBrk="1" fontAlgn="auto" latinLnBrk="0" hangingPunct="1">
              <a:lnSpc>
                <a:spcPct val="140000"/>
              </a:lnSpc>
              <a:spcBef>
                <a:spcPts val="0"/>
              </a:spcBef>
              <a:spcAft>
                <a:spcPts val="0"/>
              </a:spcAft>
              <a:buClrTx/>
              <a:buSzTx/>
              <a:buFontTx/>
              <a:buNone/>
              <a:tabLst/>
              <a:defRPr/>
            </a:pPr>
            <a:r>
              <a:rPr kumimoji="0" lang="en-GB" sz="600" b="1" i="0" u="none" strike="noStrike" kern="1200" cap="none" spc="0" normalizeH="0" baseline="0" noProof="0">
                <a:ln>
                  <a:noFill/>
                </a:ln>
                <a:solidFill>
                  <a:srgbClr val="076D7E"/>
                </a:solidFill>
                <a:effectLst/>
                <a:uLnTx/>
                <a:uFillTx/>
                <a:latin typeface="Boehringer Forward Head"/>
                <a:ea typeface="+mn-ea"/>
                <a:cs typeface="+mn-cs"/>
              </a:rPr>
              <a:t>This layout requires a picture in the background</a:t>
            </a:r>
            <a:endParaRPr kumimoji="0" lang="en-US" sz="600" b="1" i="0" u="none" strike="noStrike" kern="1200" cap="none" spc="0" normalizeH="0" baseline="0" noProof="0">
              <a:ln>
                <a:noFill/>
              </a:ln>
              <a:solidFill>
                <a:srgbClr val="076D7E"/>
              </a:solidFill>
              <a:effectLst/>
              <a:uLnTx/>
              <a:uFillTx/>
              <a:latin typeface="Boehringer Forward Head"/>
              <a:ea typeface="+mn-ea"/>
              <a:cs typeface="+mn-cs"/>
            </a:endParaRPr>
          </a:p>
        </p:txBody>
      </p:sp>
    </p:spTree>
    <p:extLst>
      <p:ext uri="{BB962C8B-B14F-4D97-AF65-F5344CB8AC3E}">
        <p14:creationId xmlns:p14="http://schemas.microsoft.com/office/powerpoint/2010/main" val="230641472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pPr defTabSz="685800">
              <a:defRPr/>
            </a:pPr>
            <a:fld id="{DF4E8F9F-5B1F-4F5B-BE49-3245D8C18D9F}" type="slidenum">
              <a:rPr lang="en-US" smtClean="0">
                <a:solidFill>
                  <a:prstClr val="white"/>
                </a:solidFill>
              </a:rPr>
              <a:pPr defTabSz="685800">
                <a:defRPr/>
              </a:pPr>
              <a:t>‹#›</a:t>
            </a:fld>
            <a:endParaRPr lang="en-US">
              <a:solidFill>
                <a:prstClr val="white"/>
              </a:solidFill>
            </a:endParaRPr>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marL="0" marR="0" lvl="0" indent="0" algn="l" defTabSz="685800" rtl="0" eaLnBrk="1" fontAlgn="auto" latinLnBrk="0" hangingPunct="1">
              <a:lnSpc>
                <a:spcPct val="140000"/>
              </a:lnSpc>
              <a:spcBef>
                <a:spcPts val="0"/>
              </a:spcBef>
              <a:spcAft>
                <a:spcPts val="0"/>
              </a:spcAft>
              <a:buClrTx/>
              <a:buSzTx/>
              <a:buFontTx/>
              <a:buNone/>
              <a:tabLst/>
              <a:defRPr/>
            </a:pPr>
            <a:r>
              <a:rPr kumimoji="0" lang="en-GB" sz="600" b="1" i="0" u="none" strike="noStrike" kern="1200" cap="none" spc="0" normalizeH="0" baseline="0" noProof="0">
                <a:ln>
                  <a:noFill/>
                </a:ln>
                <a:solidFill>
                  <a:srgbClr val="076D7E"/>
                </a:solidFill>
                <a:effectLst/>
                <a:uLnTx/>
                <a:uFillTx/>
                <a:latin typeface="Boehringer Forward Head"/>
                <a:ea typeface="+mn-ea"/>
                <a:cs typeface="+mn-cs"/>
              </a:rPr>
              <a:t>This layout requires two pictures in the background</a:t>
            </a:r>
            <a:endParaRPr kumimoji="0" lang="en-US" sz="600" b="1" i="0" u="none" strike="noStrike" kern="1200" cap="none" spc="0" normalizeH="0" baseline="0" noProof="0">
              <a:ln>
                <a:noFill/>
              </a:ln>
              <a:solidFill>
                <a:srgbClr val="076D7E"/>
              </a:solidFill>
              <a:effectLst/>
              <a:uLnTx/>
              <a:uFillTx/>
              <a:latin typeface="Boehringer Forward Head"/>
              <a:ea typeface="+mn-ea"/>
              <a:cs typeface="+mn-cs"/>
            </a:endParaRPr>
          </a:p>
        </p:txBody>
      </p:sp>
    </p:spTree>
    <p:extLst>
      <p:ext uri="{BB962C8B-B14F-4D97-AF65-F5344CB8AC3E}">
        <p14:creationId xmlns:p14="http://schemas.microsoft.com/office/powerpoint/2010/main" val="99051242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pPr defTabSz="685800">
              <a:defRPr/>
            </a:pPr>
            <a:fld id="{DF4E8F9F-5B1F-4F5B-BE49-3245D8C18D9F}" type="slidenum">
              <a:rPr lang="en-US" smtClean="0">
                <a:solidFill>
                  <a:prstClr val="white"/>
                </a:solidFill>
              </a:rPr>
              <a:pPr defTabSz="685800">
                <a:defRPr/>
              </a:pPr>
              <a:t>‹#›</a:t>
            </a:fld>
            <a:endParaRPr lang="en-US">
              <a:solidFill>
                <a:prstClr val="white"/>
              </a:solidFill>
            </a:endParaRPr>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marL="0" marR="0" lvl="0" indent="0" algn="l" defTabSz="685800" rtl="0" eaLnBrk="1" fontAlgn="auto" latinLnBrk="0" hangingPunct="1">
              <a:lnSpc>
                <a:spcPct val="140000"/>
              </a:lnSpc>
              <a:spcBef>
                <a:spcPts val="0"/>
              </a:spcBef>
              <a:spcAft>
                <a:spcPts val="0"/>
              </a:spcAft>
              <a:buClrTx/>
              <a:buSzTx/>
              <a:buFontTx/>
              <a:buNone/>
              <a:tabLst/>
              <a:defRPr/>
            </a:pPr>
            <a:r>
              <a:rPr kumimoji="0" lang="en-GB" sz="600" b="1" i="0" u="none" strike="noStrike" kern="1200" cap="none" spc="0" normalizeH="0" baseline="0" noProof="0">
                <a:ln>
                  <a:noFill/>
                </a:ln>
                <a:solidFill>
                  <a:srgbClr val="076D7E"/>
                </a:solidFill>
                <a:effectLst/>
                <a:uLnTx/>
                <a:uFillTx/>
                <a:latin typeface="Boehringer Forward Head"/>
                <a:ea typeface="+mn-ea"/>
                <a:cs typeface="+mn-cs"/>
              </a:rPr>
              <a:t>This layout requires two pictures in the background</a:t>
            </a:r>
            <a:endParaRPr kumimoji="0" lang="en-US" sz="600" b="1" i="0" u="none" strike="noStrike" kern="1200" cap="none" spc="0" normalizeH="0" baseline="0" noProof="0">
              <a:ln>
                <a:noFill/>
              </a:ln>
              <a:solidFill>
                <a:srgbClr val="076D7E"/>
              </a:solidFill>
              <a:effectLst/>
              <a:uLnTx/>
              <a:uFillTx/>
              <a:latin typeface="Boehringer Forward Head"/>
              <a:ea typeface="+mn-ea"/>
              <a:cs typeface="+mn-cs"/>
            </a:endParaRPr>
          </a:p>
        </p:txBody>
      </p:sp>
    </p:spTree>
    <p:extLst>
      <p:ext uri="{BB962C8B-B14F-4D97-AF65-F5344CB8AC3E}">
        <p14:creationId xmlns:p14="http://schemas.microsoft.com/office/powerpoint/2010/main" val="206427722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pPr defTabSz="685800">
              <a:defRPr/>
            </a:pPr>
            <a:fld id="{DF4E8F9F-5B1F-4F5B-BE49-3245D8C18D9F}" type="slidenum">
              <a:rPr lang="en-US" smtClean="0">
                <a:solidFill>
                  <a:prstClr val="white"/>
                </a:solidFill>
              </a:rPr>
              <a:pPr defTabSz="685800">
                <a:defRPr/>
              </a:pPr>
              <a:t>‹#›</a:t>
            </a:fld>
            <a:endParaRPr lang="en-US">
              <a:solidFill>
                <a:prstClr val="white"/>
              </a:solidFill>
            </a:endParaRPr>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marL="0" marR="0" lvl="0" indent="0" algn="l" defTabSz="685800" rtl="0" eaLnBrk="1" fontAlgn="auto" latinLnBrk="0" hangingPunct="1">
              <a:lnSpc>
                <a:spcPct val="140000"/>
              </a:lnSpc>
              <a:spcBef>
                <a:spcPts val="0"/>
              </a:spcBef>
              <a:spcAft>
                <a:spcPts val="0"/>
              </a:spcAft>
              <a:buClrTx/>
              <a:buSzTx/>
              <a:buFontTx/>
              <a:buNone/>
              <a:tabLst/>
              <a:defRPr/>
            </a:pPr>
            <a:r>
              <a:rPr kumimoji="0" lang="en-GB" sz="600" b="1" i="0" u="none" strike="noStrike" kern="1200" cap="none" spc="0" normalizeH="0" baseline="0" noProof="0">
                <a:ln>
                  <a:noFill/>
                </a:ln>
                <a:solidFill>
                  <a:srgbClr val="076D7E"/>
                </a:solidFill>
                <a:effectLst/>
                <a:uLnTx/>
                <a:uFillTx/>
                <a:latin typeface="Boehringer Forward Head"/>
                <a:ea typeface="+mn-ea"/>
                <a:cs typeface="+mn-cs"/>
              </a:rPr>
              <a:t>This layout requires two pictures in the background</a:t>
            </a:r>
            <a:endParaRPr kumimoji="0" lang="en-US" sz="600" b="1" i="0" u="none" strike="noStrike" kern="1200" cap="none" spc="0" normalizeH="0" baseline="0" noProof="0">
              <a:ln>
                <a:noFill/>
              </a:ln>
              <a:solidFill>
                <a:srgbClr val="076D7E"/>
              </a:solidFill>
              <a:effectLst/>
              <a:uLnTx/>
              <a:uFillTx/>
              <a:latin typeface="Boehringer Forward Head"/>
              <a:ea typeface="+mn-ea"/>
              <a:cs typeface="+mn-cs"/>
            </a:endParaRPr>
          </a:p>
        </p:txBody>
      </p:sp>
    </p:spTree>
    <p:extLst>
      <p:ext uri="{BB962C8B-B14F-4D97-AF65-F5344CB8AC3E}">
        <p14:creationId xmlns:p14="http://schemas.microsoft.com/office/powerpoint/2010/main" val="620408472"/>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pPr defTabSz="685800">
              <a:defRPr/>
            </a:pPr>
            <a:r>
              <a:rPr lang="en-US">
                <a:solidFill>
                  <a:srgbClr val="08312A"/>
                </a:solidFill>
              </a:rPr>
              <a:t>Oncology TALC: Guide for Presenting Teams (Q4 2023)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pPr defTabSz="685800">
              <a:defRPr/>
            </a:pPr>
            <a:fld id="{8FF9B0DE-3FEB-4AA0-B465-B80EF7C1333D}" type="slidenum">
              <a:rPr lang="en-US" smtClean="0">
                <a:solidFill>
                  <a:srgbClr val="08312A"/>
                </a:solidFill>
              </a:rPr>
              <a:pPr defTabSz="685800">
                <a:defRPr/>
              </a:pPr>
              <a:t>‹#›</a:t>
            </a:fld>
            <a:endParaRPr lang="en-US">
              <a:solidFill>
                <a:srgbClr val="08312A"/>
              </a:solidFill>
            </a:endParaRPr>
          </a:p>
        </p:txBody>
      </p:sp>
    </p:spTree>
    <p:extLst>
      <p:ext uri="{BB962C8B-B14F-4D97-AF65-F5344CB8AC3E}">
        <p14:creationId xmlns:p14="http://schemas.microsoft.com/office/powerpoint/2010/main" val="364166666"/>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pPr defTabSz="685800">
              <a:defRPr/>
            </a:pPr>
            <a:r>
              <a:rPr lang="en-US">
                <a:solidFill>
                  <a:srgbClr val="08312A"/>
                </a:solidFill>
              </a:rPr>
              <a:t>Oncology TALC: Guide for Presenting Teams (Q4 2023)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pPr defTabSz="685800">
              <a:defRPr/>
            </a:pPr>
            <a:fld id="{8FF9B0DE-3FEB-4AA0-B465-B80EF7C1333D}" type="slidenum">
              <a:rPr lang="en-US" smtClean="0">
                <a:solidFill>
                  <a:srgbClr val="08312A"/>
                </a:solidFill>
              </a:rPr>
              <a:pPr defTabSz="685800">
                <a:defRPr/>
              </a:pPr>
              <a:t>‹#›</a:t>
            </a:fld>
            <a:endParaRPr lang="en-US">
              <a:solidFill>
                <a:srgbClr val="08312A"/>
              </a:solidFill>
            </a:endParaRPr>
          </a:p>
        </p:txBody>
      </p:sp>
    </p:spTree>
    <p:extLst>
      <p:ext uri="{BB962C8B-B14F-4D97-AF65-F5344CB8AC3E}">
        <p14:creationId xmlns:p14="http://schemas.microsoft.com/office/powerpoint/2010/main" val="1665471626"/>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8"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5"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pPr defTabSz="685800">
              <a:defRPr/>
            </a:pPr>
            <a:r>
              <a:rPr lang="en-US">
                <a:solidFill>
                  <a:prstClr val="white"/>
                </a:solidFill>
              </a:rPr>
              <a:t>Oncology TALC: Guide for Presenting Teams (Q4 2023)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pPr defTabSz="685800">
              <a:defRPr/>
            </a:pPr>
            <a:fld id="{DF4E8F9F-5B1F-4F5B-BE49-3245D8C18D9F}" type="slidenum">
              <a:rPr lang="en-US" smtClean="0">
                <a:solidFill>
                  <a:prstClr val="white"/>
                </a:solidFill>
              </a:rPr>
              <a:pPr defTabSz="685800">
                <a:defRPr/>
              </a:pPr>
              <a:t>‹#›</a:t>
            </a:fld>
            <a:endParaRPr lang="en-US">
              <a:solidFill>
                <a:prstClr val="white"/>
              </a:solidFill>
            </a:endParaRPr>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marL="0" marR="0" lvl="0" indent="0" algn="l" defTabSz="685800" rtl="0" eaLnBrk="1" fontAlgn="auto" latinLnBrk="0" hangingPunct="1">
                <a:lnSpc>
                  <a:spcPct val="120000"/>
                </a:lnSpc>
                <a:spcBef>
                  <a:spcPts val="0"/>
                </a:spcBef>
                <a:spcAft>
                  <a:spcPts val="450"/>
                </a:spcAft>
                <a:buClrTx/>
                <a:buSzTx/>
                <a:buFontTx/>
                <a:buNone/>
                <a:tabLst/>
                <a:defRPr/>
              </a:pPr>
              <a:r>
                <a:rPr kumimoji="0" lang="en-US" sz="825" b="1" i="0" u="none" strike="noStrike" kern="1200" cap="none" spc="0" normalizeH="0" baseline="0" noProof="0">
                  <a:ln>
                    <a:noFill/>
                  </a:ln>
                  <a:solidFill>
                    <a:prstClr val="black"/>
                  </a:solidFill>
                  <a:effectLst/>
                  <a:uLnTx/>
                  <a:uFillTx/>
                  <a:latin typeface="Boehringer Forward Head"/>
                  <a:ea typeface="+mn-ea"/>
                  <a:cs typeface="+mn-cs"/>
                </a:rPr>
                <a:t>To insert a picture:</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Click on the placeholder for pictures</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Open the menu “Insert”</a:t>
              </a:r>
            </a:p>
            <a:p>
              <a:pPr marL="108000" marR="0" lvl="0" indent="-108000" algn="l" defTabSz="685800" rtl="0" eaLnBrk="1" fontAlgn="auto" latinLnBrk="0" hangingPunct="1">
                <a:lnSpc>
                  <a:spcPct val="120000"/>
                </a:lnSpc>
                <a:spcBef>
                  <a:spcPts val="0"/>
                </a:spcBef>
                <a:spcAft>
                  <a:spcPts val="450"/>
                </a:spcAft>
                <a:buClrTx/>
                <a:buSzTx/>
                <a:buFont typeface="+mj-lt"/>
                <a:buAutoNum type="arabicPeriod"/>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Choose “Pictures” and then the corresponding source where the image is located</a:t>
              </a: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marR="0" lvl="0" indent="-108000" algn="l" defTabSz="685800" rtl="0" eaLnBrk="1" fontAlgn="auto" latinLnBrk="0" hangingPunct="1">
                <a:lnSpc>
                  <a:spcPct val="100000"/>
                </a:lnSpc>
                <a:spcBef>
                  <a:spcPts val="0"/>
                </a:spcBef>
                <a:spcAft>
                  <a:spcPts val="450"/>
                </a:spcAft>
                <a:buClrTx/>
                <a:buSzTx/>
                <a:buFont typeface="+mj-lt"/>
                <a:buAutoNum type="arabicPeriod" startAt="4"/>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Now the image has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been loaded into the </a:t>
              </a:r>
              <a:br>
                <a:rPr kumimoji="0" lang="en-US" sz="675" b="0" i="0" u="none" strike="noStrike" kern="1200" cap="none" spc="0" normalizeH="0" baseline="0" noProof="0">
                  <a:ln>
                    <a:noFill/>
                  </a:ln>
                  <a:solidFill>
                    <a:prstClr val="black"/>
                  </a:solidFill>
                  <a:effectLst/>
                  <a:uLnTx/>
                  <a:uFillTx/>
                  <a:latin typeface="Boehringer Forward Text"/>
                  <a:ea typeface="+mn-ea"/>
                  <a:cs typeface="+mn-cs"/>
                </a:rPr>
              </a:br>
              <a:r>
                <a:rPr kumimoji="0" lang="en-US" sz="675" b="0" i="0" u="none" strike="noStrike" kern="1200" cap="none" spc="0" normalizeH="0" baseline="0" noProof="0">
                  <a:ln>
                    <a:noFill/>
                  </a:ln>
                  <a:solidFill>
                    <a:prstClr val="black"/>
                  </a:solidFill>
                  <a:effectLst/>
                  <a:uLnTx/>
                  <a:uFillTx/>
                  <a:latin typeface="Boehringer Forward Text"/>
                  <a:ea typeface="+mn-ea"/>
                  <a:cs typeface="+mn-cs"/>
                </a:rPr>
                <a:t>placeholder.</a:t>
              </a:r>
            </a:p>
          </p:txBody>
        </p:sp>
      </p:grpSp>
    </p:spTree>
    <p:extLst>
      <p:ext uri="{BB962C8B-B14F-4D97-AF65-F5344CB8AC3E}">
        <p14:creationId xmlns:p14="http://schemas.microsoft.com/office/powerpoint/2010/main" val="331200736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pPr defTabSz="685800">
              <a:defRPr/>
            </a:pPr>
            <a:r>
              <a:rPr lang="en-US">
                <a:solidFill>
                  <a:srgbClr val="08312A"/>
                </a:solidFill>
              </a:rPr>
              <a:t>Oncology TALC: Guide for Presenting Teams (Q4 2023)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pPr defTabSz="685800">
              <a:defRPr/>
            </a:pPr>
            <a:fld id="{8FF9B0DE-3FEB-4AA0-B465-B80EF7C1333D}" type="slidenum">
              <a:rPr lang="en-US" smtClean="0">
                <a:solidFill>
                  <a:srgbClr val="08312A"/>
                </a:solidFill>
              </a:rPr>
              <a:pPr defTabSz="685800">
                <a:defRPr/>
              </a:pPr>
              <a:t>‹#›</a:t>
            </a:fld>
            <a:endParaRPr lang="en-US">
              <a:solidFill>
                <a:srgbClr val="08312A"/>
              </a:solidFill>
            </a:endParaRPr>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359569"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875" b="1" i="0" u="none" strike="noStrike" kern="1200" cap="none" spc="0" normalizeH="0" baseline="0" noProof="0">
                <a:ln>
                  <a:noFill/>
                </a:ln>
                <a:solidFill>
                  <a:srgbClr val="08312A"/>
                </a:solidFill>
                <a:effectLst/>
                <a:uLnTx/>
                <a:uFillTx/>
                <a:latin typeface="Boehringer Forward Head"/>
                <a:ea typeface="+mn-ea"/>
                <a:cs typeface="+mn-cs"/>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359569"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685800" rtl="0" eaLnBrk="1" fontAlgn="auto" latinLnBrk="0" hangingPunct="1">
              <a:lnSpc>
                <a:spcPct val="110000"/>
              </a:lnSpc>
              <a:spcBef>
                <a:spcPts val="0"/>
              </a:spcBef>
              <a:spcAft>
                <a:spcPts val="900"/>
              </a:spcAft>
              <a:buClrTx/>
              <a:buSzTx/>
              <a:buFont typeface="Arial" panose="020B0604020202020204" pitchFamily="34" charset="0"/>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356627" y="4272939"/>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685800" rtl="0" eaLnBrk="1" fontAlgn="auto" latinLnBrk="0" hangingPunct="1">
              <a:lnSpc>
                <a:spcPct val="110000"/>
              </a:lnSpc>
              <a:spcBef>
                <a:spcPts val="0"/>
              </a:spcBef>
              <a:spcAft>
                <a:spcPts val="450"/>
              </a:spcAft>
              <a:buClrTx/>
              <a:buSzTx/>
              <a:buFont typeface="Arial" panose="020B0604020202020204" pitchFamily="34" charset="0"/>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356628"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685800" rtl="0" eaLnBrk="1" fontAlgn="auto" latinLnBrk="0" hangingPunct="1">
              <a:lnSpc>
                <a:spcPct val="110000"/>
              </a:lnSpc>
              <a:spcBef>
                <a:spcPts val="0"/>
              </a:spcBef>
              <a:spcAft>
                <a:spcPts val="450"/>
              </a:spcAft>
              <a:buClrTx/>
              <a:buSzTx/>
              <a:buFont typeface="Arial" panose="020B0604020202020204" pitchFamily="34" charset="0"/>
              <a:buNone/>
              <a:tabLst/>
              <a:defRPr/>
            </a:pPr>
            <a:r>
              <a:rPr kumimoji="0" lang="en-US" sz="675" b="0" i="0" u="none" strike="noStrike" kern="1200" cap="none" spc="0" normalizeH="0" baseline="0" noProof="0">
                <a:ln>
                  <a:noFill/>
                </a:ln>
                <a:solidFill>
                  <a:prstClr val="black"/>
                </a:solidFill>
                <a:effectLst/>
                <a:uLnTx/>
                <a:uFillTx/>
                <a:latin typeface="Boehringer Forward Text"/>
                <a:ea typeface="+mn-ea"/>
                <a:cs typeface="+mn-cs"/>
              </a:rPr>
              <a:t>© </a:t>
            </a:r>
            <a:fld id="{2F99CDBD-C73A-474F-91D2-EC8081FF32A1}" type="datetimeyyyy">
              <a:rPr kumimoji="0" lang="en-US" sz="675" b="0" i="0" u="none" strike="noStrike" kern="1200" cap="none" spc="0" normalizeH="0" baseline="0" noProof="0" smtClean="0">
                <a:ln>
                  <a:noFill/>
                </a:ln>
                <a:solidFill>
                  <a:prstClr val="black"/>
                </a:solidFill>
                <a:effectLst/>
                <a:uLnTx/>
                <a:uFillTx/>
                <a:latin typeface="Boehringer Forward Text"/>
                <a:ea typeface="+mn-ea"/>
                <a:cs typeface="+mn-cs"/>
              </a:rPr>
              <a:pPr marL="0" marR="0" lvl="0" indent="0" algn="l" defTabSz="685800" rtl="0" eaLnBrk="1" fontAlgn="auto" latinLnBrk="0" hangingPunct="1">
                <a:lnSpc>
                  <a:spcPct val="110000"/>
                </a:lnSpc>
                <a:spcBef>
                  <a:spcPts val="0"/>
                </a:spcBef>
                <a:spcAft>
                  <a:spcPts val="450"/>
                </a:spcAft>
                <a:buClrTx/>
                <a:buSzTx/>
                <a:buFont typeface="Arial" panose="020B0604020202020204" pitchFamily="34" charset="0"/>
                <a:buNone/>
                <a:tabLst/>
                <a:defRPr/>
              </a:pPr>
              <a:t>2024</a:t>
            </a:fld>
            <a:r>
              <a:rPr kumimoji="0" lang="en-US" sz="675" b="0" i="0" u="none" strike="noStrike" kern="1200" cap="none" spc="0" normalizeH="0" baseline="0" noProof="0">
                <a:ln>
                  <a:noFill/>
                </a:ln>
                <a:solidFill>
                  <a:prstClr val="black"/>
                </a:solidFill>
                <a:effectLst/>
                <a:uLnTx/>
                <a:uFillTx/>
                <a:latin typeface="Boehringer Forward Text"/>
                <a:ea typeface="+mn-ea"/>
                <a:cs typeface="+mn-cs"/>
              </a:rPr>
              <a:t> Boehringer Ingelheim International GmbH. All rights reserved.</a:t>
            </a:r>
          </a:p>
        </p:txBody>
      </p:sp>
    </p:spTree>
    <p:extLst>
      <p:ext uri="{BB962C8B-B14F-4D97-AF65-F5344CB8AC3E}">
        <p14:creationId xmlns:p14="http://schemas.microsoft.com/office/powerpoint/2010/main" val="4125685786"/>
      </p:ext>
    </p:extLst>
  </p:cSld>
  <p:clrMapOvr>
    <a:masterClrMapping/>
  </p:clrMapOvr>
  <p:extLst>
    <p:ext uri="{DCECCB84-F9BA-43D5-87BE-67443E8EF086}">
      <p15:sldGuideLst xmlns:p15="http://schemas.microsoft.com/office/powerpoint/2012/main"/>
    </p:ext>
  </p:extLst>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9FB835B-1AEC-490C-8523-61D036739D45}" type="datetime1">
              <a:rPr lang="en-GB" smtClean="0"/>
              <a:t>24/05/2024</a:t>
            </a:fld>
            <a:endParaRPr lang="en-GB"/>
          </a:p>
        </p:txBody>
      </p:sp>
      <p:sp>
        <p:nvSpPr>
          <p:cNvPr id="4" name="Fußzeilenplatzhalter 3"/>
          <p:cNvSpPr>
            <a:spLocks noGrp="1"/>
          </p:cNvSpPr>
          <p:nvPr>
            <p:ph type="ftr" sz="quarter" idx="11"/>
          </p:nvPr>
        </p:nvSpPr>
        <p:spPr/>
        <p:txBody>
          <a:bodyPr/>
          <a:lstStyle/>
          <a:p>
            <a:r>
              <a:rPr lang="en-US"/>
              <a:t>BI 765179 - HPSC January 2022 - 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1" name="Grafik 6">
            <a:extLst>
              <a:ext uri="{FF2B5EF4-FFF2-40B4-BE49-F238E27FC236}">
                <a16:creationId xmlns:a16="http://schemas.microsoft.com/office/drawing/2014/main" id="{7916816C-E3DE-439B-A1F9-A495788B24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42449242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preserve="1" userDrawn="1">
  <p:cSld name="Title slide (bright)">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Tree>
    <p:extLst>
      <p:ext uri="{BB962C8B-B14F-4D97-AF65-F5344CB8AC3E}">
        <p14:creationId xmlns:p14="http://schemas.microsoft.com/office/powerpoint/2010/main" val="1262097495"/>
      </p:ext>
    </p:extLst>
  </p:cSld>
  <p:clrMapOvr>
    <a:masterClrMapping/>
  </p:clrMapOvr>
  <p:extLst>
    <p:ext uri="{DCECCB84-F9BA-43D5-87BE-67443E8EF086}">
      <p15:sldGuideLst xmlns:p15="http://schemas.microsoft.com/office/powerpoint/2012/main"/>
    </p:ext>
  </p:extLst>
</p:sldLayout>
</file>

<file path=ppt/slideLayouts/slideLayout382.xml><?xml version="1.0" encoding="utf-8"?>
<p:sldLayout xmlns:a="http://schemas.openxmlformats.org/drawingml/2006/main" xmlns:r="http://schemas.openxmlformats.org/officeDocument/2006/relationships" xmlns:p="http://schemas.openxmlformats.org/presentationml/2006/main" showMasterSp="0" preserve="1" userDrawn="1">
  <p:cSld name="Title slide (dark)">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663772779"/>
      </p:ext>
    </p:extLst>
  </p:cSld>
  <p:clrMapOvr>
    <a:masterClrMapping/>
  </p:clrMapOvr>
  <p:extLst>
    <p:ext uri="{DCECCB84-F9BA-43D5-87BE-67443E8EF086}">
      <p15:sldGuideLst xmlns:p15="http://schemas.microsoft.com/office/powerpoint/2012/main"/>
    </p:ext>
  </p:extLst>
</p:sldLayout>
</file>

<file path=ppt/slideLayouts/slideLayout383.xml><?xml version="1.0" encoding="utf-8"?>
<p:sldLayout xmlns:a="http://schemas.openxmlformats.org/drawingml/2006/main" xmlns:r="http://schemas.openxmlformats.org/officeDocument/2006/relationships" xmlns:p="http://schemas.openxmlformats.org/presentationml/2006/main" showMasterSp="0" preserve="1" userDrawn="1">
  <p:cSld name="Title slide image (dark)">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555131755"/>
      </p:ext>
    </p:extLst>
  </p:cSld>
  <p:clrMapOvr>
    <a:masterClrMapping/>
  </p:clrMapOvr>
  <p:extLst>
    <p:ext uri="{DCECCB84-F9BA-43D5-87BE-67443E8EF086}">
      <p15:sldGuideLst xmlns:p15="http://schemas.microsoft.com/office/powerpoint/2012/main"/>
    </p:ext>
  </p:extLst>
</p:sldLayout>
</file>

<file path=ppt/slideLayouts/slideLayout384.xml><?xml version="1.0" encoding="utf-8"?>
<p:sldLayout xmlns:a="http://schemas.openxmlformats.org/drawingml/2006/main" xmlns:r="http://schemas.openxmlformats.org/officeDocument/2006/relationships" xmlns:p="http://schemas.openxmlformats.org/presentationml/2006/main" showMasterSp="0" preserve="1" userDrawn="1">
  <p:cSld name="Title slide image (bright)">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126971617"/>
      </p:ext>
    </p:extLst>
  </p:cSld>
  <p:clrMapOvr>
    <a:masterClrMapping/>
  </p:clrMapOvr>
  <p:extLst>
    <p:ext uri="{DCECCB84-F9BA-43D5-87BE-67443E8EF086}">
      <p15:sldGuideLst xmlns:p15="http://schemas.microsoft.com/office/powerpoint/2012/main"/>
    </p:ext>
  </p:extLst>
</p:sldLayout>
</file>

<file path=ppt/slideLayouts/slideLayout385.xml><?xml version="1.0" encoding="utf-8"?>
<p:sldLayout xmlns:a="http://schemas.openxmlformats.org/drawingml/2006/main" xmlns:r="http://schemas.openxmlformats.org/officeDocument/2006/relationships" xmlns:p="http://schemas.openxmlformats.org/presentationml/2006/main" showMasterSp="0" preserve="1" userDrawn="1">
  <p:cSld name="Title slide image (small)">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077999559"/>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86.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69" y="1059657"/>
            <a:ext cx="8424863" cy="3402806"/>
          </a:xfrm>
        </p:spPr>
        <p:txBody>
          <a:bodyPr/>
          <a:lstStyle>
            <a:lvl1pPr marL="270000" indent="-270000">
              <a:spcBef>
                <a:spcPts val="1350"/>
              </a:spcBef>
              <a:buFont typeface="+mj-lt"/>
              <a:buAutoNum type="arabicPeriod"/>
              <a:defRPr sz="1500"/>
            </a:lvl1pPr>
            <a:lvl2pPr marL="405000" indent="-135000">
              <a:spcBef>
                <a:spcPts val="150"/>
              </a:spcBef>
              <a:spcAft>
                <a:spcPts val="150"/>
              </a:spcAft>
              <a:buFont typeface="Arial" panose="020B0604020202020204" pitchFamily="34" charset="0"/>
              <a:buChar char="•"/>
              <a:defRPr/>
            </a:lvl2pPr>
            <a:lvl3pPr marL="405000" indent="-135000">
              <a:spcBef>
                <a:spcPts val="150"/>
              </a:spcBef>
              <a:spcAft>
                <a:spcPts val="150"/>
              </a:spcAft>
              <a:buFont typeface="Arial" panose="020B0604020202020204" pitchFamily="34" charset="0"/>
              <a:buChar char="•"/>
              <a:defRPr/>
            </a:lvl3pPr>
            <a:lvl4pPr marL="405000" indent="-135000">
              <a:spcBef>
                <a:spcPts val="150"/>
              </a:spcBef>
              <a:spcAft>
                <a:spcPts val="150"/>
              </a:spcAft>
              <a:buFont typeface="Arial" panose="020B0604020202020204" pitchFamily="34" charset="0"/>
              <a:buChar char="•"/>
              <a:defRPr/>
            </a:lvl4pPr>
            <a:lvl5pPr marL="405000" indent="-135000">
              <a:spcBef>
                <a:spcPts val="150"/>
              </a:spcBef>
              <a:spcAft>
                <a:spcPts val="150"/>
              </a:spcAft>
              <a:buFont typeface="Arial" panose="020B0604020202020204" pitchFamily="34" charset="0"/>
              <a:buChar char="•"/>
              <a:defRPr sz="1200"/>
            </a:lvl5pPr>
            <a:lvl6pPr marL="405000" indent="-135000">
              <a:spcBef>
                <a:spcPts val="150"/>
              </a:spcBef>
              <a:spcAft>
                <a:spcPts val="150"/>
              </a:spcAft>
              <a:buFont typeface="Arial" panose="020B0604020202020204" pitchFamily="34" charset="0"/>
              <a:buChar char="•"/>
              <a:defRPr sz="1200"/>
            </a:lvl6pPr>
            <a:lvl7pPr marL="405000" indent="-135000">
              <a:spcBef>
                <a:spcPts val="150"/>
              </a:spcBef>
              <a:spcAft>
                <a:spcPts val="150"/>
              </a:spcAft>
              <a:buFont typeface="Arial" panose="020B0604020202020204" pitchFamily="34" charset="0"/>
              <a:buChar char="•"/>
              <a:defRPr sz="1200"/>
            </a:lvl7pPr>
            <a:lvl8pPr marL="405000" indent="-135000">
              <a:spcBef>
                <a:spcPts val="150"/>
              </a:spcBef>
              <a:spcAft>
                <a:spcPts val="150"/>
              </a:spcAft>
              <a:buFont typeface="Arial" panose="020B0604020202020204" pitchFamily="34" charset="0"/>
              <a:buChar char="•"/>
              <a:defRPr sz="1200"/>
            </a:lvl8pPr>
            <a:lvl9pPr marL="405000" indent="-135000">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356505215"/>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showMasterSp="0" preserve="1" userDrawn="1">
  <p:cSld name="Agenda alternative">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294607956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388.xml><?xml version="1.0" encoding="utf-8"?>
<p:sldLayout xmlns:a="http://schemas.openxmlformats.org/drawingml/2006/main" xmlns:r="http://schemas.openxmlformats.org/officeDocument/2006/relationships" xmlns:p="http://schemas.openxmlformats.org/presentationml/2006/main" showMasterSp="0" preserve="1" userDrawn="1">
  <p:cSld name="Chapter divider (1)">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516973775"/>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389.xml><?xml version="1.0" encoding="utf-8"?>
<p:sldLayout xmlns:a="http://schemas.openxmlformats.org/drawingml/2006/main" xmlns:r="http://schemas.openxmlformats.org/officeDocument/2006/relationships" xmlns:p="http://schemas.openxmlformats.org/presentationml/2006/main" showMasterSp="0" preserve="1" userDrawn="1">
  <p:cSld name="Chapter divider (2)">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088493072"/>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390.xml><?xml version="1.0" encoding="utf-8"?>
<p:sldLayout xmlns:a="http://schemas.openxmlformats.org/drawingml/2006/main" xmlns:r="http://schemas.openxmlformats.org/officeDocument/2006/relationships" xmlns:p="http://schemas.openxmlformats.org/presentationml/2006/main" showMasterSp="0" preserve="1" userDrawn="1">
  <p:cSld name="Chapter divider (image)">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69" y="1059656"/>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9"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51209145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391.xml><?xml version="1.0" encoding="utf-8"?>
<p:sldLayout xmlns:a="http://schemas.openxmlformats.org/drawingml/2006/main" xmlns:r="http://schemas.openxmlformats.org/officeDocument/2006/relationships" xmlns:p="http://schemas.openxmlformats.org/presentationml/2006/main" showMasterSp="0"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69"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85767251"/>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showMasterSp="0" preserve="1" userDrawn="1">
  <p:cSld name="One content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657939319"/>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showMasterSp="0"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1343037011"/>
      </p:ext>
    </p:extLst>
  </p:cSld>
  <p:clrMapOvr>
    <a:masterClrMapping/>
  </p:clrMapOvr>
  <p:extLst>
    <p:ext uri="{DCECCB84-F9BA-43D5-87BE-67443E8EF086}">
      <p15:sldGuideLst xmlns:p15="http://schemas.microsoft.com/office/powerpoint/2012/main"/>
    </p:ext>
  </p:extLst>
</p:sldLayout>
</file>

<file path=ppt/slideLayouts/slideLayout394.xml><?xml version="1.0" encoding="utf-8"?>
<p:sldLayout xmlns:a="http://schemas.openxmlformats.org/drawingml/2006/main" xmlns:r="http://schemas.openxmlformats.org/officeDocument/2006/relationships" xmlns:p="http://schemas.openxmlformats.org/presentationml/2006/main" showMasterSp="0"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379987245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95.xml><?xml version="1.0" encoding="utf-8"?>
<p:sldLayout xmlns:a="http://schemas.openxmlformats.org/drawingml/2006/main" xmlns:r="http://schemas.openxmlformats.org/officeDocument/2006/relationships" xmlns:p="http://schemas.openxmlformats.org/presentationml/2006/main" showMasterSp="0"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71580129"/>
      </p:ext>
    </p:extLst>
  </p:cSld>
  <p:clrMapOvr>
    <a:masterClrMapping/>
  </p:clrMapOvr>
  <p:extLst>
    <p:ext uri="{DCECCB84-F9BA-43D5-87BE-67443E8EF086}">
      <p15:sldGuideLst xmlns:p15="http://schemas.microsoft.com/office/powerpoint/2012/main"/>
    </p:ext>
  </p:extLst>
</p:sldLayout>
</file>

<file path=ppt/slideLayouts/slideLayout396.xml><?xml version="1.0" encoding="utf-8"?>
<p:sldLayout xmlns:a="http://schemas.openxmlformats.org/drawingml/2006/main" xmlns:r="http://schemas.openxmlformats.org/officeDocument/2006/relationships" xmlns:p="http://schemas.openxmlformats.org/presentationml/2006/main" showMasterSp="0"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4056360705"/>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397.xml><?xml version="1.0" encoding="utf-8"?>
<p:sldLayout xmlns:a="http://schemas.openxmlformats.org/drawingml/2006/main" xmlns:r="http://schemas.openxmlformats.org/officeDocument/2006/relationships" xmlns:p="http://schemas.openxmlformats.org/presentationml/2006/main" showMasterSp="0"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608767429"/>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398.xml><?xml version="1.0" encoding="utf-8"?>
<p:sldLayout xmlns:a="http://schemas.openxmlformats.org/drawingml/2006/main" xmlns:r="http://schemas.openxmlformats.org/officeDocument/2006/relationships" xmlns:p="http://schemas.openxmlformats.org/presentationml/2006/main" showMasterSp="0"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6"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79"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593407531"/>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99.xml><?xml version="1.0" encoding="utf-8"?>
<p:sldLayout xmlns:a="http://schemas.openxmlformats.org/drawingml/2006/main" xmlns:r="http://schemas.openxmlformats.org/officeDocument/2006/relationships" xmlns:p="http://schemas.openxmlformats.org/presentationml/2006/main" showMasterSp="0"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7"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835454168"/>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400.xml><?xml version="1.0" encoding="utf-8"?>
<p:sldLayout xmlns:a="http://schemas.openxmlformats.org/drawingml/2006/main" xmlns:r="http://schemas.openxmlformats.org/officeDocument/2006/relationships" xmlns:p="http://schemas.openxmlformats.org/presentationml/2006/main" showMasterSp="0"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7"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00072227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401.xml><?xml version="1.0" encoding="utf-8"?>
<p:sldLayout xmlns:a="http://schemas.openxmlformats.org/drawingml/2006/main" xmlns:r="http://schemas.openxmlformats.org/officeDocument/2006/relationships" xmlns:p="http://schemas.openxmlformats.org/presentationml/2006/main" showMasterSp="0"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98163577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402.xml><?xml version="1.0" encoding="utf-8"?>
<p:sldLayout xmlns:a="http://schemas.openxmlformats.org/drawingml/2006/main" xmlns:r="http://schemas.openxmlformats.org/officeDocument/2006/relationships" xmlns:p="http://schemas.openxmlformats.org/presentationml/2006/main" showMasterSp="0"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39815770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403.xml><?xml version="1.0" encoding="utf-8"?>
<p:sldLayout xmlns:a="http://schemas.openxmlformats.org/drawingml/2006/main" xmlns:r="http://schemas.openxmlformats.org/officeDocument/2006/relationships" xmlns:p="http://schemas.openxmlformats.org/presentationml/2006/main" showMasterSp="0" preserve="1" userDrawn="1">
  <p:cSld name="Content dark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32955833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404.xml><?xml version="1.0" encoding="utf-8"?>
<p:sldLayout xmlns:a="http://schemas.openxmlformats.org/drawingml/2006/main" xmlns:r="http://schemas.openxmlformats.org/officeDocument/2006/relationships" xmlns:p="http://schemas.openxmlformats.org/presentationml/2006/main" showMasterSp="0" preserve="1" userDrawn="1">
  <p:cSld name="Content dark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8"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05966996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405.xml><?xml version="1.0" encoding="utf-8"?>
<p:sldLayout xmlns:a="http://schemas.openxmlformats.org/drawingml/2006/main" xmlns:r="http://schemas.openxmlformats.org/officeDocument/2006/relationships" xmlns:p="http://schemas.openxmlformats.org/presentationml/2006/main" showMasterSp="0" preserve="1" userDrawn="1">
  <p:cSld name="Content dark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7"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36127109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406.xml><?xml version="1.0" encoding="utf-8"?>
<p:sldLayout xmlns:a="http://schemas.openxmlformats.org/drawingml/2006/main" xmlns:r="http://schemas.openxmlformats.org/officeDocument/2006/relationships" xmlns:p="http://schemas.openxmlformats.org/presentationml/2006/main" showMasterSp="0"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a picture in the background</a:t>
            </a:r>
            <a:endParaRPr lang="en-US" sz="600" b="1">
              <a:solidFill>
                <a:srgbClr val="076D7E"/>
              </a:solidFill>
              <a:latin typeface="+mj-lt"/>
            </a:endParaRPr>
          </a:p>
        </p:txBody>
      </p:sp>
    </p:spTree>
    <p:extLst>
      <p:ext uri="{BB962C8B-B14F-4D97-AF65-F5344CB8AC3E}">
        <p14:creationId xmlns:p14="http://schemas.microsoft.com/office/powerpoint/2010/main" val="50448305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407.xml><?xml version="1.0" encoding="utf-8"?>
<p:sldLayout xmlns:a="http://schemas.openxmlformats.org/drawingml/2006/main" xmlns:r="http://schemas.openxmlformats.org/officeDocument/2006/relationships" xmlns:p="http://schemas.openxmlformats.org/presentationml/2006/main" showMasterSp="0"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241467597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408.xml><?xml version="1.0" encoding="utf-8"?>
<p:sldLayout xmlns:a="http://schemas.openxmlformats.org/drawingml/2006/main" xmlns:r="http://schemas.openxmlformats.org/officeDocument/2006/relationships" xmlns:p="http://schemas.openxmlformats.org/presentationml/2006/main" showMasterSp="0"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1866595886"/>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409.xml><?xml version="1.0" encoding="utf-8"?>
<p:sldLayout xmlns:a="http://schemas.openxmlformats.org/drawingml/2006/main" xmlns:r="http://schemas.openxmlformats.org/officeDocument/2006/relationships" xmlns:p="http://schemas.openxmlformats.org/presentationml/2006/main" showMasterSp="0"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149220833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410.xml><?xml version="1.0" encoding="utf-8"?>
<p:sldLayout xmlns:a="http://schemas.openxmlformats.org/drawingml/2006/main" xmlns:r="http://schemas.openxmlformats.org/officeDocument/2006/relationships" xmlns:p="http://schemas.openxmlformats.org/presentationml/2006/main" showMasterSp="0"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06335582"/>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51136565"/>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showMasterSp="0" preserve="1" userDrawn="1">
  <p:cSld name="Contact">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8"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5"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30966801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413.xml><?xml version="1.0" encoding="utf-8"?>
<p:sldLayout xmlns:a="http://schemas.openxmlformats.org/drawingml/2006/main" xmlns:r="http://schemas.openxmlformats.org/officeDocument/2006/relationships" xmlns:p="http://schemas.openxmlformats.org/presentationml/2006/main" showMasterSp="0"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359569"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359569"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356627" y="4272939"/>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356628"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pPr marL="0" indent="0" algn="l">
                <a:buFont typeface="Arial" panose="020B0604020202020204" pitchFamily="34" charset="0"/>
                <a:buNone/>
              </a:pPr>
              <a:t>2024</a:t>
            </a:fld>
            <a:r>
              <a:rPr lang="en-US" sz="675"/>
              <a:t> Boehringer Ingelheim International GmbH. All rights reserved.</a:t>
            </a:r>
          </a:p>
        </p:txBody>
      </p:sp>
    </p:spTree>
    <p:extLst>
      <p:ext uri="{BB962C8B-B14F-4D97-AF65-F5344CB8AC3E}">
        <p14:creationId xmlns:p14="http://schemas.microsoft.com/office/powerpoint/2010/main" val="1294939581"/>
      </p:ext>
    </p:extLst>
  </p:cSld>
  <p:clrMapOvr>
    <a:masterClrMapping/>
  </p:clrMapOvr>
  <p:extLst>
    <p:ext uri="{DCECCB84-F9BA-43D5-87BE-67443E8EF086}">
      <p15:sldGuideLst xmlns:p15="http://schemas.microsoft.com/office/powerpoint/2012/main"/>
    </p:ext>
  </p:extLst>
</p:sldLayout>
</file>

<file path=ppt/slideLayouts/slideLayout414.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24/05/2024</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8116027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15.xml><?xml version="1.0" encoding="utf-8"?>
<p:sldLayout xmlns:a="http://schemas.openxmlformats.org/drawingml/2006/main" xmlns:r="http://schemas.openxmlformats.org/officeDocument/2006/relationships" xmlns:p="http://schemas.openxmlformats.org/presentationml/2006/main" showMasterSp="0">
  <p:cSld name="Content slide 0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E1D6305-56CD-DB94-7C31-9F060FBC6A0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9BDD6C1D-04CC-25E8-4080-70D4C41347D7}"/>
              </a:ext>
            </a:extLst>
          </p:cNvPr>
          <p:cNvSpPr>
            <a:spLocks noGrp="1"/>
          </p:cNvSpPr>
          <p:nvPr>
            <p:ph type="title" hasCustomPrompt="1"/>
          </p:nvPr>
        </p:nvSpPr>
        <p:spPr>
          <a:xfrm>
            <a:off x="341571" y="229352"/>
            <a:ext cx="8471491" cy="571154"/>
          </a:xfrm>
          <a:prstGeom prst="rect">
            <a:avLst/>
          </a:prstGeom>
        </p:spPr>
        <p:txBody>
          <a:bodyPr lIns="0" anchor="t">
            <a:noAutofit/>
          </a:bodyPr>
          <a:lstStyle>
            <a:lvl1pPr>
              <a:defRPr sz="2100" b="1" i="0">
                <a:solidFill>
                  <a:schemeClr val="accent3"/>
                </a:solidFill>
                <a:latin typeface="+mn-lt"/>
              </a:defRPr>
            </a:lvl1pPr>
          </a:lstStyle>
          <a:p>
            <a:r>
              <a:rPr lang="en-GB"/>
              <a:t>Click to add content page heading </a:t>
            </a:r>
            <a:endParaRPr lang="en-US"/>
          </a:p>
        </p:txBody>
      </p:sp>
      <p:sp>
        <p:nvSpPr>
          <p:cNvPr id="3" name="Content Placeholder 2">
            <a:extLst>
              <a:ext uri="{FF2B5EF4-FFF2-40B4-BE49-F238E27FC236}">
                <a16:creationId xmlns:a16="http://schemas.microsoft.com/office/drawing/2014/main" id="{3CAA49A1-E985-A4F5-6BF7-0EBB8DB57E1F}"/>
              </a:ext>
            </a:extLst>
          </p:cNvPr>
          <p:cNvSpPr>
            <a:spLocks noGrp="1"/>
          </p:cNvSpPr>
          <p:nvPr>
            <p:ph sz="half" idx="1" hasCustomPrompt="1"/>
          </p:nvPr>
        </p:nvSpPr>
        <p:spPr>
          <a:xfrm>
            <a:off x="341571" y="1034292"/>
            <a:ext cx="4149356" cy="3375943"/>
          </a:xfrm>
          <a:prstGeom prst="rect">
            <a:avLst/>
          </a:prstGeom>
        </p:spPr>
        <p:txBody>
          <a:bodyPr lIns="0">
            <a:normAutofit/>
          </a:bodyPr>
          <a:lstStyle>
            <a:lvl1pPr>
              <a:buClr>
                <a:schemeClr val="accent1"/>
              </a:buClr>
              <a:defRPr sz="1350" b="0" i="0">
                <a:solidFill>
                  <a:schemeClr val="accent3"/>
                </a:solidFill>
                <a:latin typeface="+mn-lt"/>
              </a:defRPr>
            </a:lvl1pPr>
            <a:lvl2pPr>
              <a:buClr>
                <a:schemeClr val="accent1"/>
              </a:buClr>
              <a:defRPr sz="1350" b="0" i="0">
                <a:latin typeface="+mn-lt"/>
              </a:defRPr>
            </a:lvl2pPr>
            <a:lvl3pPr>
              <a:defRPr sz="1350"/>
            </a:lvl3pPr>
            <a:lvl4pPr>
              <a:defRPr sz="1200"/>
            </a:lvl4pPr>
            <a:lvl5pPr>
              <a:defRPr sz="1200"/>
            </a:lvl5pPr>
          </a:lstStyle>
          <a:p>
            <a:pPr lvl="0"/>
            <a:r>
              <a:rPr lang="en-GB"/>
              <a:t>Click to add content or copy</a:t>
            </a:r>
          </a:p>
          <a:p>
            <a:pPr lvl="1"/>
            <a:endParaRPr lang="en-US"/>
          </a:p>
        </p:txBody>
      </p:sp>
      <p:sp>
        <p:nvSpPr>
          <p:cNvPr id="12" name="Content Placeholder 2">
            <a:extLst>
              <a:ext uri="{FF2B5EF4-FFF2-40B4-BE49-F238E27FC236}">
                <a16:creationId xmlns:a16="http://schemas.microsoft.com/office/drawing/2014/main" id="{55B897CC-28DB-D9B6-235C-225869D31BF3}"/>
              </a:ext>
            </a:extLst>
          </p:cNvPr>
          <p:cNvSpPr>
            <a:spLocks noGrp="1"/>
          </p:cNvSpPr>
          <p:nvPr>
            <p:ph sz="half" idx="13" hasCustomPrompt="1"/>
          </p:nvPr>
        </p:nvSpPr>
        <p:spPr>
          <a:xfrm>
            <a:off x="4663706" y="1034292"/>
            <a:ext cx="4149356" cy="3375943"/>
          </a:xfrm>
          <a:prstGeom prst="rect">
            <a:avLst/>
          </a:prstGeom>
        </p:spPr>
        <p:txBody>
          <a:bodyPr lIns="0">
            <a:normAutofit/>
          </a:bodyPr>
          <a:lstStyle>
            <a:lvl1pPr>
              <a:buClr>
                <a:schemeClr val="accent1"/>
              </a:buClr>
              <a:defRPr sz="1350" b="0" i="0">
                <a:solidFill>
                  <a:schemeClr val="accent3"/>
                </a:solidFill>
                <a:latin typeface="+mn-lt"/>
              </a:defRPr>
            </a:lvl1pPr>
            <a:lvl2pPr>
              <a:buClr>
                <a:schemeClr val="accent1"/>
              </a:buClr>
              <a:defRPr sz="1350" b="0" i="0">
                <a:latin typeface="+mn-lt"/>
              </a:defRPr>
            </a:lvl2pPr>
          </a:lstStyle>
          <a:p>
            <a:pPr lvl="0"/>
            <a:r>
              <a:rPr lang="en-GB"/>
              <a:t>Click to add content or copy</a:t>
            </a:r>
          </a:p>
          <a:p>
            <a:pPr lvl="1"/>
            <a:endParaRPr lang="en-US"/>
          </a:p>
        </p:txBody>
      </p:sp>
      <p:sp>
        <p:nvSpPr>
          <p:cNvPr id="14" name="Text Placeholder 13">
            <a:extLst>
              <a:ext uri="{FF2B5EF4-FFF2-40B4-BE49-F238E27FC236}">
                <a16:creationId xmlns:a16="http://schemas.microsoft.com/office/drawing/2014/main" id="{BA4B0AC5-F29D-E7DE-51E7-A9B5E98AD256}"/>
              </a:ext>
            </a:extLst>
          </p:cNvPr>
          <p:cNvSpPr>
            <a:spLocks noGrp="1"/>
          </p:cNvSpPr>
          <p:nvPr>
            <p:ph type="body" sz="quarter" idx="14" hasCustomPrompt="1"/>
          </p:nvPr>
        </p:nvSpPr>
        <p:spPr>
          <a:xfrm>
            <a:off x="341710" y="552103"/>
            <a:ext cx="8470905" cy="248403"/>
          </a:xfrm>
          <a:prstGeom prst="rect">
            <a:avLst/>
          </a:prstGeom>
        </p:spPr>
        <p:txBody>
          <a:bodyPr lIns="0" anchor="ctr">
            <a:noAutofit/>
          </a:bodyPr>
          <a:lstStyle>
            <a:lvl1pPr marL="0" indent="0">
              <a:buNone/>
              <a:defRPr sz="1200" b="0" i="0">
                <a:solidFill>
                  <a:schemeClr val="accent1"/>
                </a:solidFill>
                <a:latin typeface="+mn-lt"/>
              </a:defRPr>
            </a:lvl1pPr>
          </a:lstStyle>
          <a:p>
            <a:pPr lvl="0"/>
            <a:r>
              <a:rPr lang="en-GB"/>
              <a:t>Click to add page subheading</a:t>
            </a:r>
          </a:p>
        </p:txBody>
      </p:sp>
      <p:pic>
        <p:nvPicPr>
          <p:cNvPr id="4" name="Picture 3" descr="Logo&#10;&#10;Description automatically generated">
            <a:extLst>
              <a:ext uri="{FF2B5EF4-FFF2-40B4-BE49-F238E27FC236}">
                <a16:creationId xmlns:a16="http://schemas.microsoft.com/office/drawing/2014/main" id="{339C7FE0-00A4-5B65-1271-280C8B58AD2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629400" y="137161"/>
            <a:ext cx="2247900" cy="541904"/>
          </a:xfrm>
          <a:prstGeom prst="rect">
            <a:avLst/>
          </a:prstGeom>
        </p:spPr>
      </p:pic>
      <p:sp>
        <p:nvSpPr>
          <p:cNvPr id="11" name="Slide Number Placeholder 6">
            <a:extLst>
              <a:ext uri="{FF2B5EF4-FFF2-40B4-BE49-F238E27FC236}">
                <a16:creationId xmlns:a16="http://schemas.microsoft.com/office/drawing/2014/main" id="{55D42B6B-8A77-480F-AF56-45A6784855DA}"/>
              </a:ext>
            </a:extLst>
          </p:cNvPr>
          <p:cNvSpPr>
            <a:spLocks noGrp="1"/>
          </p:cNvSpPr>
          <p:nvPr>
            <p:ph type="sldNum" sz="quarter" idx="4"/>
          </p:nvPr>
        </p:nvSpPr>
        <p:spPr>
          <a:xfrm>
            <a:off x="8532744" y="4685785"/>
            <a:ext cx="279733" cy="339683"/>
          </a:xfrm>
          <a:prstGeom prst="rect">
            <a:avLst/>
          </a:prstGeom>
        </p:spPr>
        <p:txBody>
          <a:bodyPr anchor="ctr"/>
          <a:lstStyle>
            <a:lvl1pPr algn="r">
              <a:defRPr sz="675" b="0" i="0">
                <a:solidFill>
                  <a:schemeClr val="accent1"/>
                </a:solidFill>
                <a:latin typeface="Arial" panose="020B0604020202020204" pitchFamily="34" charset="0"/>
              </a:defRPr>
            </a:lvl1pPr>
          </a:lstStyle>
          <a:p>
            <a:fld id="{30A9AB0C-0590-434A-95FD-435A435C6ED1}" type="slidenum">
              <a:rPr lang="en-GB" smtClean="0"/>
              <a:t>‹#›</a:t>
            </a:fld>
            <a:endParaRPr lang="en-GB"/>
          </a:p>
        </p:txBody>
      </p:sp>
      <p:sp>
        <p:nvSpPr>
          <p:cNvPr id="13" name="Footer Placeholder 9">
            <a:extLst>
              <a:ext uri="{FF2B5EF4-FFF2-40B4-BE49-F238E27FC236}">
                <a16:creationId xmlns:a16="http://schemas.microsoft.com/office/drawing/2014/main" id="{6B362813-3712-44F6-BC65-768B4D53EEEB}"/>
              </a:ext>
            </a:extLst>
          </p:cNvPr>
          <p:cNvSpPr>
            <a:spLocks noGrp="1"/>
          </p:cNvSpPr>
          <p:nvPr>
            <p:ph type="ftr" sz="quarter" idx="3"/>
          </p:nvPr>
        </p:nvSpPr>
        <p:spPr>
          <a:xfrm>
            <a:off x="341570" y="4685785"/>
            <a:ext cx="8147522" cy="183872"/>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GB"/>
              <a:t>Brightline-2 Regular update</a:t>
            </a:r>
          </a:p>
        </p:txBody>
      </p:sp>
      <p:sp>
        <p:nvSpPr>
          <p:cNvPr id="15" name="Date Placeholder 3">
            <a:extLst>
              <a:ext uri="{FF2B5EF4-FFF2-40B4-BE49-F238E27FC236}">
                <a16:creationId xmlns:a16="http://schemas.microsoft.com/office/drawing/2014/main" id="{F5BC5BCC-8AAE-4C49-A745-9F004D184ED8}"/>
              </a:ext>
            </a:extLst>
          </p:cNvPr>
          <p:cNvSpPr>
            <a:spLocks noGrp="1"/>
          </p:cNvSpPr>
          <p:nvPr>
            <p:ph type="dt" sz="half" idx="2"/>
          </p:nvPr>
        </p:nvSpPr>
        <p:spPr>
          <a:xfrm>
            <a:off x="341570" y="4875835"/>
            <a:ext cx="2057400" cy="137276"/>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US"/>
              <a:t>2023-04-17</a:t>
            </a:r>
            <a:endParaRPr lang="en-GB"/>
          </a:p>
        </p:txBody>
      </p:sp>
    </p:spTree>
    <p:extLst>
      <p:ext uri="{BB962C8B-B14F-4D97-AF65-F5344CB8AC3E}">
        <p14:creationId xmlns:p14="http://schemas.microsoft.com/office/powerpoint/2010/main" val="6760671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6.xml><?xml version="1.0" encoding="utf-8"?>
<p:sldLayout xmlns:a="http://schemas.openxmlformats.org/drawingml/2006/main" xmlns:r="http://schemas.openxmlformats.org/officeDocument/2006/relationships" xmlns:p="http://schemas.openxmlformats.org/presentationml/2006/main" showMasterSp="0">
  <p:cSld name="Standard page_02">
    <p:spTree>
      <p:nvGrpSpPr>
        <p:cNvPr id="1" name=""/>
        <p:cNvGrpSpPr/>
        <p:nvPr/>
      </p:nvGrpSpPr>
      <p:grpSpPr>
        <a:xfrm>
          <a:off x="0" y="0"/>
          <a:ext cx="0" cy="0"/>
          <a:chOff x="0" y="0"/>
          <a:chExt cx="0" cy="0"/>
        </a:xfrm>
      </p:grpSpPr>
      <p:sp>
        <p:nvSpPr>
          <p:cNvPr id="11" name="Rechteck 10"/>
          <p:cNvSpPr/>
          <p:nvPr/>
        </p:nvSpPr>
        <p:spPr>
          <a:xfrm>
            <a:off x="0" y="2196372"/>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noProof="0">
              <a:solidFill>
                <a:schemeClr val="tx1"/>
              </a:solidFill>
            </a:endParaRPr>
          </a:p>
        </p:txBody>
      </p:sp>
      <p:sp>
        <p:nvSpPr>
          <p:cNvPr id="3" name="Inhaltsplatzhalter 2"/>
          <p:cNvSpPr>
            <a:spLocks noGrp="1"/>
          </p:cNvSpPr>
          <p:nvPr>
            <p:ph idx="1"/>
          </p:nvPr>
        </p:nvSpPr>
        <p:spPr/>
        <p:txBody>
          <a:bodyPr/>
          <a:lstStyle/>
          <a:p>
            <a:pPr lvl="0"/>
            <a:r>
              <a:rPr lang="zh-CN" altLang="en-US" noProof="0"/>
              <a:t>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9" name="Grafik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443" y="4864133"/>
            <a:ext cx="630270" cy="190510"/>
          </a:xfrm>
          <a:prstGeom prst="rect">
            <a:avLst/>
          </a:prstGeom>
        </p:spPr>
      </p:pic>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EAC16232-15A5-4D0D-AAE8-0D263F1CBF7B}" type="datetimeFigureOut">
              <a:rPr lang="zh-CN" altLang="en-US" smtClean="0"/>
              <a:t>2024/5/24</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4467B888-D6B5-4BF5-8911-8EFE5FFCC012}" type="slidenum">
              <a:rPr lang="zh-CN" altLang="en-US" smtClean="0"/>
              <a:t>‹#›</a:t>
            </a:fld>
            <a:endParaRPr lang="zh-CN" altLang="en-US"/>
          </a:p>
        </p:txBody>
      </p:sp>
      <p:sp>
        <p:nvSpPr>
          <p:cNvPr id="8" name="Titel 7"/>
          <p:cNvSpPr>
            <a:spLocks noGrp="1"/>
          </p:cNvSpPr>
          <p:nvPr>
            <p:ph type="title"/>
          </p:nvPr>
        </p:nvSpPr>
        <p:spPr>
          <a:xfrm>
            <a:off x="367575" y="78438"/>
            <a:ext cx="8408850" cy="415499"/>
          </a:xfrm>
        </p:spPr>
        <p:txBody>
          <a:bodyPr/>
          <a:lstStyle>
            <a:lvl1pPr>
              <a:defRPr sz="2700"/>
            </a:lvl1pPr>
          </a:lstStyle>
          <a:p>
            <a:r>
              <a:rPr lang="zh-CN" altLang="en-US" noProof="0"/>
              <a:t>单击此处编辑母版标题样式</a:t>
            </a:r>
            <a:endParaRPr lang="en-GB" noProof="0"/>
          </a:p>
        </p:txBody>
      </p:sp>
    </p:spTree>
    <p:extLst>
      <p:ext uri="{BB962C8B-B14F-4D97-AF65-F5344CB8AC3E}">
        <p14:creationId xmlns:p14="http://schemas.microsoft.com/office/powerpoint/2010/main" val="3909617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image" Target="../media/image5.png"/><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theme" Target="../theme/theme2.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34" Type="http://schemas.openxmlformats.org/officeDocument/2006/relationships/oleObject" Target="../embeddings/oleObject1.bin"/><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tags" Target="../tags/tag1.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29" Type="http://schemas.openxmlformats.org/officeDocument/2006/relationships/slideLayout" Target="../slideLayouts/slideLayout81.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theme" Target="../theme/theme3.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image" Target="../media/image13.png"/><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image" Target="../media/image12.e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 Type="http://schemas.openxmlformats.org/officeDocument/2006/relationships/slideLayout" Target="../slideLayouts/slideLayout86.xml"/><Relationship Id="rId21" Type="http://schemas.openxmlformats.org/officeDocument/2006/relationships/slideLayout" Target="../slideLayouts/slideLayout104.xml"/><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openxmlformats.org/officeDocument/2006/relationships/slideLayout" Target="../slideLayouts/slideLayout112.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image" Target="../media/image1.png"/><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theme" Target="../theme/theme4.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21.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5" Type="http://schemas.openxmlformats.org/officeDocument/2006/relationships/slideLayout" Target="../slideLayouts/slideLayout118.xml"/><Relationship Id="rId10" Type="http://schemas.openxmlformats.org/officeDocument/2006/relationships/theme" Target="../theme/theme5.xml"/><Relationship Id="rId4" Type="http://schemas.openxmlformats.org/officeDocument/2006/relationships/slideLayout" Target="../slideLayouts/slideLayout117.xml"/><Relationship Id="rId9" Type="http://schemas.openxmlformats.org/officeDocument/2006/relationships/slideLayout" Target="../slideLayouts/slideLayout12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0.xml"/><Relationship Id="rId13" Type="http://schemas.openxmlformats.org/officeDocument/2006/relationships/slideLayout" Target="../slideLayouts/slideLayout135.xml"/><Relationship Id="rId18" Type="http://schemas.openxmlformats.org/officeDocument/2006/relationships/slideLayout" Target="../slideLayouts/slideLayout140.xml"/><Relationship Id="rId26" Type="http://schemas.openxmlformats.org/officeDocument/2006/relationships/image" Target="../media/image5.png"/><Relationship Id="rId3" Type="http://schemas.openxmlformats.org/officeDocument/2006/relationships/slideLayout" Target="../slideLayouts/slideLayout125.xml"/><Relationship Id="rId21" Type="http://schemas.openxmlformats.org/officeDocument/2006/relationships/slideLayout" Target="../slideLayouts/slideLayout143.xml"/><Relationship Id="rId7" Type="http://schemas.openxmlformats.org/officeDocument/2006/relationships/slideLayout" Target="../slideLayouts/slideLayout129.xml"/><Relationship Id="rId12" Type="http://schemas.openxmlformats.org/officeDocument/2006/relationships/slideLayout" Target="../slideLayouts/slideLayout134.xml"/><Relationship Id="rId17" Type="http://schemas.openxmlformats.org/officeDocument/2006/relationships/slideLayout" Target="../slideLayouts/slideLayout139.xml"/><Relationship Id="rId25" Type="http://schemas.openxmlformats.org/officeDocument/2006/relationships/theme" Target="../theme/theme6.xml"/><Relationship Id="rId2" Type="http://schemas.openxmlformats.org/officeDocument/2006/relationships/slideLayout" Target="../slideLayouts/slideLayout124.xml"/><Relationship Id="rId16" Type="http://schemas.openxmlformats.org/officeDocument/2006/relationships/slideLayout" Target="../slideLayouts/slideLayout138.xml"/><Relationship Id="rId20" Type="http://schemas.openxmlformats.org/officeDocument/2006/relationships/slideLayout" Target="../slideLayouts/slideLayout142.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24" Type="http://schemas.openxmlformats.org/officeDocument/2006/relationships/slideLayout" Target="../slideLayouts/slideLayout146.xml"/><Relationship Id="rId5" Type="http://schemas.openxmlformats.org/officeDocument/2006/relationships/slideLayout" Target="../slideLayouts/slideLayout127.xml"/><Relationship Id="rId15" Type="http://schemas.openxmlformats.org/officeDocument/2006/relationships/slideLayout" Target="../slideLayouts/slideLayout137.xml"/><Relationship Id="rId23" Type="http://schemas.openxmlformats.org/officeDocument/2006/relationships/slideLayout" Target="../slideLayouts/slideLayout145.xml"/><Relationship Id="rId10" Type="http://schemas.openxmlformats.org/officeDocument/2006/relationships/slideLayout" Target="../slideLayouts/slideLayout132.xml"/><Relationship Id="rId19" Type="http://schemas.openxmlformats.org/officeDocument/2006/relationships/slideLayout" Target="../slideLayouts/slideLayout141.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14" Type="http://schemas.openxmlformats.org/officeDocument/2006/relationships/slideLayout" Target="../slideLayouts/slideLayout136.xml"/><Relationship Id="rId22" Type="http://schemas.openxmlformats.org/officeDocument/2006/relationships/slideLayout" Target="../slideLayouts/slideLayout14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54.xml"/><Relationship Id="rId13" Type="http://schemas.openxmlformats.org/officeDocument/2006/relationships/slideLayout" Target="../slideLayouts/slideLayout159.xml"/><Relationship Id="rId18" Type="http://schemas.openxmlformats.org/officeDocument/2006/relationships/slideLayout" Target="../slideLayouts/slideLayout164.xml"/><Relationship Id="rId3" Type="http://schemas.openxmlformats.org/officeDocument/2006/relationships/slideLayout" Target="../slideLayouts/slideLayout149.xml"/><Relationship Id="rId21" Type="http://schemas.openxmlformats.org/officeDocument/2006/relationships/slideLayout" Target="../slideLayouts/slideLayout167.xml"/><Relationship Id="rId7" Type="http://schemas.openxmlformats.org/officeDocument/2006/relationships/slideLayout" Target="../slideLayouts/slideLayout153.xml"/><Relationship Id="rId12" Type="http://schemas.openxmlformats.org/officeDocument/2006/relationships/slideLayout" Target="../slideLayouts/slideLayout158.xml"/><Relationship Id="rId17" Type="http://schemas.openxmlformats.org/officeDocument/2006/relationships/slideLayout" Target="../slideLayouts/slideLayout163.xml"/><Relationship Id="rId25" Type="http://schemas.openxmlformats.org/officeDocument/2006/relationships/image" Target="../media/image5.png"/><Relationship Id="rId2" Type="http://schemas.openxmlformats.org/officeDocument/2006/relationships/slideLayout" Target="../slideLayouts/slideLayout148.xml"/><Relationship Id="rId16" Type="http://schemas.openxmlformats.org/officeDocument/2006/relationships/slideLayout" Target="../slideLayouts/slideLayout162.xml"/><Relationship Id="rId20" Type="http://schemas.openxmlformats.org/officeDocument/2006/relationships/slideLayout" Target="../slideLayouts/slideLayout166.xml"/><Relationship Id="rId1" Type="http://schemas.openxmlformats.org/officeDocument/2006/relationships/slideLayout" Target="../slideLayouts/slideLayout147.xml"/><Relationship Id="rId6" Type="http://schemas.openxmlformats.org/officeDocument/2006/relationships/slideLayout" Target="../slideLayouts/slideLayout152.xml"/><Relationship Id="rId11" Type="http://schemas.openxmlformats.org/officeDocument/2006/relationships/slideLayout" Target="../slideLayouts/slideLayout157.xml"/><Relationship Id="rId24" Type="http://schemas.openxmlformats.org/officeDocument/2006/relationships/theme" Target="../theme/theme7.xml"/><Relationship Id="rId5" Type="http://schemas.openxmlformats.org/officeDocument/2006/relationships/slideLayout" Target="../slideLayouts/slideLayout151.xml"/><Relationship Id="rId15" Type="http://schemas.openxmlformats.org/officeDocument/2006/relationships/slideLayout" Target="../slideLayouts/slideLayout161.xml"/><Relationship Id="rId23" Type="http://schemas.openxmlformats.org/officeDocument/2006/relationships/slideLayout" Target="../slideLayouts/slideLayout169.xml"/><Relationship Id="rId10" Type="http://schemas.openxmlformats.org/officeDocument/2006/relationships/slideLayout" Target="../slideLayouts/slideLayout156.xml"/><Relationship Id="rId19" Type="http://schemas.openxmlformats.org/officeDocument/2006/relationships/slideLayout" Target="../slideLayouts/slideLayout165.xml"/><Relationship Id="rId4" Type="http://schemas.openxmlformats.org/officeDocument/2006/relationships/slideLayout" Target="../slideLayouts/slideLayout150.xml"/><Relationship Id="rId9" Type="http://schemas.openxmlformats.org/officeDocument/2006/relationships/slideLayout" Target="../slideLayouts/slideLayout155.xml"/><Relationship Id="rId14" Type="http://schemas.openxmlformats.org/officeDocument/2006/relationships/slideLayout" Target="../slideLayouts/slideLayout160.xml"/><Relationship Id="rId22" Type="http://schemas.openxmlformats.org/officeDocument/2006/relationships/slideLayout" Target="../slideLayouts/slideLayout16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77.xml"/><Relationship Id="rId3" Type="http://schemas.openxmlformats.org/officeDocument/2006/relationships/slideLayout" Target="../slideLayouts/slideLayout172.xml"/><Relationship Id="rId7" Type="http://schemas.openxmlformats.org/officeDocument/2006/relationships/slideLayout" Target="../slideLayouts/slideLayout176.xml"/><Relationship Id="rId2" Type="http://schemas.openxmlformats.org/officeDocument/2006/relationships/slideLayout" Target="../slideLayouts/slideLayout171.xml"/><Relationship Id="rId1" Type="http://schemas.openxmlformats.org/officeDocument/2006/relationships/slideLayout" Target="../slideLayouts/slideLayout170.xml"/><Relationship Id="rId6" Type="http://schemas.openxmlformats.org/officeDocument/2006/relationships/slideLayout" Target="../slideLayouts/slideLayout175.xml"/><Relationship Id="rId11" Type="http://schemas.openxmlformats.org/officeDocument/2006/relationships/theme" Target="../theme/theme8.xml"/><Relationship Id="rId5" Type="http://schemas.openxmlformats.org/officeDocument/2006/relationships/slideLayout" Target="../slideLayouts/slideLayout174.xml"/><Relationship Id="rId10" Type="http://schemas.openxmlformats.org/officeDocument/2006/relationships/slideLayout" Target="../slideLayouts/slideLayout179.xml"/><Relationship Id="rId4" Type="http://schemas.openxmlformats.org/officeDocument/2006/relationships/slideLayout" Target="../slideLayouts/slideLayout173.xml"/><Relationship Id="rId9" Type="http://schemas.openxmlformats.org/officeDocument/2006/relationships/slideLayout" Target="../slideLayouts/slideLayout17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87.xml"/><Relationship Id="rId13" Type="http://schemas.openxmlformats.org/officeDocument/2006/relationships/slideLayout" Target="../slideLayouts/slideLayout192.xml"/><Relationship Id="rId18" Type="http://schemas.openxmlformats.org/officeDocument/2006/relationships/slideLayout" Target="../slideLayouts/slideLayout197.xml"/><Relationship Id="rId26" Type="http://schemas.openxmlformats.org/officeDocument/2006/relationships/slideLayout" Target="../slideLayouts/slideLayout205.xml"/><Relationship Id="rId3" Type="http://schemas.openxmlformats.org/officeDocument/2006/relationships/slideLayout" Target="../slideLayouts/slideLayout182.xml"/><Relationship Id="rId21" Type="http://schemas.openxmlformats.org/officeDocument/2006/relationships/slideLayout" Target="../slideLayouts/slideLayout200.xml"/><Relationship Id="rId7" Type="http://schemas.openxmlformats.org/officeDocument/2006/relationships/slideLayout" Target="../slideLayouts/slideLayout186.xml"/><Relationship Id="rId12" Type="http://schemas.openxmlformats.org/officeDocument/2006/relationships/slideLayout" Target="../slideLayouts/slideLayout191.xml"/><Relationship Id="rId17" Type="http://schemas.openxmlformats.org/officeDocument/2006/relationships/slideLayout" Target="../slideLayouts/slideLayout196.xml"/><Relationship Id="rId25" Type="http://schemas.openxmlformats.org/officeDocument/2006/relationships/slideLayout" Target="../slideLayouts/slideLayout204.xml"/><Relationship Id="rId2" Type="http://schemas.openxmlformats.org/officeDocument/2006/relationships/slideLayout" Target="../slideLayouts/slideLayout181.xml"/><Relationship Id="rId16" Type="http://schemas.openxmlformats.org/officeDocument/2006/relationships/slideLayout" Target="../slideLayouts/slideLayout195.xml"/><Relationship Id="rId20" Type="http://schemas.openxmlformats.org/officeDocument/2006/relationships/slideLayout" Target="../slideLayouts/slideLayout199.xml"/><Relationship Id="rId29" Type="http://schemas.openxmlformats.org/officeDocument/2006/relationships/theme" Target="../theme/theme9.xml"/><Relationship Id="rId1" Type="http://schemas.openxmlformats.org/officeDocument/2006/relationships/slideLayout" Target="../slideLayouts/slideLayout180.xml"/><Relationship Id="rId6" Type="http://schemas.openxmlformats.org/officeDocument/2006/relationships/slideLayout" Target="../slideLayouts/slideLayout185.xml"/><Relationship Id="rId11" Type="http://schemas.openxmlformats.org/officeDocument/2006/relationships/slideLayout" Target="../slideLayouts/slideLayout190.xml"/><Relationship Id="rId24" Type="http://schemas.openxmlformats.org/officeDocument/2006/relationships/slideLayout" Target="../slideLayouts/slideLayout203.xml"/><Relationship Id="rId5" Type="http://schemas.openxmlformats.org/officeDocument/2006/relationships/slideLayout" Target="../slideLayouts/slideLayout184.xml"/><Relationship Id="rId15" Type="http://schemas.openxmlformats.org/officeDocument/2006/relationships/slideLayout" Target="../slideLayouts/slideLayout194.xml"/><Relationship Id="rId23" Type="http://schemas.openxmlformats.org/officeDocument/2006/relationships/slideLayout" Target="../slideLayouts/slideLayout202.xml"/><Relationship Id="rId28" Type="http://schemas.openxmlformats.org/officeDocument/2006/relationships/slideLayout" Target="../slideLayouts/slideLayout207.xml"/><Relationship Id="rId10" Type="http://schemas.openxmlformats.org/officeDocument/2006/relationships/slideLayout" Target="../slideLayouts/slideLayout189.xml"/><Relationship Id="rId19" Type="http://schemas.openxmlformats.org/officeDocument/2006/relationships/slideLayout" Target="../slideLayouts/slideLayout198.xml"/><Relationship Id="rId4" Type="http://schemas.openxmlformats.org/officeDocument/2006/relationships/slideLayout" Target="../slideLayouts/slideLayout183.xml"/><Relationship Id="rId9" Type="http://schemas.openxmlformats.org/officeDocument/2006/relationships/slideLayout" Target="../slideLayouts/slideLayout188.xml"/><Relationship Id="rId14" Type="http://schemas.openxmlformats.org/officeDocument/2006/relationships/slideLayout" Target="../slideLayouts/slideLayout193.xml"/><Relationship Id="rId22" Type="http://schemas.openxmlformats.org/officeDocument/2006/relationships/slideLayout" Target="../slideLayouts/slideLayout201.xml"/><Relationship Id="rId27" Type="http://schemas.openxmlformats.org/officeDocument/2006/relationships/slideLayout" Target="../slideLayouts/slideLayout206.xml"/><Relationship Id="rId30" Type="http://schemas.openxmlformats.org/officeDocument/2006/relationships/image" Target="../media/image47.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215.xml"/><Relationship Id="rId13" Type="http://schemas.openxmlformats.org/officeDocument/2006/relationships/slideLayout" Target="../slideLayouts/slideLayout220.xml"/><Relationship Id="rId18" Type="http://schemas.openxmlformats.org/officeDocument/2006/relationships/slideLayout" Target="../slideLayouts/slideLayout225.xml"/><Relationship Id="rId26" Type="http://schemas.openxmlformats.org/officeDocument/2006/relationships/slideLayout" Target="../slideLayouts/slideLayout233.xml"/><Relationship Id="rId39" Type="http://schemas.openxmlformats.org/officeDocument/2006/relationships/image" Target="../media/image51.png"/><Relationship Id="rId3" Type="http://schemas.openxmlformats.org/officeDocument/2006/relationships/slideLayout" Target="../slideLayouts/slideLayout210.xml"/><Relationship Id="rId21" Type="http://schemas.openxmlformats.org/officeDocument/2006/relationships/slideLayout" Target="../slideLayouts/slideLayout228.xml"/><Relationship Id="rId34" Type="http://schemas.openxmlformats.org/officeDocument/2006/relationships/slideLayout" Target="../slideLayouts/slideLayout241.xml"/><Relationship Id="rId7" Type="http://schemas.openxmlformats.org/officeDocument/2006/relationships/slideLayout" Target="../slideLayouts/slideLayout214.xml"/><Relationship Id="rId12" Type="http://schemas.openxmlformats.org/officeDocument/2006/relationships/slideLayout" Target="../slideLayouts/slideLayout219.xml"/><Relationship Id="rId17" Type="http://schemas.openxmlformats.org/officeDocument/2006/relationships/slideLayout" Target="../slideLayouts/slideLayout224.xml"/><Relationship Id="rId25" Type="http://schemas.openxmlformats.org/officeDocument/2006/relationships/slideLayout" Target="../slideLayouts/slideLayout232.xml"/><Relationship Id="rId33" Type="http://schemas.openxmlformats.org/officeDocument/2006/relationships/slideLayout" Target="../slideLayouts/slideLayout240.xml"/><Relationship Id="rId38" Type="http://schemas.openxmlformats.org/officeDocument/2006/relationships/theme" Target="../theme/theme10.xml"/><Relationship Id="rId2" Type="http://schemas.openxmlformats.org/officeDocument/2006/relationships/slideLayout" Target="../slideLayouts/slideLayout209.xml"/><Relationship Id="rId16" Type="http://schemas.openxmlformats.org/officeDocument/2006/relationships/slideLayout" Target="../slideLayouts/slideLayout223.xml"/><Relationship Id="rId20" Type="http://schemas.openxmlformats.org/officeDocument/2006/relationships/slideLayout" Target="../slideLayouts/slideLayout227.xml"/><Relationship Id="rId29" Type="http://schemas.openxmlformats.org/officeDocument/2006/relationships/slideLayout" Target="../slideLayouts/slideLayout236.xml"/><Relationship Id="rId41" Type="http://schemas.openxmlformats.org/officeDocument/2006/relationships/image" Target="../media/image1.png"/><Relationship Id="rId1" Type="http://schemas.openxmlformats.org/officeDocument/2006/relationships/slideLayout" Target="../slideLayouts/slideLayout208.xml"/><Relationship Id="rId6" Type="http://schemas.openxmlformats.org/officeDocument/2006/relationships/slideLayout" Target="../slideLayouts/slideLayout213.xml"/><Relationship Id="rId11" Type="http://schemas.openxmlformats.org/officeDocument/2006/relationships/slideLayout" Target="../slideLayouts/slideLayout218.xml"/><Relationship Id="rId24" Type="http://schemas.openxmlformats.org/officeDocument/2006/relationships/slideLayout" Target="../slideLayouts/slideLayout231.xml"/><Relationship Id="rId32" Type="http://schemas.openxmlformats.org/officeDocument/2006/relationships/slideLayout" Target="../slideLayouts/slideLayout239.xml"/><Relationship Id="rId37" Type="http://schemas.openxmlformats.org/officeDocument/2006/relationships/slideLayout" Target="../slideLayouts/slideLayout244.xml"/><Relationship Id="rId40" Type="http://schemas.openxmlformats.org/officeDocument/2006/relationships/image" Target="../media/image52.svg"/><Relationship Id="rId5" Type="http://schemas.openxmlformats.org/officeDocument/2006/relationships/slideLayout" Target="../slideLayouts/slideLayout212.xml"/><Relationship Id="rId15" Type="http://schemas.openxmlformats.org/officeDocument/2006/relationships/slideLayout" Target="../slideLayouts/slideLayout222.xml"/><Relationship Id="rId23" Type="http://schemas.openxmlformats.org/officeDocument/2006/relationships/slideLayout" Target="../slideLayouts/slideLayout230.xml"/><Relationship Id="rId28" Type="http://schemas.openxmlformats.org/officeDocument/2006/relationships/slideLayout" Target="../slideLayouts/slideLayout235.xml"/><Relationship Id="rId36" Type="http://schemas.openxmlformats.org/officeDocument/2006/relationships/slideLayout" Target="../slideLayouts/slideLayout243.xml"/><Relationship Id="rId10" Type="http://schemas.openxmlformats.org/officeDocument/2006/relationships/slideLayout" Target="../slideLayouts/slideLayout217.xml"/><Relationship Id="rId19" Type="http://schemas.openxmlformats.org/officeDocument/2006/relationships/slideLayout" Target="../slideLayouts/slideLayout226.xml"/><Relationship Id="rId31" Type="http://schemas.openxmlformats.org/officeDocument/2006/relationships/slideLayout" Target="../slideLayouts/slideLayout238.xml"/><Relationship Id="rId4" Type="http://schemas.openxmlformats.org/officeDocument/2006/relationships/slideLayout" Target="../slideLayouts/slideLayout211.xml"/><Relationship Id="rId9" Type="http://schemas.openxmlformats.org/officeDocument/2006/relationships/slideLayout" Target="../slideLayouts/slideLayout216.xml"/><Relationship Id="rId14" Type="http://schemas.openxmlformats.org/officeDocument/2006/relationships/slideLayout" Target="../slideLayouts/slideLayout221.xml"/><Relationship Id="rId22" Type="http://schemas.openxmlformats.org/officeDocument/2006/relationships/slideLayout" Target="../slideLayouts/slideLayout229.xml"/><Relationship Id="rId27" Type="http://schemas.openxmlformats.org/officeDocument/2006/relationships/slideLayout" Target="../slideLayouts/slideLayout234.xml"/><Relationship Id="rId30" Type="http://schemas.openxmlformats.org/officeDocument/2006/relationships/slideLayout" Target="../slideLayouts/slideLayout237.xml"/><Relationship Id="rId35" Type="http://schemas.openxmlformats.org/officeDocument/2006/relationships/slideLayout" Target="../slideLayouts/slideLayout242.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52.xml"/><Relationship Id="rId13" Type="http://schemas.openxmlformats.org/officeDocument/2006/relationships/slideLayout" Target="../slideLayouts/slideLayout257.xml"/><Relationship Id="rId18" Type="http://schemas.openxmlformats.org/officeDocument/2006/relationships/slideLayout" Target="../slideLayouts/slideLayout262.xml"/><Relationship Id="rId26" Type="http://schemas.openxmlformats.org/officeDocument/2006/relationships/slideLayout" Target="../slideLayouts/slideLayout270.xml"/><Relationship Id="rId3" Type="http://schemas.openxmlformats.org/officeDocument/2006/relationships/slideLayout" Target="../slideLayouts/slideLayout247.xml"/><Relationship Id="rId21" Type="http://schemas.openxmlformats.org/officeDocument/2006/relationships/slideLayout" Target="../slideLayouts/slideLayout265.xml"/><Relationship Id="rId34" Type="http://schemas.openxmlformats.org/officeDocument/2006/relationships/theme" Target="../theme/theme11.xml"/><Relationship Id="rId7" Type="http://schemas.openxmlformats.org/officeDocument/2006/relationships/slideLayout" Target="../slideLayouts/slideLayout251.xml"/><Relationship Id="rId12" Type="http://schemas.openxmlformats.org/officeDocument/2006/relationships/slideLayout" Target="../slideLayouts/slideLayout256.xml"/><Relationship Id="rId17" Type="http://schemas.openxmlformats.org/officeDocument/2006/relationships/slideLayout" Target="../slideLayouts/slideLayout261.xml"/><Relationship Id="rId25" Type="http://schemas.openxmlformats.org/officeDocument/2006/relationships/slideLayout" Target="../slideLayouts/slideLayout269.xml"/><Relationship Id="rId33" Type="http://schemas.openxmlformats.org/officeDocument/2006/relationships/slideLayout" Target="../slideLayouts/slideLayout277.xml"/><Relationship Id="rId2" Type="http://schemas.openxmlformats.org/officeDocument/2006/relationships/slideLayout" Target="../slideLayouts/slideLayout246.xml"/><Relationship Id="rId16" Type="http://schemas.openxmlformats.org/officeDocument/2006/relationships/slideLayout" Target="../slideLayouts/slideLayout260.xml"/><Relationship Id="rId20" Type="http://schemas.openxmlformats.org/officeDocument/2006/relationships/slideLayout" Target="../slideLayouts/slideLayout264.xml"/><Relationship Id="rId29" Type="http://schemas.openxmlformats.org/officeDocument/2006/relationships/slideLayout" Target="../slideLayouts/slideLayout273.xml"/><Relationship Id="rId1" Type="http://schemas.openxmlformats.org/officeDocument/2006/relationships/slideLayout" Target="../slideLayouts/slideLayout245.xml"/><Relationship Id="rId6" Type="http://schemas.openxmlformats.org/officeDocument/2006/relationships/slideLayout" Target="../slideLayouts/slideLayout250.xml"/><Relationship Id="rId11" Type="http://schemas.openxmlformats.org/officeDocument/2006/relationships/slideLayout" Target="../slideLayouts/slideLayout255.xml"/><Relationship Id="rId24" Type="http://schemas.openxmlformats.org/officeDocument/2006/relationships/slideLayout" Target="../slideLayouts/slideLayout268.xml"/><Relationship Id="rId32" Type="http://schemas.openxmlformats.org/officeDocument/2006/relationships/slideLayout" Target="../slideLayouts/slideLayout276.xml"/><Relationship Id="rId5" Type="http://schemas.openxmlformats.org/officeDocument/2006/relationships/slideLayout" Target="../slideLayouts/slideLayout249.xml"/><Relationship Id="rId15" Type="http://schemas.openxmlformats.org/officeDocument/2006/relationships/slideLayout" Target="../slideLayouts/slideLayout259.xml"/><Relationship Id="rId23" Type="http://schemas.openxmlformats.org/officeDocument/2006/relationships/slideLayout" Target="../slideLayouts/slideLayout267.xml"/><Relationship Id="rId28" Type="http://schemas.openxmlformats.org/officeDocument/2006/relationships/slideLayout" Target="../slideLayouts/slideLayout272.xml"/><Relationship Id="rId36" Type="http://schemas.openxmlformats.org/officeDocument/2006/relationships/image" Target="../media/image52.svg"/><Relationship Id="rId10" Type="http://schemas.openxmlformats.org/officeDocument/2006/relationships/slideLayout" Target="../slideLayouts/slideLayout254.xml"/><Relationship Id="rId19" Type="http://schemas.openxmlformats.org/officeDocument/2006/relationships/slideLayout" Target="../slideLayouts/slideLayout263.xml"/><Relationship Id="rId31" Type="http://schemas.openxmlformats.org/officeDocument/2006/relationships/slideLayout" Target="../slideLayouts/slideLayout275.xml"/><Relationship Id="rId4" Type="http://schemas.openxmlformats.org/officeDocument/2006/relationships/slideLayout" Target="../slideLayouts/slideLayout248.xml"/><Relationship Id="rId9" Type="http://schemas.openxmlformats.org/officeDocument/2006/relationships/slideLayout" Target="../slideLayouts/slideLayout253.xml"/><Relationship Id="rId14" Type="http://schemas.openxmlformats.org/officeDocument/2006/relationships/slideLayout" Target="../slideLayouts/slideLayout258.xml"/><Relationship Id="rId22" Type="http://schemas.openxmlformats.org/officeDocument/2006/relationships/slideLayout" Target="../slideLayouts/slideLayout266.xml"/><Relationship Id="rId27" Type="http://schemas.openxmlformats.org/officeDocument/2006/relationships/slideLayout" Target="../slideLayouts/slideLayout271.xml"/><Relationship Id="rId30" Type="http://schemas.openxmlformats.org/officeDocument/2006/relationships/slideLayout" Target="../slideLayouts/slideLayout274.xml"/><Relationship Id="rId35" Type="http://schemas.openxmlformats.org/officeDocument/2006/relationships/image" Target="../media/image51.pn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85.xml"/><Relationship Id="rId3" Type="http://schemas.openxmlformats.org/officeDocument/2006/relationships/slideLayout" Target="../slideLayouts/slideLayout280.xml"/><Relationship Id="rId7" Type="http://schemas.openxmlformats.org/officeDocument/2006/relationships/slideLayout" Target="../slideLayouts/slideLayout284.xml"/><Relationship Id="rId2" Type="http://schemas.openxmlformats.org/officeDocument/2006/relationships/slideLayout" Target="../slideLayouts/slideLayout279.xml"/><Relationship Id="rId1" Type="http://schemas.openxmlformats.org/officeDocument/2006/relationships/slideLayout" Target="../slideLayouts/slideLayout278.xml"/><Relationship Id="rId6" Type="http://schemas.openxmlformats.org/officeDocument/2006/relationships/slideLayout" Target="../slideLayouts/slideLayout283.xml"/><Relationship Id="rId5" Type="http://schemas.openxmlformats.org/officeDocument/2006/relationships/slideLayout" Target="../slideLayouts/slideLayout282.xml"/><Relationship Id="rId4" Type="http://schemas.openxmlformats.org/officeDocument/2006/relationships/slideLayout" Target="../slideLayouts/slideLayout281.xml"/><Relationship Id="rId9"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293.xml"/><Relationship Id="rId13" Type="http://schemas.openxmlformats.org/officeDocument/2006/relationships/slideLayout" Target="../slideLayouts/slideLayout298.xml"/><Relationship Id="rId18" Type="http://schemas.openxmlformats.org/officeDocument/2006/relationships/slideLayout" Target="../slideLayouts/slideLayout303.xml"/><Relationship Id="rId26" Type="http://schemas.openxmlformats.org/officeDocument/2006/relationships/slideLayout" Target="../slideLayouts/slideLayout311.xml"/><Relationship Id="rId3" Type="http://schemas.openxmlformats.org/officeDocument/2006/relationships/slideLayout" Target="../slideLayouts/slideLayout288.xml"/><Relationship Id="rId21" Type="http://schemas.openxmlformats.org/officeDocument/2006/relationships/slideLayout" Target="../slideLayouts/slideLayout306.xml"/><Relationship Id="rId7" Type="http://schemas.openxmlformats.org/officeDocument/2006/relationships/slideLayout" Target="../slideLayouts/slideLayout292.xml"/><Relationship Id="rId12" Type="http://schemas.openxmlformats.org/officeDocument/2006/relationships/slideLayout" Target="../slideLayouts/slideLayout297.xml"/><Relationship Id="rId17" Type="http://schemas.openxmlformats.org/officeDocument/2006/relationships/slideLayout" Target="../slideLayouts/slideLayout302.xml"/><Relationship Id="rId25" Type="http://schemas.openxmlformats.org/officeDocument/2006/relationships/slideLayout" Target="../slideLayouts/slideLayout310.xml"/><Relationship Id="rId2" Type="http://schemas.openxmlformats.org/officeDocument/2006/relationships/slideLayout" Target="../slideLayouts/slideLayout287.xml"/><Relationship Id="rId16" Type="http://schemas.openxmlformats.org/officeDocument/2006/relationships/slideLayout" Target="../slideLayouts/slideLayout301.xml"/><Relationship Id="rId20" Type="http://schemas.openxmlformats.org/officeDocument/2006/relationships/slideLayout" Target="../slideLayouts/slideLayout305.xml"/><Relationship Id="rId29" Type="http://schemas.openxmlformats.org/officeDocument/2006/relationships/theme" Target="../theme/theme13.xml"/><Relationship Id="rId1" Type="http://schemas.openxmlformats.org/officeDocument/2006/relationships/slideLayout" Target="../slideLayouts/slideLayout286.xml"/><Relationship Id="rId6" Type="http://schemas.openxmlformats.org/officeDocument/2006/relationships/slideLayout" Target="../slideLayouts/slideLayout291.xml"/><Relationship Id="rId11" Type="http://schemas.openxmlformats.org/officeDocument/2006/relationships/slideLayout" Target="../slideLayouts/slideLayout296.xml"/><Relationship Id="rId24" Type="http://schemas.openxmlformats.org/officeDocument/2006/relationships/slideLayout" Target="../slideLayouts/slideLayout309.xml"/><Relationship Id="rId5" Type="http://schemas.openxmlformats.org/officeDocument/2006/relationships/slideLayout" Target="../slideLayouts/slideLayout290.xml"/><Relationship Id="rId15" Type="http://schemas.openxmlformats.org/officeDocument/2006/relationships/slideLayout" Target="../slideLayouts/slideLayout300.xml"/><Relationship Id="rId23" Type="http://schemas.openxmlformats.org/officeDocument/2006/relationships/slideLayout" Target="../slideLayouts/slideLayout308.xml"/><Relationship Id="rId28" Type="http://schemas.openxmlformats.org/officeDocument/2006/relationships/slideLayout" Target="../slideLayouts/slideLayout313.xml"/><Relationship Id="rId10" Type="http://schemas.openxmlformats.org/officeDocument/2006/relationships/slideLayout" Target="../slideLayouts/slideLayout295.xml"/><Relationship Id="rId19" Type="http://schemas.openxmlformats.org/officeDocument/2006/relationships/slideLayout" Target="../slideLayouts/slideLayout304.xml"/><Relationship Id="rId4" Type="http://schemas.openxmlformats.org/officeDocument/2006/relationships/slideLayout" Target="../slideLayouts/slideLayout289.xml"/><Relationship Id="rId9" Type="http://schemas.openxmlformats.org/officeDocument/2006/relationships/slideLayout" Target="../slideLayouts/slideLayout294.xml"/><Relationship Id="rId14" Type="http://schemas.openxmlformats.org/officeDocument/2006/relationships/slideLayout" Target="../slideLayouts/slideLayout299.xml"/><Relationship Id="rId22" Type="http://schemas.openxmlformats.org/officeDocument/2006/relationships/slideLayout" Target="../slideLayouts/slideLayout307.xml"/><Relationship Id="rId27" Type="http://schemas.openxmlformats.org/officeDocument/2006/relationships/slideLayout" Target="../slideLayouts/slideLayout312.xml"/><Relationship Id="rId30" Type="http://schemas.openxmlformats.org/officeDocument/2006/relationships/image" Target="../media/image5.png"/></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321.xml"/><Relationship Id="rId13" Type="http://schemas.openxmlformats.org/officeDocument/2006/relationships/slideLayout" Target="../slideLayouts/slideLayout326.xml"/><Relationship Id="rId18" Type="http://schemas.openxmlformats.org/officeDocument/2006/relationships/slideLayout" Target="../slideLayouts/slideLayout331.xml"/><Relationship Id="rId26" Type="http://schemas.openxmlformats.org/officeDocument/2006/relationships/slideLayout" Target="../slideLayouts/slideLayout339.xml"/><Relationship Id="rId3" Type="http://schemas.openxmlformats.org/officeDocument/2006/relationships/slideLayout" Target="../slideLayouts/slideLayout316.xml"/><Relationship Id="rId21" Type="http://schemas.openxmlformats.org/officeDocument/2006/relationships/slideLayout" Target="../slideLayouts/slideLayout334.xml"/><Relationship Id="rId34" Type="http://schemas.openxmlformats.org/officeDocument/2006/relationships/theme" Target="../theme/theme14.xml"/><Relationship Id="rId7" Type="http://schemas.openxmlformats.org/officeDocument/2006/relationships/slideLayout" Target="../slideLayouts/slideLayout320.xml"/><Relationship Id="rId12" Type="http://schemas.openxmlformats.org/officeDocument/2006/relationships/slideLayout" Target="../slideLayouts/slideLayout325.xml"/><Relationship Id="rId17" Type="http://schemas.openxmlformats.org/officeDocument/2006/relationships/slideLayout" Target="../slideLayouts/slideLayout330.xml"/><Relationship Id="rId25" Type="http://schemas.openxmlformats.org/officeDocument/2006/relationships/slideLayout" Target="../slideLayouts/slideLayout338.xml"/><Relationship Id="rId33" Type="http://schemas.openxmlformats.org/officeDocument/2006/relationships/slideLayout" Target="../slideLayouts/slideLayout346.xml"/><Relationship Id="rId2" Type="http://schemas.openxmlformats.org/officeDocument/2006/relationships/slideLayout" Target="../slideLayouts/slideLayout315.xml"/><Relationship Id="rId16" Type="http://schemas.openxmlformats.org/officeDocument/2006/relationships/slideLayout" Target="../slideLayouts/slideLayout329.xml"/><Relationship Id="rId20" Type="http://schemas.openxmlformats.org/officeDocument/2006/relationships/slideLayout" Target="../slideLayouts/slideLayout333.xml"/><Relationship Id="rId29" Type="http://schemas.openxmlformats.org/officeDocument/2006/relationships/slideLayout" Target="../slideLayouts/slideLayout342.xml"/><Relationship Id="rId1" Type="http://schemas.openxmlformats.org/officeDocument/2006/relationships/slideLayout" Target="../slideLayouts/slideLayout314.xml"/><Relationship Id="rId6" Type="http://schemas.openxmlformats.org/officeDocument/2006/relationships/slideLayout" Target="../slideLayouts/slideLayout319.xml"/><Relationship Id="rId11" Type="http://schemas.openxmlformats.org/officeDocument/2006/relationships/slideLayout" Target="../slideLayouts/slideLayout324.xml"/><Relationship Id="rId24" Type="http://schemas.openxmlformats.org/officeDocument/2006/relationships/slideLayout" Target="../slideLayouts/slideLayout337.xml"/><Relationship Id="rId32" Type="http://schemas.openxmlformats.org/officeDocument/2006/relationships/slideLayout" Target="../slideLayouts/slideLayout345.xml"/><Relationship Id="rId5" Type="http://schemas.openxmlformats.org/officeDocument/2006/relationships/slideLayout" Target="../slideLayouts/slideLayout318.xml"/><Relationship Id="rId15" Type="http://schemas.openxmlformats.org/officeDocument/2006/relationships/slideLayout" Target="../slideLayouts/slideLayout328.xml"/><Relationship Id="rId23" Type="http://schemas.openxmlformats.org/officeDocument/2006/relationships/slideLayout" Target="../slideLayouts/slideLayout336.xml"/><Relationship Id="rId28" Type="http://schemas.openxmlformats.org/officeDocument/2006/relationships/slideLayout" Target="../slideLayouts/slideLayout341.xml"/><Relationship Id="rId36" Type="http://schemas.openxmlformats.org/officeDocument/2006/relationships/image" Target="../media/image52.svg"/><Relationship Id="rId10" Type="http://schemas.openxmlformats.org/officeDocument/2006/relationships/slideLayout" Target="../slideLayouts/slideLayout323.xml"/><Relationship Id="rId19" Type="http://schemas.openxmlformats.org/officeDocument/2006/relationships/slideLayout" Target="../slideLayouts/slideLayout332.xml"/><Relationship Id="rId31" Type="http://schemas.openxmlformats.org/officeDocument/2006/relationships/slideLayout" Target="../slideLayouts/slideLayout344.xml"/><Relationship Id="rId4" Type="http://schemas.openxmlformats.org/officeDocument/2006/relationships/slideLayout" Target="../slideLayouts/slideLayout317.xml"/><Relationship Id="rId9" Type="http://schemas.openxmlformats.org/officeDocument/2006/relationships/slideLayout" Target="../slideLayouts/slideLayout322.xml"/><Relationship Id="rId14" Type="http://schemas.openxmlformats.org/officeDocument/2006/relationships/slideLayout" Target="../slideLayouts/slideLayout327.xml"/><Relationship Id="rId22" Type="http://schemas.openxmlformats.org/officeDocument/2006/relationships/slideLayout" Target="../slideLayouts/slideLayout335.xml"/><Relationship Id="rId27" Type="http://schemas.openxmlformats.org/officeDocument/2006/relationships/slideLayout" Target="../slideLayouts/slideLayout340.xml"/><Relationship Id="rId30" Type="http://schemas.openxmlformats.org/officeDocument/2006/relationships/slideLayout" Target="../slideLayouts/slideLayout343.xml"/><Relationship Id="rId35" Type="http://schemas.openxmlformats.org/officeDocument/2006/relationships/image" Target="../media/image51.png"/></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354.xml"/><Relationship Id="rId13" Type="http://schemas.openxmlformats.org/officeDocument/2006/relationships/slideLayout" Target="../slideLayouts/slideLayout359.xml"/><Relationship Id="rId18" Type="http://schemas.openxmlformats.org/officeDocument/2006/relationships/slideLayout" Target="../slideLayouts/slideLayout364.xml"/><Relationship Id="rId26" Type="http://schemas.openxmlformats.org/officeDocument/2006/relationships/slideLayout" Target="../slideLayouts/slideLayout372.xml"/><Relationship Id="rId3" Type="http://schemas.openxmlformats.org/officeDocument/2006/relationships/slideLayout" Target="../slideLayouts/slideLayout349.xml"/><Relationship Id="rId21" Type="http://schemas.openxmlformats.org/officeDocument/2006/relationships/slideLayout" Target="../slideLayouts/slideLayout367.xml"/><Relationship Id="rId34" Type="http://schemas.openxmlformats.org/officeDocument/2006/relationships/slideLayout" Target="../slideLayouts/slideLayout380.xml"/><Relationship Id="rId7" Type="http://schemas.openxmlformats.org/officeDocument/2006/relationships/slideLayout" Target="../slideLayouts/slideLayout353.xml"/><Relationship Id="rId12" Type="http://schemas.openxmlformats.org/officeDocument/2006/relationships/slideLayout" Target="../slideLayouts/slideLayout358.xml"/><Relationship Id="rId17" Type="http://schemas.openxmlformats.org/officeDocument/2006/relationships/slideLayout" Target="../slideLayouts/slideLayout363.xml"/><Relationship Id="rId25" Type="http://schemas.openxmlformats.org/officeDocument/2006/relationships/slideLayout" Target="../slideLayouts/slideLayout371.xml"/><Relationship Id="rId33" Type="http://schemas.openxmlformats.org/officeDocument/2006/relationships/slideLayout" Target="../slideLayouts/slideLayout379.xml"/><Relationship Id="rId2" Type="http://schemas.openxmlformats.org/officeDocument/2006/relationships/slideLayout" Target="../slideLayouts/slideLayout348.xml"/><Relationship Id="rId16" Type="http://schemas.openxmlformats.org/officeDocument/2006/relationships/slideLayout" Target="../slideLayouts/slideLayout362.xml"/><Relationship Id="rId20" Type="http://schemas.openxmlformats.org/officeDocument/2006/relationships/slideLayout" Target="../slideLayouts/slideLayout366.xml"/><Relationship Id="rId29" Type="http://schemas.openxmlformats.org/officeDocument/2006/relationships/slideLayout" Target="../slideLayouts/slideLayout375.xml"/><Relationship Id="rId1" Type="http://schemas.openxmlformats.org/officeDocument/2006/relationships/slideLayout" Target="../slideLayouts/slideLayout347.xml"/><Relationship Id="rId6" Type="http://schemas.openxmlformats.org/officeDocument/2006/relationships/slideLayout" Target="../slideLayouts/slideLayout352.xml"/><Relationship Id="rId11" Type="http://schemas.openxmlformats.org/officeDocument/2006/relationships/slideLayout" Target="../slideLayouts/slideLayout357.xml"/><Relationship Id="rId24" Type="http://schemas.openxmlformats.org/officeDocument/2006/relationships/slideLayout" Target="../slideLayouts/slideLayout370.xml"/><Relationship Id="rId32" Type="http://schemas.openxmlformats.org/officeDocument/2006/relationships/slideLayout" Target="../slideLayouts/slideLayout378.xml"/><Relationship Id="rId37" Type="http://schemas.openxmlformats.org/officeDocument/2006/relationships/image" Target="../media/image52.svg"/><Relationship Id="rId5" Type="http://schemas.openxmlformats.org/officeDocument/2006/relationships/slideLayout" Target="../slideLayouts/slideLayout351.xml"/><Relationship Id="rId15" Type="http://schemas.openxmlformats.org/officeDocument/2006/relationships/slideLayout" Target="../slideLayouts/slideLayout361.xml"/><Relationship Id="rId23" Type="http://schemas.openxmlformats.org/officeDocument/2006/relationships/slideLayout" Target="../slideLayouts/slideLayout369.xml"/><Relationship Id="rId28" Type="http://schemas.openxmlformats.org/officeDocument/2006/relationships/slideLayout" Target="../slideLayouts/slideLayout374.xml"/><Relationship Id="rId36" Type="http://schemas.openxmlformats.org/officeDocument/2006/relationships/image" Target="../media/image51.png"/><Relationship Id="rId10" Type="http://schemas.openxmlformats.org/officeDocument/2006/relationships/slideLayout" Target="../slideLayouts/slideLayout356.xml"/><Relationship Id="rId19" Type="http://schemas.openxmlformats.org/officeDocument/2006/relationships/slideLayout" Target="../slideLayouts/slideLayout365.xml"/><Relationship Id="rId31" Type="http://schemas.openxmlformats.org/officeDocument/2006/relationships/slideLayout" Target="../slideLayouts/slideLayout377.xml"/><Relationship Id="rId4" Type="http://schemas.openxmlformats.org/officeDocument/2006/relationships/slideLayout" Target="../slideLayouts/slideLayout350.xml"/><Relationship Id="rId9" Type="http://schemas.openxmlformats.org/officeDocument/2006/relationships/slideLayout" Target="../slideLayouts/slideLayout355.xml"/><Relationship Id="rId14" Type="http://schemas.openxmlformats.org/officeDocument/2006/relationships/slideLayout" Target="../slideLayouts/slideLayout360.xml"/><Relationship Id="rId22" Type="http://schemas.openxmlformats.org/officeDocument/2006/relationships/slideLayout" Target="../slideLayouts/slideLayout368.xml"/><Relationship Id="rId27" Type="http://schemas.openxmlformats.org/officeDocument/2006/relationships/slideLayout" Target="../slideLayouts/slideLayout373.xml"/><Relationship Id="rId30" Type="http://schemas.openxmlformats.org/officeDocument/2006/relationships/slideLayout" Target="../slideLayouts/slideLayout376.xml"/><Relationship Id="rId35" Type="http://schemas.openxmlformats.org/officeDocument/2006/relationships/theme" Target="../theme/theme15.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388.xml"/><Relationship Id="rId13" Type="http://schemas.openxmlformats.org/officeDocument/2006/relationships/slideLayout" Target="../slideLayouts/slideLayout393.xml"/><Relationship Id="rId18" Type="http://schemas.openxmlformats.org/officeDocument/2006/relationships/slideLayout" Target="../slideLayouts/slideLayout398.xml"/><Relationship Id="rId26" Type="http://schemas.openxmlformats.org/officeDocument/2006/relationships/slideLayout" Target="../slideLayouts/slideLayout406.xml"/><Relationship Id="rId39" Type="http://schemas.openxmlformats.org/officeDocument/2006/relationships/image" Target="../media/image52.svg"/><Relationship Id="rId3" Type="http://schemas.openxmlformats.org/officeDocument/2006/relationships/slideLayout" Target="../slideLayouts/slideLayout383.xml"/><Relationship Id="rId21" Type="http://schemas.openxmlformats.org/officeDocument/2006/relationships/slideLayout" Target="../slideLayouts/slideLayout401.xml"/><Relationship Id="rId34" Type="http://schemas.openxmlformats.org/officeDocument/2006/relationships/slideLayout" Target="../slideLayouts/slideLayout414.xml"/><Relationship Id="rId7" Type="http://schemas.openxmlformats.org/officeDocument/2006/relationships/slideLayout" Target="../slideLayouts/slideLayout387.xml"/><Relationship Id="rId12" Type="http://schemas.openxmlformats.org/officeDocument/2006/relationships/slideLayout" Target="../slideLayouts/slideLayout392.xml"/><Relationship Id="rId17" Type="http://schemas.openxmlformats.org/officeDocument/2006/relationships/slideLayout" Target="../slideLayouts/slideLayout397.xml"/><Relationship Id="rId25" Type="http://schemas.openxmlformats.org/officeDocument/2006/relationships/slideLayout" Target="../slideLayouts/slideLayout405.xml"/><Relationship Id="rId33" Type="http://schemas.openxmlformats.org/officeDocument/2006/relationships/slideLayout" Target="../slideLayouts/slideLayout413.xml"/><Relationship Id="rId38" Type="http://schemas.openxmlformats.org/officeDocument/2006/relationships/image" Target="../media/image51.png"/><Relationship Id="rId2" Type="http://schemas.openxmlformats.org/officeDocument/2006/relationships/slideLayout" Target="../slideLayouts/slideLayout382.xml"/><Relationship Id="rId16" Type="http://schemas.openxmlformats.org/officeDocument/2006/relationships/slideLayout" Target="../slideLayouts/slideLayout396.xml"/><Relationship Id="rId20" Type="http://schemas.openxmlformats.org/officeDocument/2006/relationships/slideLayout" Target="../slideLayouts/slideLayout400.xml"/><Relationship Id="rId29" Type="http://schemas.openxmlformats.org/officeDocument/2006/relationships/slideLayout" Target="../slideLayouts/slideLayout409.xml"/><Relationship Id="rId1" Type="http://schemas.openxmlformats.org/officeDocument/2006/relationships/slideLayout" Target="../slideLayouts/slideLayout381.xml"/><Relationship Id="rId6" Type="http://schemas.openxmlformats.org/officeDocument/2006/relationships/slideLayout" Target="../slideLayouts/slideLayout386.xml"/><Relationship Id="rId11" Type="http://schemas.openxmlformats.org/officeDocument/2006/relationships/slideLayout" Target="../slideLayouts/slideLayout391.xml"/><Relationship Id="rId24" Type="http://schemas.openxmlformats.org/officeDocument/2006/relationships/slideLayout" Target="../slideLayouts/slideLayout404.xml"/><Relationship Id="rId32" Type="http://schemas.openxmlformats.org/officeDocument/2006/relationships/slideLayout" Target="../slideLayouts/slideLayout412.xml"/><Relationship Id="rId37" Type="http://schemas.openxmlformats.org/officeDocument/2006/relationships/theme" Target="../theme/theme16.xml"/><Relationship Id="rId5" Type="http://schemas.openxmlformats.org/officeDocument/2006/relationships/slideLayout" Target="../slideLayouts/slideLayout385.xml"/><Relationship Id="rId15" Type="http://schemas.openxmlformats.org/officeDocument/2006/relationships/slideLayout" Target="../slideLayouts/slideLayout395.xml"/><Relationship Id="rId23" Type="http://schemas.openxmlformats.org/officeDocument/2006/relationships/slideLayout" Target="../slideLayouts/slideLayout403.xml"/><Relationship Id="rId28" Type="http://schemas.openxmlformats.org/officeDocument/2006/relationships/slideLayout" Target="../slideLayouts/slideLayout408.xml"/><Relationship Id="rId36" Type="http://schemas.openxmlformats.org/officeDocument/2006/relationships/slideLayout" Target="../slideLayouts/slideLayout416.xml"/><Relationship Id="rId10" Type="http://schemas.openxmlformats.org/officeDocument/2006/relationships/slideLayout" Target="../slideLayouts/slideLayout390.xml"/><Relationship Id="rId19" Type="http://schemas.openxmlformats.org/officeDocument/2006/relationships/slideLayout" Target="../slideLayouts/slideLayout399.xml"/><Relationship Id="rId31" Type="http://schemas.openxmlformats.org/officeDocument/2006/relationships/slideLayout" Target="../slideLayouts/slideLayout411.xml"/><Relationship Id="rId4" Type="http://schemas.openxmlformats.org/officeDocument/2006/relationships/slideLayout" Target="../slideLayouts/slideLayout384.xml"/><Relationship Id="rId9" Type="http://schemas.openxmlformats.org/officeDocument/2006/relationships/slideLayout" Target="../slideLayouts/slideLayout389.xml"/><Relationship Id="rId14" Type="http://schemas.openxmlformats.org/officeDocument/2006/relationships/slideLayout" Target="../slideLayouts/slideLayout394.xml"/><Relationship Id="rId22" Type="http://schemas.openxmlformats.org/officeDocument/2006/relationships/slideLayout" Target="../slideLayouts/slideLayout402.xml"/><Relationship Id="rId27" Type="http://schemas.openxmlformats.org/officeDocument/2006/relationships/slideLayout" Target="../slideLayouts/slideLayout407.xml"/><Relationship Id="rId30" Type="http://schemas.openxmlformats.org/officeDocument/2006/relationships/slideLayout" Target="../slideLayouts/slideLayout410.xml"/><Relationship Id="rId35" Type="http://schemas.openxmlformats.org/officeDocument/2006/relationships/slideLayout" Target="../slideLayouts/slideLayout4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6" y="36709"/>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313932"/>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367575" y="1200151"/>
            <a:ext cx="8408850" cy="3394472"/>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7678326" y="4910097"/>
            <a:ext cx="525785" cy="123111"/>
          </a:xfrm>
          <a:prstGeom prst="rect">
            <a:avLst/>
          </a:prstGeom>
        </p:spPr>
        <p:txBody>
          <a:bodyPr vert="horz" wrap="none" lIns="0" tIns="0" rIns="0" bIns="0" rtlCol="0" anchor="ctr">
            <a:spAutoFit/>
          </a:bodyPr>
          <a:lstStyle>
            <a:lvl1pPr algn="r">
              <a:defRPr sz="800" b="0" i="0">
                <a:solidFill>
                  <a:srgbClr val="7F7F7F"/>
                </a:solidFill>
                <a:latin typeface="BISans" panose="02000503040000020004" pitchFamily="2" charset="0"/>
                <a:cs typeface="BISans" panose="02000503040000020004" pitchFamily="2" charset="0"/>
              </a:defRPr>
            </a:lvl1pPr>
          </a:lstStyle>
          <a:p>
            <a:endParaRPr lang="en-GB"/>
          </a:p>
        </p:txBody>
      </p:sp>
      <p:sp>
        <p:nvSpPr>
          <p:cNvPr id="5" name="Fußzeilenplatzhalter 4"/>
          <p:cNvSpPr>
            <a:spLocks noGrp="1"/>
          </p:cNvSpPr>
          <p:nvPr>
            <p:ph type="ftr" sz="quarter" idx="3"/>
          </p:nvPr>
        </p:nvSpPr>
        <p:spPr>
          <a:xfrm>
            <a:off x="1734854" y="4910097"/>
            <a:ext cx="5756191" cy="123111"/>
          </a:xfrm>
          <a:prstGeom prst="rect">
            <a:avLst/>
          </a:prstGeom>
        </p:spPr>
        <p:txBody>
          <a:bodyPr vert="horz" wrap="square" lIns="0" tIns="0" rIns="0" bIns="0" rtlCol="0" anchor="ctr">
            <a:spAutoFit/>
          </a:bodyPr>
          <a:lstStyle>
            <a:lvl1pPr algn="l">
              <a:defRPr sz="800" b="0" i="0">
                <a:solidFill>
                  <a:srgbClr val="7F7F7F"/>
                </a:solidFill>
                <a:latin typeface="BISans" panose="02000503040000020004" pitchFamily="2" charset="0"/>
                <a:cs typeface="BISans" panose="02000503040000020004" pitchFamily="2" charset="0"/>
              </a:defRPr>
            </a:lvl1pPr>
          </a:lstStyle>
          <a:p>
            <a:r>
              <a:rPr lang="en-US"/>
              <a:t>Presentation title    |    ONLY FOR INTERNAL USE</a:t>
            </a:r>
            <a:endParaRPr lang="en-GB"/>
          </a:p>
        </p:txBody>
      </p:sp>
      <p:sp>
        <p:nvSpPr>
          <p:cNvPr id="6" name="Foliennummernplatzhalter 5"/>
          <p:cNvSpPr>
            <a:spLocks noGrp="1"/>
          </p:cNvSpPr>
          <p:nvPr>
            <p:ph type="sldNum" sz="quarter" idx="4"/>
          </p:nvPr>
        </p:nvSpPr>
        <p:spPr>
          <a:xfrm>
            <a:off x="8640169" y="4910097"/>
            <a:ext cx="136256" cy="123111"/>
          </a:xfrm>
          <a:prstGeom prst="rect">
            <a:avLst/>
          </a:prstGeom>
        </p:spPr>
        <p:txBody>
          <a:bodyPr vert="horz" wrap="none" lIns="0" tIns="0" rIns="0" bIns="0" rtlCol="0" anchor="ctr">
            <a:spAutoFit/>
          </a:bodyPr>
          <a:lstStyle>
            <a:lvl1pPr algn="r">
              <a:defRPr sz="800" b="0" i="0">
                <a:solidFill>
                  <a:srgbClr val="7F7F7F"/>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grpSp>
        <p:nvGrpSpPr>
          <p:cNvPr id="17" name="Gruppieren 16"/>
          <p:cNvGrpSpPr/>
          <p:nvPr/>
        </p:nvGrpSpPr>
        <p:grpSpPr>
          <a:xfrm>
            <a:off x="182826" y="36709"/>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8" name="Grafik 6">
            <a:extLst>
              <a:ext uri="{FF2B5EF4-FFF2-40B4-BE49-F238E27FC236}">
                <a16:creationId xmlns:a16="http://schemas.microsoft.com/office/drawing/2014/main" id="{3F3BD977-48D6-46E6-ADE1-806E471D6873}"/>
              </a:ext>
            </a:extLst>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86505537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711" r:id="rId3"/>
    <p:sldLayoutId id="2147483712" r:id="rId4"/>
    <p:sldLayoutId id="2147483713"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82" r:id="rId16"/>
    <p:sldLayoutId id="2147483783" r:id="rId17"/>
    <p:sldLayoutId id="2147483730" r:id="rId18"/>
    <p:sldLayoutId id="2147483731" r:id="rId19"/>
    <p:sldLayoutId id="2147483732" r:id="rId20"/>
    <p:sldLayoutId id="2147483754" r:id="rId21"/>
    <p:sldLayoutId id="2147483755" r:id="rId22"/>
    <p:sldLayoutId id="2147483756" r:id="rId23"/>
    <p:sldLayoutId id="2147483757" r:id="rId24"/>
    <p:sldLayoutId id="2147483758" r:id="rId25"/>
    <p:sldLayoutId id="2147483759" r:id="rId26"/>
    <p:sldLayoutId id="2147483760" r:id="rId27"/>
    <p:sldLayoutId id="2147483780" r:id="rId28"/>
    <p:sldLayoutId id="2147483781" r:id="rId29"/>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85000"/>
        </a:lnSpc>
        <a:spcBef>
          <a:spcPct val="0"/>
        </a:spcBef>
        <a:buNone/>
        <a:defRPr sz="2400" b="0" i="0" kern="1200">
          <a:solidFill>
            <a:srgbClr val="003366"/>
          </a:solidFill>
          <a:latin typeface="BISansOptiCond"/>
          <a:ea typeface="+mj-ea"/>
          <a:cs typeface="BISansOptiCond"/>
        </a:defRPr>
      </a:lvl1pPr>
    </p:titleStyle>
    <p:bodyStyle>
      <a:lvl1pPr marL="168275" indent="-168275" algn="l" defTabSz="914400" rtl="0" eaLnBrk="1" latinLnBrk="0" hangingPunct="1">
        <a:spcBef>
          <a:spcPts val="400"/>
        </a:spcBef>
        <a:buFont typeface="Arial" panose="020B0604020202020204" pitchFamily="34" charset="0"/>
        <a:buChar char="•"/>
        <a:tabLst>
          <a:tab pos="168275" algn="l"/>
        </a:tabLst>
        <a:defRPr sz="2000" kern="1200">
          <a:solidFill>
            <a:schemeClr val="tx1"/>
          </a:solidFill>
          <a:latin typeface="BISans" panose="02000503040000020004" pitchFamily="2" charset="0"/>
          <a:ea typeface="+mn-ea"/>
          <a:cs typeface="BISans" panose="02000503040000020004" pitchFamily="2" charset="0"/>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9" y="36710"/>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276999"/>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367575" y="1200154"/>
            <a:ext cx="8408850" cy="3394472"/>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7845842" y="4929944"/>
            <a:ext cx="358271"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endParaRPr lang="zh-CN" altLang="en-US"/>
          </a:p>
        </p:txBody>
      </p:sp>
      <p:sp>
        <p:nvSpPr>
          <p:cNvPr id="5" name="Fußzeilenplatzhalter 4"/>
          <p:cNvSpPr>
            <a:spLocks noGrp="1"/>
          </p:cNvSpPr>
          <p:nvPr>
            <p:ph type="ftr" sz="quarter" idx="3"/>
          </p:nvPr>
        </p:nvSpPr>
        <p:spPr>
          <a:xfrm>
            <a:off x="1351330" y="4929944"/>
            <a:ext cx="6139718" cy="115416"/>
          </a:xfrm>
          <a:prstGeom prst="rect">
            <a:avLst/>
          </a:prstGeom>
        </p:spPr>
        <p:txBody>
          <a:bodyPr vert="horz" wrap="square" lIns="0" tIns="0" rIns="0" bIns="0" rtlCol="0" anchor="ctr">
            <a:spAutoFit/>
          </a:bodyPr>
          <a:lstStyle>
            <a:lvl1pPr algn="l">
              <a:defRPr sz="750">
                <a:solidFill>
                  <a:schemeClr val="bg1">
                    <a:lumMod val="50000"/>
                  </a:schemeClr>
                </a:solidFill>
                <a:latin typeface="BISansCond" panose="02000006050000020004" pitchFamily="2" charset="0"/>
              </a:defRPr>
            </a:lvl1pPr>
          </a:lstStyle>
          <a:p>
            <a:r>
              <a:rPr lang="en-US" altLang="zh-CN"/>
              <a:t>Presentation title    |    ONLY FOR INTERNAL USE</a:t>
            </a:r>
            <a:endParaRPr lang="zh-CN" altLang="en-US"/>
          </a:p>
        </p:txBody>
      </p:sp>
      <p:sp>
        <p:nvSpPr>
          <p:cNvPr id="6" name="Foliennummernplatzhalter 5"/>
          <p:cNvSpPr>
            <a:spLocks noGrp="1"/>
          </p:cNvSpPr>
          <p:nvPr>
            <p:ph type="sldNum" sz="quarter" idx="4"/>
          </p:nvPr>
        </p:nvSpPr>
        <p:spPr>
          <a:xfrm>
            <a:off x="8665819" y="4929944"/>
            <a:ext cx="110607"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fld id="{0C913308-F349-4B6D-A68A-DD1791B4A57B}" type="slidenum">
              <a:rPr lang="zh-CN" altLang="en-US" smtClean="0"/>
              <a:t>‹#›</a:t>
            </a:fld>
            <a:endParaRPr lang="zh-CN" altLang="en-US"/>
          </a:p>
        </p:txBody>
      </p:sp>
      <p:grpSp>
        <p:nvGrpSpPr>
          <p:cNvPr id="17" name="Gruppieren 16"/>
          <p:cNvGrpSpPr/>
          <p:nvPr/>
        </p:nvGrpSpPr>
        <p:grpSpPr>
          <a:xfrm>
            <a:off x="182829" y="36710"/>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Tree>
    <p:extLst>
      <p:ext uri="{BB962C8B-B14F-4D97-AF65-F5344CB8AC3E}">
        <p14:creationId xmlns:p14="http://schemas.microsoft.com/office/powerpoint/2010/main" val="3368826098"/>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685800" rtl="0" eaLnBrk="1" latinLnBrk="0" hangingPunct="1">
        <a:spcBef>
          <a:spcPct val="0"/>
        </a:spcBef>
        <a:buNone/>
        <a:defRPr sz="1800" kern="1200">
          <a:solidFill>
            <a:srgbClr val="003366"/>
          </a:solidFill>
          <a:latin typeface="+mj-lt"/>
          <a:ea typeface="+mj-ea"/>
          <a:cs typeface="+mj-cs"/>
        </a:defRPr>
      </a:lvl1pPr>
    </p:titleStyle>
    <p:bodyStyle>
      <a:lvl1pPr marL="200025" indent="-200025" algn="l" defTabSz="685800" rtl="0" eaLnBrk="1" latinLnBrk="0" hangingPunct="1">
        <a:spcBef>
          <a:spcPts val="300"/>
        </a:spcBef>
        <a:buFont typeface="Arial" panose="020B0604020202020204" pitchFamily="34" charset="0"/>
        <a:buChar char="•"/>
        <a:defRPr sz="1500" kern="1200">
          <a:solidFill>
            <a:schemeClr val="tx1"/>
          </a:solidFill>
          <a:latin typeface="+mn-lt"/>
          <a:ea typeface="+mn-ea"/>
          <a:cs typeface="+mn-cs"/>
        </a:defRPr>
      </a:lvl1pPr>
      <a:lvl2pPr marL="338138" indent="-138113"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2pPr>
      <a:lvl3pPr marL="47148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3pPr>
      <a:lvl4pPr marL="60483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4pPr>
      <a:lvl5pPr marL="738188" indent="-133350" algn="l" defTabSz="685800" rtl="0" eaLnBrk="1" latinLnBrk="0" hangingPunct="1">
        <a:spcBef>
          <a:spcPts val="0"/>
        </a:spcBef>
        <a:buFont typeface="Wingdings" panose="05000000000000000000" pitchFamily="2" charset="2"/>
        <a:buChar char="§"/>
        <a:defRPr sz="12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33"/>
            </p:custDataLst>
            <p:extLst>
              <p:ext uri="{D42A27DB-BD31-4B8C-83A1-F6EECF244321}">
                <p14:modId xmlns:p14="http://schemas.microsoft.com/office/powerpoint/2010/main" val="2645690189"/>
              </p:ex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Slide" r:id="rId34" imgW="270" imgH="270" progId="TCLayout.ActiveDocument.1">
                  <p:embed/>
                </p:oleObj>
              </mc:Choice>
              <mc:Fallback>
                <p:oleObj name="think-cell Slide" r:id="rId34" imgW="270" imgH="270" progId="TCLayout.ActiveDocument.1">
                  <p:embed/>
                  <p:pic>
                    <p:nvPicPr>
                      <p:cNvPr id="7" name="Object 6" hidden="1"/>
                      <p:cNvPicPr/>
                      <p:nvPr/>
                    </p:nvPicPr>
                    <p:blipFill>
                      <a:blip r:embed="rId35"/>
                      <a:stretch>
                        <a:fillRect/>
                      </a:stretch>
                    </p:blipFill>
                    <p:spPr>
                      <a:xfrm>
                        <a:off x="1589" y="1193"/>
                        <a:ext cx="1587" cy="1190"/>
                      </a:xfrm>
                      <a:prstGeom prst="rect">
                        <a:avLst/>
                      </a:prstGeom>
                    </p:spPr>
                  </p:pic>
                </p:oleObj>
              </mc:Fallback>
            </mc:AlternateContent>
          </a:graphicData>
        </a:graphic>
      </p:graphicFrame>
      <p:grpSp>
        <p:nvGrpSpPr>
          <p:cNvPr id="23" name="Gruppieren 22"/>
          <p:cNvGrpSpPr/>
          <p:nvPr/>
        </p:nvGrpSpPr>
        <p:grpSpPr>
          <a:xfrm>
            <a:off x="182828" y="36711"/>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276999"/>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367575" y="1200152"/>
            <a:ext cx="8408850" cy="3394472"/>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7749664" y="4929944"/>
            <a:ext cx="454451"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endParaRPr lang="en-GB">
              <a:solidFill>
                <a:prstClr val="white">
                  <a:lumMod val="50000"/>
                </a:prstClr>
              </a:solidFill>
            </a:endParaRPr>
          </a:p>
        </p:txBody>
      </p:sp>
      <p:sp>
        <p:nvSpPr>
          <p:cNvPr id="5" name="Fußzeilenplatzhalter 4"/>
          <p:cNvSpPr>
            <a:spLocks noGrp="1"/>
          </p:cNvSpPr>
          <p:nvPr>
            <p:ph type="ftr" sz="quarter" idx="3"/>
          </p:nvPr>
        </p:nvSpPr>
        <p:spPr>
          <a:xfrm>
            <a:off x="1351329" y="4929944"/>
            <a:ext cx="6139718" cy="115416"/>
          </a:xfrm>
          <a:prstGeom prst="rect">
            <a:avLst/>
          </a:prstGeom>
        </p:spPr>
        <p:txBody>
          <a:bodyPr vert="horz" wrap="square" lIns="0" tIns="0" rIns="0" bIns="0" rtlCol="0" anchor="ctr">
            <a:spAutoFit/>
          </a:bodyPr>
          <a:lstStyle>
            <a:lvl1pPr algn="l">
              <a:defRPr sz="750">
                <a:solidFill>
                  <a:schemeClr val="bg1">
                    <a:lumMod val="50000"/>
                  </a:schemeClr>
                </a:solidFill>
                <a:latin typeface="BISansCond" panose="02000006050000020004" pitchFamily="2" charset="0"/>
              </a:defRPr>
            </a:lvl1pPr>
          </a:lstStyle>
          <a:p>
            <a:r>
              <a:rPr lang="en-US">
                <a:solidFill>
                  <a:prstClr val="white">
                    <a:lumMod val="50000"/>
                  </a:prstClr>
                </a:solidFill>
              </a:rPr>
              <a:t>Presentation title    |    ONLY FOR INTERNAL USE</a:t>
            </a:r>
            <a:endParaRPr lang="en-GB">
              <a:solidFill>
                <a:prstClr val="white">
                  <a:lumMod val="50000"/>
                </a:prstClr>
              </a:solidFill>
            </a:endParaRPr>
          </a:p>
        </p:txBody>
      </p:sp>
      <p:sp>
        <p:nvSpPr>
          <p:cNvPr id="6" name="Foliennummernplatzhalter 5"/>
          <p:cNvSpPr>
            <a:spLocks noGrp="1"/>
          </p:cNvSpPr>
          <p:nvPr>
            <p:ph type="sldNum" sz="quarter" idx="4"/>
          </p:nvPr>
        </p:nvSpPr>
        <p:spPr>
          <a:xfrm>
            <a:off x="8665818" y="4929944"/>
            <a:ext cx="110607"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grpSp>
        <p:nvGrpSpPr>
          <p:cNvPr id="17" name="Gruppieren 16"/>
          <p:cNvGrpSpPr/>
          <p:nvPr/>
        </p:nvGrpSpPr>
        <p:grpSpPr>
          <a:xfrm>
            <a:off x="182828" y="36711"/>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36"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Tree>
    <p:extLst>
      <p:ext uri="{BB962C8B-B14F-4D97-AF65-F5344CB8AC3E}">
        <p14:creationId xmlns:p14="http://schemas.microsoft.com/office/powerpoint/2010/main" val="619981210"/>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 id="2147484025" r:id="rId13"/>
    <p:sldLayoutId id="2147484026" r:id="rId14"/>
    <p:sldLayoutId id="2147484027" r:id="rId15"/>
    <p:sldLayoutId id="2147484028" r:id="rId16"/>
    <p:sldLayoutId id="2147484029" r:id="rId17"/>
    <p:sldLayoutId id="2147484030" r:id="rId18"/>
    <p:sldLayoutId id="2147484031" r:id="rId19"/>
    <p:sldLayoutId id="2147484032" r:id="rId20"/>
    <p:sldLayoutId id="2147484033" r:id="rId21"/>
    <p:sldLayoutId id="2147484034" r:id="rId22"/>
    <p:sldLayoutId id="2147484035" r:id="rId23"/>
    <p:sldLayoutId id="2147484036" r:id="rId24"/>
    <p:sldLayoutId id="2147484037" r:id="rId25"/>
    <p:sldLayoutId id="2147484038" r:id="rId26"/>
    <p:sldLayoutId id="2147484039" r:id="rId27"/>
    <p:sldLayoutId id="2147484040" r:id="rId28"/>
    <p:sldLayoutId id="2147484041" r:id="rId29"/>
    <p:sldLayoutId id="2147484042" r:id="rId30"/>
    <p:sldLayoutId id="2147484043" r:id="rId3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685800" rtl="0" eaLnBrk="1" latinLnBrk="0" hangingPunct="1">
        <a:spcBef>
          <a:spcPct val="0"/>
        </a:spcBef>
        <a:buNone/>
        <a:defRPr sz="1800" kern="1200">
          <a:solidFill>
            <a:srgbClr val="003366"/>
          </a:solidFill>
          <a:latin typeface="+mj-lt"/>
          <a:ea typeface="+mj-ea"/>
          <a:cs typeface="+mj-cs"/>
        </a:defRPr>
      </a:lvl1pPr>
    </p:titleStyle>
    <p:bodyStyle>
      <a:lvl1pPr marL="200025" indent="-200025" algn="l" defTabSz="685800" rtl="0" eaLnBrk="1" latinLnBrk="0" hangingPunct="1">
        <a:spcBef>
          <a:spcPts val="300"/>
        </a:spcBef>
        <a:buFont typeface="Arial" panose="020B0604020202020204" pitchFamily="34" charset="0"/>
        <a:buChar char="•"/>
        <a:defRPr sz="1500" kern="1200">
          <a:solidFill>
            <a:schemeClr val="tx1"/>
          </a:solidFill>
          <a:latin typeface="+mn-lt"/>
          <a:ea typeface="+mn-ea"/>
          <a:cs typeface="+mn-cs"/>
        </a:defRPr>
      </a:lvl1pPr>
      <a:lvl2pPr marL="338138" indent="-138113"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2pPr>
      <a:lvl3pPr marL="47148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3pPr>
      <a:lvl4pPr marL="60483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4pPr>
      <a:lvl5pPr marL="738188" indent="-133350" algn="l" defTabSz="685800" rtl="0" eaLnBrk="1" latinLnBrk="0" hangingPunct="1">
        <a:spcBef>
          <a:spcPts val="0"/>
        </a:spcBef>
        <a:buFont typeface="Wingdings" panose="05000000000000000000" pitchFamily="2" charset="2"/>
        <a:buChar char="§"/>
        <a:defRPr sz="12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7" y="36710"/>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313932"/>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367575" y="1200151"/>
            <a:ext cx="8408850" cy="3394472"/>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7790538" y="4910098"/>
            <a:ext cx="413575" cy="123111"/>
          </a:xfrm>
          <a:prstGeom prst="rect">
            <a:avLst/>
          </a:prstGeom>
        </p:spPr>
        <p:txBody>
          <a:bodyPr vert="horz" wrap="none" lIns="0" tIns="0" rIns="0" bIns="0" rtlCol="0" anchor="ctr">
            <a:spAutoFit/>
          </a:bodyPr>
          <a:lstStyle>
            <a:lvl1pPr algn="r">
              <a:defRPr sz="800" b="0" i="0">
                <a:solidFill>
                  <a:srgbClr val="7F7F7F"/>
                </a:solidFill>
                <a:latin typeface="BISans" panose="02000503040000020004" pitchFamily="2" charset="0"/>
                <a:cs typeface="BISans" panose="02000503040000020004" pitchFamily="2" charset="0"/>
              </a:defRPr>
            </a:lvl1pPr>
          </a:lstStyle>
          <a:p>
            <a:endParaRPr lang="en-GB"/>
          </a:p>
        </p:txBody>
      </p:sp>
      <p:sp>
        <p:nvSpPr>
          <p:cNvPr id="5" name="Fußzeilenplatzhalter 4"/>
          <p:cNvSpPr>
            <a:spLocks noGrp="1"/>
          </p:cNvSpPr>
          <p:nvPr>
            <p:ph type="ftr" sz="quarter" idx="3"/>
          </p:nvPr>
        </p:nvSpPr>
        <p:spPr>
          <a:xfrm>
            <a:off x="1734855" y="4910098"/>
            <a:ext cx="5756191" cy="123111"/>
          </a:xfrm>
          <a:prstGeom prst="rect">
            <a:avLst/>
          </a:prstGeom>
        </p:spPr>
        <p:txBody>
          <a:bodyPr vert="horz" wrap="square" lIns="0" tIns="0" rIns="0" bIns="0" rtlCol="0" anchor="ctr">
            <a:spAutoFit/>
          </a:bodyPr>
          <a:lstStyle>
            <a:lvl1pPr algn="l">
              <a:defRPr sz="800" b="0" i="0">
                <a:solidFill>
                  <a:srgbClr val="7F7F7F"/>
                </a:solidFill>
                <a:latin typeface="BISans" panose="02000503040000020004" pitchFamily="2" charset="0"/>
                <a:cs typeface="BISans" panose="02000503040000020004" pitchFamily="2" charset="0"/>
              </a:defRPr>
            </a:lvl1pPr>
          </a:lstStyle>
          <a:p>
            <a:r>
              <a:rPr lang="en-US"/>
              <a:t>Presentation title    |    ONLY FOR INTERNAL USE</a:t>
            </a:r>
            <a:endParaRPr lang="en-GB"/>
          </a:p>
        </p:txBody>
      </p:sp>
      <p:sp>
        <p:nvSpPr>
          <p:cNvPr id="6" name="Foliennummernplatzhalter 5"/>
          <p:cNvSpPr>
            <a:spLocks noGrp="1"/>
          </p:cNvSpPr>
          <p:nvPr>
            <p:ph type="sldNum" sz="quarter" idx="4"/>
          </p:nvPr>
        </p:nvSpPr>
        <p:spPr>
          <a:xfrm>
            <a:off x="8638165" y="4910074"/>
            <a:ext cx="138260" cy="123159"/>
          </a:xfrm>
          <a:prstGeom prst="rect">
            <a:avLst/>
          </a:prstGeom>
        </p:spPr>
        <p:txBody>
          <a:bodyPr vert="horz" wrap="none" lIns="0" tIns="0" rIns="0" bIns="0" rtlCol="0" anchor="ctr">
            <a:spAutoFit/>
          </a:bodyPr>
          <a:lstStyle>
            <a:lvl1pPr algn="r">
              <a:defRPr sz="800" b="0" i="0">
                <a:solidFill>
                  <a:srgbClr val="7F7F7F"/>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grpSp>
        <p:nvGrpSpPr>
          <p:cNvPr id="17" name="Gruppieren 16"/>
          <p:cNvGrpSpPr/>
          <p:nvPr/>
        </p:nvGrpSpPr>
        <p:grpSpPr>
          <a:xfrm>
            <a:off x="182827" y="36710"/>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8" name="Grafik 6">
            <a:extLst>
              <a:ext uri="{FF2B5EF4-FFF2-40B4-BE49-F238E27FC236}">
                <a16:creationId xmlns:a16="http://schemas.microsoft.com/office/drawing/2014/main" id="{3F3BD977-48D6-46E6-ADE1-806E471D6873}"/>
              </a:ext>
            </a:extLst>
          </p:cNvPr>
          <p:cNvPicPr>
            <a:picLocks noChangeAspect="1"/>
          </p:cNvPicPr>
          <p:nvPr userDrawn="1"/>
        </p:nvPicPr>
        <p:blipFill>
          <a:blip r:embed="rId32">
            <a:extLst>
              <a:ext uri="{28A0092B-C50C-407E-A947-70E740481C1C}">
                <a14:useLocalDpi xmlns:a14="http://schemas.microsoft.com/office/drawing/2010/main" val="0"/>
              </a:ext>
            </a:extLst>
          </a:blip>
          <a:stretch>
            <a:fillRect/>
          </a:stretch>
        </p:blipFill>
        <p:spPr>
          <a:xfrm>
            <a:off x="366824" y="4865366"/>
            <a:ext cx="630270" cy="190510"/>
          </a:xfrm>
          <a:prstGeom prst="rect">
            <a:avLst/>
          </a:prstGeom>
        </p:spPr>
      </p:pic>
    </p:spTree>
    <p:extLst>
      <p:ext uri="{BB962C8B-B14F-4D97-AF65-F5344CB8AC3E}">
        <p14:creationId xmlns:p14="http://schemas.microsoft.com/office/powerpoint/2010/main" val="3069698459"/>
      </p:ext>
    </p:extLst>
  </p:cSld>
  <p:clrMap bg1="lt1" tx1="dk1" bg2="lt2" tx2="dk2" accent1="accent1" accent2="accent2" accent3="accent3" accent4="accent4" accent5="accent5" accent6="accent6" hlink="hlink" folHlink="folHlink"/>
  <p:sldLayoutIdLst>
    <p:sldLayoutId id="2147484278" r:id="rId1"/>
    <p:sldLayoutId id="2147484279" r:id="rId2"/>
    <p:sldLayoutId id="2147484280" r:id="rId3"/>
    <p:sldLayoutId id="2147484281" r:id="rId4"/>
    <p:sldLayoutId id="2147484282" r:id="rId5"/>
    <p:sldLayoutId id="2147484283" r:id="rId6"/>
    <p:sldLayoutId id="2147484284" r:id="rId7"/>
    <p:sldLayoutId id="2147484285" r:id="rId8"/>
    <p:sldLayoutId id="2147484286" r:id="rId9"/>
    <p:sldLayoutId id="2147484287" r:id="rId10"/>
    <p:sldLayoutId id="2147484288" r:id="rId11"/>
    <p:sldLayoutId id="2147484289" r:id="rId12"/>
    <p:sldLayoutId id="2147484290" r:id="rId13"/>
    <p:sldLayoutId id="2147484291" r:id="rId14"/>
    <p:sldLayoutId id="2147484292" r:id="rId15"/>
    <p:sldLayoutId id="2147484293" r:id="rId16"/>
    <p:sldLayoutId id="2147484294" r:id="rId17"/>
    <p:sldLayoutId id="2147484295" r:id="rId18"/>
    <p:sldLayoutId id="2147484296" r:id="rId19"/>
    <p:sldLayoutId id="2147484297" r:id="rId20"/>
    <p:sldLayoutId id="2147484298" r:id="rId21"/>
    <p:sldLayoutId id="2147484299" r:id="rId22"/>
    <p:sldLayoutId id="2147484300" r:id="rId23"/>
    <p:sldLayoutId id="2147484301" r:id="rId24"/>
    <p:sldLayoutId id="2147484302" r:id="rId25"/>
    <p:sldLayoutId id="2147484303" r:id="rId26"/>
    <p:sldLayoutId id="2147484304" r:id="rId27"/>
    <p:sldLayoutId id="2147484305" r:id="rId28"/>
    <p:sldLayoutId id="2147484306" r:id="rId29"/>
    <p:sldLayoutId id="2147484307" r:id="rId30"/>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378" rtl="0" eaLnBrk="1" latinLnBrk="0" hangingPunct="1">
        <a:lnSpc>
          <a:spcPct val="85000"/>
        </a:lnSpc>
        <a:spcBef>
          <a:spcPct val="0"/>
        </a:spcBef>
        <a:buNone/>
        <a:defRPr sz="2400" b="0" i="0" kern="1200">
          <a:solidFill>
            <a:srgbClr val="003366"/>
          </a:solidFill>
          <a:latin typeface="BISansOptiCond"/>
          <a:ea typeface="+mj-ea"/>
          <a:cs typeface="BISansOptiCond"/>
        </a:defRPr>
      </a:lvl1pPr>
    </p:titleStyle>
    <p:bodyStyle>
      <a:lvl1pPr marL="168271" indent="-168271" algn="l" defTabSz="914378" rtl="0" eaLnBrk="1" latinLnBrk="0" hangingPunct="1">
        <a:spcBef>
          <a:spcPts val="400"/>
        </a:spcBef>
        <a:buFont typeface="Arial" panose="020B0604020202020204" pitchFamily="34" charset="0"/>
        <a:buChar char="•"/>
        <a:tabLst>
          <a:tab pos="168271" algn="l"/>
        </a:tabLst>
        <a:defRPr sz="2000" kern="1200">
          <a:solidFill>
            <a:schemeClr val="tx1"/>
          </a:solidFill>
          <a:latin typeface="BISans" panose="02000503040000020004" pitchFamily="2" charset="0"/>
          <a:ea typeface="+mn-ea"/>
          <a:cs typeface="BISans" panose="02000503040000020004" pitchFamily="2" charset="0"/>
        </a:defRPr>
      </a:lvl1pPr>
      <a:lvl2pPr marL="450839" indent="-184145"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34" indent="-177796"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30" indent="-177796"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26" indent="-177796" algn="l" defTabSz="914378"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537"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D15E1C-1033-452A-8C02-82DCC3C9350B}"/>
              </a:ext>
            </a:extLst>
          </p:cNvPr>
          <p:cNvSpPr>
            <a:spLocks noGrp="1"/>
          </p:cNvSpPr>
          <p:nvPr>
            <p:ph type="title"/>
          </p:nvPr>
        </p:nvSpPr>
        <p:spPr>
          <a:xfrm>
            <a:off x="341570" y="273844"/>
            <a:ext cx="8460860" cy="994172"/>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BF76306-B144-4EF5-B7B0-31A9CA63677A}"/>
              </a:ext>
            </a:extLst>
          </p:cNvPr>
          <p:cNvSpPr>
            <a:spLocks noGrp="1"/>
          </p:cNvSpPr>
          <p:nvPr>
            <p:ph type="body" idx="1"/>
          </p:nvPr>
        </p:nvSpPr>
        <p:spPr>
          <a:xfrm>
            <a:off x="341570" y="1369219"/>
            <a:ext cx="846086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B0CDD3-8579-4FAF-83BF-3BE11DE8CBAF}"/>
              </a:ext>
            </a:extLst>
          </p:cNvPr>
          <p:cNvSpPr>
            <a:spLocks noGrp="1"/>
          </p:cNvSpPr>
          <p:nvPr>
            <p:ph type="dt" sz="half" idx="2"/>
          </p:nvPr>
        </p:nvSpPr>
        <p:spPr>
          <a:xfrm>
            <a:off x="341570" y="4875835"/>
            <a:ext cx="2057400" cy="137276"/>
          </a:xfrm>
          <a:prstGeom prst="rect">
            <a:avLst/>
          </a:prstGeom>
        </p:spPr>
        <p:txBody>
          <a:bodyPr vert="horz" lIns="91440" tIns="45720" rIns="91440" bIns="45720" rtlCol="0" anchor="ctr"/>
          <a:lstStyle>
            <a:lvl1pPr algn="l">
              <a:defRPr sz="600">
                <a:solidFill>
                  <a:schemeClr val="tx1">
                    <a:tint val="75000"/>
                  </a:schemeClr>
                </a:solidFill>
              </a:defRPr>
            </a:lvl1pPr>
          </a:lstStyle>
          <a:p>
            <a:endParaRPr lang="en-GB"/>
          </a:p>
        </p:txBody>
      </p:sp>
      <p:sp>
        <p:nvSpPr>
          <p:cNvPr id="9" name="Slide Number Placeholder 6">
            <a:extLst>
              <a:ext uri="{FF2B5EF4-FFF2-40B4-BE49-F238E27FC236}">
                <a16:creationId xmlns:a16="http://schemas.microsoft.com/office/drawing/2014/main" id="{3EA70C84-80D3-4452-A1C0-450E37C88E6F}"/>
              </a:ext>
            </a:extLst>
          </p:cNvPr>
          <p:cNvSpPr>
            <a:spLocks noGrp="1"/>
          </p:cNvSpPr>
          <p:nvPr>
            <p:ph type="sldNum" sz="quarter" idx="4"/>
          </p:nvPr>
        </p:nvSpPr>
        <p:spPr>
          <a:xfrm>
            <a:off x="8532744" y="4685785"/>
            <a:ext cx="279733" cy="339683"/>
          </a:xfrm>
          <a:prstGeom prst="rect">
            <a:avLst/>
          </a:prstGeom>
        </p:spPr>
        <p:txBody>
          <a:bodyPr anchor="ctr"/>
          <a:lstStyle>
            <a:lvl1pPr algn="r">
              <a:defRPr sz="675" b="0" i="0">
                <a:solidFill>
                  <a:schemeClr val="accent1"/>
                </a:solidFill>
                <a:latin typeface="Arial" panose="020B0604020202020204" pitchFamily="34" charset="0"/>
              </a:defRPr>
            </a:lvl1pPr>
          </a:lstStyle>
          <a:p>
            <a:fld id="{30A9AB0C-0590-434A-95FD-435A435C6ED1}" type="slidenum">
              <a:rPr lang="en-GB" smtClean="0"/>
              <a:t>‹#›</a:t>
            </a:fld>
            <a:endParaRPr lang="en-GB"/>
          </a:p>
        </p:txBody>
      </p:sp>
      <p:sp>
        <p:nvSpPr>
          <p:cNvPr id="10" name="Footer Placeholder 9">
            <a:extLst>
              <a:ext uri="{FF2B5EF4-FFF2-40B4-BE49-F238E27FC236}">
                <a16:creationId xmlns:a16="http://schemas.microsoft.com/office/drawing/2014/main" id="{7C36406C-C2FD-4ED0-B6BF-872FD994017D}"/>
              </a:ext>
            </a:extLst>
          </p:cNvPr>
          <p:cNvSpPr>
            <a:spLocks noGrp="1"/>
          </p:cNvSpPr>
          <p:nvPr>
            <p:ph type="ftr" sz="quarter" idx="3"/>
          </p:nvPr>
        </p:nvSpPr>
        <p:spPr>
          <a:xfrm>
            <a:off x="341570" y="4685785"/>
            <a:ext cx="8147522" cy="183872"/>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US"/>
              <a:t>Presentation title    |    ONLY FOR INTERNAL USE</a:t>
            </a:r>
            <a:endParaRPr lang="en-GB"/>
          </a:p>
        </p:txBody>
      </p:sp>
    </p:spTree>
    <p:extLst>
      <p:ext uri="{BB962C8B-B14F-4D97-AF65-F5344CB8AC3E}">
        <p14:creationId xmlns:p14="http://schemas.microsoft.com/office/powerpoint/2010/main" val="3676876752"/>
      </p:ext>
    </p:extLst>
  </p:cSld>
  <p:clrMap bg1="lt1" tx1="dk1" bg2="lt2" tx2="dk2" accent1="accent1" accent2="accent2" accent3="accent3" accent4="accent4" accent5="accent5" accent6="accent6" hlink="hlink" folHlink="folHlink"/>
  <p:sldLayoutIdLst>
    <p:sldLayoutId id="2147484602" r:id="rId1"/>
    <p:sldLayoutId id="2147484603" r:id="rId2"/>
    <p:sldLayoutId id="2147484604" r:id="rId3"/>
    <p:sldLayoutId id="2147484605" r:id="rId4"/>
    <p:sldLayoutId id="2147484606" r:id="rId5"/>
    <p:sldLayoutId id="2147484607" r:id="rId6"/>
    <p:sldLayoutId id="2147484608" r:id="rId7"/>
    <p:sldLayoutId id="2147484609" r:id="rId8"/>
    <p:sldLayoutId id="2147484610" r:id="rId9"/>
  </p:sldLayoutIdLst>
  <p:hf hdr="0" ftr="0" dt="0"/>
  <p:txStyles>
    <p:titleStyle>
      <a:lvl1pPr algn="l" defTabSz="685800" rtl="0" eaLnBrk="1" latinLnBrk="0" hangingPunct="1">
        <a:lnSpc>
          <a:spcPct val="90000"/>
        </a:lnSpc>
        <a:spcBef>
          <a:spcPct val="0"/>
        </a:spcBef>
        <a:buNone/>
        <a:defRPr sz="3300" kern="1200">
          <a:solidFill>
            <a:schemeClr val="accent3"/>
          </a:solidFill>
          <a:latin typeface="+mj-lt"/>
          <a:ea typeface="+mj-ea"/>
          <a:cs typeface="+mj-cs"/>
        </a:defRPr>
      </a:lvl1pPr>
    </p:titleStyle>
    <p:bodyStyle>
      <a:lvl1pPr marL="171450" indent="-171450" algn="l" defTabSz="685800" rtl="0" eaLnBrk="1" latinLnBrk="0" hangingPunct="1">
        <a:lnSpc>
          <a:spcPct val="100000"/>
        </a:lnSpc>
        <a:spcBef>
          <a:spcPts val="0"/>
        </a:spcBef>
        <a:buFont typeface="Arial" panose="020B0604020202020204" pitchFamily="34" charset="0"/>
        <a:buChar char="•"/>
        <a:defRPr sz="2100" kern="1200">
          <a:solidFill>
            <a:schemeClr val="accent3"/>
          </a:solidFill>
          <a:latin typeface="+mn-lt"/>
          <a:ea typeface="+mn-ea"/>
          <a:cs typeface="+mn-cs"/>
        </a:defRPr>
      </a:lvl1pPr>
      <a:lvl2pPr marL="514350" indent="-171450" algn="l" defTabSz="685800" rtl="0" eaLnBrk="1" latinLnBrk="0" hangingPunct="1">
        <a:lnSpc>
          <a:spcPct val="100000"/>
        </a:lnSpc>
        <a:spcBef>
          <a:spcPts val="0"/>
        </a:spcBef>
        <a:buFont typeface="Arial" panose="020B0604020202020204" pitchFamily="34" charset="0"/>
        <a:buChar char="•"/>
        <a:defRPr sz="1800" kern="1200">
          <a:solidFill>
            <a:schemeClr val="accent3"/>
          </a:solidFill>
          <a:latin typeface="+mn-lt"/>
          <a:ea typeface="+mn-ea"/>
          <a:cs typeface="+mn-cs"/>
        </a:defRPr>
      </a:lvl2pPr>
      <a:lvl3pPr marL="857250" indent="-171450" algn="l" defTabSz="685800" rtl="0" eaLnBrk="1" latinLnBrk="0" hangingPunct="1">
        <a:lnSpc>
          <a:spcPct val="100000"/>
        </a:lnSpc>
        <a:spcBef>
          <a:spcPts val="0"/>
        </a:spcBef>
        <a:buFont typeface="Arial" panose="020B0604020202020204" pitchFamily="34" charset="0"/>
        <a:buChar char="•"/>
        <a:defRPr sz="1500" kern="1200">
          <a:solidFill>
            <a:schemeClr val="accent3"/>
          </a:solidFill>
          <a:latin typeface="+mn-lt"/>
          <a:ea typeface="+mn-ea"/>
          <a:cs typeface="+mn-cs"/>
        </a:defRPr>
      </a:lvl3pPr>
      <a:lvl4pPr marL="1200150" indent="-171450" algn="l" defTabSz="685800" rtl="0" eaLnBrk="1" latinLnBrk="0" hangingPunct="1">
        <a:lnSpc>
          <a:spcPct val="100000"/>
        </a:lnSpc>
        <a:spcBef>
          <a:spcPts val="0"/>
        </a:spcBef>
        <a:buFont typeface="Arial" panose="020B0604020202020204" pitchFamily="34" charset="0"/>
        <a:buChar char="•"/>
        <a:defRPr sz="1350" kern="1200">
          <a:solidFill>
            <a:schemeClr val="accent3"/>
          </a:solidFill>
          <a:latin typeface="+mn-lt"/>
          <a:ea typeface="+mn-ea"/>
          <a:cs typeface="+mn-cs"/>
        </a:defRPr>
      </a:lvl4pPr>
      <a:lvl5pPr marL="1543050" indent="-171450" algn="l" defTabSz="685800" rtl="0" eaLnBrk="1" latinLnBrk="0" hangingPunct="1">
        <a:lnSpc>
          <a:spcPct val="100000"/>
        </a:lnSpc>
        <a:spcBef>
          <a:spcPts val="0"/>
        </a:spcBef>
        <a:buFont typeface="Arial" panose="020B0604020202020204" pitchFamily="34" charset="0"/>
        <a:buChar char="•"/>
        <a:defRPr sz="1350" kern="1200">
          <a:solidFill>
            <a:schemeClr val="accent3"/>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25">
          <p15:clr>
            <a:srgbClr val="F26B43"/>
          </p15:clr>
        </p15:guide>
        <p15:guide id="4" pos="7355">
          <p15:clr>
            <a:srgbClr val="F26B43"/>
          </p15:clr>
        </p15:guide>
        <p15:guide id="5" orient="horz" pos="346">
          <p15:clr>
            <a:srgbClr val="F26B43"/>
          </p15:clr>
        </p15:guide>
        <p15:guide id="6" orient="horz" pos="3929">
          <p15:clr>
            <a:srgbClr val="F26B43"/>
          </p15:clr>
        </p15:guide>
        <p15:guide id="7" orient="horz" pos="1026">
          <p15:clr>
            <a:srgbClr val="F26B43"/>
          </p15:clr>
        </p15:guide>
        <p15:guide id="8" pos="3840">
          <p15:clr>
            <a:srgbClr val="F26B43"/>
          </p15:clr>
        </p15:guide>
        <p15:guide id="9" orient="horz" pos="2160">
          <p15:clr>
            <a:srgbClr val="F26B43"/>
          </p15:clr>
        </p15:guide>
        <p15:guide id="10" orient="horz" pos="2432">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9" y="36710"/>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276999"/>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367575" y="1200154"/>
            <a:ext cx="8408850" cy="3394472"/>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7800155" y="4929944"/>
            <a:ext cx="403958"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endParaRPr lang="zh-CN" altLang="en-US"/>
          </a:p>
        </p:txBody>
      </p:sp>
      <p:sp>
        <p:nvSpPr>
          <p:cNvPr id="5" name="Fußzeilenplatzhalter 4"/>
          <p:cNvSpPr>
            <a:spLocks noGrp="1"/>
          </p:cNvSpPr>
          <p:nvPr>
            <p:ph type="ftr" sz="quarter" idx="3"/>
          </p:nvPr>
        </p:nvSpPr>
        <p:spPr>
          <a:xfrm>
            <a:off x="1351330" y="4929944"/>
            <a:ext cx="6139718" cy="115416"/>
          </a:xfrm>
          <a:prstGeom prst="rect">
            <a:avLst/>
          </a:prstGeom>
        </p:spPr>
        <p:txBody>
          <a:bodyPr vert="horz" wrap="square" lIns="0" tIns="0" rIns="0" bIns="0" rtlCol="0" anchor="ctr">
            <a:spAutoFit/>
          </a:bodyPr>
          <a:lstStyle>
            <a:lvl1pPr algn="l">
              <a:defRPr sz="750">
                <a:solidFill>
                  <a:schemeClr val="bg1">
                    <a:lumMod val="50000"/>
                  </a:schemeClr>
                </a:solidFill>
                <a:latin typeface="BISansCond" panose="02000006050000020004" pitchFamily="2" charset="0"/>
              </a:defRPr>
            </a:lvl1pPr>
          </a:lstStyle>
          <a:p>
            <a:r>
              <a:rPr lang="en-US" altLang="zh-CN"/>
              <a:t>Presentation title    |    ONLY FOR INTERNAL USE</a:t>
            </a:r>
            <a:endParaRPr lang="zh-CN" altLang="en-US"/>
          </a:p>
        </p:txBody>
      </p:sp>
      <p:sp>
        <p:nvSpPr>
          <p:cNvPr id="6" name="Foliennummernplatzhalter 5"/>
          <p:cNvSpPr>
            <a:spLocks noGrp="1"/>
          </p:cNvSpPr>
          <p:nvPr>
            <p:ph type="sldNum" sz="quarter" idx="4"/>
          </p:nvPr>
        </p:nvSpPr>
        <p:spPr>
          <a:xfrm>
            <a:off x="8665819" y="4929944"/>
            <a:ext cx="110607"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fld id="{0C913308-F349-4B6D-A68A-DD1791B4A57B}" type="slidenum">
              <a:rPr lang="zh-CN" altLang="en-US" smtClean="0"/>
              <a:t>‹#›</a:t>
            </a:fld>
            <a:endParaRPr lang="zh-CN" altLang="en-US"/>
          </a:p>
        </p:txBody>
      </p:sp>
      <p:grpSp>
        <p:nvGrpSpPr>
          <p:cNvPr id="17" name="Gruppieren 16"/>
          <p:cNvGrpSpPr/>
          <p:nvPr/>
        </p:nvGrpSpPr>
        <p:grpSpPr>
          <a:xfrm>
            <a:off x="182829" y="36710"/>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6"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Tree>
    <p:extLst>
      <p:ext uri="{BB962C8B-B14F-4D97-AF65-F5344CB8AC3E}">
        <p14:creationId xmlns:p14="http://schemas.microsoft.com/office/powerpoint/2010/main" val="3618445567"/>
      </p:ext>
    </p:extLst>
  </p:cSld>
  <p:clrMap bg1="lt1" tx1="dk1" bg2="lt2" tx2="dk2" accent1="accent1" accent2="accent2" accent3="accent3" accent4="accent4" accent5="accent5" accent6="accent6" hlink="hlink" folHlink="folHlink"/>
  <p:sldLayoutIdLst>
    <p:sldLayoutId id="2147484661" r:id="rId1"/>
    <p:sldLayoutId id="2147484662" r:id="rId2"/>
    <p:sldLayoutId id="2147484663" r:id="rId3"/>
    <p:sldLayoutId id="2147484664" r:id="rId4"/>
    <p:sldLayoutId id="2147484665" r:id="rId5"/>
    <p:sldLayoutId id="2147484666" r:id="rId6"/>
    <p:sldLayoutId id="2147484667" r:id="rId7"/>
    <p:sldLayoutId id="2147484668" r:id="rId8"/>
    <p:sldLayoutId id="2147484669" r:id="rId9"/>
    <p:sldLayoutId id="2147484670" r:id="rId10"/>
    <p:sldLayoutId id="2147484671" r:id="rId11"/>
    <p:sldLayoutId id="2147484672" r:id="rId12"/>
    <p:sldLayoutId id="2147484673" r:id="rId13"/>
    <p:sldLayoutId id="2147484674" r:id="rId14"/>
    <p:sldLayoutId id="2147484675" r:id="rId15"/>
    <p:sldLayoutId id="2147484676" r:id="rId16"/>
    <p:sldLayoutId id="2147484677" r:id="rId17"/>
    <p:sldLayoutId id="2147484678" r:id="rId18"/>
    <p:sldLayoutId id="2147484679" r:id="rId19"/>
    <p:sldLayoutId id="2147484680" r:id="rId20"/>
    <p:sldLayoutId id="2147484681" r:id="rId21"/>
    <p:sldLayoutId id="2147484682" r:id="rId22"/>
    <p:sldLayoutId id="2147484624" r:id="rId23"/>
    <p:sldLayoutId id="2147484684" r:id="rId2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685800" rtl="0" eaLnBrk="1" latinLnBrk="0" hangingPunct="1">
        <a:spcBef>
          <a:spcPct val="0"/>
        </a:spcBef>
        <a:buNone/>
        <a:defRPr sz="1800" kern="1200">
          <a:solidFill>
            <a:srgbClr val="003366"/>
          </a:solidFill>
          <a:latin typeface="+mj-lt"/>
          <a:ea typeface="+mj-ea"/>
          <a:cs typeface="+mj-cs"/>
        </a:defRPr>
      </a:lvl1pPr>
    </p:titleStyle>
    <p:bodyStyle>
      <a:lvl1pPr marL="200025" indent="-200025" algn="l" defTabSz="685800" rtl="0" eaLnBrk="1" latinLnBrk="0" hangingPunct="1">
        <a:spcBef>
          <a:spcPts val="300"/>
        </a:spcBef>
        <a:buFont typeface="Arial" panose="020B0604020202020204" pitchFamily="34" charset="0"/>
        <a:buChar char="•"/>
        <a:defRPr sz="1500" kern="1200">
          <a:solidFill>
            <a:schemeClr val="tx1"/>
          </a:solidFill>
          <a:latin typeface="+mn-lt"/>
          <a:ea typeface="+mn-ea"/>
          <a:cs typeface="+mn-cs"/>
        </a:defRPr>
      </a:lvl1pPr>
      <a:lvl2pPr marL="338138" indent="-138113"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2pPr>
      <a:lvl3pPr marL="47148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3pPr>
      <a:lvl4pPr marL="60483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4pPr>
      <a:lvl5pPr marL="738188" indent="-133350" algn="l" defTabSz="685800" rtl="0" eaLnBrk="1" latinLnBrk="0" hangingPunct="1">
        <a:spcBef>
          <a:spcPts val="0"/>
        </a:spcBef>
        <a:buFont typeface="Wingdings" panose="05000000000000000000" pitchFamily="2" charset="2"/>
        <a:buChar char="§"/>
        <a:defRPr sz="12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9" y="36710"/>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276999"/>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367575" y="1200154"/>
            <a:ext cx="8408850" cy="3394472"/>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7752065" y="4929944"/>
            <a:ext cx="452048"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endParaRPr lang="zh-CN" altLang="en-US"/>
          </a:p>
        </p:txBody>
      </p:sp>
      <p:sp>
        <p:nvSpPr>
          <p:cNvPr id="5" name="Fußzeilenplatzhalter 4"/>
          <p:cNvSpPr>
            <a:spLocks noGrp="1"/>
          </p:cNvSpPr>
          <p:nvPr>
            <p:ph type="ftr" sz="quarter" idx="3"/>
          </p:nvPr>
        </p:nvSpPr>
        <p:spPr>
          <a:xfrm>
            <a:off x="1351330" y="4929944"/>
            <a:ext cx="6139718" cy="115416"/>
          </a:xfrm>
          <a:prstGeom prst="rect">
            <a:avLst/>
          </a:prstGeom>
        </p:spPr>
        <p:txBody>
          <a:bodyPr vert="horz" wrap="square" lIns="0" tIns="0" rIns="0" bIns="0" rtlCol="0" anchor="ctr">
            <a:spAutoFit/>
          </a:bodyPr>
          <a:lstStyle>
            <a:lvl1pPr algn="l">
              <a:defRPr sz="750">
                <a:solidFill>
                  <a:schemeClr val="bg1">
                    <a:lumMod val="50000"/>
                  </a:schemeClr>
                </a:solidFill>
                <a:latin typeface="BISansCond" panose="02000006050000020004" pitchFamily="2" charset="0"/>
              </a:defRPr>
            </a:lvl1pPr>
          </a:lstStyle>
          <a:p>
            <a:r>
              <a:rPr lang="en-US" altLang="zh-CN"/>
              <a:t>Presentation title    |    ONLY FOR INTERNAL USE</a:t>
            </a:r>
            <a:endParaRPr lang="zh-CN" altLang="en-US"/>
          </a:p>
        </p:txBody>
      </p:sp>
      <p:sp>
        <p:nvSpPr>
          <p:cNvPr id="6" name="Foliennummernplatzhalter 5"/>
          <p:cNvSpPr>
            <a:spLocks noGrp="1"/>
          </p:cNvSpPr>
          <p:nvPr>
            <p:ph type="sldNum" sz="quarter" idx="4"/>
          </p:nvPr>
        </p:nvSpPr>
        <p:spPr>
          <a:xfrm>
            <a:off x="8665819" y="4929944"/>
            <a:ext cx="110607"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fld id="{0C913308-F349-4B6D-A68A-DD1791B4A57B}" type="slidenum">
              <a:rPr lang="zh-CN" altLang="en-US" smtClean="0"/>
              <a:t>‹#›</a:t>
            </a:fld>
            <a:endParaRPr lang="zh-CN" altLang="en-US"/>
          </a:p>
        </p:txBody>
      </p:sp>
      <p:grpSp>
        <p:nvGrpSpPr>
          <p:cNvPr id="17" name="Gruppieren 16"/>
          <p:cNvGrpSpPr/>
          <p:nvPr/>
        </p:nvGrpSpPr>
        <p:grpSpPr>
          <a:xfrm>
            <a:off x="182829" y="36710"/>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Tree>
    <p:extLst>
      <p:ext uri="{BB962C8B-B14F-4D97-AF65-F5344CB8AC3E}">
        <p14:creationId xmlns:p14="http://schemas.microsoft.com/office/powerpoint/2010/main" val="2975651842"/>
      </p:ext>
    </p:extLst>
  </p:cSld>
  <p:clrMap bg1="lt1" tx1="dk1" bg2="lt2" tx2="dk2" accent1="accent1" accent2="accent2" accent3="accent3" accent4="accent4" accent5="accent5" accent6="accent6" hlink="hlink" folHlink="folHlink"/>
  <p:sldLayoutIdLst>
    <p:sldLayoutId id="2147484704" r:id="rId1"/>
    <p:sldLayoutId id="2147484705" r:id="rId2"/>
    <p:sldLayoutId id="2147484706" r:id="rId3"/>
    <p:sldLayoutId id="2147484707" r:id="rId4"/>
    <p:sldLayoutId id="2147484708" r:id="rId5"/>
    <p:sldLayoutId id="2147484709" r:id="rId6"/>
    <p:sldLayoutId id="2147484710" r:id="rId7"/>
    <p:sldLayoutId id="2147484711" r:id="rId8"/>
    <p:sldLayoutId id="2147484712" r:id="rId9"/>
    <p:sldLayoutId id="2147484713" r:id="rId10"/>
    <p:sldLayoutId id="2147484714" r:id="rId11"/>
    <p:sldLayoutId id="2147484715" r:id="rId12"/>
    <p:sldLayoutId id="2147484716" r:id="rId13"/>
    <p:sldLayoutId id="2147484717" r:id="rId14"/>
    <p:sldLayoutId id="2147484718" r:id="rId15"/>
    <p:sldLayoutId id="2147484719" r:id="rId16"/>
    <p:sldLayoutId id="2147484720" r:id="rId17"/>
    <p:sldLayoutId id="2147484721" r:id="rId18"/>
    <p:sldLayoutId id="2147484722" r:id="rId19"/>
    <p:sldLayoutId id="2147484723" r:id="rId20"/>
    <p:sldLayoutId id="2147484724" r:id="rId21"/>
    <p:sldLayoutId id="2147484725" r:id="rId22"/>
    <p:sldLayoutId id="2147484726" r:id="rId23"/>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685800" rtl="0" eaLnBrk="1" latinLnBrk="0" hangingPunct="1">
        <a:spcBef>
          <a:spcPct val="0"/>
        </a:spcBef>
        <a:buNone/>
        <a:defRPr sz="1800" kern="1200">
          <a:solidFill>
            <a:srgbClr val="003366"/>
          </a:solidFill>
          <a:latin typeface="+mj-lt"/>
          <a:ea typeface="+mj-ea"/>
          <a:cs typeface="+mj-cs"/>
        </a:defRPr>
      </a:lvl1pPr>
    </p:titleStyle>
    <p:bodyStyle>
      <a:lvl1pPr marL="200025" indent="-200025" algn="l" defTabSz="685800" rtl="0" eaLnBrk="1" latinLnBrk="0" hangingPunct="1">
        <a:spcBef>
          <a:spcPts val="300"/>
        </a:spcBef>
        <a:buFont typeface="Arial" panose="020B0604020202020204" pitchFamily="34" charset="0"/>
        <a:buChar char="•"/>
        <a:defRPr sz="1500" kern="1200">
          <a:solidFill>
            <a:schemeClr val="tx1"/>
          </a:solidFill>
          <a:latin typeface="+mn-lt"/>
          <a:ea typeface="+mn-ea"/>
          <a:cs typeface="+mn-cs"/>
        </a:defRPr>
      </a:lvl1pPr>
      <a:lvl2pPr marL="338138" indent="-138113"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2pPr>
      <a:lvl3pPr marL="47148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3pPr>
      <a:lvl4pPr marL="60483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4pPr>
      <a:lvl5pPr marL="738188" indent="-133350" algn="l" defTabSz="685800" rtl="0" eaLnBrk="1" latinLnBrk="0" hangingPunct="1">
        <a:spcBef>
          <a:spcPts val="0"/>
        </a:spcBef>
        <a:buFont typeface="Wingdings" panose="05000000000000000000" pitchFamily="2" charset="2"/>
        <a:buChar char="§"/>
        <a:defRPr sz="12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2804383"/>
      </p:ext>
    </p:extLst>
  </p:cSld>
  <p:clrMap bg1="lt1" tx1="dk1" bg2="lt2" tx2="dk2" accent1="accent1" accent2="accent2" accent3="accent3" accent4="accent4" accent5="accent5" accent6="accent6" hlink="hlink" folHlink="folHlink"/>
  <p:sldLayoutIdLst>
    <p:sldLayoutId id="2147484754" r:id="rId1"/>
    <p:sldLayoutId id="2147484755" r:id="rId2"/>
    <p:sldLayoutId id="2147484756" r:id="rId3"/>
    <p:sldLayoutId id="2147484757" r:id="rId4"/>
    <p:sldLayoutId id="2147484758" r:id="rId5"/>
    <p:sldLayoutId id="2147484759" r:id="rId6"/>
    <p:sldLayoutId id="2147484760" r:id="rId7"/>
    <p:sldLayoutId id="2147484761" r:id="rId8"/>
    <p:sldLayoutId id="2147484762" r:id="rId9"/>
    <p:sldLayoutId id="2147484763" r:id="rId10"/>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7" y="36710"/>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369332"/>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367575" y="1200151"/>
            <a:ext cx="8408850" cy="3394472"/>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7602986" y="4910732"/>
            <a:ext cx="601126" cy="153841"/>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endParaRPr lang="en-GB" noProof="0"/>
          </a:p>
        </p:txBody>
      </p:sp>
      <p:sp>
        <p:nvSpPr>
          <p:cNvPr id="5" name="Fußzeilenplatzhalter 4"/>
          <p:cNvSpPr>
            <a:spLocks noGrp="1"/>
          </p:cNvSpPr>
          <p:nvPr>
            <p:ph type="ftr" sz="quarter" idx="3"/>
          </p:nvPr>
        </p:nvSpPr>
        <p:spPr>
          <a:xfrm>
            <a:off x="1351329" y="4910708"/>
            <a:ext cx="6139718" cy="153888"/>
          </a:xfrm>
          <a:prstGeom prst="rect">
            <a:avLst/>
          </a:prstGeom>
        </p:spPr>
        <p:txBody>
          <a:bodyPr vert="horz" wrap="square" lIns="0" tIns="0" rIns="0" bIns="0" rtlCol="0" anchor="ctr">
            <a:spAutoFit/>
          </a:bodyPr>
          <a:lstStyle>
            <a:lvl1pPr algn="l">
              <a:defRPr sz="1000" b="0" i="0">
                <a:solidFill>
                  <a:schemeClr val="bg1">
                    <a:lumMod val="50000"/>
                  </a:schemeClr>
                </a:solidFill>
                <a:latin typeface="BISansOptiCond"/>
                <a:cs typeface="BISansOptiCond"/>
              </a:defRPr>
            </a:lvl1pPr>
          </a:lstStyle>
          <a:p>
            <a:r>
              <a:rPr lang="en-US" noProof="0"/>
              <a:t>Presentation title    |    ONLY FOR INTERNAL USE</a:t>
            </a:r>
            <a:endParaRPr lang="en-GB" noProof="0"/>
          </a:p>
        </p:txBody>
      </p:sp>
      <p:sp>
        <p:nvSpPr>
          <p:cNvPr id="6" name="Foliennummernplatzhalter 5"/>
          <p:cNvSpPr>
            <a:spLocks noGrp="1"/>
          </p:cNvSpPr>
          <p:nvPr>
            <p:ph type="sldNum" sz="quarter" idx="4"/>
          </p:nvPr>
        </p:nvSpPr>
        <p:spPr>
          <a:xfrm>
            <a:off x="8628549" y="4910732"/>
            <a:ext cx="147877" cy="153841"/>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143B55C4-4F5A-416B-997D-6CE47EB0A945}" type="slidenum">
              <a:rPr lang="en-GB" noProof="0" smtClean="0"/>
              <a:pPr/>
              <a:t>‹#›</a:t>
            </a:fld>
            <a:endParaRPr lang="en-GB" noProof="0"/>
          </a:p>
        </p:txBody>
      </p:sp>
      <p:grpSp>
        <p:nvGrpSpPr>
          <p:cNvPr id="17" name="Gruppieren 16"/>
          <p:cNvGrpSpPr/>
          <p:nvPr/>
        </p:nvGrpSpPr>
        <p:grpSpPr>
          <a:xfrm>
            <a:off x="182827" y="36710"/>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376741394"/>
      </p:ext>
    </p:extLst>
  </p:cSld>
  <p:clrMap bg1="lt1" tx1="dk1" bg2="lt2" tx2="dk2" accent1="accent1" accent2="accent2" accent3="accent3" accent4="accent4" accent5="accent5" accent6="accent6" hlink="hlink" folHlink="folHlink"/>
  <p:sldLayoutIdLst>
    <p:sldLayoutId id="2147484775" r:id="rId1"/>
    <p:sldLayoutId id="2147484776" r:id="rId2"/>
    <p:sldLayoutId id="2147484777" r:id="rId3"/>
    <p:sldLayoutId id="2147484778" r:id="rId4"/>
    <p:sldLayoutId id="2147484779" r:id="rId5"/>
    <p:sldLayoutId id="2147484780" r:id="rId6"/>
    <p:sldLayoutId id="2147484781" r:id="rId7"/>
    <p:sldLayoutId id="2147484782" r:id="rId8"/>
    <p:sldLayoutId id="2147484783" r:id="rId9"/>
    <p:sldLayoutId id="2147484784" r:id="rId10"/>
    <p:sldLayoutId id="2147484785" r:id="rId11"/>
    <p:sldLayoutId id="2147484786" r:id="rId12"/>
    <p:sldLayoutId id="2147484787" r:id="rId13"/>
    <p:sldLayoutId id="2147484788" r:id="rId14"/>
    <p:sldLayoutId id="2147484789" r:id="rId15"/>
    <p:sldLayoutId id="2147484790" r:id="rId16"/>
    <p:sldLayoutId id="2147484791" r:id="rId17"/>
    <p:sldLayoutId id="2147484792" r:id="rId18"/>
    <p:sldLayoutId id="2147484793" r:id="rId19"/>
    <p:sldLayoutId id="2147484794" r:id="rId20"/>
    <p:sldLayoutId id="2147484795" r:id="rId21"/>
    <p:sldLayoutId id="2147484796" r:id="rId22"/>
    <p:sldLayoutId id="2147484797" r:id="rId23"/>
    <p:sldLayoutId id="2147484798" r:id="rId24"/>
    <p:sldLayoutId id="2147484799" r:id="rId25"/>
    <p:sldLayoutId id="2147484800" r:id="rId26"/>
    <p:sldLayoutId id="2147484801" r:id="rId27"/>
    <p:sldLayoutId id="2147484802" r:id="rId28"/>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378" rtl="0" eaLnBrk="1" latinLnBrk="0" hangingPunct="1">
        <a:spcBef>
          <a:spcPct val="0"/>
        </a:spcBef>
        <a:buNone/>
        <a:defRPr sz="2400" b="0" i="0" kern="1200">
          <a:solidFill>
            <a:srgbClr val="003366"/>
          </a:solidFill>
          <a:latin typeface="BISansOptiCond"/>
          <a:ea typeface="+mj-ea"/>
          <a:cs typeface="BISansOptiCond"/>
        </a:defRPr>
      </a:lvl1pPr>
    </p:titleStyle>
    <p:bodyStyle>
      <a:lvl1pPr marL="266693" indent="-266693" algn="l" defTabSz="914378" rtl="0" eaLnBrk="1" latinLnBrk="0" hangingPunct="1">
        <a:spcBef>
          <a:spcPts val="400"/>
        </a:spcBef>
        <a:buFont typeface="Arial" panose="020B0604020202020204" pitchFamily="34" charset="0"/>
        <a:buChar char="•"/>
        <a:defRPr sz="2000" kern="1200">
          <a:solidFill>
            <a:schemeClr val="tx1"/>
          </a:solidFill>
          <a:latin typeface="BISansOpti"/>
          <a:ea typeface="+mn-ea"/>
          <a:cs typeface="BISansOpti"/>
        </a:defRPr>
      </a:lvl1pPr>
      <a:lvl2pPr marL="450839" indent="-184145"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34" indent="-177796"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30" indent="-177796"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26" indent="-177796" algn="l" defTabSz="914378"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537"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70"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6"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endParaRPr lang="en-GB"/>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143B55C4-4F5A-416B-997D-6CE47EB0A945}" type="slidenum">
              <a:rPr lang="en-GB" smtClean="0"/>
              <a:pPr/>
              <a:t>‹#›</a:t>
            </a:fld>
            <a:endParaRPr lang="en-GB"/>
          </a:p>
        </p:txBody>
      </p:sp>
      <p:grpSp>
        <p:nvGrpSpPr>
          <p:cNvPr id="2082" name="Gruppieren 2081">
            <a:extLst>
              <a:ext uri="{FF2B5EF4-FFF2-40B4-BE49-F238E27FC236}">
                <a16:creationId xmlns:a16="http://schemas.microsoft.com/office/drawing/2014/main" id="{541D1760-5727-61F0-8478-5E672791C3A5}"/>
              </a:ext>
            </a:extLst>
          </p:cNvPr>
          <p:cNvGrpSpPr/>
          <p:nvPr/>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bwMode="gray">
          <a:xfrm>
            <a:off x="359568" y="4623752"/>
            <a:ext cx="926100" cy="279545"/>
          </a:xfrm>
          <a:prstGeom prst="rect">
            <a:avLst/>
          </a:prstGeom>
        </p:spPr>
      </p:pic>
      <p:pic>
        <p:nvPicPr>
          <p:cNvPr id="4" name="Grafik 6">
            <a:extLst>
              <a:ext uri="{FF2B5EF4-FFF2-40B4-BE49-F238E27FC236}">
                <a16:creationId xmlns:a16="http://schemas.microsoft.com/office/drawing/2014/main" id="{529A06A3-5478-914C-C42D-14EA1432584A}"/>
              </a:ext>
            </a:extLst>
          </p:cNvPr>
          <p:cNvPicPr>
            <a:picLocks noChangeAspect="1"/>
          </p:cNvPicPr>
          <p:nvPr userDrawn="1"/>
        </p:nvPicPr>
        <p:blipFill>
          <a:blip r:embed="rId41">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416021015"/>
      </p:ext>
    </p:extLst>
  </p:cSld>
  <p:clrMap bg1="lt1" tx1="dk1" bg2="lt2" tx2="dk2" accent1="accent1" accent2="accent2" accent3="accent3" accent4="accent4" accent5="accent5" accent6="accent6" hlink="hlink" folHlink="folHlink"/>
  <p:sldLayoutIdLst>
    <p:sldLayoutId id="2147484804" r:id="rId1"/>
    <p:sldLayoutId id="2147484805" r:id="rId2"/>
    <p:sldLayoutId id="2147484806" r:id="rId3"/>
    <p:sldLayoutId id="2147484807" r:id="rId4"/>
    <p:sldLayoutId id="2147484808" r:id="rId5"/>
    <p:sldLayoutId id="2147484809" r:id="rId6"/>
    <p:sldLayoutId id="2147484810" r:id="rId7"/>
    <p:sldLayoutId id="2147484811" r:id="rId8"/>
    <p:sldLayoutId id="2147484812" r:id="rId9"/>
    <p:sldLayoutId id="2147484813" r:id="rId10"/>
    <p:sldLayoutId id="2147484814" r:id="rId11"/>
    <p:sldLayoutId id="2147484815" r:id="rId12"/>
    <p:sldLayoutId id="2147484816" r:id="rId13"/>
    <p:sldLayoutId id="2147484817" r:id="rId14"/>
    <p:sldLayoutId id="2147484818" r:id="rId15"/>
    <p:sldLayoutId id="2147484819" r:id="rId16"/>
    <p:sldLayoutId id="2147484820" r:id="rId17"/>
    <p:sldLayoutId id="2147484821" r:id="rId18"/>
    <p:sldLayoutId id="2147484822" r:id="rId19"/>
    <p:sldLayoutId id="2147484823" r:id="rId20"/>
    <p:sldLayoutId id="2147484824" r:id="rId21"/>
    <p:sldLayoutId id="2147484825" r:id="rId22"/>
    <p:sldLayoutId id="2147484826" r:id="rId23"/>
    <p:sldLayoutId id="2147484827" r:id="rId24"/>
    <p:sldLayoutId id="2147484828" r:id="rId25"/>
    <p:sldLayoutId id="2147484829" r:id="rId26"/>
    <p:sldLayoutId id="2147484830" r:id="rId27"/>
    <p:sldLayoutId id="2147484831" r:id="rId28"/>
    <p:sldLayoutId id="2147484832" r:id="rId29"/>
    <p:sldLayoutId id="2147484833" r:id="rId30"/>
    <p:sldLayoutId id="2147484834" r:id="rId31"/>
    <p:sldLayoutId id="2147484835" r:id="rId32"/>
    <p:sldLayoutId id="2147484836" r:id="rId33"/>
    <p:sldLayoutId id="2147484837" r:id="rId34"/>
    <p:sldLayoutId id="2147484838" r:id="rId35"/>
    <p:sldLayoutId id="2147484839" r:id="rId36"/>
    <p:sldLayoutId id="2147484840" r:id="rId3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685783"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1996" indent="-161996" algn="l" defTabSz="685783"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3992"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1990"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3985"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7997"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5995" indent="-107153"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3992"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70"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6"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bwMode="gray">
          <a:xfrm>
            <a:off x="359568" y="4623752"/>
            <a:ext cx="926100" cy="279545"/>
          </a:xfrm>
          <a:prstGeom prst="rect">
            <a:avLst/>
          </a:prstGeom>
        </p:spPr>
      </p:pic>
    </p:spTree>
    <p:extLst>
      <p:ext uri="{BB962C8B-B14F-4D97-AF65-F5344CB8AC3E}">
        <p14:creationId xmlns:p14="http://schemas.microsoft.com/office/powerpoint/2010/main" val="2211166772"/>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 id="2147484890" r:id="rId13"/>
    <p:sldLayoutId id="2147484891" r:id="rId14"/>
    <p:sldLayoutId id="2147484892" r:id="rId15"/>
    <p:sldLayoutId id="2147484893" r:id="rId16"/>
    <p:sldLayoutId id="2147484894" r:id="rId17"/>
    <p:sldLayoutId id="2147484895" r:id="rId18"/>
    <p:sldLayoutId id="2147484896" r:id="rId19"/>
    <p:sldLayoutId id="2147484897" r:id="rId20"/>
    <p:sldLayoutId id="2147484898" r:id="rId21"/>
    <p:sldLayoutId id="2147484899" r:id="rId22"/>
    <p:sldLayoutId id="2147484900" r:id="rId23"/>
    <p:sldLayoutId id="2147484901" r:id="rId24"/>
    <p:sldLayoutId id="2147484902" r:id="rId25"/>
    <p:sldLayoutId id="2147484903" r:id="rId26"/>
    <p:sldLayoutId id="2147484904" r:id="rId27"/>
    <p:sldLayoutId id="2147484905" r:id="rId28"/>
    <p:sldLayoutId id="2147484906" r:id="rId29"/>
    <p:sldLayoutId id="2147484907" r:id="rId30"/>
    <p:sldLayoutId id="2147484908" r:id="rId31"/>
    <p:sldLayoutId id="2147484909" r:id="rId32"/>
    <p:sldLayoutId id="2147484910" r:id="rId33"/>
  </p:sldLayoutIdLst>
  <p:hf hdr="0" dt="0"/>
  <p:txStyles>
    <p:titleStyle>
      <a:lvl1pPr algn="l" defTabSz="685783"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1996" indent="-161996" algn="l" defTabSz="685783"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3992"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1990"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3985" indent="-161996" algn="l" defTabSz="685783"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7997"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5995" indent="-107153"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3992"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1990" indent="-107997" algn="l" defTabSz="685783"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D15E1C-1033-452A-8C02-82DCC3C9350B}"/>
              </a:ext>
            </a:extLst>
          </p:cNvPr>
          <p:cNvSpPr>
            <a:spLocks noGrp="1"/>
          </p:cNvSpPr>
          <p:nvPr>
            <p:ph type="title"/>
          </p:nvPr>
        </p:nvSpPr>
        <p:spPr>
          <a:xfrm>
            <a:off x="341570" y="273844"/>
            <a:ext cx="8460860" cy="994172"/>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BF76306-B144-4EF5-B7B0-31A9CA63677A}"/>
              </a:ext>
            </a:extLst>
          </p:cNvPr>
          <p:cNvSpPr>
            <a:spLocks noGrp="1"/>
          </p:cNvSpPr>
          <p:nvPr>
            <p:ph type="body" idx="1"/>
          </p:nvPr>
        </p:nvSpPr>
        <p:spPr>
          <a:xfrm>
            <a:off x="341570" y="1369219"/>
            <a:ext cx="846086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B0CDD3-8579-4FAF-83BF-3BE11DE8CBAF}"/>
              </a:ext>
            </a:extLst>
          </p:cNvPr>
          <p:cNvSpPr>
            <a:spLocks noGrp="1"/>
          </p:cNvSpPr>
          <p:nvPr>
            <p:ph type="dt" sz="half" idx="2"/>
          </p:nvPr>
        </p:nvSpPr>
        <p:spPr>
          <a:xfrm>
            <a:off x="341570" y="4875835"/>
            <a:ext cx="2057400" cy="137276"/>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US"/>
              <a:t>2023-11-13</a:t>
            </a:r>
            <a:endParaRPr lang="en-GB"/>
          </a:p>
        </p:txBody>
      </p:sp>
      <p:sp>
        <p:nvSpPr>
          <p:cNvPr id="9" name="Slide Number Placeholder 6">
            <a:extLst>
              <a:ext uri="{FF2B5EF4-FFF2-40B4-BE49-F238E27FC236}">
                <a16:creationId xmlns:a16="http://schemas.microsoft.com/office/drawing/2014/main" id="{3EA70C84-80D3-4452-A1C0-450E37C88E6F}"/>
              </a:ext>
            </a:extLst>
          </p:cNvPr>
          <p:cNvSpPr>
            <a:spLocks noGrp="1"/>
          </p:cNvSpPr>
          <p:nvPr>
            <p:ph type="sldNum" sz="quarter" idx="4"/>
          </p:nvPr>
        </p:nvSpPr>
        <p:spPr>
          <a:xfrm>
            <a:off x="8532744" y="4685785"/>
            <a:ext cx="279733" cy="339683"/>
          </a:xfrm>
          <a:prstGeom prst="rect">
            <a:avLst/>
          </a:prstGeom>
        </p:spPr>
        <p:txBody>
          <a:bodyPr anchor="ctr"/>
          <a:lstStyle>
            <a:lvl1pPr algn="r">
              <a:defRPr sz="675" b="0" i="0">
                <a:solidFill>
                  <a:schemeClr val="accent1"/>
                </a:solidFill>
                <a:latin typeface="Arial" panose="020B0604020202020204" pitchFamily="34" charset="0"/>
              </a:defRPr>
            </a:lvl1pPr>
          </a:lstStyle>
          <a:p>
            <a:fld id="{30A9AB0C-0590-434A-95FD-435A435C6ED1}" type="slidenum">
              <a:rPr lang="en-GB" smtClean="0"/>
              <a:t>‹#›</a:t>
            </a:fld>
            <a:endParaRPr lang="en-GB"/>
          </a:p>
        </p:txBody>
      </p:sp>
      <p:sp>
        <p:nvSpPr>
          <p:cNvPr id="10" name="Footer Placeholder 9">
            <a:extLst>
              <a:ext uri="{FF2B5EF4-FFF2-40B4-BE49-F238E27FC236}">
                <a16:creationId xmlns:a16="http://schemas.microsoft.com/office/drawing/2014/main" id="{7C36406C-C2FD-4ED0-B6BF-872FD994017D}"/>
              </a:ext>
            </a:extLst>
          </p:cNvPr>
          <p:cNvSpPr>
            <a:spLocks noGrp="1"/>
          </p:cNvSpPr>
          <p:nvPr>
            <p:ph type="ftr" sz="quarter" idx="3"/>
          </p:nvPr>
        </p:nvSpPr>
        <p:spPr>
          <a:xfrm>
            <a:off x="341570" y="4685785"/>
            <a:ext cx="8147522" cy="183872"/>
          </a:xfrm>
          <a:prstGeom prst="rect">
            <a:avLst/>
          </a:prstGeom>
        </p:spPr>
        <p:txBody>
          <a:bodyPr vert="horz" lIns="91440" tIns="45720" rIns="91440" bIns="45720" rtlCol="0" anchor="ctr"/>
          <a:lstStyle>
            <a:lvl1pPr algn="l">
              <a:defRPr sz="600">
                <a:solidFill>
                  <a:schemeClr val="tx1">
                    <a:tint val="75000"/>
                  </a:schemeClr>
                </a:solidFill>
              </a:defRPr>
            </a:lvl1pPr>
          </a:lstStyle>
          <a:p>
            <a:r>
              <a:rPr lang="en-GB"/>
              <a:t>Brightline-2 update</a:t>
            </a:r>
          </a:p>
        </p:txBody>
      </p:sp>
    </p:spTree>
    <p:extLst>
      <p:ext uri="{BB962C8B-B14F-4D97-AF65-F5344CB8AC3E}">
        <p14:creationId xmlns:p14="http://schemas.microsoft.com/office/powerpoint/2010/main" val="315189890"/>
      </p:ext>
    </p:extLst>
  </p:cSld>
  <p:clrMap bg1="lt1" tx1="dk1" bg2="lt2" tx2="dk2" accent1="accent1" accent2="accent2" accent3="accent3" accent4="accent4" accent5="accent5" accent6="accent6" hlink="hlink" folHlink="folHlink"/>
  <p:sldLayoutIdLst>
    <p:sldLayoutId id="2147484947" r:id="rId1"/>
    <p:sldLayoutId id="2147484948" r:id="rId2"/>
    <p:sldLayoutId id="2147484949" r:id="rId3"/>
    <p:sldLayoutId id="2147484950" r:id="rId4"/>
    <p:sldLayoutId id="2147484951" r:id="rId5"/>
    <p:sldLayoutId id="2147484952" r:id="rId6"/>
    <p:sldLayoutId id="2147484953" r:id="rId7"/>
    <p:sldLayoutId id="2147484954" r:id="rId8"/>
  </p:sldLayoutIdLst>
  <p:hf hdr="0"/>
  <p:txStyles>
    <p:titleStyle>
      <a:lvl1pPr algn="l" defTabSz="685800" rtl="0" eaLnBrk="1" latinLnBrk="0" hangingPunct="1">
        <a:lnSpc>
          <a:spcPct val="90000"/>
        </a:lnSpc>
        <a:spcBef>
          <a:spcPct val="0"/>
        </a:spcBef>
        <a:buNone/>
        <a:defRPr sz="3300" kern="1200">
          <a:solidFill>
            <a:schemeClr val="accent3"/>
          </a:solidFill>
          <a:latin typeface="+mj-lt"/>
          <a:ea typeface="+mj-ea"/>
          <a:cs typeface="+mj-cs"/>
        </a:defRPr>
      </a:lvl1pPr>
    </p:titleStyle>
    <p:bodyStyle>
      <a:lvl1pPr marL="171450" indent="-171450" algn="l" defTabSz="685800" rtl="0" eaLnBrk="1" latinLnBrk="0" hangingPunct="1">
        <a:lnSpc>
          <a:spcPct val="100000"/>
        </a:lnSpc>
        <a:spcBef>
          <a:spcPts val="0"/>
        </a:spcBef>
        <a:buFont typeface="Arial" panose="020B0604020202020204" pitchFamily="34" charset="0"/>
        <a:buChar char="•"/>
        <a:defRPr sz="2100" kern="1200">
          <a:solidFill>
            <a:schemeClr val="accent3"/>
          </a:solidFill>
          <a:latin typeface="+mn-lt"/>
          <a:ea typeface="+mn-ea"/>
          <a:cs typeface="+mn-cs"/>
        </a:defRPr>
      </a:lvl1pPr>
      <a:lvl2pPr marL="514350" indent="-171450" algn="l" defTabSz="685800" rtl="0" eaLnBrk="1" latinLnBrk="0" hangingPunct="1">
        <a:lnSpc>
          <a:spcPct val="100000"/>
        </a:lnSpc>
        <a:spcBef>
          <a:spcPts val="0"/>
        </a:spcBef>
        <a:buFont typeface="Arial" panose="020B0604020202020204" pitchFamily="34" charset="0"/>
        <a:buChar char="•"/>
        <a:defRPr sz="1800" kern="1200">
          <a:solidFill>
            <a:schemeClr val="accent3"/>
          </a:solidFill>
          <a:latin typeface="+mn-lt"/>
          <a:ea typeface="+mn-ea"/>
          <a:cs typeface="+mn-cs"/>
        </a:defRPr>
      </a:lvl2pPr>
      <a:lvl3pPr marL="857250" indent="-171450" algn="l" defTabSz="685800" rtl="0" eaLnBrk="1" latinLnBrk="0" hangingPunct="1">
        <a:lnSpc>
          <a:spcPct val="100000"/>
        </a:lnSpc>
        <a:spcBef>
          <a:spcPts val="0"/>
        </a:spcBef>
        <a:buFont typeface="Arial" panose="020B0604020202020204" pitchFamily="34" charset="0"/>
        <a:buChar char="•"/>
        <a:defRPr sz="1500" kern="1200">
          <a:solidFill>
            <a:schemeClr val="accent3"/>
          </a:solidFill>
          <a:latin typeface="+mn-lt"/>
          <a:ea typeface="+mn-ea"/>
          <a:cs typeface="+mn-cs"/>
        </a:defRPr>
      </a:lvl3pPr>
      <a:lvl4pPr marL="1200150" indent="-171450" algn="l" defTabSz="685800" rtl="0" eaLnBrk="1" latinLnBrk="0" hangingPunct="1">
        <a:lnSpc>
          <a:spcPct val="100000"/>
        </a:lnSpc>
        <a:spcBef>
          <a:spcPts val="0"/>
        </a:spcBef>
        <a:buFont typeface="Arial" panose="020B0604020202020204" pitchFamily="34" charset="0"/>
        <a:buChar char="•"/>
        <a:defRPr sz="1350" kern="1200">
          <a:solidFill>
            <a:schemeClr val="accent3"/>
          </a:solidFill>
          <a:latin typeface="+mn-lt"/>
          <a:ea typeface="+mn-ea"/>
          <a:cs typeface="+mn-cs"/>
        </a:defRPr>
      </a:lvl4pPr>
      <a:lvl5pPr marL="1543050" indent="-171450" algn="l" defTabSz="685800" rtl="0" eaLnBrk="1" latinLnBrk="0" hangingPunct="1">
        <a:lnSpc>
          <a:spcPct val="100000"/>
        </a:lnSpc>
        <a:spcBef>
          <a:spcPts val="0"/>
        </a:spcBef>
        <a:buFont typeface="Arial" panose="020B0604020202020204" pitchFamily="34" charset="0"/>
        <a:buChar char="•"/>
        <a:defRPr sz="1350" kern="1200">
          <a:solidFill>
            <a:schemeClr val="accent3"/>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25">
          <p15:clr>
            <a:srgbClr val="F26B43"/>
          </p15:clr>
        </p15:guide>
        <p15:guide id="4" pos="7355">
          <p15:clr>
            <a:srgbClr val="F26B43"/>
          </p15:clr>
        </p15:guide>
        <p15:guide id="5" orient="horz" pos="346">
          <p15:clr>
            <a:srgbClr val="F26B43"/>
          </p15:clr>
        </p15:guide>
        <p15:guide id="6" orient="horz" pos="3929">
          <p15:clr>
            <a:srgbClr val="F26B43"/>
          </p15:clr>
        </p15:guide>
        <p15:guide id="7" orient="horz" pos="1026">
          <p15:clr>
            <a:srgbClr val="F26B43"/>
          </p15:clr>
        </p15:guide>
        <p15:guide id="8" pos="3840">
          <p15:clr>
            <a:srgbClr val="F26B43"/>
          </p15:clr>
        </p15:guide>
        <p15:guide id="9" orient="horz" pos="2160">
          <p15:clr>
            <a:srgbClr val="F26B43"/>
          </p15:clr>
        </p15:guide>
        <p15:guide id="10" orient="horz" pos="2432">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9" y="36710"/>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276999"/>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367575" y="1200154"/>
            <a:ext cx="8408850" cy="3394472"/>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7800155" y="4929944"/>
            <a:ext cx="403958"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fld id="{530820CF-B880-4189-942D-D702A7CBA730}" type="datetimeFigureOut">
              <a:rPr lang="zh-CN" altLang="en-US" smtClean="0"/>
              <a:t>2024/5/24</a:t>
            </a:fld>
            <a:endParaRPr lang="zh-CN" altLang="en-US"/>
          </a:p>
        </p:txBody>
      </p:sp>
      <p:sp>
        <p:nvSpPr>
          <p:cNvPr id="5" name="Fußzeilenplatzhalter 4"/>
          <p:cNvSpPr>
            <a:spLocks noGrp="1"/>
          </p:cNvSpPr>
          <p:nvPr>
            <p:ph type="ftr" sz="quarter" idx="3"/>
          </p:nvPr>
        </p:nvSpPr>
        <p:spPr>
          <a:xfrm>
            <a:off x="1351330" y="4929944"/>
            <a:ext cx="6139718" cy="115416"/>
          </a:xfrm>
          <a:prstGeom prst="rect">
            <a:avLst/>
          </a:prstGeom>
        </p:spPr>
        <p:txBody>
          <a:bodyPr vert="horz" wrap="square" lIns="0" tIns="0" rIns="0" bIns="0" rtlCol="0" anchor="ctr">
            <a:spAutoFit/>
          </a:bodyPr>
          <a:lstStyle>
            <a:lvl1pPr algn="l">
              <a:defRPr sz="750">
                <a:solidFill>
                  <a:schemeClr val="bg1">
                    <a:lumMod val="50000"/>
                  </a:schemeClr>
                </a:solidFill>
                <a:latin typeface="BISansCond" panose="02000006050000020004" pitchFamily="2" charset="0"/>
              </a:defRPr>
            </a:lvl1pPr>
          </a:lstStyle>
          <a:p>
            <a:endParaRPr lang="zh-CN" altLang="en-US"/>
          </a:p>
        </p:txBody>
      </p:sp>
      <p:sp>
        <p:nvSpPr>
          <p:cNvPr id="6" name="Foliennummernplatzhalter 5"/>
          <p:cNvSpPr>
            <a:spLocks noGrp="1"/>
          </p:cNvSpPr>
          <p:nvPr>
            <p:ph type="sldNum" sz="quarter" idx="4"/>
          </p:nvPr>
        </p:nvSpPr>
        <p:spPr>
          <a:xfrm>
            <a:off x="8665819" y="4929944"/>
            <a:ext cx="110607"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fld id="{0C913308-F349-4B6D-A68A-DD1791B4A57B}" type="slidenum">
              <a:rPr lang="zh-CN" altLang="en-US" smtClean="0"/>
              <a:t>‹#›</a:t>
            </a:fld>
            <a:endParaRPr lang="zh-CN" altLang="en-US"/>
          </a:p>
        </p:txBody>
      </p:sp>
      <p:grpSp>
        <p:nvGrpSpPr>
          <p:cNvPr id="17" name="Gruppieren 16"/>
          <p:cNvGrpSpPr/>
          <p:nvPr/>
        </p:nvGrpSpPr>
        <p:grpSpPr>
          <a:xfrm>
            <a:off x="182829" y="36710"/>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30" cstate="screen">
            <a:extLst>
              <a:ext uri="{28A0092B-C50C-407E-A947-70E740481C1C}">
                <a14:useLocalDpi xmlns:a14="http://schemas.microsoft.com/office/drawing/2010/main"/>
              </a:ext>
            </a:extLst>
          </a:blip>
          <a:stretch>
            <a:fillRect/>
          </a:stretch>
        </p:blipFill>
        <p:spPr>
          <a:xfrm>
            <a:off x="364443" y="4864134"/>
            <a:ext cx="630270" cy="190510"/>
          </a:xfrm>
          <a:prstGeom prst="rect">
            <a:avLst/>
          </a:prstGeom>
        </p:spPr>
      </p:pic>
    </p:spTree>
    <p:extLst>
      <p:ext uri="{BB962C8B-B14F-4D97-AF65-F5344CB8AC3E}">
        <p14:creationId xmlns:p14="http://schemas.microsoft.com/office/powerpoint/2010/main" val="753079736"/>
      </p:ext>
    </p:extLst>
  </p:cSld>
  <p:clrMap bg1="lt1" tx1="dk1" bg2="lt2" tx2="dk2" accent1="accent1" accent2="accent2" accent3="accent3" accent4="accent4" accent5="accent5" accent6="accent6" hlink="hlink" folHlink="folHlink"/>
  <p:sldLayoutIdLst>
    <p:sldLayoutId id="2147484956" r:id="rId1"/>
    <p:sldLayoutId id="2147484957" r:id="rId2"/>
    <p:sldLayoutId id="2147484958" r:id="rId3"/>
    <p:sldLayoutId id="2147484959" r:id="rId4"/>
    <p:sldLayoutId id="2147484960" r:id="rId5"/>
    <p:sldLayoutId id="2147484961" r:id="rId6"/>
    <p:sldLayoutId id="2147484962" r:id="rId7"/>
    <p:sldLayoutId id="2147484963" r:id="rId8"/>
    <p:sldLayoutId id="2147484964" r:id="rId9"/>
    <p:sldLayoutId id="2147484965" r:id="rId10"/>
    <p:sldLayoutId id="2147484966" r:id="rId11"/>
    <p:sldLayoutId id="2147484967" r:id="rId12"/>
    <p:sldLayoutId id="2147484968" r:id="rId13"/>
    <p:sldLayoutId id="2147484969" r:id="rId14"/>
    <p:sldLayoutId id="2147484970" r:id="rId15"/>
    <p:sldLayoutId id="2147484971" r:id="rId16"/>
    <p:sldLayoutId id="2147484972" r:id="rId17"/>
    <p:sldLayoutId id="2147484973" r:id="rId18"/>
    <p:sldLayoutId id="2147484974" r:id="rId19"/>
    <p:sldLayoutId id="2147484975" r:id="rId20"/>
    <p:sldLayoutId id="2147484976" r:id="rId21"/>
    <p:sldLayoutId id="2147484977" r:id="rId22"/>
    <p:sldLayoutId id="2147484978" r:id="rId23"/>
    <p:sldLayoutId id="2147484979" r:id="rId24"/>
    <p:sldLayoutId id="2147484980" r:id="rId25"/>
    <p:sldLayoutId id="2147484981" r:id="rId26"/>
    <p:sldLayoutId id="2147484982" r:id="rId27"/>
    <p:sldLayoutId id="2147484983" r:id="rId28"/>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685800" rtl="0" eaLnBrk="1" latinLnBrk="0" hangingPunct="1">
        <a:spcBef>
          <a:spcPct val="0"/>
        </a:spcBef>
        <a:buNone/>
        <a:defRPr sz="1800" kern="1200">
          <a:solidFill>
            <a:srgbClr val="003366"/>
          </a:solidFill>
          <a:latin typeface="+mj-lt"/>
          <a:ea typeface="+mj-ea"/>
          <a:cs typeface="+mj-cs"/>
        </a:defRPr>
      </a:lvl1pPr>
    </p:titleStyle>
    <p:bodyStyle>
      <a:lvl1pPr marL="200025" indent="-200025" algn="l" defTabSz="685800" rtl="0" eaLnBrk="1" latinLnBrk="0" hangingPunct="1">
        <a:spcBef>
          <a:spcPts val="300"/>
        </a:spcBef>
        <a:buFont typeface="Arial" panose="020B0604020202020204" pitchFamily="34" charset="0"/>
        <a:buChar char="•"/>
        <a:defRPr sz="1500" kern="1200">
          <a:solidFill>
            <a:schemeClr val="tx1"/>
          </a:solidFill>
          <a:latin typeface="+mn-lt"/>
          <a:ea typeface="+mn-ea"/>
          <a:cs typeface="+mn-cs"/>
        </a:defRPr>
      </a:lvl1pPr>
      <a:lvl2pPr marL="338138" indent="-138113"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2pPr>
      <a:lvl3pPr marL="47148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3pPr>
      <a:lvl4pPr marL="60483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4pPr>
      <a:lvl5pPr marL="738188" indent="-133350" algn="l" defTabSz="685800" rtl="0" eaLnBrk="1" latinLnBrk="0" hangingPunct="1">
        <a:spcBef>
          <a:spcPts val="0"/>
        </a:spcBef>
        <a:buFont typeface="Wingdings" panose="05000000000000000000" pitchFamily="2" charset="2"/>
        <a:buChar char="§"/>
        <a:defRPr sz="12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69"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5"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3994237301"/>
      </p:ext>
    </p:extLst>
  </p:cSld>
  <p:clrMap bg1="lt1" tx1="dk1" bg2="lt2" tx2="dk2" accent1="accent1" accent2="accent2" accent3="accent3" accent4="accent4" accent5="accent5" accent6="accent6" hlink="hlink" folHlink="folHlink"/>
  <p:sldLayoutIdLst>
    <p:sldLayoutId id="2147484987" r:id="rId1"/>
    <p:sldLayoutId id="2147484988" r:id="rId2"/>
    <p:sldLayoutId id="2147484989" r:id="rId3"/>
    <p:sldLayoutId id="2147484990" r:id="rId4"/>
    <p:sldLayoutId id="2147484991" r:id="rId5"/>
    <p:sldLayoutId id="2147484992" r:id="rId6"/>
    <p:sldLayoutId id="2147484993" r:id="rId7"/>
    <p:sldLayoutId id="2147484994" r:id="rId8"/>
    <p:sldLayoutId id="2147484995" r:id="rId9"/>
    <p:sldLayoutId id="2147484996" r:id="rId10"/>
    <p:sldLayoutId id="2147484997" r:id="rId11"/>
    <p:sldLayoutId id="2147484998" r:id="rId12"/>
    <p:sldLayoutId id="2147484999" r:id="rId13"/>
    <p:sldLayoutId id="2147485000" r:id="rId14"/>
    <p:sldLayoutId id="2147485001" r:id="rId15"/>
    <p:sldLayoutId id="2147485002" r:id="rId16"/>
    <p:sldLayoutId id="2147485003" r:id="rId17"/>
    <p:sldLayoutId id="2147485004" r:id="rId18"/>
    <p:sldLayoutId id="2147485005" r:id="rId19"/>
    <p:sldLayoutId id="2147485006" r:id="rId20"/>
    <p:sldLayoutId id="2147485007" r:id="rId21"/>
    <p:sldLayoutId id="2147485008" r:id="rId22"/>
    <p:sldLayoutId id="2147485009" r:id="rId23"/>
    <p:sldLayoutId id="2147485010" r:id="rId24"/>
    <p:sldLayoutId id="2147485011" r:id="rId25"/>
    <p:sldLayoutId id="2147485012" r:id="rId26"/>
    <p:sldLayoutId id="2147485013" r:id="rId27"/>
    <p:sldLayoutId id="2147485014" r:id="rId28"/>
    <p:sldLayoutId id="2147485015" r:id="rId29"/>
    <p:sldLayoutId id="2147485016" r:id="rId30"/>
    <p:sldLayoutId id="2147485017" r:id="rId31"/>
    <p:sldLayoutId id="2147485018" r:id="rId32"/>
    <p:sldLayoutId id="2147485019" r:id="rId33"/>
  </p:sldLayoutIdLst>
  <p:hf hdr="0" dt="0"/>
  <p:txStyles>
    <p:title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2000" indent="-162000" algn="l" defTabSz="685800"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2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8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6000" indent="-107156"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4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69"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5"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pPr defTabSz="685800">
              <a:defRPr/>
            </a:pPr>
            <a:r>
              <a:rPr lang="en-US">
                <a:solidFill>
                  <a:srgbClr val="08312A"/>
                </a:solidFill>
              </a:rPr>
              <a:t>Oncology TALC: Guide for Presenting Teams (Q4 2023)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pPr defTabSz="685800">
              <a:defRPr/>
            </a:pPr>
            <a:fld id="{DF4E8F9F-5B1F-4F5B-BE49-3245D8C18D9F}" type="slidenum">
              <a:rPr lang="en-US" smtClean="0">
                <a:solidFill>
                  <a:srgbClr val="08312A"/>
                </a:solidFill>
              </a:rPr>
              <a:pPr defTabSz="685800">
                <a:defRPr/>
              </a:pPr>
              <a:t>‹#›</a:t>
            </a:fld>
            <a:endParaRPr lang="en-US">
              <a:solidFill>
                <a:srgbClr val="08312A"/>
              </a:solidFill>
            </a:endParaRPr>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729999461"/>
      </p:ext>
    </p:extLst>
  </p:cSld>
  <p:clrMap bg1="lt1" tx1="dk1" bg2="lt2" tx2="dk2" accent1="accent1" accent2="accent2" accent3="accent3" accent4="accent4" accent5="accent5" accent6="accent6" hlink="hlink" folHlink="folHlink"/>
  <p:sldLayoutIdLst>
    <p:sldLayoutId id="2147485021" r:id="rId1"/>
    <p:sldLayoutId id="2147485022" r:id="rId2"/>
    <p:sldLayoutId id="2147485023" r:id="rId3"/>
    <p:sldLayoutId id="2147485024" r:id="rId4"/>
    <p:sldLayoutId id="2147485025" r:id="rId5"/>
    <p:sldLayoutId id="2147485026" r:id="rId6"/>
    <p:sldLayoutId id="2147485027" r:id="rId7"/>
    <p:sldLayoutId id="2147485028" r:id="rId8"/>
    <p:sldLayoutId id="2147485029" r:id="rId9"/>
    <p:sldLayoutId id="2147485030" r:id="rId10"/>
    <p:sldLayoutId id="2147485031" r:id="rId11"/>
    <p:sldLayoutId id="2147485032" r:id="rId12"/>
    <p:sldLayoutId id="2147485033" r:id="rId13"/>
    <p:sldLayoutId id="2147485034" r:id="rId14"/>
    <p:sldLayoutId id="2147485035" r:id="rId15"/>
    <p:sldLayoutId id="2147485036" r:id="rId16"/>
    <p:sldLayoutId id="2147485037" r:id="rId17"/>
    <p:sldLayoutId id="2147485038" r:id="rId18"/>
    <p:sldLayoutId id="2147485039" r:id="rId19"/>
    <p:sldLayoutId id="2147485040" r:id="rId20"/>
    <p:sldLayoutId id="2147485041" r:id="rId21"/>
    <p:sldLayoutId id="2147485042" r:id="rId22"/>
    <p:sldLayoutId id="2147485043" r:id="rId23"/>
    <p:sldLayoutId id="2147485044" r:id="rId24"/>
    <p:sldLayoutId id="2147485045" r:id="rId25"/>
    <p:sldLayoutId id="2147485046" r:id="rId26"/>
    <p:sldLayoutId id="2147485047" r:id="rId27"/>
    <p:sldLayoutId id="2147485048" r:id="rId28"/>
    <p:sldLayoutId id="2147485049" r:id="rId29"/>
    <p:sldLayoutId id="2147485050" r:id="rId30"/>
    <p:sldLayoutId id="2147485051" r:id="rId31"/>
    <p:sldLayoutId id="2147485052" r:id="rId32"/>
    <p:sldLayoutId id="2147485053" r:id="rId33"/>
    <p:sldLayoutId id="2147485054" r:id="rId34"/>
  </p:sldLayoutIdLst>
  <p:hf hdr="0" dt="0"/>
  <p:txStyles>
    <p:title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2000" indent="-162000" algn="l" defTabSz="685800"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2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8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6000" indent="-107156"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4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pattFill prst="pct5">
          <a:fgClr>
            <a:srgbClr val="FFFFFF"/>
          </a:fgClr>
          <a:bgClr>
            <a:schemeClr val="bg1"/>
          </a:bgClr>
        </a:patt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69"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5"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1270689164"/>
      </p:ext>
    </p:extLst>
  </p:cSld>
  <p:clrMap bg1="lt1" tx1="dk1" bg2="lt2" tx2="dk2" accent1="accent1" accent2="accent2" accent3="accent3" accent4="accent4" accent5="accent5" accent6="accent6" hlink="hlink" folHlink="folHlink"/>
  <p:sldLayoutIdLst>
    <p:sldLayoutId id="2147485141" r:id="rId1"/>
    <p:sldLayoutId id="2147485142" r:id="rId2"/>
    <p:sldLayoutId id="2147485143" r:id="rId3"/>
    <p:sldLayoutId id="2147485144" r:id="rId4"/>
    <p:sldLayoutId id="2147485145" r:id="rId5"/>
    <p:sldLayoutId id="2147485146" r:id="rId6"/>
    <p:sldLayoutId id="2147485147" r:id="rId7"/>
    <p:sldLayoutId id="2147485148" r:id="rId8"/>
    <p:sldLayoutId id="2147485149" r:id="rId9"/>
    <p:sldLayoutId id="2147485150" r:id="rId10"/>
    <p:sldLayoutId id="2147485151" r:id="rId11"/>
    <p:sldLayoutId id="2147485152" r:id="rId12"/>
    <p:sldLayoutId id="2147485153" r:id="rId13"/>
    <p:sldLayoutId id="2147485154" r:id="rId14"/>
    <p:sldLayoutId id="2147485155" r:id="rId15"/>
    <p:sldLayoutId id="2147485156" r:id="rId16"/>
    <p:sldLayoutId id="2147485157" r:id="rId17"/>
    <p:sldLayoutId id="2147485158" r:id="rId18"/>
    <p:sldLayoutId id="2147485159" r:id="rId19"/>
    <p:sldLayoutId id="2147485160" r:id="rId20"/>
    <p:sldLayoutId id="2147485161" r:id="rId21"/>
    <p:sldLayoutId id="2147485162" r:id="rId22"/>
    <p:sldLayoutId id="2147485163" r:id="rId23"/>
    <p:sldLayoutId id="2147485164" r:id="rId24"/>
    <p:sldLayoutId id="2147485165" r:id="rId25"/>
    <p:sldLayoutId id="2147485166" r:id="rId26"/>
    <p:sldLayoutId id="2147485167" r:id="rId27"/>
    <p:sldLayoutId id="2147485168" r:id="rId28"/>
    <p:sldLayoutId id="2147485169" r:id="rId29"/>
    <p:sldLayoutId id="2147485170" r:id="rId30"/>
    <p:sldLayoutId id="2147485171" r:id="rId31"/>
    <p:sldLayoutId id="2147485172" r:id="rId32"/>
    <p:sldLayoutId id="2147485173" r:id="rId33"/>
    <p:sldLayoutId id="2147485174" r:id="rId34"/>
    <p:sldLayoutId id="2147485175" r:id="rId35"/>
    <p:sldLayoutId id="2147485176" r:id="rId36"/>
  </p:sldLayoutIdLst>
  <p:hf hdr="0" dt="0"/>
  <p:txStyles>
    <p:title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2000" indent="-162000" algn="l" defTabSz="685800"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2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8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6000" indent="-107156"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4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2.xml"/></Relationships>
</file>

<file path=ppt/slides/_rels/slide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55.xml"/></Relationships>
</file>

<file path=ppt/slides/_rels/slide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55.xml"/></Relationships>
</file>

<file path=ppt/slides/_rels/slide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55.xml"/></Relationships>
</file>

<file path=ppt/slides/_rels/slide7.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18" Type="http://schemas.openxmlformats.org/officeDocument/2006/relationships/image" Target="../media/image74.png"/><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notesSlide" Target="../notesSlides/notesSlide3.xml"/><Relationship Id="rId2" Type="http://schemas.openxmlformats.org/officeDocument/2006/relationships/tags" Target="../tags/tag14.xml"/><Relationship Id="rId16" Type="http://schemas.openxmlformats.org/officeDocument/2006/relationships/slideLayout" Target="../slideLayouts/slideLayout255.xml"/><Relationship Id="rId20" Type="http://schemas.openxmlformats.org/officeDocument/2006/relationships/image" Target="../media/image76.png"/><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5" Type="http://schemas.openxmlformats.org/officeDocument/2006/relationships/tags" Target="../tags/tag27.xml"/><Relationship Id="rId10" Type="http://schemas.openxmlformats.org/officeDocument/2006/relationships/tags" Target="../tags/tag22.xml"/><Relationship Id="rId19" Type="http://schemas.openxmlformats.org/officeDocument/2006/relationships/image" Target="../media/image75.png"/><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tags" Target="../tags/tag26.xml"/></Relationships>
</file>

<file path=ppt/slides/_rels/slide8.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18" Type="http://schemas.openxmlformats.org/officeDocument/2006/relationships/tags" Target="../tags/tag45.xml"/><Relationship Id="rId3" Type="http://schemas.openxmlformats.org/officeDocument/2006/relationships/tags" Target="../tags/tag30.xml"/><Relationship Id="rId21" Type="http://schemas.openxmlformats.org/officeDocument/2006/relationships/image" Target="../media/image74.png"/><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tags" Target="../tags/tag44.xml"/><Relationship Id="rId2" Type="http://schemas.openxmlformats.org/officeDocument/2006/relationships/tags" Target="../tags/tag29.xml"/><Relationship Id="rId16" Type="http://schemas.openxmlformats.org/officeDocument/2006/relationships/tags" Target="../tags/tag43.xml"/><Relationship Id="rId20" Type="http://schemas.openxmlformats.org/officeDocument/2006/relationships/notesSlide" Target="../notesSlides/notesSlide4.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24" Type="http://schemas.openxmlformats.org/officeDocument/2006/relationships/comments" Target="../comments/comment1.xml"/><Relationship Id="rId5" Type="http://schemas.openxmlformats.org/officeDocument/2006/relationships/tags" Target="../tags/tag32.xml"/><Relationship Id="rId15" Type="http://schemas.openxmlformats.org/officeDocument/2006/relationships/tags" Target="../tags/tag42.xml"/><Relationship Id="rId23" Type="http://schemas.openxmlformats.org/officeDocument/2006/relationships/image" Target="../media/image75.png"/><Relationship Id="rId10" Type="http://schemas.openxmlformats.org/officeDocument/2006/relationships/tags" Target="../tags/tag37.xml"/><Relationship Id="rId19" Type="http://schemas.openxmlformats.org/officeDocument/2006/relationships/slideLayout" Target="../slideLayouts/slideLayout255.xml"/><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 Id="rId22" Type="http://schemas.openxmlformats.org/officeDocument/2006/relationships/image" Target="../media/image77.png"/></Relationships>
</file>

<file path=ppt/slides/_rels/slide9.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tags" Target="../tags/tag58.xml"/><Relationship Id="rId18" Type="http://schemas.openxmlformats.org/officeDocument/2006/relationships/tags" Target="../tags/tag63.xml"/><Relationship Id="rId3" Type="http://schemas.openxmlformats.org/officeDocument/2006/relationships/tags" Target="../tags/tag48.xml"/><Relationship Id="rId21" Type="http://schemas.openxmlformats.org/officeDocument/2006/relationships/tags" Target="../tags/tag66.xml"/><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5" Type="http://schemas.openxmlformats.org/officeDocument/2006/relationships/image" Target="../media/image76.png"/><Relationship Id="rId2" Type="http://schemas.openxmlformats.org/officeDocument/2006/relationships/tags" Target="../tags/tag47.xml"/><Relationship Id="rId16" Type="http://schemas.openxmlformats.org/officeDocument/2006/relationships/tags" Target="../tags/tag61.xml"/><Relationship Id="rId20" Type="http://schemas.openxmlformats.org/officeDocument/2006/relationships/tags" Target="../tags/tag65.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24" Type="http://schemas.openxmlformats.org/officeDocument/2006/relationships/image" Target="../media/image75.png"/><Relationship Id="rId5" Type="http://schemas.openxmlformats.org/officeDocument/2006/relationships/tags" Target="../tags/tag50.xml"/><Relationship Id="rId15" Type="http://schemas.openxmlformats.org/officeDocument/2006/relationships/tags" Target="../tags/tag60.xml"/><Relationship Id="rId23" Type="http://schemas.openxmlformats.org/officeDocument/2006/relationships/image" Target="../media/image74.png"/><Relationship Id="rId10" Type="http://schemas.openxmlformats.org/officeDocument/2006/relationships/tags" Target="../tags/tag55.xml"/><Relationship Id="rId19" Type="http://schemas.openxmlformats.org/officeDocument/2006/relationships/tags" Target="../tags/tag64.xml"/><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 Id="rId22" Type="http://schemas.openxmlformats.org/officeDocument/2006/relationships/slideLayout" Target="../slideLayouts/slideLayout25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9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1.xml"/></Relationships>
</file>

<file path=ppt/slides/_rels/slide13.xml.rels><?xml version="1.0" encoding="UTF-8" standalone="yes"?>
<Relationships xmlns="http://schemas.openxmlformats.org/package/2006/relationships"><Relationship Id="rId13" Type="http://schemas.openxmlformats.org/officeDocument/2006/relationships/tags" Target="../tags/tag79.xml"/><Relationship Id="rId18" Type="http://schemas.openxmlformats.org/officeDocument/2006/relationships/tags" Target="../tags/tag84.xml"/><Relationship Id="rId26" Type="http://schemas.openxmlformats.org/officeDocument/2006/relationships/tags" Target="../tags/tag92.xml"/><Relationship Id="rId39" Type="http://schemas.openxmlformats.org/officeDocument/2006/relationships/tags" Target="../tags/tag105.xml"/><Relationship Id="rId3" Type="http://schemas.openxmlformats.org/officeDocument/2006/relationships/tags" Target="../tags/tag69.xml"/><Relationship Id="rId21" Type="http://schemas.openxmlformats.org/officeDocument/2006/relationships/tags" Target="../tags/tag87.xml"/><Relationship Id="rId34" Type="http://schemas.openxmlformats.org/officeDocument/2006/relationships/tags" Target="../tags/tag100.xml"/><Relationship Id="rId42" Type="http://schemas.openxmlformats.org/officeDocument/2006/relationships/tags" Target="../tags/tag108.xml"/><Relationship Id="rId47" Type="http://schemas.openxmlformats.org/officeDocument/2006/relationships/image" Target="../media/image74.png"/><Relationship Id="rId7" Type="http://schemas.openxmlformats.org/officeDocument/2006/relationships/tags" Target="../tags/tag73.xml"/><Relationship Id="rId12" Type="http://schemas.openxmlformats.org/officeDocument/2006/relationships/tags" Target="../tags/tag78.xml"/><Relationship Id="rId17" Type="http://schemas.openxmlformats.org/officeDocument/2006/relationships/tags" Target="../tags/tag83.xml"/><Relationship Id="rId25" Type="http://schemas.openxmlformats.org/officeDocument/2006/relationships/tags" Target="../tags/tag91.xml"/><Relationship Id="rId33" Type="http://schemas.openxmlformats.org/officeDocument/2006/relationships/tags" Target="../tags/tag99.xml"/><Relationship Id="rId38" Type="http://schemas.openxmlformats.org/officeDocument/2006/relationships/tags" Target="../tags/tag104.xml"/><Relationship Id="rId46" Type="http://schemas.openxmlformats.org/officeDocument/2006/relationships/slideLayout" Target="../slideLayouts/slideLayout255.xml"/><Relationship Id="rId2" Type="http://schemas.openxmlformats.org/officeDocument/2006/relationships/tags" Target="../tags/tag68.xml"/><Relationship Id="rId16" Type="http://schemas.openxmlformats.org/officeDocument/2006/relationships/tags" Target="../tags/tag82.xml"/><Relationship Id="rId20" Type="http://schemas.openxmlformats.org/officeDocument/2006/relationships/tags" Target="../tags/tag86.xml"/><Relationship Id="rId29" Type="http://schemas.openxmlformats.org/officeDocument/2006/relationships/tags" Target="../tags/tag95.xml"/><Relationship Id="rId41" Type="http://schemas.openxmlformats.org/officeDocument/2006/relationships/tags" Target="../tags/tag107.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24" Type="http://schemas.openxmlformats.org/officeDocument/2006/relationships/tags" Target="../tags/tag90.xml"/><Relationship Id="rId32" Type="http://schemas.openxmlformats.org/officeDocument/2006/relationships/tags" Target="../tags/tag98.xml"/><Relationship Id="rId37" Type="http://schemas.openxmlformats.org/officeDocument/2006/relationships/tags" Target="../tags/tag103.xml"/><Relationship Id="rId40" Type="http://schemas.openxmlformats.org/officeDocument/2006/relationships/tags" Target="../tags/tag106.xml"/><Relationship Id="rId45" Type="http://schemas.openxmlformats.org/officeDocument/2006/relationships/tags" Target="../tags/tag111.xml"/><Relationship Id="rId5" Type="http://schemas.openxmlformats.org/officeDocument/2006/relationships/tags" Target="../tags/tag71.xml"/><Relationship Id="rId15" Type="http://schemas.openxmlformats.org/officeDocument/2006/relationships/tags" Target="../tags/tag81.xml"/><Relationship Id="rId23" Type="http://schemas.openxmlformats.org/officeDocument/2006/relationships/tags" Target="../tags/tag89.xml"/><Relationship Id="rId28" Type="http://schemas.openxmlformats.org/officeDocument/2006/relationships/tags" Target="../tags/tag94.xml"/><Relationship Id="rId36" Type="http://schemas.openxmlformats.org/officeDocument/2006/relationships/tags" Target="../tags/tag102.xml"/><Relationship Id="rId49" Type="http://schemas.openxmlformats.org/officeDocument/2006/relationships/image" Target="../media/image76.png"/><Relationship Id="rId10" Type="http://schemas.openxmlformats.org/officeDocument/2006/relationships/tags" Target="../tags/tag76.xml"/><Relationship Id="rId19" Type="http://schemas.openxmlformats.org/officeDocument/2006/relationships/tags" Target="../tags/tag85.xml"/><Relationship Id="rId31" Type="http://schemas.openxmlformats.org/officeDocument/2006/relationships/tags" Target="../tags/tag97.xml"/><Relationship Id="rId44" Type="http://schemas.openxmlformats.org/officeDocument/2006/relationships/tags" Target="../tags/tag110.xml"/><Relationship Id="rId4" Type="http://schemas.openxmlformats.org/officeDocument/2006/relationships/tags" Target="../tags/tag70.xml"/><Relationship Id="rId9" Type="http://schemas.openxmlformats.org/officeDocument/2006/relationships/tags" Target="../tags/tag75.xml"/><Relationship Id="rId14" Type="http://schemas.openxmlformats.org/officeDocument/2006/relationships/tags" Target="../tags/tag80.xml"/><Relationship Id="rId22" Type="http://schemas.openxmlformats.org/officeDocument/2006/relationships/tags" Target="../tags/tag88.xml"/><Relationship Id="rId27" Type="http://schemas.openxmlformats.org/officeDocument/2006/relationships/tags" Target="../tags/tag93.xml"/><Relationship Id="rId30" Type="http://schemas.openxmlformats.org/officeDocument/2006/relationships/tags" Target="../tags/tag96.xml"/><Relationship Id="rId35" Type="http://schemas.openxmlformats.org/officeDocument/2006/relationships/tags" Target="../tags/tag101.xml"/><Relationship Id="rId43" Type="http://schemas.openxmlformats.org/officeDocument/2006/relationships/tags" Target="../tags/tag109.xml"/><Relationship Id="rId48" Type="http://schemas.openxmlformats.org/officeDocument/2006/relationships/image" Target="../media/image75.png"/><Relationship Id="rId8" Type="http://schemas.openxmlformats.org/officeDocument/2006/relationships/tags" Target="../tags/tag7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2.xml"/></Relationships>
</file>

<file path=ppt/slides/_rels/slide15.xml.rels><?xml version="1.0" encoding="UTF-8" standalone="yes"?>
<Relationships xmlns="http://schemas.openxmlformats.org/package/2006/relationships"><Relationship Id="rId8" Type="http://schemas.openxmlformats.org/officeDocument/2006/relationships/tags" Target="../tags/tag119.xml"/><Relationship Id="rId13" Type="http://schemas.openxmlformats.org/officeDocument/2006/relationships/slideLayout" Target="../slideLayouts/slideLayout255.xml"/><Relationship Id="rId3" Type="http://schemas.openxmlformats.org/officeDocument/2006/relationships/tags" Target="../tags/tag114.xml"/><Relationship Id="rId7" Type="http://schemas.openxmlformats.org/officeDocument/2006/relationships/tags" Target="../tags/tag118.xml"/><Relationship Id="rId12" Type="http://schemas.openxmlformats.org/officeDocument/2006/relationships/tags" Target="../tags/tag123.xml"/><Relationship Id="rId17" Type="http://schemas.openxmlformats.org/officeDocument/2006/relationships/image" Target="../media/image79.png"/><Relationship Id="rId2" Type="http://schemas.openxmlformats.org/officeDocument/2006/relationships/tags" Target="../tags/tag113.xml"/><Relationship Id="rId16" Type="http://schemas.openxmlformats.org/officeDocument/2006/relationships/image" Target="../media/image78.png"/><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tags" Target="../tags/tag122.xml"/><Relationship Id="rId5" Type="http://schemas.openxmlformats.org/officeDocument/2006/relationships/tags" Target="../tags/tag116.xml"/><Relationship Id="rId15" Type="http://schemas.openxmlformats.org/officeDocument/2006/relationships/image" Target="../media/image76.png"/><Relationship Id="rId10" Type="http://schemas.openxmlformats.org/officeDocument/2006/relationships/tags" Target="../tags/tag121.xml"/><Relationship Id="rId4" Type="http://schemas.openxmlformats.org/officeDocument/2006/relationships/tags" Target="../tags/tag115.xml"/><Relationship Id="rId9" Type="http://schemas.openxmlformats.org/officeDocument/2006/relationships/tags" Target="../tags/tag120.xml"/><Relationship Id="rId14"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5.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55.xml"/></Relationships>
</file>

<file path=ppt/slides/_rels/slide18.xml.rels><?xml version="1.0" encoding="UTF-8" standalone="yes"?>
<Relationships xmlns="http://schemas.openxmlformats.org/package/2006/relationships"><Relationship Id="rId8" Type="http://schemas.openxmlformats.org/officeDocument/2006/relationships/tags" Target="../tags/tag131.xml"/><Relationship Id="rId13" Type="http://schemas.openxmlformats.org/officeDocument/2006/relationships/tags" Target="../tags/tag136.xml"/><Relationship Id="rId18" Type="http://schemas.openxmlformats.org/officeDocument/2006/relationships/tags" Target="../tags/tag141.xml"/><Relationship Id="rId3" Type="http://schemas.openxmlformats.org/officeDocument/2006/relationships/tags" Target="../tags/tag126.xml"/><Relationship Id="rId21" Type="http://schemas.openxmlformats.org/officeDocument/2006/relationships/image" Target="../media/image74.png"/><Relationship Id="rId7" Type="http://schemas.openxmlformats.org/officeDocument/2006/relationships/tags" Target="../tags/tag130.xml"/><Relationship Id="rId12" Type="http://schemas.openxmlformats.org/officeDocument/2006/relationships/tags" Target="../tags/tag135.xml"/><Relationship Id="rId17" Type="http://schemas.openxmlformats.org/officeDocument/2006/relationships/tags" Target="../tags/tag140.xml"/><Relationship Id="rId2" Type="http://schemas.openxmlformats.org/officeDocument/2006/relationships/tags" Target="../tags/tag125.xml"/><Relationship Id="rId16" Type="http://schemas.openxmlformats.org/officeDocument/2006/relationships/tags" Target="../tags/tag139.xml"/><Relationship Id="rId20" Type="http://schemas.openxmlformats.org/officeDocument/2006/relationships/notesSlide" Target="../notesSlides/notesSlide7.xml"/><Relationship Id="rId1" Type="http://schemas.openxmlformats.org/officeDocument/2006/relationships/tags" Target="../tags/tag124.xml"/><Relationship Id="rId6" Type="http://schemas.openxmlformats.org/officeDocument/2006/relationships/tags" Target="../tags/tag129.xml"/><Relationship Id="rId11" Type="http://schemas.openxmlformats.org/officeDocument/2006/relationships/tags" Target="../tags/tag134.xml"/><Relationship Id="rId5" Type="http://schemas.openxmlformats.org/officeDocument/2006/relationships/tags" Target="../tags/tag128.xml"/><Relationship Id="rId15" Type="http://schemas.openxmlformats.org/officeDocument/2006/relationships/tags" Target="../tags/tag138.xml"/><Relationship Id="rId23" Type="http://schemas.openxmlformats.org/officeDocument/2006/relationships/image" Target="../media/image76.png"/><Relationship Id="rId10" Type="http://schemas.openxmlformats.org/officeDocument/2006/relationships/tags" Target="../tags/tag133.xml"/><Relationship Id="rId19" Type="http://schemas.openxmlformats.org/officeDocument/2006/relationships/slideLayout" Target="../slideLayouts/slideLayout255.xml"/><Relationship Id="rId4" Type="http://schemas.openxmlformats.org/officeDocument/2006/relationships/tags" Target="../tags/tag127.xml"/><Relationship Id="rId9" Type="http://schemas.openxmlformats.org/officeDocument/2006/relationships/tags" Target="../tags/tag132.xml"/><Relationship Id="rId14" Type="http://schemas.openxmlformats.org/officeDocument/2006/relationships/tags" Target="../tags/tag137.xml"/><Relationship Id="rId22" Type="http://schemas.openxmlformats.org/officeDocument/2006/relationships/image" Target="../media/image75.png"/></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275.xml"/><Relationship Id="rId4" Type="http://schemas.openxmlformats.org/officeDocument/2006/relationships/comments" Target="../comments/comment2.xml"/></Relationships>
</file>

<file path=ppt/slides/_rels/slide20.xml.rels><?xml version="1.0" encoding="UTF-8" standalone="yes"?>
<Relationships xmlns="http://schemas.openxmlformats.org/package/2006/relationships"><Relationship Id="rId8" Type="http://schemas.openxmlformats.org/officeDocument/2006/relationships/tags" Target="../tags/tag149.xml"/><Relationship Id="rId13" Type="http://schemas.openxmlformats.org/officeDocument/2006/relationships/image" Target="../media/image78.png"/><Relationship Id="rId3" Type="http://schemas.openxmlformats.org/officeDocument/2006/relationships/tags" Target="../tags/tag144.xml"/><Relationship Id="rId7" Type="http://schemas.openxmlformats.org/officeDocument/2006/relationships/tags" Target="../tags/tag148.xml"/><Relationship Id="rId12" Type="http://schemas.openxmlformats.org/officeDocument/2006/relationships/notesSlide" Target="../notesSlides/notesSlide9.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tags" Target="../tags/tag147.xml"/><Relationship Id="rId11" Type="http://schemas.openxmlformats.org/officeDocument/2006/relationships/slideLayout" Target="../slideLayouts/slideLayout324.xml"/><Relationship Id="rId5" Type="http://schemas.openxmlformats.org/officeDocument/2006/relationships/tags" Target="../tags/tag146.xml"/><Relationship Id="rId15" Type="http://schemas.openxmlformats.org/officeDocument/2006/relationships/image" Target="../media/image76.png"/><Relationship Id="rId10" Type="http://schemas.openxmlformats.org/officeDocument/2006/relationships/tags" Target="../tags/tag151.xml"/><Relationship Id="rId4" Type="http://schemas.openxmlformats.org/officeDocument/2006/relationships/tags" Target="../tags/tag145.xml"/><Relationship Id="rId9" Type="http://schemas.openxmlformats.org/officeDocument/2006/relationships/tags" Target="../tags/tag150.xml"/><Relationship Id="rId14" Type="http://schemas.openxmlformats.org/officeDocument/2006/relationships/image" Target="../media/image79.png"/></Relationships>
</file>

<file path=ppt/slides/_rels/slide21.xml.rels><?xml version="1.0" encoding="UTF-8" standalone="yes"?>
<Relationships xmlns="http://schemas.openxmlformats.org/package/2006/relationships"><Relationship Id="rId8" Type="http://schemas.openxmlformats.org/officeDocument/2006/relationships/tags" Target="../tags/tag159.xml"/><Relationship Id="rId13" Type="http://schemas.openxmlformats.org/officeDocument/2006/relationships/tags" Target="../tags/tag164.xml"/><Relationship Id="rId18" Type="http://schemas.openxmlformats.org/officeDocument/2006/relationships/slideLayout" Target="../slideLayouts/slideLayout324.xml"/><Relationship Id="rId3" Type="http://schemas.openxmlformats.org/officeDocument/2006/relationships/tags" Target="../tags/tag154.xml"/><Relationship Id="rId21" Type="http://schemas.openxmlformats.org/officeDocument/2006/relationships/image" Target="../media/image79.png"/><Relationship Id="rId7" Type="http://schemas.openxmlformats.org/officeDocument/2006/relationships/tags" Target="../tags/tag158.xml"/><Relationship Id="rId12" Type="http://schemas.openxmlformats.org/officeDocument/2006/relationships/tags" Target="../tags/tag163.xml"/><Relationship Id="rId17" Type="http://schemas.openxmlformats.org/officeDocument/2006/relationships/tags" Target="../tags/tag168.xml"/><Relationship Id="rId2" Type="http://schemas.openxmlformats.org/officeDocument/2006/relationships/tags" Target="../tags/tag153.xml"/><Relationship Id="rId16" Type="http://schemas.openxmlformats.org/officeDocument/2006/relationships/tags" Target="../tags/tag167.xml"/><Relationship Id="rId20" Type="http://schemas.openxmlformats.org/officeDocument/2006/relationships/image" Target="../media/image78.png"/><Relationship Id="rId1" Type="http://schemas.openxmlformats.org/officeDocument/2006/relationships/tags" Target="../tags/tag152.xml"/><Relationship Id="rId6" Type="http://schemas.openxmlformats.org/officeDocument/2006/relationships/tags" Target="../tags/tag157.xml"/><Relationship Id="rId11" Type="http://schemas.openxmlformats.org/officeDocument/2006/relationships/tags" Target="../tags/tag162.xml"/><Relationship Id="rId5" Type="http://schemas.openxmlformats.org/officeDocument/2006/relationships/tags" Target="../tags/tag156.xml"/><Relationship Id="rId15" Type="http://schemas.openxmlformats.org/officeDocument/2006/relationships/tags" Target="../tags/tag166.xml"/><Relationship Id="rId10" Type="http://schemas.openxmlformats.org/officeDocument/2006/relationships/tags" Target="../tags/tag161.xml"/><Relationship Id="rId19" Type="http://schemas.openxmlformats.org/officeDocument/2006/relationships/notesSlide" Target="../notesSlides/notesSlide10.xml"/><Relationship Id="rId4" Type="http://schemas.openxmlformats.org/officeDocument/2006/relationships/tags" Target="../tags/tag155.xml"/><Relationship Id="rId9" Type="http://schemas.openxmlformats.org/officeDocument/2006/relationships/tags" Target="../tags/tag160.xml"/><Relationship Id="rId14" Type="http://schemas.openxmlformats.org/officeDocument/2006/relationships/tags" Target="../tags/tag165.xml"/><Relationship Id="rId22" Type="http://schemas.openxmlformats.org/officeDocument/2006/relationships/image" Target="../media/image7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2.xml"/></Relationships>
</file>

<file path=ppt/slides/_rels/slide23.xml.rels><?xml version="1.0" encoding="UTF-8" standalone="yes"?>
<Relationships xmlns="http://schemas.openxmlformats.org/package/2006/relationships"><Relationship Id="rId8" Type="http://schemas.openxmlformats.org/officeDocument/2006/relationships/tags" Target="../tags/tag176.xml"/><Relationship Id="rId13" Type="http://schemas.openxmlformats.org/officeDocument/2006/relationships/tags" Target="../tags/tag181.xml"/><Relationship Id="rId18" Type="http://schemas.openxmlformats.org/officeDocument/2006/relationships/tags" Target="../tags/tag186.xml"/><Relationship Id="rId26" Type="http://schemas.openxmlformats.org/officeDocument/2006/relationships/tags" Target="../tags/tag194.xml"/><Relationship Id="rId3" Type="http://schemas.openxmlformats.org/officeDocument/2006/relationships/tags" Target="../tags/tag171.xml"/><Relationship Id="rId21" Type="http://schemas.openxmlformats.org/officeDocument/2006/relationships/tags" Target="../tags/tag189.xml"/><Relationship Id="rId34" Type="http://schemas.openxmlformats.org/officeDocument/2006/relationships/image" Target="../media/image79.png"/><Relationship Id="rId7" Type="http://schemas.openxmlformats.org/officeDocument/2006/relationships/tags" Target="../tags/tag175.xml"/><Relationship Id="rId12" Type="http://schemas.openxmlformats.org/officeDocument/2006/relationships/tags" Target="../tags/tag180.xml"/><Relationship Id="rId17" Type="http://schemas.openxmlformats.org/officeDocument/2006/relationships/tags" Target="../tags/tag185.xml"/><Relationship Id="rId25" Type="http://schemas.openxmlformats.org/officeDocument/2006/relationships/tags" Target="../tags/tag193.xml"/><Relationship Id="rId33" Type="http://schemas.openxmlformats.org/officeDocument/2006/relationships/image" Target="../media/image78.png"/><Relationship Id="rId2" Type="http://schemas.openxmlformats.org/officeDocument/2006/relationships/tags" Target="../tags/tag170.xml"/><Relationship Id="rId16" Type="http://schemas.openxmlformats.org/officeDocument/2006/relationships/tags" Target="../tags/tag184.xml"/><Relationship Id="rId20" Type="http://schemas.openxmlformats.org/officeDocument/2006/relationships/tags" Target="../tags/tag188.xml"/><Relationship Id="rId29" Type="http://schemas.openxmlformats.org/officeDocument/2006/relationships/tags" Target="../tags/tag197.xml"/><Relationship Id="rId1" Type="http://schemas.openxmlformats.org/officeDocument/2006/relationships/tags" Target="../tags/tag169.xml"/><Relationship Id="rId6" Type="http://schemas.openxmlformats.org/officeDocument/2006/relationships/tags" Target="../tags/tag174.xml"/><Relationship Id="rId11" Type="http://schemas.openxmlformats.org/officeDocument/2006/relationships/tags" Target="../tags/tag179.xml"/><Relationship Id="rId24" Type="http://schemas.openxmlformats.org/officeDocument/2006/relationships/tags" Target="../tags/tag192.xml"/><Relationship Id="rId32" Type="http://schemas.openxmlformats.org/officeDocument/2006/relationships/notesSlide" Target="../notesSlides/notesSlide11.xml"/><Relationship Id="rId5" Type="http://schemas.openxmlformats.org/officeDocument/2006/relationships/tags" Target="../tags/tag173.xml"/><Relationship Id="rId15" Type="http://schemas.openxmlformats.org/officeDocument/2006/relationships/tags" Target="../tags/tag183.xml"/><Relationship Id="rId23" Type="http://schemas.openxmlformats.org/officeDocument/2006/relationships/tags" Target="../tags/tag191.xml"/><Relationship Id="rId28" Type="http://schemas.openxmlformats.org/officeDocument/2006/relationships/tags" Target="../tags/tag196.xml"/><Relationship Id="rId10" Type="http://schemas.openxmlformats.org/officeDocument/2006/relationships/tags" Target="../tags/tag178.xml"/><Relationship Id="rId19" Type="http://schemas.openxmlformats.org/officeDocument/2006/relationships/tags" Target="../tags/tag187.xml"/><Relationship Id="rId31" Type="http://schemas.openxmlformats.org/officeDocument/2006/relationships/slideLayout" Target="../slideLayouts/slideLayout324.xml"/><Relationship Id="rId4" Type="http://schemas.openxmlformats.org/officeDocument/2006/relationships/tags" Target="../tags/tag172.xml"/><Relationship Id="rId9" Type="http://schemas.openxmlformats.org/officeDocument/2006/relationships/tags" Target="../tags/tag177.xml"/><Relationship Id="rId14" Type="http://schemas.openxmlformats.org/officeDocument/2006/relationships/tags" Target="../tags/tag182.xml"/><Relationship Id="rId22" Type="http://schemas.openxmlformats.org/officeDocument/2006/relationships/tags" Target="../tags/tag190.xml"/><Relationship Id="rId27" Type="http://schemas.openxmlformats.org/officeDocument/2006/relationships/tags" Target="../tags/tag195.xml"/><Relationship Id="rId30" Type="http://schemas.openxmlformats.org/officeDocument/2006/relationships/tags" Target="../tags/tag198.xml"/><Relationship Id="rId35" Type="http://schemas.openxmlformats.org/officeDocument/2006/relationships/image" Target="../media/image77.png"/></Relationships>
</file>

<file path=ppt/slides/_rels/slide24.xml.rels><?xml version="1.0" encoding="UTF-8" standalone="yes"?>
<Relationships xmlns="http://schemas.openxmlformats.org/package/2006/relationships"><Relationship Id="rId8" Type="http://schemas.openxmlformats.org/officeDocument/2006/relationships/tags" Target="../tags/tag206.xml"/><Relationship Id="rId13" Type="http://schemas.openxmlformats.org/officeDocument/2006/relationships/tags" Target="../tags/tag211.xml"/><Relationship Id="rId18" Type="http://schemas.openxmlformats.org/officeDocument/2006/relationships/tags" Target="../tags/tag216.xml"/><Relationship Id="rId26" Type="http://schemas.openxmlformats.org/officeDocument/2006/relationships/tags" Target="../tags/tag224.xml"/><Relationship Id="rId3" Type="http://schemas.openxmlformats.org/officeDocument/2006/relationships/tags" Target="../tags/tag201.xml"/><Relationship Id="rId21" Type="http://schemas.openxmlformats.org/officeDocument/2006/relationships/tags" Target="../tags/tag219.xml"/><Relationship Id="rId7" Type="http://schemas.openxmlformats.org/officeDocument/2006/relationships/tags" Target="../tags/tag205.xml"/><Relationship Id="rId12" Type="http://schemas.openxmlformats.org/officeDocument/2006/relationships/tags" Target="../tags/tag210.xml"/><Relationship Id="rId17" Type="http://schemas.openxmlformats.org/officeDocument/2006/relationships/tags" Target="../tags/tag215.xml"/><Relationship Id="rId25" Type="http://schemas.openxmlformats.org/officeDocument/2006/relationships/tags" Target="../tags/tag223.xml"/><Relationship Id="rId2" Type="http://schemas.openxmlformats.org/officeDocument/2006/relationships/tags" Target="../tags/tag200.xml"/><Relationship Id="rId16" Type="http://schemas.openxmlformats.org/officeDocument/2006/relationships/tags" Target="../tags/tag214.xml"/><Relationship Id="rId20" Type="http://schemas.openxmlformats.org/officeDocument/2006/relationships/tags" Target="../tags/tag218.xml"/><Relationship Id="rId29" Type="http://schemas.openxmlformats.org/officeDocument/2006/relationships/notesSlide" Target="../notesSlides/notesSlide12.xml"/><Relationship Id="rId1" Type="http://schemas.openxmlformats.org/officeDocument/2006/relationships/tags" Target="../tags/tag199.xml"/><Relationship Id="rId6" Type="http://schemas.openxmlformats.org/officeDocument/2006/relationships/tags" Target="../tags/tag204.xml"/><Relationship Id="rId11" Type="http://schemas.openxmlformats.org/officeDocument/2006/relationships/tags" Target="../tags/tag209.xml"/><Relationship Id="rId24" Type="http://schemas.openxmlformats.org/officeDocument/2006/relationships/tags" Target="../tags/tag222.xml"/><Relationship Id="rId32" Type="http://schemas.openxmlformats.org/officeDocument/2006/relationships/image" Target="../media/image76.png"/><Relationship Id="rId5" Type="http://schemas.openxmlformats.org/officeDocument/2006/relationships/tags" Target="../tags/tag203.xml"/><Relationship Id="rId15" Type="http://schemas.openxmlformats.org/officeDocument/2006/relationships/tags" Target="../tags/tag213.xml"/><Relationship Id="rId23" Type="http://schemas.openxmlformats.org/officeDocument/2006/relationships/tags" Target="../tags/tag221.xml"/><Relationship Id="rId28" Type="http://schemas.openxmlformats.org/officeDocument/2006/relationships/slideLayout" Target="../slideLayouts/slideLayout324.xml"/><Relationship Id="rId10" Type="http://schemas.openxmlformats.org/officeDocument/2006/relationships/tags" Target="../tags/tag208.xml"/><Relationship Id="rId19" Type="http://schemas.openxmlformats.org/officeDocument/2006/relationships/tags" Target="../tags/tag217.xml"/><Relationship Id="rId31" Type="http://schemas.openxmlformats.org/officeDocument/2006/relationships/image" Target="../media/image79.png"/><Relationship Id="rId4" Type="http://schemas.openxmlformats.org/officeDocument/2006/relationships/tags" Target="../tags/tag202.xml"/><Relationship Id="rId9" Type="http://schemas.openxmlformats.org/officeDocument/2006/relationships/tags" Target="../tags/tag207.xml"/><Relationship Id="rId14" Type="http://schemas.openxmlformats.org/officeDocument/2006/relationships/tags" Target="../tags/tag212.xml"/><Relationship Id="rId22" Type="http://schemas.openxmlformats.org/officeDocument/2006/relationships/tags" Target="../tags/tag220.xml"/><Relationship Id="rId27" Type="http://schemas.openxmlformats.org/officeDocument/2006/relationships/tags" Target="../tags/tag225.xml"/><Relationship Id="rId30" Type="http://schemas.openxmlformats.org/officeDocument/2006/relationships/image" Target="../media/image7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5.xml"/></Relationships>
</file>

<file path=ppt/slides/_rels/slide2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43.xml"/></Relationships>
</file>

<file path=ppt/slides/_rels/slide2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43.xml"/></Relationships>
</file>

<file path=ppt/slides/_rels/slide3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43.xml"/></Relationships>
</file>

<file path=ppt/slides/_rels/slide3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43.xml"/></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4.xml"/><Relationship Id="rId1" Type="http://schemas.openxmlformats.org/officeDocument/2006/relationships/slideLayout" Target="../slideLayouts/slideLayout244.xml"/><Relationship Id="rId4" Type="http://schemas.openxmlformats.org/officeDocument/2006/relationships/image" Target="../media/image85.png"/></Relationships>
</file>

<file path=ppt/slides/_rels/slide33.xml.rels><?xml version="1.0" encoding="UTF-8" standalone="yes"?>
<Relationships xmlns="http://schemas.openxmlformats.org/package/2006/relationships"><Relationship Id="rId2" Type="http://schemas.openxmlformats.org/officeDocument/2006/relationships/image" Target="../media/image86.emf"/><Relationship Id="rId1" Type="http://schemas.openxmlformats.org/officeDocument/2006/relationships/slideLayout" Target="../slideLayouts/slideLayout2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59570" y="1977750"/>
            <a:ext cx="6210566" cy="1188000"/>
          </a:xfrm>
        </p:spPr>
        <p:txBody>
          <a:bodyPr/>
          <a:lstStyle/>
          <a:p>
            <a:r>
              <a:rPr lang="en-US" altLang="zh-CN" sz="2800" b="1"/>
              <a:t>Portfolio Executive Committee </a:t>
            </a:r>
            <a:r>
              <a:rPr lang="en-GB" sz="2800" b="1"/>
              <a:t>(PEC) </a:t>
            </a:r>
            <a:br>
              <a:rPr lang="en-GB" sz="2800" b="1"/>
            </a:br>
            <a:r>
              <a:rPr lang="en-GB" sz="2800" b="1"/>
              <a:t>Review Meeting </a:t>
            </a:r>
            <a:br>
              <a:rPr lang="en-GB" b="1"/>
            </a:br>
            <a:br>
              <a:rPr lang="en-GB" b="1"/>
            </a:br>
            <a:r>
              <a:rPr lang="en-GB" sz="3200" b="1"/>
              <a:t>Portfolio Overview Update - Oncology </a:t>
            </a:r>
            <a:endParaRPr lang="en-GB" b="1"/>
          </a:p>
        </p:txBody>
      </p:sp>
      <p:sp>
        <p:nvSpPr>
          <p:cNvPr id="5" name="Subtitle 4"/>
          <p:cNvSpPr>
            <a:spLocks noGrp="1"/>
          </p:cNvSpPr>
          <p:nvPr>
            <p:ph type="subTitle" idx="1"/>
          </p:nvPr>
        </p:nvSpPr>
        <p:spPr>
          <a:xfrm>
            <a:off x="359570" y="3327840"/>
            <a:ext cx="7634706" cy="702000"/>
          </a:xfrm>
        </p:spPr>
        <p:txBody>
          <a:bodyPr/>
          <a:lstStyle/>
          <a:p>
            <a:pPr>
              <a:spcAft>
                <a:spcPts val="600"/>
              </a:spcAft>
            </a:pPr>
            <a:r>
              <a:rPr lang="en-US" altLang="zh-CN" err="1"/>
              <a:t>Donglei</a:t>
            </a:r>
            <a:r>
              <a:rPr lang="en-US" altLang="zh-CN"/>
              <a:t> Zhu and Nick Xue, post-</a:t>
            </a:r>
            <a:r>
              <a:rPr lang="en-US" altLang="zh-CN" err="1"/>
              <a:t>PoCP</a:t>
            </a:r>
            <a:r>
              <a:rPr lang="en-US" altLang="zh-CN"/>
              <a:t> assets</a:t>
            </a:r>
          </a:p>
          <a:p>
            <a:pPr>
              <a:spcAft>
                <a:spcPts val="600"/>
              </a:spcAft>
            </a:pPr>
            <a:r>
              <a:rPr lang="en-US" altLang="zh-CN"/>
              <a:t>Meiruo Liu, early assets</a:t>
            </a:r>
          </a:p>
          <a:p>
            <a:pPr>
              <a:spcAft>
                <a:spcPts val="600"/>
              </a:spcAft>
            </a:pPr>
            <a:r>
              <a:rPr lang="en-US" altLang="zh-CN"/>
              <a:t>25</a:t>
            </a:r>
            <a:r>
              <a:rPr lang="en-US" altLang="zh-CN" baseline="30000"/>
              <a:t>th</a:t>
            </a:r>
            <a:r>
              <a:rPr lang="en-US" altLang="zh-CN"/>
              <a:t> Apr </a:t>
            </a:r>
            <a:r>
              <a:rPr lang="en-US"/>
              <a:t>2024, 20 min</a:t>
            </a:r>
          </a:p>
        </p:txBody>
      </p:sp>
      <p:sp>
        <p:nvSpPr>
          <p:cNvPr id="7" name="TextBox 6"/>
          <p:cNvSpPr txBox="1"/>
          <p:nvPr/>
        </p:nvSpPr>
        <p:spPr>
          <a:xfrm>
            <a:off x="1578473" y="4760728"/>
            <a:ext cx="3408196" cy="161583"/>
          </a:xfrm>
          <a:prstGeom prst="rect">
            <a:avLst/>
          </a:prstGeom>
          <a:noFill/>
        </p:spPr>
        <p:txBody>
          <a:bodyPr wrap="square" lIns="0" tIns="0" rIns="0" bIns="0" rtlCol="0">
            <a:spAutoFit/>
          </a:bodyPr>
          <a:lstStyle/>
          <a:p>
            <a:r>
              <a:rPr lang="en-US" altLang="zh-CN" sz="1050">
                <a:solidFill>
                  <a:schemeClr val="tx1">
                    <a:lumMod val="75000"/>
                    <a:lumOff val="25000"/>
                  </a:schemeClr>
                </a:solidFill>
              </a:rPr>
              <a:t>CONFIDENTIAL and for INTERNAL use only!</a:t>
            </a:r>
            <a:endParaRPr lang="zh-CN" altLang="en-US" sz="1050">
              <a:solidFill>
                <a:schemeClr val="tx1">
                  <a:lumMod val="75000"/>
                  <a:lumOff val="25000"/>
                </a:schemeClr>
              </a:solidFill>
            </a:endParaRPr>
          </a:p>
        </p:txBody>
      </p:sp>
    </p:spTree>
    <p:extLst>
      <p:ext uri="{BB962C8B-B14F-4D97-AF65-F5344CB8AC3E}">
        <p14:creationId xmlns:p14="http://schemas.microsoft.com/office/powerpoint/2010/main" val="1341461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399C8E-5180-79A2-AD13-0EA9C6E22E13}"/>
              </a:ext>
            </a:extLst>
          </p:cNvPr>
          <p:cNvSpPr>
            <a:spLocks noGrp="1"/>
          </p:cNvSpPr>
          <p:nvPr>
            <p:ph type="title"/>
          </p:nvPr>
        </p:nvSpPr>
        <p:spPr>
          <a:xfrm>
            <a:off x="359571" y="410003"/>
            <a:ext cx="8424863" cy="540000"/>
          </a:xfrm>
        </p:spPr>
        <p:txBody>
          <a:bodyPr/>
          <a:lstStyle/>
          <a:p>
            <a:r>
              <a:rPr lang="en-US" altLang="zh-CN"/>
              <a:t> </a:t>
            </a:r>
            <a:endParaRPr lang="zh-CN" altLang="en-US"/>
          </a:p>
        </p:txBody>
      </p:sp>
      <p:sp>
        <p:nvSpPr>
          <p:cNvPr id="5" name="灯片编号占位符 4">
            <a:extLst>
              <a:ext uri="{FF2B5EF4-FFF2-40B4-BE49-F238E27FC236}">
                <a16:creationId xmlns:a16="http://schemas.microsoft.com/office/drawing/2014/main" id="{F0D15BCA-A2F2-D422-112B-5AD2C94C7496}"/>
              </a:ext>
            </a:extLst>
          </p:cNvPr>
          <p:cNvSpPr>
            <a:spLocks noGrp="1"/>
          </p:cNvSpPr>
          <p:nvPr>
            <p:ph type="sldNum" sz="quarter" idx="20"/>
          </p:nvPr>
        </p:nvSpPr>
        <p:spPr>
          <a:xfrm>
            <a:off x="8568444" y="4717784"/>
            <a:ext cx="216000" cy="216000"/>
          </a:xfrm>
        </p:spPr>
        <p:txBody>
          <a:bodyPr/>
          <a:lstStyle/>
          <a:p>
            <a:pPr defTabSz="914333">
              <a:buClr>
                <a:srgbClr val="000000"/>
              </a:buClr>
              <a:defRPr/>
            </a:pPr>
            <a:fld id="{8FF9B0DE-3FEB-4AA0-B465-B80EF7C1333D}" type="slidenum">
              <a:rPr lang="en-US" kern="0">
                <a:solidFill>
                  <a:srgbClr val="08312A"/>
                </a:solidFill>
                <a:latin typeface="Arial"/>
                <a:cs typeface="Arial"/>
                <a:sym typeface="Arial"/>
              </a:rPr>
              <a:pPr defTabSz="914333">
                <a:buClr>
                  <a:srgbClr val="000000"/>
                </a:buClr>
                <a:defRPr/>
              </a:pPr>
              <a:t>2</a:t>
            </a:fld>
            <a:endParaRPr lang="en-US" kern="0">
              <a:solidFill>
                <a:srgbClr val="08312A"/>
              </a:solidFill>
              <a:latin typeface="Arial"/>
              <a:cs typeface="Arial"/>
              <a:sym typeface="Arial"/>
            </a:endParaRPr>
          </a:p>
        </p:txBody>
      </p:sp>
      <p:sp>
        <p:nvSpPr>
          <p:cNvPr id="18" name="Title 2">
            <a:extLst>
              <a:ext uri="{FF2B5EF4-FFF2-40B4-BE49-F238E27FC236}">
                <a16:creationId xmlns:a16="http://schemas.microsoft.com/office/drawing/2014/main" id="{06F1EA79-25F7-19C8-350C-A8C802852FF8}"/>
              </a:ext>
            </a:extLst>
          </p:cNvPr>
          <p:cNvSpPr txBox="1">
            <a:spLocks/>
          </p:cNvSpPr>
          <p:nvPr/>
        </p:nvSpPr>
        <p:spPr bwMode="gray">
          <a:xfrm>
            <a:off x="359569" y="214057"/>
            <a:ext cx="8424863" cy="540000"/>
          </a:xfrm>
          <a:prstGeom prst="rect">
            <a:avLst/>
          </a:prstGeom>
        </p:spPr>
        <p:txBody>
          <a:bodyPr vert="horz" lIns="0" tIns="0" rIns="0" bIns="0" rtlCol="0" anchor="t">
            <a:normAutofit/>
          </a:bodyPr>
          <a:lstStyle>
            <a:lvl1pPr algn="l" defTabSz="685783" rtl="0" eaLnBrk="1" latinLnBrk="0" hangingPunct="1">
              <a:lnSpc>
                <a:spcPct val="100000"/>
              </a:lnSpc>
              <a:spcBef>
                <a:spcPct val="0"/>
              </a:spcBef>
              <a:buNone/>
              <a:defRPr sz="1875" b="1" kern="1200">
                <a:solidFill>
                  <a:schemeClr val="bg2"/>
                </a:solidFill>
                <a:latin typeface="+mj-lt"/>
                <a:ea typeface="+mj-ea"/>
                <a:cs typeface="+mj-cs"/>
              </a:defRPr>
            </a:lvl1pPr>
          </a:lstStyle>
          <a:p>
            <a:pPr defTabSz="685749">
              <a:defRPr/>
            </a:pPr>
            <a:r>
              <a:rPr lang="en-US" sz="2000">
                <a:solidFill>
                  <a:srgbClr val="08312A"/>
                </a:solidFill>
                <a:latin typeface="Calibri" panose="020F0502020204030204" pitchFamily="34" charset="0"/>
                <a:cs typeface="Calibri" panose="020F0502020204030204" pitchFamily="34" charset="0"/>
              </a:rPr>
              <a:t>One Page Summary </a:t>
            </a:r>
            <a:r>
              <a:rPr lang="en-US" altLang="zh-CN" sz="2000">
                <a:solidFill>
                  <a:srgbClr val="08312A"/>
                </a:solidFill>
                <a:latin typeface="Calibri" panose="020F0502020204030204" pitchFamily="34" charset="0"/>
                <a:cs typeface="Calibri" panose="020F0502020204030204" pitchFamily="34" charset="0"/>
              </a:rPr>
              <a:t>— Oncology</a:t>
            </a:r>
            <a:endParaRPr lang="en-US" sz="2000">
              <a:solidFill>
                <a:srgbClr val="08312A"/>
              </a:solidFill>
              <a:latin typeface="Calibri" panose="020F0502020204030204" pitchFamily="34" charset="0"/>
              <a:cs typeface="Calibri" panose="020F0502020204030204" pitchFamily="34" charset="0"/>
            </a:endParaRPr>
          </a:p>
        </p:txBody>
      </p:sp>
      <p:graphicFrame>
        <p:nvGraphicFramePr>
          <p:cNvPr id="19" name="Table 9">
            <a:extLst>
              <a:ext uri="{FF2B5EF4-FFF2-40B4-BE49-F238E27FC236}">
                <a16:creationId xmlns:a16="http://schemas.microsoft.com/office/drawing/2014/main" id="{2867D72B-A130-6827-B506-15D81EEE355D}"/>
              </a:ext>
            </a:extLst>
          </p:cNvPr>
          <p:cNvGraphicFramePr>
            <a:graphicFrameLocks noGrp="1"/>
          </p:cNvGraphicFramePr>
          <p:nvPr>
            <p:extLst>
              <p:ext uri="{D42A27DB-BD31-4B8C-83A1-F6EECF244321}">
                <p14:modId xmlns:p14="http://schemas.microsoft.com/office/powerpoint/2010/main" val="403880500"/>
              </p:ext>
            </p:extLst>
          </p:nvPr>
        </p:nvGraphicFramePr>
        <p:xfrm>
          <a:off x="313695" y="675389"/>
          <a:ext cx="8516608" cy="3858768"/>
        </p:xfrm>
        <a:graphic>
          <a:graphicData uri="http://schemas.openxmlformats.org/drawingml/2006/table">
            <a:tbl>
              <a:tblPr firstRow="1" bandRow="1">
                <a:tableStyleId>{5C22544A-7EE6-4342-B048-85BDC9FD1C3A}</a:tableStyleId>
              </a:tblPr>
              <a:tblGrid>
                <a:gridCol w="648390">
                  <a:extLst>
                    <a:ext uri="{9D8B030D-6E8A-4147-A177-3AD203B41FA5}">
                      <a16:colId xmlns:a16="http://schemas.microsoft.com/office/drawing/2014/main" val="572940059"/>
                    </a:ext>
                  </a:extLst>
                </a:gridCol>
                <a:gridCol w="1840323">
                  <a:extLst>
                    <a:ext uri="{9D8B030D-6E8A-4147-A177-3AD203B41FA5}">
                      <a16:colId xmlns:a16="http://schemas.microsoft.com/office/drawing/2014/main" val="3396209198"/>
                    </a:ext>
                  </a:extLst>
                </a:gridCol>
                <a:gridCol w="211130">
                  <a:extLst>
                    <a:ext uri="{9D8B030D-6E8A-4147-A177-3AD203B41FA5}">
                      <a16:colId xmlns:a16="http://schemas.microsoft.com/office/drawing/2014/main" val="4246012505"/>
                    </a:ext>
                  </a:extLst>
                </a:gridCol>
                <a:gridCol w="1900398">
                  <a:extLst>
                    <a:ext uri="{9D8B030D-6E8A-4147-A177-3AD203B41FA5}">
                      <a16:colId xmlns:a16="http://schemas.microsoft.com/office/drawing/2014/main" val="4055819752"/>
                    </a:ext>
                  </a:extLst>
                </a:gridCol>
                <a:gridCol w="1988820">
                  <a:extLst>
                    <a:ext uri="{9D8B030D-6E8A-4147-A177-3AD203B41FA5}">
                      <a16:colId xmlns:a16="http://schemas.microsoft.com/office/drawing/2014/main" val="2089765037"/>
                    </a:ext>
                  </a:extLst>
                </a:gridCol>
                <a:gridCol w="1927547">
                  <a:extLst>
                    <a:ext uri="{9D8B030D-6E8A-4147-A177-3AD203B41FA5}">
                      <a16:colId xmlns:a16="http://schemas.microsoft.com/office/drawing/2014/main" val="3239497009"/>
                    </a:ext>
                  </a:extLst>
                </a:gridCol>
              </a:tblGrid>
              <a:tr h="274320">
                <a:tc>
                  <a:txBody>
                    <a:bodyPr/>
                    <a:lstStyle/>
                    <a:p>
                      <a:pPr algn="ctr">
                        <a:lnSpc>
                          <a:spcPct val="100000"/>
                        </a:lnSpc>
                      </a:pPr>
                      <a:r>
                        <a:rPr lang="en-US" sz="1000">
                          <a:latin typeface="+mn-lt"/>
                        </a:rPr>
                        <a:t>TAFD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lt1"/>
                          </a:solidFill>
                          <a:latin typeface="+mn-lt"/>
                        </a:rPr>
                        <a:t>Ongoing*</a:t>
                      </a:r>
                      <a:endParaRPr lang="en-US" sz="1000" b="1" kern="1200">
                        <a:solidFill>
                          <a:schemeClr val="lt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kern="1200">
                        <a:solidFill>
                          <a:schemeClr val="lt1"/>
                        </a:solidFill>
                        <a:latin typeface="+mn-lt"/>
                        <a:ea typeface="+mn-ea"/>
                        <a:cs typeface="+mn-cs"/>
                      </a:endParaRPr>
                    </a:p>
                  </a:txBody>
                  <a:tcPr anchor="ctr">
                    <a:lnB w="12700" cap="flat" cmpd="sng" algn="ctr">
                      <a:solidFill>
                        <a:srgbClr val="FF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lt1"/>
                          </a:solidFill>
                          <a:latin typeface="+mn-lt"/>
                        </a:rPr>
                        <a:t>Endorsed</a:t>
                      </a:r>
                      <a:endParaRPr lang="en-US" sz="1000" b="1" kern="1200">
                        <a:solidFill>
                          <a:schemeClr val="lt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lt1"/>
                          </a:solidFill>
                          <a:latin typeface="+mn-lt"/>
                        </a:rPr>
                        <a:t>Under Evaluation</a:t>
                      </a:r>
                      <a:endParaRPr lang="en-US" sz="1000" b="1" kern="1200">
                        <a:solidFill>
                          <a:schemeClr val="lt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kern="1200">
                          <a:solidFill>
                            <a:schemeClr val="lt1"/>
                          </a:solidFill>
                          <a:latin typeface="+mn-lt"/>
                        </a:rPr>
                        <a:t>Next wave</a:t>
                      </a:r>
                      <a:endParaRPr lang="en-US" altLang="zh-CN" sz="1000" b="1" kern="1200">
                        <a:solidFill>
                          <a:schemeClr val="lt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129187725"/>
                  </a:ext>
                </a:extLst>
              </a:tr>
              <a:tr h="356616">
                <a:tc rowSpan="10">
                  <a:txBody>
                    <a:bodyPr/>
                    <a:lstStyle/>
                    <a:p>
                      <a:pPr>
                        <a:lnSpc>
                          <a:spcPct val="100000"/>
                        </a:lnSpc>
                      </a:pPr>
                      <a:r>
                        <a:rPr lang="en-US" sz="700" b="1">
                          <a:latin typeface="+mn-lt"/>
                        </a:rPr>
                        <a:t>Oncology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n-NO" altLang="zh-CN" sz="600" kern="1200">
                          <a:solidFill>
                            <a:schemeClr val="bg2"/>
                          </a:solidFill>
                          <a:latin typeface="+mn-lt"/>
                        </a:rPr>
                        <a:t>Brigimadlin (MDM2/p53) /DDLPS - </a:t>
                      </a:r>
                      <a:r>
                        <a:rPr lang="it-IT" altLang="zh-CN" sz="600" kern="1200">
                          <a:solidFill>
                            <a:schemeClr val="bg2"/>
                          </a:solidFill>
                          <a:latin typeface="+mn-lt"/>
                        </a:rPr>
                        <a:t>Ph2/3 (.8, BL-1)</a:t>
                      </a:r>
                      <a:endParaRPr lang="it-IT" altLang="zh-CN"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CDB9"/>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n-NO" altLang="zh-CN" sz="600" kern="1200">
                          <a:solidFill>
                            <a:schemeClr val="bg2"/>
                          </a:solidFill>
                          <a:latin typeface="+mn-lt"/>
                        </a:rPr>
                        <a:t>Brigimadlin (MDM2/p53)/ BTC – </a:t>
                      </a:r>
                      <a:r>
                        <a:rPr lang="it-IT" altLang="zh-CN" sz="600" kern="1200">
                          <a:solidFill>
                            <a:schemeClr val="bg2"/>
                          </a:solidFill>
                          <a:latin typeface="+mn-lt"/>
                        </a:rPr>
                        <a:t>Ph3 (.20, BL-5)</a:t>
                      </a:r>
                    </a:p>
                    <a:p>
                      <a:pPr marL="0" marR="0" lvl="0" indent="0" algn="l" defTabSz="914400" rtl="0" eaLnBrk="1" fontAlgn="auto" latinLnBrk="0" hangingPunct="1">
                        <a:lnSpc>
                          <a:spcPct val="100000"/>
                        </a:lnSpc>
                        <a:spcBef>
                          <a:spcPts val="0"/>
                        </a:spcBef>
                        <a:spcAft>
                          <a:spcPts val="0"/>
                        </a:spcAft>
                        <a:buClrTx/>
                        <a:buSzTx/>
                        <a:buFontTx/>
                        <a:buNone/>
                        <a:tabLst/>
                        <a:defRPr/>
                      </a:pPr>
                      <a:r>
                        <a:rPr lang="it-IT" altLang="zh-CN" sz="600" kern="1200">
                          <a:solidFill>
                            <a:schemeClr val="bg2"/>
                          </a:solidFill>
                          <a:latin typeface="+mn-lt"/>
                        </a:rPr>
                        <a:t>[global FPI TBD]</a:t>
                      </a:r>
                      <a:endParaRPr lang="en-US" altLang="zh-CN" sz="600" kern="1200">
                        <a:solidFill>
                          <a:schemeClr val="bg2"/>
                        </a:solidFill>
                        <a:latin typeface="+mn-lt"/>
                        <a:ea typeface="+mn-ea"/>
                        <a:cs typeface="+mn-cs"/>
                      </a:endParaRPr>
                    </a:p>
                  </a:txBody>
                  <a:tcPr marL="68580" marR="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CDB9"/>
                    </a:solidFill>
                  </a:tcPr>
                </a:tc>
                <a:tc>
                  <a:txBody>
                    <a:bodyPr/>
                    <a:lstStyle/>
                    <a:p>
                      <a:pPr marL="68400" marR="0" lvl="0" indent="0" algn="l" defTabSz="914400" rtl="0" eaLnBrk="1" fontAlgn="auto" latinLnBrk="0" hangingPunct="1">
                        <a:lnSpc>
                          <a:spcPct val="100000"/>
                        </a:lnSpc>
                        <a:spcBef>
                          <a:spcPts val="0"/>
                        </a:spcBef>
                        <a:spcAft>
                          <a:spcPts val="0"/>
                        </a:spcAft>
                        <a:buClrTx/>
                        <a:buSzTx/>
                        <a:buFontTx/>
                        <a:buNone/>
                        <a:tabLst/>
                        <a:defRPr/>
                      </a:pPr>
                      <a:r>
                        <a:rPr lang="nn-NO" altLang="zh-CN" sz="600" kern="1200">
                          <a:solidFill>
                            <a:schemeClr val="bg2"/>
                          </a:solidFill>
                          <a:latin typeface="+mn-lt"/>
                        </a:rPr>
                        <a:t>Brigimadlin (MDM2/p53)/ 2L NSCLC- Ph3 (.38, BL-7)</a:t>
                      </a:r>
                    </a:p>
                    <a:p>
                      <a:pPr marL="68400" marR="0" lvl="0" indent="0" algn="l" defTabSz="914400" rtl="0" eaLnBrk="1" fontAlgn="auto" latinLnBrk="0" hangingPunct="1">
                        <a:lnSpc>
                          <a:spcPct val="100000"/>
                        </a:lnSpc>
                        <a:spcBef>
                          <a:spcPts val="0"/>
                        </a:spcBef>
                        <a:spcAft>
                          <a:spcPts val="0"/>
                        </a:spcAft>
                        <a:buClrTx/>
                        <a:buSzTx/>
                        <a:buFontTx/>
                        <a:buNone/>
                        <a:tabLst/>
                        <a:defRPr/>
                      </a:pPr>
                      <a:r>
                        <a:rPr lang="nn-NO" altLang="zh-CN" sz="600" kern="1200">
                          <a:solidFill>
                            <a:schemeClr val="bg2"/>
                          </a:solidFill>
                          <a:latin typeface="+mn-lt"/>
                        </a:rPr>
                        <a:t>[</a:t>
                      </a:r>
                      <a:r>
                        <a:rPr lang="nn-NO" altLang="zh-CN" sz="600" kern="1200">
                          <a:solidFill>
                            <a:schemeClr val="bg2"/>
                          </a:solidFill>
                          <a:highlight>
                            <a:srgbClr val="FFFF00"/>
                          </a:highlight>
                          <a:latin typeface="+mn-lt"/>
                        </a:rPr>
                        <a:t>feasibility request received</a:t>
                      </a:r>
                      <a:r>
                        <a:rPr lang="nn-NO" altLang="zh-CN" sz="600" kern="1200">
                          <a:solidFill>
                            <a:schemeClr val="bg2"/>
                          </a:solidFill>
                          <a:latin typeface="+mn-lt"/>
                        </a:rPr>
                        <a:t>, global FPI in Jan 2025]</a:t>
                      </a:r>
                      <a:endParaRPr lang="en-US" altLang="zh-CN" sz="600" kern="120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CDB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a:solidFill>
                            <a:schemeClr val="bg2"/>
                          </a:solidFill>
                          <a:latin typeface="+mn-lt"/>
                        </a:rPr>
                        <a:t>BI 1821736 (</a:t>
                      </a:r>
                      <a:r>
                        <a:rPr lang="en-US" altLang="zh-CN" sz="600" kern="1200">
                          <a:solidFill>
                            <a:schemeClr val="bg2"/>
                          </a:solidFill>
                          <a:latin typeface="+mn-lt"/>
                        </a:rPr>
                        <a:t>VSV-CD80-Fc</a:t>
                      </a:r>
                      <a:r>
                        <a:rPr lang="en-US" sz="600" kern="1200">
                          <a:solidFill>
                            <a:schemeClr val="bg2"/>
                          </a:solidFill>
                          <a:latin typeface="+mn-lt"/>
                        </a:rPr>
                        <a:t>) /</a:t>
                      </a:r>
                      <a:r>
                        <a:rPr lang="en-US" altLang="zh-CN" sz="600" kern="1200">
                          <a:solidFill>
                            <a:schemeClr val="bg2"/>
                          </a:solidFill>
                          <a:latin typeface="+mn-lt"/>
                        </a:rPr>
                        <a:t> HNSCC, Melanoma</a:t>
                      </a:r>
                      <a:endParaRPr lang="en-US" altLang="zh-CN"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DCD"/>
                    </a:solidFill>
                  </a:tcPr>
                </a:tc>
                <a:extLst>
                  <a:ext uri="{0D108BD9-81ED-4DB2-BD59-A6C34878D82A}">
                    <a16:rowId xmlns:a16="http://schemas.microsoft.com/office/drawing/2014/main" val="761211330"/>
                  </a:ext>
                </a:extLst>
              </a:tr>
              <a:tr h="35661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n-NO" altLang="zh-CN" sz="600" kern="1200">
                          <a:solidFill>
                            <a:schemeClr val="bg2"/>
                          </a:solidFill>
                          <a:latin typeface="+mn-lt"/>
                        </a:rPr>
                        <a:t>Brigimadlin (MDM2/p53) /BTC &amp; solid tumors -</a:t>
                      </a:r>
                      <a:r>
                        <a:rPr lang="it-IT" altLang="zh-CN" sz="600" kern="1200">
                          <a:solidFill>
                            <a:schemeClr val="bg2"/>
                          </a:solidFill>
                          <a:latin typeface="+mn-lt"/>
                        </a:rPr>
                        <a:t>Ph2 (.11, BL-2)</a:t>
                      </a:r>
                      <a:endParaRPr lang="en-US" altLang="zh-CN"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CDB9"/>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n-NO" altLang="zh-CN" sz="600" kern="1200">
                          <a:solidFill>
                            <a:schemeClr val="bg2"/>
                          </a:solidFill>
                          <a:latin typeface="+mn-lt"/>
                        </a:rPr>
                        <a:t>Brigimadlin (MDM2/p53)/ DDLPS - China EAP [China FPI in Dec 2024]</a:t>
                      </a:r>
                      <a:endParaRPr lang="en-US" altLang="zh-CN" sz="600" kern="1200">
                        <a:solidFill>
                          <a:schemeClr val="bg2"/>
                        </a:solidFill>
                        <a:latin typeface="+mn-lt"/>
                        <a:ea typeface="+mn-ea"/>
                        <a:cs typeface="+mn-cs"/>
                      </a:endParaRPr>
                    </a:p>
                  </a:txBody>
                  <a:tcPr marL="68580" marR="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CDB9"/>
                    </a:solidFill>
                  </a:tcPr>
                </a:tc>
                <a:tc>
                  <a:txBody>
                    <a:bodyPr/>
                    <a:lstStyle/>
                    <a:p>
                      <a:pPr marL="69850" marR="0" lvl="0" indent="0" algn="l" defTabSz="914400" rtl="0" eaLnBrk="1" fontAlgn="auto" latinLnBrk="0" hangingPunct="1">
                        <a:lnSpc>
                          <a:spcPct val="100000"/>
                        </a:lnSpc>
                        <a:spcBef>
                          <a:spcPts val="0"/>
                        </a:spcBef>
                        <a:spcAft>
                          <a:spcPts val="0"/>
                        </a:spcAft>
                        <a:buClrTx/>
                        <a:buSzTx/>
                        <a:buFontTx/>
                        <a:buNone/>
                        <a:tabLst/>
                        <a:defRPr/>
                      </a:pPr>
                      <a:r>
                        <a:rPr lang="nn-NO" altLang="zh-CN" sz="600" kern="1200">
                          <a:solidFill>
                            <a:schemeClr val="bg2"/>
                          </a:solidFill>
                          <a:latin typeface="+mn-lt"/>
                          <a:ea typeface="+mn-ea"/>
                          <a:cs typeface="+mn-cs"/>
                        </a:rPr>
                        <a:t> Brigimadlin (MDM2/p53)/ rollover study –Ph2 (.32)</a:t>
                      </a:r>
                      <a:br>
                        <a:rPr lang="it-IT" altLang="zh-CN" sz="600" kern="1200">
                          <a:solidFill>
                            <a:schemeClr val="bg2"/>
                          </a:solidFill>
                          <a:latin typeface="+mn-lt"/>
                          <a:ea typeface="+mn-ea"/>
                          <a:cs typeface="+mn-cs"/>
                        </a:rPr>
                      </a:br>
                      <a:r>
                        <a:rPr lang="it-IT" altLang="zh-CN" sz="600" kern="1200">
                          <a:solidFill>
                            <a:schemeClr val="bg2"/>
                          </a:solidFill>
                          <a:latin typeface="+mn-lt"/>
                          <a:ea typeface="+mn-ea"/>
                          <a:cs typeface="+mn-cs"/>
                        </a:rPr>
                        <a:t> [feasibility request received, global FPI in Dec 2024]</a:t>
                      </a:r>
                      <a:endParaRPr lang="en-US" altLang="zh-CN" sz="600" b="0" strike="noStrike" kern="1200" baseline="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CDB9"/>
                    </a:solidFill>
                  </a:tcPr>
                </a:tc>
                <a:tc>
                  <a:txBody>
                    <a:bodyPr/>
                    <a:lstStyle/>
                    <a:p>
                      <a:pPr marL="82550" marR="0" lvl="0" indent="0" algn="l" rtl="0" eaLnBrk="1" fontAlgn="auto" latinLnBrk="0" hangingPunct="1">
                        <a:lnSpc>
                          <a:spcPct val="100000"/>
                        </a:lnSpc>
                        <a:spcBef>
                          <a:spcPts val="0"/>
                        </a:spcBef>
                        <a:spcAft>
                          <a:spcPts val="0"/>
                        </a:spcAft>
                        <a:buClrTx/>
                        <a:buSzTx/>
                        <a:buFontTx/>
                        <a:buNone/>
                      </a:pPr>
                      <a:r>
                        <a:rPr lang="en-US" sz="600" kern="1200">
                          <a:solidFill>
                            <a:schemeClr val="bg2"/>
                          </a:solidFill>
                          <a:latin typeface="+mn-lt"/>
                          <a:ea typeface="+mn-ea"/>
                          <a:cs typeface="+mn-cs"/>
                        </a:rPr>
                        <a:t>VSV-GP-GSDME-IL12  / TNBC</a:t>
                      </a:r>
                    </a:p>
                    <a:p>
                      <a:pPr marL="82550" marR="0" lvl="0" indent="0" algn="l" rtl="0" eaLnBrk="1" fontAlgn="auto" latinLnBrk="0" hangingPunct="1">
                        <a:lnSpc>
                          <a:spcPct val="100000"/>
                        </a:lnSpc>
                        <a:spcBef>
                          <a:spcPts val="0"/>
                        </a:spcBef>
                        <a:spcAft>
                          <a:spcPts val="0"/>
                        </a:spcAft>
                        <a:buClrTx/>
                        <a:buSzTx/>
                        <a:buFontTx/>
                        <a:buNone/>
                      </a:pPr>
                      <a:r>
                        <a:rPr lang="en-US" sz="600" kern="1200" err="1">
                          <a:solidFill>
                            <a:schemeClr val="bg2"/>
                          </a:solidFill>
                          <a:latin typeface="+mn-lt"/>
                          <a:ea typeface="+mn-ea"/>
                          <a:cs typeface="+mn-cs"/>
                        </a:rPr>
                        <a:t>SoD</a:t>
                      </a:r>
                      <a:r>
                        <a:rPr lang="en-US" sz="600" kern="1200">
                          <a:solidFill>
                            <a:schemeClr val="bg2"/>
                          </a:solidFill>
                          <a:latin typeface="+mn-lt"/>
                          <a:ea typeface="+mn-ea"/>
                          <a:cs typeface="+mn-cs"/>
                        </a:rPr>
                        <a:t> endorsed in Nov 2023 HPSC</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201360931"/>
                  </a:ext>
                </a:extLst>
              </a:tr>
              <a:tr h="365760">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n-NO" altLang="zh-CN" sz="600" kern="1200">
                          <a:solidFill>
                            <a:schemeClr val="bg2"/>
                          </a:solidFill>
                          <a:latin typeface="+mn-lt"/>
                          <a:ea typeface="+mn-ea"/>
                          <a:cs typeface="+mn-cs"/>
                        </a:rPr>
                        <a:t>Brigimadlin (MDM2/p53) + Ezabenlimab/ </a:t>
                      </a:r>
                      <a:br>
                        <a:rPr lang="nn-NO" altLang="zh-CN" sz="600" kern="1200">
                          <a:solidFill>
                            <a:schemeClr val="bg2"/>
                          </a:solidFill>
                          <a:latin typeface="+mn-lt"/>
                          <a:ea typeface="+mn-ea"/>
                          <a:cs typeface="+mn-cs"/>
                        </a:rPr>
                      </a:br>
                      <a:r>
                        <a:rPr lang="nn-NO" altLang="zh-CN" sz="600" kern="1200">
                          <a:solidFill>
                            <a:schemeClr val="bg2"/>
                          </a:solidFill>
                          <a:latin typeface="+mn-lt"/>
                          <a:ea typeface="+mn-ea"/>
                          <a:cs typeface="+mn-cs"/>
                        </a:rPr>
                        <a:t>2L STS- </a:t>
                      </a:r>
                      <a:r>
                        <a:rPr lang="it-IT" altLang="zh-CN" sz="600" kern="1200">
                          <a:solidFill>
                            <a:schemeClr val="bg2"/>
                          </a:solidFill>
                          <a:latin typeface="+mn-lt"/>
                          <a:ea typeface="+mn-ea"/>
                          <a:cs typeface="+mn-cs"/>
                        </a:rPr>
                        <a:t>Ph3 (.6, BL-3)</a:t>
                      </a:r>
                      <a:br>
                        <a:rPr lang="it-IT" altLang="zh-CN" sz="600" kern="1200">
                          <a:solidFill>
                            <a:schemeClr val="bg2"/>
                          </a:solidFill>
                          <a:latin typeface="+mn-lt"/>
                          <a:ea typeface="+mn-ea"/>
                          <a:cs typeface="+mn-cs"/>
                        </a:rPr>
                      </a:br>
                      <a:r>
                        <a:rPr lang="en-US" altLang="zh-CN" sz="600" kern="1200">
                          <a:solidFill>
                            <a:schemeClr val="bg2"/>
                          </a:solidFill>
                          <a:latin typeface="+mn-lt"/>
                          <a:ea typeface="+mn-ea"/>
                          <a:cs typeface="+mn-cs"/>
                        </a:rPr>
                        <a:t>[global FPI in Jun 2024]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CDB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altLang="zh-CN" sz="600" strike="noStrike" kern="1200">
                          <a:solidFill>
                            <a:schemeClr val="bg2"/>
                          </a:solidFill>
                          <a:latin typeface="+mn-lt"/>
                        </a:rPr>
                        <a:t>    BI 765179 (CD137-FAP)</a:t>
                      </a:r>
                      <a:r>
                        <a:rPr lang="en-US" altLang="zh-CN" sz="600" strike="noStrike" kern="1200" baseline="0">
                          <a:solidFill>
                            <a:schemeClr val="bg2"/>
                          </a:solidFill>
                          <a:latin typeface="+mn-lt"/>
                        </a:rPr>
                        <a:t> / 1L HNSCC – Ph1b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strike="noStrike" kern="1200" baseline="0">
                          <a:solidFill>
                            <a:schemeClr val="bg2"/>
                          </a:solidFill>
                          <a:latin typeface="+mn-lt"/>
                        </a:rPr>
                        <a:t>    [global FPI in Aug 2024]</a:t>
                      </a:r>
                      <a:endParaRPr lang="en-US" altLang="zh-CN" sz="600" strike="noStrike" kern="120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DCD"/>
                    </a:solidFill>
                  </a:tcPr>
                </a:tc>
                <a:tc>
                  <a:txBody>
                    <a:bodyPr/>
                    <a:lstStyle/>
                    <a:p>
                      <a:pPr marL="68400" marR="0" lvl="0" indent="0" algn="l" defTabSz="914400" rtl="0" eaLnBrk="1" fontAlgn="auto" latinLnBrk="0" hangingPunct="1">
                        <a:lnSpc>
                          <a:spcPct val="100000"/>
                        </a:lnSpc>
                        <a:spcBef>
                          <a:spcPts val="0"/>
                        </a:spcBef>
                        <a:spcAft>
                          <a:spcPts val="0"/>
                        </a:spcAft>
                        <a:buClrTx/>
                        <a:buSzTx/>
                        <a:buFontTx/>
                        <a:buNone/>
                        <a:tabLst/>
                        <a:defRPr/>
                      </a:pPr>
                      <a:r>
                        <a:rPr lang="nn-NO" altLang="zh-CN" sz="600" kern="1200">
                          <a:solidFill>
                            <a:schemeClr val="bg2"/>
                          </a:solidFill>
                          <a:highlight>
                            <a:srgbClr val="FFFF00"/>
                          </a:highlight>
                          <a:latin typeface="+mn-lt"/>
                        </a:rPr>
                        <a:t>Brigimadlin (MDM2/p53)/ 1L GBM- Ph2 (.30, BL-6)</a:t>
                      </a:r>
                    </a:p>
                    <a:p>
                      <a:pPr marL="68400" marR="0" lvl="0" indent="0" algn="l" defTabSz="914400" rtl="0" eaLnBrk="1" fontAlgn="auto" latinLnBrk="0" hangingPunct="1">
                        <a:lnSpc>
                          <a:spcPct val="100000"/>
                        </a:lnSpc>
                        <a:spcBef>
                          <a:spcPts val="0"/>
                        </a:spcBef>
                        <a:spcAft>
                          <a:spcPts val="0"/>
                        </a:spcAft>
                        <a:buClrTx/>
                        <a:buSzTx/>
                        <a:buFontTx/>
                        <a:buNone/>
                        <a:tabLst/>
                        <a:defRPr/>
                      </a:pPr>
                      <a:r>
                        <a:rPr lang="nn-NO" altLang="zh-CN" sz="600" kern="1200">
                          <a:solidFill>
                            <a:schemeClr val="bg2"/>
                          </a:solidFill>
                          <a:highlight>
                            <a:srgbClr val="FFFF00"/>
                          </a:highlight>
                          <a:latin typeface="+mn-lt"/>
                        </a:rPr>
                        <a:t>[feasibliy request not received, global FPI in Jun 2025]</a:t>
                      </a:r>
                      <a:endParaRPr lang="nn-NO" altLang="zh-CN" sz="600" kern="1200">
                        <a:solidFill>
                          <a:schemeClr val="bg2"/>
                        </a:solidFill>
                        <a:highlight>
                          <a:srgbClr val="FFFF00"/>
                        </a:highlight>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5CDB9"/>
                    </a:solidFill>
                  </a:tcPr>
                </a:tc>
                <a:tc>
                  <a:txBody>
                    <a:bodyPr/>
                    <a:lstStyle/>
                    <a:p>
                      <a:pPr marL="82550" marR="0" lvl="0" indent="0" algn="l" rtl="0" eaLnBrk="1" fontAlgn="auto" latinLnBrk="0" hangingPunct="1">
                        <a:lnSpc>
                          <a:spcPct val="100000"/>
                        </a:lnSpc>
                        <a:spcBef>
                          <a:spcPts val="0"/>
                        </a:spcBef>
                        <a:spcAft>
                          <a:spcPts val="0"/>
                        </a:spcAft>
                        <a:buClrTx/>
                        <a:buSzTx/>
                        <a:buFontTx/>
                        <a:buNone/>
                      </a:pPr>
                      <a:r>
                        <a:rPr lang="en-US" sz="600" kern="1200">
                          <a:solidFill>
                            <a:schemeClr val="bg2"/>
                          </a:solidFill>
                          <a:latin typeface="+mn-lt"/>
                        </a:rPr>
                        <a:t>BI 3018078 [ATP 128] (Recombinant Vaccine) + </a:t>
                      </a:r>
                      <a:r>
                        <a:rPr lang="en-US" altLang="zh-CN" sz="600" kern="1200">
                          <a:solidFill>
                            <a:schemeClr val="bg2"/>
                          </a:solidFill>
                          <a:latin typeface="+mn-lt"/>
                        </a:rPr>
                        <a:t>BI 3024308 (VSV-GP-128)  </a:t>
                      </a:r>
                      <a:r>
                        <a:rPr lang="en-US" sz="600" kern="1200">
                          <a:solidFill>
                            <a:schemeClr val="bg2"/>
                          </a:solidFill>
                          <a:latin typeface="+mn-lt"/>
                        </a:rPr>
                        <a:t>/ CRC</a:t>
                      </a:r>
                      <a:endParaRPr lang="en-US" sz="600" kern="120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191356717"/>
                  </a:ext>
                </a:extLst>
              </a:tr>
              <a:tr h="35661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Zongertinib (HER2 TKI) /2L NSCLC-Ph1b</a:t>
                      </a:r>
                      <a:endParaRPr lang="en-US" altLang="zh-CN"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1F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BI 1831169 (VSV-GP) /SCLC –Ph1 China alone</a:t>
                      </a:r>
                    </a:p>
                    <a:p>
                      <a:pPr marL="0" marR="0" lvl="0" indent="0" algn="l" rtl="0" eaLnBrk="1" fontAlgn="auto" latinLnBrk="0" hangingPunct="1">
                        <a:lnSpc>
                          <a:spcPct val="100000"/>
                        </a:lnSpc>
                        <a:spcBef>
                          <a:spcPts val="0"/>
                        </a:spcBef>
                        <a:spcAft>
                          <a:spcPts val="0"/>
                        </a:spcAft>
                        <a:buClrTx/>
                        <a:buSzTx/>
                        <a:buFontTx/>
                        <a:buNone/>
                      </a:pPr>
                      <a:r>
                        <a:rPr lang="it-IT" altLang="zh-CN" sz="600" kern="1200">
                          <a:solidFill>
                            <a:schemeClr val="bg2"/>
                          </a:solidFill>
                          <a:latin typeface="+mn-lt"/>
                        </a:rPr>
                        <a:t>[CEC decision pending]</a:t>
                      </a:r>
                      <a:endParaRPr lang="en-US" altLang="zh-CN" sz="600" kern="1200">
                        <a:solidFill>
                          <a:schemeClr val="bg2"/>
                        </a:solidFill>
                        <a:latin typeface="+mn-lt"/>
                        <a:ea typeface="+mn-ea"/>
                        <a:cs typeface="+mn-cs"/>
                      </a:endParaRPr>
                    </a:p>
                  </a:txBody>
                  <a:tcPr marL="68580" marR="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8EA"/>
                    </a:solidFill>
                  </a:tcPr>
                </a:tc>
                <a:tc>
                  <a:txBody>
                    <a:bodyPr/>
                    <a:lstStyle/>
                    <a:p>
                      <a:pPr marL="6985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BI 764532 (DLL3/CD3) / 2L SCLC – Ph3</a:t>
                      </a:r>
                    </a:p>
                    <a:p>
                      <a:pPr marL="6985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[global FPI in Feb 2025]</a:t>
                      </a:r>
                      <a:endParaRPr lang="en-US" altLang="zh-CN" sz="600" kern="120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F9AA"/>
                    </a:solidFill>
                  </a:tcPr>
                </a:tc>
                <a:tc>
                  <a:txBody>
                    <a:bodyPr/>
                    <a:lstStyle/>
                    <a:p>
                      <a:pPr marL="69850" marR="0" lvl="0" indent="0" algn="l" defTabSz="914400" rtl="0" eaLnBrk="1" fontAlgn="auto" latinLnBrk="0" hangingPunct="1">
                        <a:lnSpc>
                          <a:spcPct val="100000"/>
                        </a:lnSpc>
                        <a:spcBef>
                          <a:spcPts val="0"/>
                        </a:spcBef>
                        <a:spcAft>
                          <a:spcPts val="0"/>
                        </a:spcAft>
                        <a:buClrTx/>
                        <a:buSzTx/>
                        <a:buFontTx/>
                        <a:buNone/>
                        <a:tabLst/>
                        <a:defRPr/>
                      </a:pPr>
                      <a:r>
                        <a:rPr lang="en-US" sz="600" b="0" kern="1200">
                          <a:solidFill>
                            <a:schemeClr val="bg2"/>
                          </a:solidFill>
                          <a:latin typeface="+mn-lt"/>
                        </a:rPr>
                        <a:t>BI 3720589/BI 3720590 (Heterologous Prime &amp; Boost Vaccine) / PDAC</a:t>
                      </a:r>
                      <a:endParaRPr lang="en-US" sz="600" b="0" kern="120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06468617"/>
                  </a:ext>
                </a:extLst>
              </a:tr>
              <a:tr h="35661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Zongertinib (HER2 TKI) /1L NSCLC – Ph3</a:t>
                      </a:r>
                      <a:endParaRPr lang="en-US" altLang="zh-CN"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1F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marL="0" marR="0" lvl="0" indent="0" algn="l" rtl="0" eaLnBrk="1" fontAlgn="auto" latinLnBrk="0" hangingPunct="1">
                        <a:lnSpc>
                          <a:spcPct val="100000"/>
                        </a:lnSpc>
                        <a:spcBef>
                          <a:spcPts val="0"/>
                        </a:spcBef>
                        <a:spcAft>
                          <a:spcPts val="0"/>
                        </a:spcAft>
                        <a:buClrTx/>
                        <a:buSzTx/>
                        <a:buFontTx/>
                        <a:buNone/>
                      </a:pPr>
                      <a:endParaRPr lang="en-US" altLang="zh-CN" sz="600" strike="noStrike" kern="1200">
                        <a:solidFill>
                          <a:schemeClr val="bg2"/>
                        </a:solidFill>
                        <a:latin typeface="+mn-lt"/>
                        <a:ea typeface="+mn-ea"/>
                        <a:cs typeface="+mn-cs"/>
                      </a:endParaRPr>
                    </a:p>
                  </a:txBody>
                  <a:tcPr marL="68580" marR="6858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DCD"/>
                    </a:solidFill>
                  </a:tcPr>
                </a:tc>
                <a:tc>
                  <a:txBody>
                    <a:bodyPr/>
                    <a:lstStyle/>
                    <a:p>
                      <a:pPr marL="6985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BI 764532 (DLL3/CD3) / 1L </a:t>
                      </a:r>
                      <a:r>
                        <a:rPr lang="en-US" altLang="zh-CN" sz="600" kern="1200" err="1">
                          <a:solidFill>
                            <a:schemeClr val="bg2"/>
                          </a:solidFill>
                          <a:latin typeface="+mn-lt"/>
                        </a:rPr>
                        <a:t>epNEC</a:t>
                      </a:r>
                      <a:r>
                        <a:rPr lang="en-US" altLang="zh-CN" sz="600" kern="1200">
                          <a:solidFill>
                            <a:schemeClr val="bg2"/>
                          </a:solidFill>
                          <a:latin typeface="+mn-lt"/>
                        </a:rPr>
                        <a:t> – Ph3</a:t>
                      </a:r>
                    </a:p>
                    <a:p>
                      <a:pPr marL="6985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[global FPI in Apr 2025]</a:t>
                      </a:r>
                      <a:endParaRPr lang="en-US" altLang="zh-CN" sz="600" kern="120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BF9AA"/>
                    </a:solidFill>
                  </a:tcPr>
                </a:tc>
                <a:tc>
                  <a:txBody>
                    <a:bodyPr/>
                    <a:lstStyle/>
                    <a:p>
                      <a:pPr marL="68400" marR="0" lvl="0" indent="0" algn="l" defTabSz="914400" rtl="0" eaLnBrk="1" fontAlgn="auto" latinLnBrk="0" hangingPunct="1">
                        <a:lnSpc>
                          <a:spcPct val="100000"/>
                        </a:lnSpc>
                        <a:spcBef>
                          <a:spcPts val="0"/>
                        </a:spcBef>
                        <a:spcAft>
                          <a:spcPts val="0"/>
                        </a:spcAft>
                        <a:buClrTx/>
                        <a:buSzTx/>
                        <a:buFontTx/>
                        <a:buNone/>
                        <a:tabLst/>
                        <a:defRPr/>
                      </a:pPr>
                      <a:r>
                        <a:rPr lang="en-US" altLang="zh-CN" sz="600" strike="noStrike" kern="1200" baseline="0">
                          <a:solidFill>
                            <a:schemeClr val="bg2"/>
                          </a:solidFill>
                          <a:latin typeface="+mn-lt"/>
                        </a:rPr>
                        <a:t>BI 765883</a:t>
                      </a:r>
                      <a:r>
                        <a:rPr lang="sv-SE" altLang="zh-CN" sz="600" strike="noStrike" kern="1200" baseline="0">
                          <a:solidFill>
                            <a:schemeClr val="bg2"/>
                          </a:solidFill>
                          <a:latin typeface="+mn-lt"/>
                        </a:rPr>
                        <a:t> (</a:t>
                      </a:r>
                      <a:r>
                        <a:rPr lang="en-US" altLang="zh-CN" sz="600" strike="noStrike" kern="1200" baseline="0">
                          <a:solidFill>
                            <a:schemeClr val="bg2"/>
                          </a:solidFill>
                          <a:latin typeface="+mn-lt"/>
                        </a:rPr>
                        <a:t>TRAILR2/CDH3</a:t>
                      </a:r>
                      <a:r>
                        <a:rPr lang="sv-SE" altLang="zh-CN" sz="600" strike="noStrike" kern="1200" baseline="0">
                          <a:solidFill>
                            <a:schemeClr val="bg2"/>
                          </a:solidFill>
                          <a:latin typeface="+mn-lt"/>
                        </a:rPr>
                        <a:t>) / 2L </a:t>
                      </a:r>
                      <a:r>
                        <a:rPr lang="en-US" altLang="zh-CN" sz="600" strike="noStrike" kern="1200" baseline="0">
                          <a:solidFill>
                            <a:schemeClr val="bg2"/>
                          </a:solidFill>
                          <a:latin typeface="+mn-lt"/>
                        </a:rPr>
                        <a:t>PDAC- Ph1b</a:t>
                      </a:r>
                    </a:p>
                    <a:p>
                      <a:pPr marL="68400" marR="0" lvl="0" indent="0" algn="l" defTabSz="914400" rtl="0" eaLnBrk="1" fontAlgn="auto" latinLnBrk="0" hangingPunct="1">
                        <a:lnSpc>
                          <a:spcPct val="100000"/>
                        </a:lnSpc>
                        <a:spcBef>
                          <a:spcPts val="0"/>
                        </a:spcBef>
                        <a:spcAft>
                          <a:spcPts val="0"/>
                        </a:spcAft>
                        <a:buClrTx/>
                        <a:buSzTx/>
                        <a:buFontTx/>
                        <a:buNone/>
                        <a:tabLst/>
                        <a:defRPr/>
                      </a:pPr>
                      <a:r>
                        <a:rPr lang="en-US" altLang="zh-CN" sz="600" b="0" strike="noStrike" kern="1200" baseline="0">
                          <a:solidFill>
                            <a:schemeClr val="bg2"/>
                          </a:solidFill>
                          <a:latin typeface="+mn-lt"/>
                        </a:rPr>
                        <a:t>[global FPI in Jan 2026]</a:t>
                      </a:r>
                      <a:endParaRPr lang="en-US" altLang="zh-CN" sz="600" b="0" strike="noStrike" kern="1200" baseline="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33203176"/>
                  </a:ext>
                </a:extLst>
              </a:tr>
              <a:tr h="35661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ea typeface="+mn-ea"/>
                          <a:cs typeface="+mn-cs"/>
                        </a:rPr>
                        <a:t>Zongertinib (HER2 TKI) / BC &amp; GC – Ph1b/Ph2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[CTA approval on 19</a:t>
                      </a:r>
                      <a:r>
                        <a:rPr lang="en-US" altLang="zh-CN" sz="600" kern="1200" baseline="30000">
                          <a:solidFill>
                            <a:schemeClr val="bg2"/>
                          </a:solidFill>
                          <a:latin typeface="+mn-lt"/>
                        </a:rPr>
                        <a:t>th</a:t>
                      </a:r>
                      <a:r>
                        <a:rPr lang="en-US" altLang="zh-CN" sz="600" kern="1200">
                          <a:solidFill>
                            <a:schemeClr val="bg2"/>
                          </a:solidFill>
                          <a:latin typeface="+mn-lt"/>
                        </a:rPr>
                        <a:t> Apr, global FPI in mid-Jun 2024]</a:t>
                      </a:r>
                      <a:endParaRPr lang="en-US" altLang="zh-CN"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1F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marL="69850" marR="0" lvl="0" indent="0" algn="l" defTabSz="914400" rtl="0" eaLnBrk="1" fontAlgn="auto" latinLnBrk="0" hangingPunct="1">
                        <a:lnSpc>
                          <a:spcPct val="100000"/>
                        </a:lnSpc>
                        <a:spcBef>
                          <a:spcPts val="0"/>
                        </a:spcBef>
                        <a:spcAft>
                          <a:spcPts val="0"/>
                        </a:spcAft>
                        <a:buClrTx/>
                        <a:buSzTx/>
                        <a:buFontTx/>
                        <a:buNone/>
                        <a:tabLst/>
                        <a:defRPr/>
                      </a:pPr>
                      <a:endParaRPr lang="en-US" altLang="zh-CN" sz="600" kern="120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8EA"/>
                    </a:solidFill>
                  </a:tcPr>
                </a:tc>
                <a:tc>
                  <a:txBody>
                    <a:bodyPr/>
                    <a:lstStyle/>
                    <a:p>
                      <a:pPr marL="6985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BI 764532 (DLL3/CD3) / 1L SCLC – Ph3</a:t>
                      </a:r>
                    </a:p>
                    <a:p>
                      <a:pPr marL="6985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[global FPI in Jun 2025]</a:t>
                      </a:r>
                      <a:endParaRPr lang="en-US" altLang="zh-CN" sz="600" kern="120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F9AA"/>
                    </a:solidFill>
                  </a:tcPr>
                </a:tc>
                <a:tc>
                  <a:txBody>
                    <a:bodyPr/>
                    <a:lstStyle/>
                    <a:p>
                      <a:pPr marL="68400" marR="0" lvl="0" indent="0" algn="l" defTabSz="914400" rtl="0" eaLnBrk="1" fontAlgn="auto" latinLnBrk="0" hangingPunct="1">
                        <a:lnSpc>
                          <a:spcPct val="100000"/>
                        </a:lnSpc>
                        <a:spcBef>
                          <a:spcPts val="0"/>
                        </a:spcBef>
                        <a:spcAft>
                          <a:spcPts val="0"/>
                        </a:spcAft>
                        <a:buClrTx/>
                        <a:buSzTx/>
                        <a:buFontTx/>
                        <a:buNone/>
                        <a:tabLst/>
                        <a:defRPr/>
                      </a:pPr>
                      <a:r>
                        <a:rPr lang="en-US" altLang="zh-CN" sz="600" b="0" strike="noStrike" kern="1200" baseline="0">
                          <a:solidFill>
                            <a:schemeClr val="bg2"/>
                          </a:solidFill>
                          <a:latin typeface="+mn-lt"/>
                          <a:ea typeface="+mn-ea"/>
                          <a:cs typeface="+mn-cs"/>
                        </a:rPr>
                        <a:t>BI 3810944 (ODC-IL12)/ melanoma- Ph1b</a:t>
                      </a:r>
                    </a:p>
                    <a:p>
                      <a:pPr marL="68400" marR="0" lvl="0" indent="0" algn="l" defTabSz="914400" rtl="0" eaLnBrk="1" fontAlgn="auto" latinLnBrk="0" hangingPunct="1">
                        <a:lnSpc>
                          <a:spcPct val="100000"/>
                        </a:lnSpc>
                        <a:spcBef>
                          <a:spcPts val="0"/>
                        </a:spcBef>
                        <a:spcAft>
                          <a:spcPts val="0"/>
                        </a:spcAft>
                        <a:buClrTx/>
                        <a:buSzTx/>
                        <a:buFontTx/>
                        <a:buNone/>
                        <a:tabLst/>
                        <a:defRPr/>
                      </a:pPr>
                      <a:r>
                        <a:rPr lang="en-US" altLang="zh-CN" sz="600" b="0" strike="noStrike" kern="1200" baseline="0">
                          <a:solidFill>
                            <a:schemeClr val="bg2"/>
                          </a:solidFill>
                          <a:latin typeface="+mn-lt"/>
                          <a:ea typeface="+mn-ea"/>
                          <a:cs typeface="+mn-cs"/>
                        </a:rPr>
                        <a:t>[global FPI in Jul 2026]</a:t>
                      </a:r>
                      <a:r>
                        <a:rPr lang="zh-CN" altLang="en-US" sz="600" b="0" strike="noStrike" kern="1200" baseline="0">
                          <a:solidFill>
                            <a:schemeClr val="bg2"/>
                          </a:solidFill>
                          <a:latin typeface="+mn-lt"/>
                          <a:ea typeface="+mn-ea"/>
                          <a:cs typeface="+mn-cs"/>
                        </a:rPr>
                        <a:t> </a:t>
                      </a:r>
                      <a:endParaRPr lang="en-US" altLang="zh-CN" sz="600" b="0" strike="noStrike" kern="1200" baseline="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11567756"/>
                  </a:ext>
                </a:extLst>
              </a:tr>
              <a:tr h="35661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Zongertinib (HER2 TKI) / solid tumors - Ph2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[CTA kick-off, global FPI in Oct 2024]</a:t>
                      </a:r>
                      <a:endParaRPr lang="en-US" altLang="zh-CN"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1F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marL="69850" marR="0" lvl="0" indent="0" algn="l" defTabSz="914400" rtl="0" eaLnBrk="1" fontAlgn="auto" latinLnBrk="0" hangingPunct="1">
                        <a:lnSpc>
                          <a:spcPct val="100000"/>
                        </a:lnSpc>
                        <a:spcBef>
                          <a:spcPts val="0"/>
                        </a:spcBef>
                        <a:spcAft>
                          <a:spcPts val="0"/>
                        </a:spcAft>
                        <a:buClrTx/>
                        <a:buSzTx/>
                        <a:buFontTx/>
                        <a:buNone/>
                        <a:tabLst/>
                        <a:defRPr/>
                      </a:pPr>
                      <a:endParaRPr lang="en-US" altLang="zh-CN" sz="600" kern="120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DCD"/>
                    </a:solidFill>
                  </a:tcPr>
                </a:tc>
                <a:tc>
                  <a:txBody>
                    <a:bodyPr/>
                    <a:lstStyle/>
                    <a:p>
                      <a:pPr marL="6985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BI 764532 (DLL3/CD3) / LS- SCLC – Ph3</a:t>
                      </a:r>
                    </a:p>
                    <a:p>
                      <a:pPr marL="6985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[global FPI in Q1 2025]</a:t>
                      </a:r>
                      <a:endParaRPr lang="en-US" altLang="zh-CN" sz="600" kern="120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600" kern="1200">
                        <a:solidFill>
                          <a:schemeClr val="bg2"/>
                        </a:solidFill>
                        <a:highlight>
                          <a:srgbClr val="FFFF00"/>
                        </a:highlight>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33681890"/>
                  </a:ext>
                </a:extLst>
              </a:tr>
              <a:tr h="356616">
                <a:tc vMerge="1">
                  <a:txBody>
                    <a:bodyPr/>
                    <a:lstStyle/>
                    <a:p>
                      <a:endParaRPr lang="en-US" sz="12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BI 764532 (DLL3/CD3) /SCLC, </a:t>
                      </a:r>
                      <a:r>
                        <a:rPr lang="en-US" altLang="zh-CN" sz="600" kern="1200" err="1">
                          <a:solidFill>
                            <a:schemeClr val="bg2"/>
                          </a:solidFill>
                          <a:latin typeface="+mn-lt"/>
                        </a:rPr>
                        <a:t>epNEC</a:t>
                      </a:r>
                      <a:r>
                        <a:rPr lang="en-US" altLang="zh-CN" sz="600" kern="1200">
                          <a:solidFill>
                            <a:schemeClr val="bg2"/>
                          </a:solidFill>
                          <a:latin typeface="+mn-lt"/>
                        </a:rPr>
                        <a:t>, LCNEC - Ph2</a:t>
                      </a:r>
                      <a:endParaRPr lang="en-US" altLang="zh-CN"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BF9A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a:solidFill>
                          <a:schemeClr val="bg2"/>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marL="69850" marR="0" lvl="0" indent="0" algn="l" defTabSz="914400" rtl="0" eaLnBrk="1" fontAlgn="auto" latinLnBrk="0" hangingPunct="1">
                        <a:lnSpc>
                          <a:spcPct val="100000"/>
                        </a:lnSpc>
                        <a:spcBef>
                          <a:spcPts val="0"/>
                        </a:spcBef>
                        <a:spcAft>
                          <a:spcPts val="0"/>
                        </a:spcAft>
                        <a:buClrTx/>
                        <a:buSzTx/>
                        <a:buFontTx/>
                        <a:buNone/>
                        <a:tabLst/>
                        <a:defRPr/>
                      </a:pPr>
                      <a:endParaRPr lang="en-US" altLang="zh-CN" sz="600" kern="120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8E8"/>
                    </a:solidFill>
                  </a:tcPr>
                </a:tc>
                <a:tc>
                  <a:txBody>
                    <a:bodyPr/>
                    <a:lstStyle/>
                    <a:p>
                      <a:pPr marL="68400" marR="0" lvl="0" indent="0" algn="l" defTabSz="914400" rtl="0" eaLnBrk="1" fontAlgn="auto" latinLnBrk="0" hangingPunct="1">
                        <a:lnSpc>
                          <a:spcPct val="100000"/>
                        </a:lnSpc>
                        <a:spcBef>
                          <a:spcPts val="0"/>
                        </a:spcBef>
                        <a:spcAft>
                          <a:spcPts val="0"/>
                        </a:spcAft>
                        <a:buClrTx/>
                        <a:buSzTx/>
                        <a:buFontTx/>
                        <a:buNone/>
                        <a:tabLst/>
                        <a:defRPr/>
                      </a:pPr>
                      <a:r>
                        <a:rPr lang="en-US" altLang="zh-CN" sz="600" b="0" strike="noStrike" kern="1200" baseline="0">
                          <a:solidFill>
                            <a:schemeClr val="bg2"/>
                          </a:solidFill>
                          <a:highlight>
                            <a:srgbClr val="FFFF00"/>
                          </a:highlight>
                          <a:latin typeface="+mn-lt"/>
                          <a:ea typeface="+mn-ea"/>
                          <a:cs typeface="+mn-cs"/>
                        </a:rPr>
                        <a:t>BI 3706674</a:t>
                      </a:r>
                      <a:r>
                        <a:rPr lang="sv-SE" altLang="zh-CN" sz="600" b="0" strike="noStrike" kern="1200" baseline="0">
                          <a:solidFill>
                            <a:schemeClr val="bg2"/>
                          </a:solidFill>
                          <a:highlight>
                            <a:srgbClr val="FFFF00"/>
                          </a:highlight>
                          <a:latin typeface="+mn-lt"/>
                          <a:ea typeface="+mn-ea"/>
                          <a:cs typeface="+mn-cs"/>
                        </a:rPr>
                        <a:t>  (</a:t>
                      </a:r>
                      <a:r>
                        <a:rPr lang="en-US" altLang="zh-CN" sz="600" b="0" strike="noStrike" kern="1200" baseline="0">
                          <a:solidFill>
                            <a:schemeClr val="bg2"/>
                          </a:solidFill>
                          <a:highlight>
                            <a:srgbClr val="FFFF00"/>
                          </a:highlight>
                          <a:latin typeface="+mn-lt"/>
                          <a:ea typeface="+mn-ea"/>
                          <a:cs typeface="+mn-cs"/>
                        </a:rPr>
                        <a:t>GDP KRAS inh.) / GC, EC, GEJC – Ph1b</a:t>
                      </a:r>
                      <a:br>
                        <a:rPr lang="en-US" altLang="zh-CN" sz="600" b="0" strike="noStrike" kern="1200" baseline="0">
                          <a:solidFill>
                            <a:schemeClr val="bg2"/>
                          </a:solidFill>
                          <a:highlight>
                            <a:srgbClr val="FFFF00"/>
                          </a:highlight>
                          <a:latin typeface="+mn-lt"/>
                          <a:ea typeface="+mn-ea"/>
                          <a:cs typeface="+mn-cs"/>
                        </a:rPr>
                      </a:br>
                      <a:r>
                        <a:rPr lang="en-US" altLang="zh-CN" sz="600" b="0" strike="noStrike" kern="1200" baseline="0">
                          <a:solidFill>
                            <a:schemeClr val="bg2"/>
                          </a:solidFill>
                          <a:highlight>
                            <a:srgbClr val="FFFF00"/>
                          </a:highlight>
                          <a:latin typeface="+mn-lt"/>
                          <a:ea typeface="+mn-ea"/>
                          <a:cs typeface="+mn-cs"/>
                        </a:rPr>
                        <a:t>[global FPI in Aug 2025]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69850" marR="0" lvl="0" indent="0" algn="l" defTabSz="914400" rtl="0" eaLnBrk="1" fontAlgn="auto" latinLnBrk="0" hangingPunct="1">
                        <a:lnSpc>
                          <a:spcPct val="100000"/>
                        </a:lnSpc>
                        <a:spcBef>
                          <a:spcPts val="0"/>
                        </a:spcBef>
                        <a:spcAft>
                          <a:spcPts val="0"/>
                        </a:spcAft>
                        <a:buClrTx/>
                        <a:buSzTx/>
                        <a:buFontTx/>
                        <a:buNone/>
                        <a:tabLst/>
                        <a:defRPr/>
                      </a:pPr>
                      <a:endParaRPr lang="en-US" altLang="zh-CN" sz="600" kern="1200">
                        <a:solidFill>
                          <a:schemeClr val="bg2"/>
                        </a:solidFill>
                        <a:highlight>
                          <a:srgbClr val="FFFF00"/>
                        </a:highlight>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86192874"/>
                  </a:ext>
                </a:extLst>
              </a:tr>
              <a:tr h="356616">
                <a:tc vMerge="1">
                  <a:txBody>
                    <a:bodyPr/>
                    <a:lstStyle/>
                    <a:p>
                      <a:pPr>
                        <a:lnSpc>
                          <a:spcPct val="100000"/>
                        </a:lnSpc>
                      </a:pPr>
                      <a:endParaRPr lang="en-US" sz="900" b="1">
                        <a:latin typeface="+mn-lt"/>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bg2"/>
                          </a:solidFill>
                          <a:latin typeface="+mn-lt"/>
                        </a:rPr>
                        <a:t>BI 765049 (B7-H6 /CD3) / GC – Asian Ph1</a:t>
                      </a:r>
                      <a:endParaRPr lang="en-US" altLang="zh-CN"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2F2F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a:solidFill>
                          <a:schemeClr val="bg2"/>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00"/>
                    </a:solidFill>
                  </a:tcPr>
                </a:tc>
                <a:tc>
                  <a:txBody>
                    <a:bodyPr/>
                    <a:lstStyle/>
                    <a:p>
                      <a:pPr marL="69850" marR="0" lvl="0" indent="0" algn="l" defTabSz="914400" rtl="0" eaLnBrk="1" fontAlgn="auto" latinLnBrk="0" hangingPunct="1">
                        <a:lnSpc>
                          <a:spcPct val="100000"/>
                        </a:lnSpc>
                        <a:spcBef>
                          <a:spcPts val="0"/>
                        </a:spcBef>
                        <a:spcAft>
                          <a:spcPts val="0"/>
                        </a:spcAft>
                        <a:buClrTx/>
                        <a:buSzTx/>
                        <a:buFontTx/>
                        <a:buNone/>
                        <a:tabLst/>
                        <a:defRPr/>
                      </a:pPr>
                      <a:endParaRPr lang="en-US" altLang="zh-CN" sz="600" b="0" i="0" u="none" strike="noStrike" kern="1200">
                        <a:solidFill>
                          <a:schemeClr val="bg2"/>
                        </a:solidFill>
                        <a:effectLst/>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68400" marR="0" lvl="0" indent="0" algn="l" defTabSz="914400" rtl="0" eaLnBrk="1" fontAlgn="auto" latinLnBrk="0" hangingPunct="1">
                        <a:lnSpc>
                          <a:spcPct val="100000"/>
                        </a:lnSpc>
                        <a:spcBef>
                          <a:spcPts val="0"/>
                        </a:spcBef>
                        <a:spcAft>
                          <a:spcPts val="0"/>
                        </a:spcAft>
                        <a:buClrTx/>
                        <a:buSzTx/>
                        <a:buFontTx/>
                        <a:buNone/>
                        <a:tabLst/>
                        <a:defRPr/>
                      </a:pPr>
                      <a:r>
                        <a:rPr lang="sv-SE" altLang="zh-CN" sz="600" b="0" strike="noStrike" kern="1200" baseline="0">
                          <a:solidFill>
                            <a:schemeClr val="bg2"/>
                          </a:solidFill>
                          <a:highlight>
                            <a:srgbClr val="FFFF00"/>
                          </a:highlight>
                          <a:latin typeface="+mn-lt"/>
                          <a:ea typeface="+mn-ea"/>
                          <a:cs typeface="+mn-cs"/>
                        </a:rPr>
                        <a:t>BI 770371 (SIRPa next gen.) /HNSCC –Ph2</a:t>
                      </a:r>
                      <a:br>
                        <a:rPr lang="sv-SE" altLang="zh-CN" sz="600" b="0" strike="noStrike" kern="1200" baseline="0">
                          <a:solidFill>
                            <a:schemeClr val="bg2"/>
                          </a:solidFill>
                          <a:highlight>
                            <a:srgbClr val="FFFF00"/>
                          </a:highlight>
                          <a:latin typeface="+mn-lt"/>
                          <a:ea typeface="+mn-ea"/>
                          <a:cs typeface="+mn-cs"/>
                        </a:rPr>
                      </a:br>
                      <a:r>
                        <a:rPr lang="nn-NO" altLang="zh-CN" sz="600" b="0" strike="noStrike" kern="1200" baseline="0">
                          <a:solidFill>
                            <a:schemeClr val="bg2"/>
                          </a:solidFill>
                          <a:highlight>
                            <a:srgbClr val="FFFF00"/>
                          </a:highlight>
                          <a:latin typeface="+mn-lt"/>
                          <a:ea typeface="+mn-ea"/>
                          <a:cs typeface="+mn-cs"/>
                        </a:rPr>
                        <a:t>[global FPI in May 2025]</a:t>
                      </a:r>
                      <a:endParaRPr lang="en-US" altLang="zh-CN" sz="600" b="0" strike="noStrike" kern="1200" baseline="0">
                        <a:solidFill>
                          <a:schemeClr val="bg2"/>
                        </a:solidFill>
                        <a:highlight>
                          <a:srgbClr val="FFFF00"/>
                        </a:highlight>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69850" marR="0" lvl="0" indent="0" algn="l" defTabSz="914400" rtl="0" eaLnBrk="1" fontAlgn="auto" latinLnBrk="0" hangingPunct="1">
                        <a:lnSpc>
                          <a:spcPct val="100000"/>
                        </a:lnSpc>
                        <a:spcBef>
                          <a:spcPts val="0"/>
                        </a:spcBef>
                        <a:spcAft>
                          <a:spcPts val="0"/>
                        </a:spcAft>
                        <a:buClrTx/>
                        <a:buSzTx/>
                        <a:buFontTx/>
                        <a:buNone/>
                        <a:tabLst/>
                        <a:defRPr/>
                      </a:pPr>
                      <a:endParaRPr lang="en-US" altLang="zh-CN" sz="600" b="0" i="0" u="none" strike="noStrike" kern="1200">
                        <a:solidFill>
                          <a:schemeClr val="bg2"/>
                        </a:solidFill>
                        <a:effectLst/>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089603338"/>
                  </a:ext>
                </a:extLst>
              </a:tr>
              <a:tr h="356616">
                <a:tc vMerge="1">
                  <a:txBody>
                    <a:bodyPr/>
                    <a:lstStyle/>
                    <a:p>
                      <a:pPr>
                        <a:lnSpc>
                          <a:spcPct val="100000"/>
                        </a:lnSpc>
                      </a:pPr>
                      <a:endParaRPr lang="en-US" sz="900" b="1">
                        <a:latin typeface="+mn-lt"/>
                      </a:endParaRPr>
                    </a:p>
                  </a:txBody>
                  <a:tcPr marL="121920" marR="121920" marT="60960" marB="6096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600" kern="1200">
                        <a:solidFill>
                          <a:schemeClr val="bg2"/>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a:solidFill>
                          <a:schemeClr val="bg2"/>
                        </a:solidFill>
                        <a:latin typeface="+mn-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68400" marR="0" lvl="0" indent="0" algn="l" defTabSz="914400" rtl="0" eaLnBrk="1" fontAlgn="auto" latinLnBrk="0" hangingPunct="1">
                        <a:lnSpc>
                          <a:spcPct val="100000"/>
                        </a:lnSpc>
                        <a:spcBef>
                          <a:spcPts val="0"/>
                        </a:spcBef>
                        <a:spcAft>
                          <a:spcPts val="0"/>
                        </a:spcAft>
                        <a:buClrTx/>
                        <a:buSzTx/>
                        <a:buFontTx/>
                        <a:buNone/>
                        <a:tabLst/>
                        <a:defRPr/>
                      </a:pPr>
                      <a:endParaRPr lang="en-US" altLang="zh-CN" sz="600" kern="1200">
                        <a:solidFill>
                          <a:schemeClr val="bg2"/>
                        </a:solidFill>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68400" marR="0" lvl="0" indent="0" algn="l" defTabSz="914400" rtl="0" eaLnBrk="1" fontAlgn="auto" latinLnBrk="0" hangingPunct="1">
                        <a:lnSpc>
                          <a:spcPct val="100000"/>
                        </a:lnSpc>
                        <a:spcBef>
                          <a:spcPts val="0"/>
                        </a:spcBef>
                        <a:spcAft>
                          <a:spcPts val="0"/>
                        </a:spcAft>
                        <a:buClrTx/>
                        <a:buSzTx/>
                        <a:buFontTx/>
                        <a:buNone/>
                        <a:tabLst/>
                        <a:defRPr/>
                      </a:pPr>
                      <a:r>
                        <a:rPr lang="en-US" altLang="zh-CN" sz="600" b="0" strike="noStrike" kern="1200" baseline="0">
                          <a:solidFill>
                            <a:schemeClr val="bg2"/>
                          </a:solidFill>
                          <a:highlight>
                            <a:srgbClr val="FFFF00"/>
                          </a:highlight>
                          <a:latin typeface="+mn-lt"/>
                          <a:ea typeface="+mn-ea"/>
                          <a:cs typeface="+mn-cs"/>
                        </a:rPr>
                        <a:t>BI 1831169 (VSV-GP) /HNSCC, Melanoma, PDAC, solid tumors – Ph1b expansion</a:t>
                      </a:r>
                    </a:p>
                    <a:p>
                      <a:pPr marL="68400" marR="0" lvl="0" indent="0" algn="l" defTabSz="914400" rtl="0" eaLnBrk="1" fontAlgn="auto" latinLnBrk="0" hangingPunct="1">
                        <a:lnSpc>
                          <a:spcPct val="100000"/>
                        </a:lnSpc>
                        <a:spcBef>
                          <a:spcPts val="0"/>
                        </a:spcBef>
                        <a:spcAft>
                          <a:spcPts val="0"/>
                        </a:spcAft>
                        <a:buClrTx/>
                        <a:buSzTx/>
                        <a:buFontTx/>
                        <a:buNone/>
                        <a:tabLst/>
                        <a:defRPr/>
                      </a:pPr>
                      <a:r>
                        <a:rPr lang="it-IT" altLang="zh-CN" sz="600" b="0" strike="noStrike" kern="1200" baseline="0">
                          <a:solidFill>
                            <a:schemeClr val="bg2"/>
                          </a:solidFill>
                          <a:highlight>
                            <a:srgbClr val="FFFF00"/>
                          </a:highlight>
                          <a:latin typeface="+mn-lt"/>
                          <a:ea typeface="+mn-ea"/>
                          <a:cs typeface="+mn-cs"/>
                        </a:rPr>
                        <a:t>[global FPI  in Nov 2024]</a:t>
                      </a:r>
                      <a:endParaRPr lang="en-US" altLang="zh-CN" sz="600" b="0" strike="noStrike" kern="1200" baseline="0">
                        <a:solidFill>
                          <a:schemeClr val="bg2"/>
                        </a:solidFill>
                        <a:highlight>
                          <a:srgbClr val="FFFF00"/>
                        </a:highlight>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68400" marR="0" lvl="0" indent="0" algn="l" defTabSz="914400" rtl="0" eaLnBrk="1" fontAlgn="auto" latinLnBrk="0" hangingPunct="1">
                        <a:lnSpc>
                          <a:spcPct val="100000"/>
                        </a:lnSpc>
                        <a:spcBef>
                          <a:spcPts val="0"/>
                        </a:spcBef>
                        <a:spcAft>
                          <a:spcPts val="0"/>
                        </a:spcAft>
                        <a:buClrTx/>
                        <a:buSzTx/>
                        <a:buFontTx/>
                        <a:buNone/>
                        <a:tabLst/>
                        <a:defRPr/>
                      </a:pPr>
                      <a:endParaRPr lang="en-US" altLang="zh-CN" sz="600" kern="1200">
                        <a:solidFill>
                          <a:schemeClr val="bg2"/>
                        </a:solidFill>
                        <a:highlight>
                          <a:srgbClr val="FFFF00"/>
                        </a:highlight>
                        <a:latin typeface="+mn-lt"/>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026687621"/>
                  </a:ext>
                </a:extLst>
              </a:tr>
            </a:tbl>
          </a:graphicData>
        </a:graphic>
      </p:graphicFrame>
      <p:sp>
        <p:nvSpPr>
          <p:cNvPr id="28" name="TextBox 48">
            <a:extLst>
              <a:ext uri="{FF2B5EF4-FFF2-40B4-BE49-F238E27FC236}">
                <a16:creationId xmlns:a16="http://schemas.microsoft.com/office/drawing/2014/main" id="{179BED5E-16DB-8991-CC14-DDFB46078314}"/>
              </a:ext>
            </a:extLst>
          </p:cNvPr>
          <p:cNvSpPr txBox="1"/>
          <p:nvPr/>
        </p:nvSpPr>
        <p:spPr>
          <a:xfrm>
            <a:off x="6997098" y="4606494"/>
            <a:ext cx="1620968" cy="553998"/>
          </a:xfrm>
          <a:prstGeom prst="rect">
            <a:avLst/>
          </a:prstGeom>
          <a:noFill/>
        </p:spPr>
        <p:txBody>
          <a:bodyPr wrap="square" rtlCol="0">
            <a:spAutoFit/>
          </a:bodyPr>
          <a:lstStyle>
            <a:defPPr>
              <a:defRPr lang="zh-CN"/>
            </a:defPPr>
            <a:lvl1pPr marR="0" lvl="0" indent="0" defTabSz="685766" fontAlgn="auto">
              <a:lnSpc>
                <a:spcPct val="100000"/>
              </a:lnSpc>
              <a:spcBef>
                <a:spcPts val="0"/>
              </a:spcBef>
              <a:spcAft>
                <a:spcPts val="0"/>
              </a:spcAft>
              <a:buClrTx/>
              <a:buSzTx/>
              <a:buFontTx/>
              <a:buNone/>
              <a:tabLst/>
              <a:defRPr kumimoji="0" sz="800" b="0" i="0" u="none" strike="noStrike" cap="none" spc="0" normalizeH="0" baseline="0">
                <a:ln>
                  <a:noFill/>
                </a:ln>
                <a:solidFill>
                  <a:srgbClr val="08312A"/>
                </a:solidFill>
                <a:effectLst/>
                <a:uLnTx/>
                <a:uFillTx/>
                <a:ea typeface="游ゴシック"/>
              </a:defRPr>
            </a:lvl1pPr>
          </a:lstStyle>
          <a:p>
            <a:pPr defTabSz="514325"/>
            <a:r>
              <a:rPr lang="en-US" altLang="zh-CN" sz="600" err="1">
                <a:latin typeface="Boehringer Forward Text"/>
              </a:rPr>
              <a:t>mBC</a:t>
            </a:r>
            <a:r>
              <a:rPr lang="en-US" altLang="zh-CN" sz="600">
                <a:latin typeface="Boehringer Forward Text"/>
              </a:rPr>
              <a:t>: Metastatic Breast Cancer</a:t>
            </a:r>
          </a:p>
          <a:p>
            <a:pPr defTabSz="514325"/>
            <a:r>
              <a:rPr lang="en-US" altLang="zh-CN" sz="600" err="1">
                <a:latin typeface="Boehringer Forward Text"/>
              </a:rPr>
              <a:t>mGC</a:t>
            </a:r>
            <a:r>
              <a:rPr lang="en-US" altLang="zh-CN" sz="600">
                <a:latin typeface="Boehringer Forward Text"/>
              </a:rPr>
              <a:t>: Metastatic Gastric Cancer</a:t>
            </a:r>
          </a:p>
          <a:p>
            <a:pPr defTabSz="514325"/>
            <a:r>
              <a:rPr lang="en-US" altLang="zh-CN" sz="600">
                <a:latin typeface="Boehringer Forward Text"/>
              </a:rPr>
              <a:t>GEJC: Gastroesophageal Junction Cancer</a:t>
            </a:r>
          </a:p>
          <a:p>
            <a:pPr defTabSz="514325"/>
            <a:r>
              <a:rPr lang="en-US" altLang="zh-CN" sz="600">
                <a:latin typeface="Boehringer Forward Text"/>
              </a:rPr>
              <a:t>EC: Esophageal Cancer</a:t>
            </a:r>
          </a:p>
        </p:txBody>
      </p:sp>
      <p:sp>
        <p:nvSpPr>
          <p:cNvPr id="6" name="TextBox 48">
            <a:extLst>
              <a:ext uri="{FF2B5EF4-FFF2-40B4-BE49-F238E27FC236}">
                <a16:creationId xmlns:a16="http://schemas.microsoft.com/office/drawing/2014/main" id="{FA91635F-479D-B3B3-249A-D087658543AA}"/>
              </a:ext>
            </a:extLst>
          </p:cNvPr>
          <p:cNvSpPr txBox="1"/>
          <p:nvPr/>
        </p:nvSpPr>
        <p:spPr>
          <a:xfrm>
            <a:off x="4442613" y="4606493"/>
            <a:ext cx="2405981" cy="461665"/>
          </a:xfrm>
          <a:prstGeom prst="rect">
            <a:avLst/>
          </a:prstGeom>
          <a:noFill/>
        </p:spPr>
        <p:txBody>
          <a:bodyPr wrap="square" rtlCol="0">
            <a:spAutoFit/>
          </a:bodyPr>
          <a:lstStyle>
            <a:defPPr>
              <a:defRPr lang="de-DE"/>
            </a:defPPr>
            <a:lvl1pPr defTabSz="685800">
              <a:defRPr sz="650" b="0">
                <a:solidFill>
                  <a:srgbClr val="336699"/>
                </a:solidFill>
                <a:latin typeface="BISansOpti" panose="02000503040000020004" pitchFamily="2" charset="0"/>
                <a:ea typeface="游ゴシック"/>
              </a:defRPr>
            </a:lvl1pPr>
          </a:lstStyle>
          <a:p>
            <a:pPr defTabSz="514325">
              <a:defRPr/>
            </a:pPr>
            <a:r>
              <a:rPr lang="en-US" altLang="zh-CN" sz="600">
                <a:solidFill>
                  <a:srgbClr val="08312A"/>
                </a:solidFill>
                <a:latin typeface="Boehringer Forward Text"/>
              </a:rPr>
              <a:t>NSCLC: Non-Small Cell Lung Cancer</a:t>
            </a:r>
          </a:p>
          <a:p>
            <a:pPr defTabSz="514325">
              <a:defRPr/>
            </a:pPr>
            <a:r>
              <a:rPr lang="en-US" altLang="zh-CN" sz="600">
                <a:solidFill>
                  <a:srgbClr val="08312A"/>
                </a:solidFill>
                <a:latin typeface="Boehringer Forward Text"/>
              </a:rPr>
              <a:t>SCLC: Small Cell Lung Cancer</a:t>
            </a:r>
          </a:p>
          <a:p>
            <a:pPr defTabSz="514325">
              <a:defRPr/>
            </a:pPr>
            <a:r>
              <a:rPr lang="en-US" altLang="zh-CN" sz="600" err="1">
                <a:solidFill>
                  <a:srgbClr val="08312A"/>
                </a:solidFill>
                <a:latin typeface="Boehringer Forward Text"/>
              </a:rPr>
              <a:t>epNEC</a:t>
            </a:r>
            <a:r>
              <a:rPr lang="en-US" altLang="zh-CN" sz="600">
                <a:solidFill>
                  <a:srgbClr val="08312A"/>
                </a:solidFill>
                <a:latin typeface="Boehringer Forward Text"/>
              </a:rPr>
              <a:t>: Extrapulmonary Neuroendocrine Carcinoma 	</a:t>
            </a:r>
          </a:p>
          <a:p>
            <a:pPr defTabSz="514325">
              <a:defRPr/>
            </a:pPr>
            <a:r>
              <a:rPr lang="en-US" altLang="zh-CN" sz="600">
                <a:solidFill>
                  <a:srgbClr val="08312A"/>
                </a:solidFill>
                <a:latin typeface="Boehringer Forward Text"/>
              </a:rPr>
              <a:t>LCNEC-Lung: Large Cell Neuroendocrine Carcinoma in Lung</a:t>
            </a:r>
          </a:p>
        </p:txBody>
      </p:sp>
      <p:grpSp>
        <p:nvGrpSpPr>
          <p:cNvPr id="12" name="组合 11">
            <a:extLst>
              <a:ext uri="{FF2B5EF4-FFF2-40B4-BE49-F238E27FC236}">
                <a16:creationId xmlns:a16="http://schemas.microsoft.com/office/drawing/2014/main" id="{D4B8DB03-45D1-7806-A124-84467779971C}"/>
              </a:ext>
            </a:extLst>
          </p:cNvPr>
          <p:cNvGrpSpPr/>
          <p:nvPr/>
        </p:nvGrpSpPr>
        <p:grpSpPr>
          <a:xfrm>
            <a:off x="1509534" y="4629825"/>
            <a:ext cx="2454253" cy="184666"/>
            <a:chOff x="109845" y="5701565"/>
            <a:chExt cx="3272337" cy="246221"/>
          </a:xfrm>
        </p:grpSpPr>
        <p:sp>
          <p:nvSpPr>
            <p:cNvPr id="4" name="Rounded Rectangle 9">
              <a:extLst>
                <a:ext uri="{FF2B5EF4-FFF2-40B4-BE49-F238E27FC236}">
                  <a16:creationId xmlns:a16="http://schemas.microsoft.com/office/drawing/2014/main" id="{772C7DBB-9458-7296-D85E-26A44866530E}"/>
                </a:ext>
              </a:extLst>
            </p:cNvPr>
            <p:cNvSpPr/>
            <p:nvPr/>
          </p:nvSpPr>
          <p:spPr>
            <a:xfrm>
              <a:off x="1283013" y="5701565"/>
              <a:ext cx="267259" cy="187056"/>
            </a:xfrm>
            <a:prstGeom prst="roundRect">
              <a:avLst/>
            </a:prstGeom>
            <a:solidFill>
              <a:srgbClr val="FFFF00"/>
            </a:solidFill>
            <a:ln w="9525" cap="flat" cmpd="sng" algn="ctr">
              <a:noFill/>
              <a:prstDash val="solid"/>
            </a:ln>
            <a:effectLst>
              <a:outerShdw blurRad="40000" dist="23000" dir="5400000" rotWithShape="0">
                <a:srgbClr val="000000">
                  <a:alpha val="35000"/>
                </a:srgbClr>
              </a:outerShdw>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5">
                <a:defRPr/>
              </a:pPr>
              <a:endParaRPr lang="en-US" sz="1200">
                <a:solidFill>
                  <a:srgbClr val="FFFFFF"/>
                </a:solidFill>
                <a:latin typeface="Calibri"/>
              </a:endParaRPr>
            </a:p>
          </p:txBody>
        </p:sp>
        <p:sp>
          <p:nvSpPr>
            <p:cNvPr id="9" name="Rounded Rectangle 9">
              <a:extLst>
                <a:ext uri="{FF2B5EF4-FFF2-40B4-BE49-F238E27FC236}">
                  <a16:creationId xmlns:a16="http://schemas.microsoft.com/office/drawing/2014/main" id="{4A59E39C-9578-A5D0-336F-4F3E4226D09A}"/>
                </a:ext>
              </a:extLst>
            </p:cNvPr>
            <p:cNvSpPr/>
            <p:nvPr/>
          </p:nvSpPr>
          <p:spPr>
            <a:xfrm>
              <a:off x="109845" y="5701565"/>
              <a:ext cx="267259" cy="187056"/>
            </a:xfrm>
            <a:prstGeom prst="roundRect">
              <a:avLst/>
            </a:prstGeom>
            <a:solidFill>
              <a:srgbClr val="92D050"/>
            </a:solidFill>
            <a:ln w="9525" cap="flat" cmpd="sng" algn="ctr">
              <a:noFill/>
              <a:prstDash val="solid"/>
            </a:ln>
            <a:effectLst>
              <a:outerShdw blurRad="40000" dist="23000" dir="5400000" rotWithShape="0">
                <a:srgbClr val="000000">
                  <a:alpha val="35000"/>
                </a:srgbClr>
              </a:outerShdw>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5">
                <a:defRPr/>
              </a:pPr>
              <a:endParaRPr lang="en-US" sz="1200">
                <a:solidFill>
                  <a:srgbClr val="FFFFFF"/>
                </a:solidFill>
                <a:latin typeface="Calibri"/>
              </a:endParaRPr>
            </a:p>
          </p:txBody>
        </p:sp>
        <p:sp>
          <p:nvSpPr>
            <p:cNvPr id="10" name="TextBox 20">
              <a:extLst>
                <a:ext uri="{FF2B5EF4-FFF2-40B4-BE49-F238E27FC236}">
                  <a16:creationId xmlns:a16="http://schemas.microsoft.com/office/drawing/2014/main" id="{7DC6DF31-A12E-C5ED-E69F-222139752FBC}"/>
                </a:ext>
              </a:extLst>
            </p:cNvPr>
            <p:cNvSpPr txBox="1"/>
            <p:nvPr/>
          </p:nvSpPr>
          <p:spPr>
            <a:xfrm>
              <a:off x="326308" y="5701565"/>
              <a:ext cx="1293431" cy="246221"/>
            </a:xfrm>
            <a:prstGeom prst="rect">
              <a:avLst/>
            </a:prstGeom>
            <a:no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999" indent="-71999" defTabSz="914355">
                <a:buFont typeface="Arial" panose="020B0604020202020204" pitchFamily="34" charset="0"/>
                <a:buChar char="•"/>
                <a:defRPr/>
              </a:pPr>
              <a:r>
                <a:rPr lang="en-US" sz="600">
                  <a:solidFill>
                    <a:srgbClr val="505050"/>
                  </a:solidFill>
                  <a:latin typeface="Boehringer Forward Text" panose="02000500000000020000" pitchFamily="2" charset="0"/>
                </a:rPr>
                <a:t>On track</a:t>
              </a:r>
            </a:p>
          </p:txBody>
        </p:sp>
        <p:sp>
          <p:nvSpPr>
            <p:cNvPr id="11" name="TextBox 21">
              <a:extLst>
                <a:ext uri="{FF2B5EF4-FFF2-40B4-BE49-F238E27FC236}">
                  <a16:creationId xmlns:a16="http://schemas.microsoft.com/office/drawing/2014/main" id="{CEB3478B-49C5-A6D5-B943-E36A169B4542}"/>
                </a:ext>
              </a:extLst>
            </p:cNvPr>
            <p:cNvSpPr txBox="1"/>
            <p:nvPr/>
          </p:nvSpPr>
          <p:spPr>
            <a:xfrm>
              <a:off x="1579444" y="5701565"/>
              <a:ext cx="1802738" cy="246221"/>
            </a:xfrm>
            <a:prstGeom prst="rect">
              <a:avLst/>
            </a:prstGeom>
            <a:noFill/>
            <a:ln>
              <a:noFill/>
            </a:ln>
          </p:spPr>
          <p:txBody>
            <a:bodyPr wrap="square" rtlCol="0">
              <a:spAutoFit/>
            </a:bodyPr>
            <a:lstStyle>
              <a:defPPr>
                <a:defRPr lang="zh-CN"/>
              </a:defPPr>
              <a:lvl1pPr marL="95998" marR="0" lvl="0" indent="-95998" defTabSz="1219140" fontAlgn="auto">
                <a:lnSpc>
                  <a:spcPct val="100000"/>
                </a:lnSpc>
                <a:spcBef>
                  <a:spcPts val="0"/>
                </a:spcBef>
                <a:spcAft>
                  <a:spcPts val="0"/>
                </a:spcAft>
                <a:buClrTx/>
                <a:buSzTx/>
                <a:buFont typeface="Arial" panose="020B0604020202020204" pitchFamily="34" charset="0"/>
                <a:buChar char="•"/>
                <a:tabLst/>
                <a:defRPr kumimoji="0" sz="800" b="0" i="0" u="none" strike="noStrike" cap="none" spc="0" normalizeH="0" baseline="0">
                  <a:ln>
                    <a:noFill/>
                  </a:ln>
                  <a:solidFill>
                    <a:srgbClr val="505050"/>
                  </a:solidFill>
                  <a:effectLst/>
                  <a:uLnTx/>
                  <a:uFillTx/>
                  <a:latin typeface="Boehringer Forward Text" panose="02000500000000020000"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999" indent="-71999" defTabSz="914355"/>
              <a:r>
                <a:rPr lang="en-US" altLang="zh-CN" sz="600"/>
                <a:t>Global strategy uncertain</a:t>
              </a:r>
            </a:p>
          </p:txBody>
        </p:sp>
      </p:grpSp>
      <p:sp>
        <p:nvSpPr>
          <p:cNvPr id="3" name="文本框 2">
            <a:extLst>
              <a:ext uri="{FF2B5EF4-FFF2-40B4-BE49-F238E27FC236}">
                <a16:creationId xmlns:a16="http://schemas.microsoft.com/office/drawing/2014/main" id="{EA1B849F-6FA7-3218-C278-8E60851800B1}"/>
              </a:ext>
            </a:extLst>
          </p:cNvPr>
          <p:cNvSpPr txBox="1"/>
          <p:nvPr/>
        </p:nvSpPr>
        <p:spPr bwMode="gray">
          <a:xfrm>
            <a:off x="1480309" y="4832753"/>
            <a:ext cx="2219089" cy="276999"/>
          </a:xfrm>
          <a:prstGeom prst="rect">
            <a:avLst/>
          </a:prstGeom>
          <a:noFill/>
          <a:ln>
            <a:noFill/>
          </a:ln>
        </p:spPr>
        <p:txBody>
          <a:bodyPr wrap="square" rtlCol="0">
            <a:spAutoFit/>
          </a:bodyPr>
          <a:lstStyle>
            <a:defPPr>
              <a:defRPr lang="zh-CN"/>
            </a:defPPr>
            <a:lvl1pPr marL="95998" marR="0" lvl="0" indent="-95998" defTabSz="1219140" fontAlgn="auto">
              <a:lnSpc>
                <a:spcPct val="100000"/>
              </a:lnSpc>
              <a:spcBef>
                <a:spcPts val="0"/>
              </a:spcBef>
              <a:spcAft>
                <a:spcPts val="0"/>
              </a:spcAft>
              <a:buClrTx/>
              <a:buSzTx/>
              <a:buFont typeface="Arial" panose="020B0604020202020204" pitchFamily="34" charset="0"/>
              <a:buChar char="•"/>
              <a:tabLst/>
              <a:defRPr kumimoji="0" sz="800" b="0" i="0" u="none" strike="noStrike" cap="none" spc="0" normalizeH="0" baseline="0">
                <a:ln>
                  <a:noFill/>
                </a:ln>
                <a:solidFill>
                  <a:srgbClr val="505050"/>
                </a:solidFill>
                <a:effectLst/>
                <a:uLnTx/>
                <a:uFillTx/>
                <a:latin typeface="Boehringer Forward Text" panose="02000500000000020000" pitchFamily="2" charset="0"/>
              </a:defRPr>
            </a:lvl1pPr>
          </a:lstStyle>
          <a:p>
            <a:pPr marL="0" indent="0" defTabSz="914355">
              <a:buNone/>
            </a:pPr>
            <a:r>
              <a:rPr lang="en-US" altLang="zh-CN" sz="600"/>
              <a:t>* Ongoing indicates the trial has kicked off the preparation activities for pre-IND or CTA</a:t>
            </a:r>
            <a:endParaRPr lang="zh-CN" altLang="en-US" sz="600"/>
          </a:p>
        </p:txBody>
      </p:sp>
      <p:grpSp>
        <p:nvGrpSpPr>
          <p:cNvPr id="13" name="组合 12">
            <a:extLst>
              <a:ext uri="{FF2B5EF4-FFF2-40B4-BE49-F238E27FC236}">
                <a16:creationId xmlns:a16="http://schemas.microsoft.com/office/drawing/2014/main" id="{89CF4E25-EE99-5D50-494F-28275FC3AA4F}"/>
              </a:ext>
            </a:extLst>
          </p:cNvPr>
          <p:cNvGrpSpPr/>
          <p:nvPr/>
        </p:nvGrpSpPr>
        <p:grpSpPr>
          <a:xfrm>
            <a:off x="4686144" y="45106"/>
            <a:ext cx="4074758" cy="518002"/>
            <a:chOff x="5035767" y="45106"/>
            <a:chExt cx="4074758" cy="518002"/>
          </a:xfrm>
        </p:grpSpPr>
        <p:grpSp>
          <p:nvGrpSpPr>
            <p:cNvPr id="7" name="组合 6">
              <a:extLst>
                <a:ext uri="{FF2B5EF4-FFF2-40B4-BE49-F238E27FC236}">
                  <a16:creationId xmlns:a16="http://schemas.microsoft.com/office/drawing/2014/main" id="{0D480871-1794-0B1F-5C2D-4C14D5CC7764}"/>
                </a:ext>
              </a:extLst>
            </p:cNvPr>
            <p:cNvGrpSpPr/>
            <p:nvPr/>
          </p:nvGrpSpPr>
          <p:grpSpPr>
            <a:xfrm>
              <a:off x="5035767" y="45106"/>
              <a:ext cx="3858718" cy="518002"/>
              <a:chOff x="6714347" y="60142"/>
              <a:chExt cx="5144951" cy="690667"/>
            </a:xfrm>
          </p:grpSpPr>
          <p:sp>
            <p:nvSpPr>
              <p:cNvPr id="22" name="矩形 21">
                <a:extLst>
                  <a:ext uri="{FF2B5EF4-FFF2-40B4-BE49-F238E27FC236}">
                    <a16:creationId xmlns:a16="http://schemas.microsoft.com/office/drawing/2014/main" id="{EAC02FC4-E9A4-C9B2-5EF2-586E36259F34}"/>
                  </a:ext>
                </a:extLst>
              </p:cNvPr>
              <p:cNvSpPr/>
              <p:nvPr/>
            </p:nvSpPr>
            <p:spPr>
              <a:xfrm>
                <a:off x="7016289" y="373994"/>
                <a:ext cx="869579" cy="376813"/>
              </a:xfrm>
              <a:prstGeom prst="rect">
                <a:avLst/>
              </a:prstGeom>
              <a:solidFill>
                <a:srgbClr val="E0E1F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defTabSz="685766">
                  <a:defRPr/>
                </a:pPr>
                <a:r>
                  <a:rPr lang="en-US" altLang="zh-CN" sz="700">
                    <a:solidFill>
                      <a:prstClr val="black"/>
                    </a:solidFill>
                    <a:latin typeface="BISans" panose="02000503040000020004" pitchFamily="2" charset="0"/>
                  </a:rPr>
                  <a:t>Zongertinib (HER2 TKI))</a:t>
                </a:r>
                <a:endParaRPr lang="zh-CN" altLang="en-US" sz="700">
                  <a:solidFill>
                    <a:prstClr val="black"/>
                  </a:solidFill>
                  <a:latin typeface="BISans" panose="02000503040000020004" pitchFamily="2" charset="0"/>
                </a:endParaRPr>
              </a:p>
            </p:txBody>
          </p:sp>
          <p:grpSp>
            <p:nvGrpSpPr>
              <p:cNvPr id="23" name="Group 10">
                <a:extLst>
                  <a:ext uri="{FF2B5EF4-FFF2-40B4-BE49-F238E27FC236}">
                    <a16:creationId xmlns:a16="http://schemas.microsoft.com/office/drawing/2014/main" id="{2127817C-65BD-6FCE-E504-A8A890FAC416}"/>
                  </a:ext>
                </a:extLst>
              </p:cNvPr>
              <p:cNvGrpSpPr/>
              <p:nvPr/>
            </p:nvGrpSpPr>
            <p:grpSpPr>
              <a:xfrm>
                <a:off x="8300572" y="364394"/>
                <a:ext cx="2858619" cy="386415"/>
                <a:chOff x="8570538" y="473435"/>
                <a:chExt cx="2858619" cy="386414"/>
              </a:xfrm>
            </p:grpSpPr>
            <p:sp>
              <p:nvSpPr>
                <p:cNvPr id="24" name="矩形 23">
                  <a:extLst>
                    <a:ext uri="{FF2B5EF4-FFF2-40B4-BE49-F238E27FC236}">
                      <a16:creationId xmlns:a16="http://schemas.microsoft.com/office/drawing/2014/main" id="{5B8D7A3C-CC3C-D66F-007C-76845D7A60FE}"/>
                    </a:ext>
                  </a:extLst>
                </p:cNvPr>
                <p:cNvSpPr/>
                <p:nvPr/>
              </p:nvSpPr>
              <p:spPr>
                <a:xfrm>
                  <a:off x="8570538" y="483036"/>
                  <a:ext cx="869579" cy="376813"/>
                </a:xfrm>
                <a:prstGeom prst="rect">
                  <a:avLst/>
                </a:prstGeom>
                <a:solidFill>
                  <a:srgbClr val="F5CDB9"/>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defTabSz="685766">
                    <a:defRPr/>
                  </a:pPr>
                  <a:r>
                    <a:rPr lang="en-US" altLang="zh-CN" sz="700">
                      <a:solidFill>
                        <a:prstClr val="black"/>
                      </a:solidFill>
                      <a:latin typeface="BISans" panose="02000503040000020004" pitchFamily="2" charset="0"/>
                    </a:rPr>
                    <a:t>Brigimadlin (MDM2/P53)</a:t>
                  </a:r>
                  <a:endParaRPr lang="zh-CN" altLang="en-US" sz="700">
                    <a:solidFill>
                      <a:prstClr val="black"/>
                    </a:solidFill>
                    <a:latin typeface="BISans" panose="02000503040000020004" pitchFamily="2" charset="0"/>
                  </a:endParaRPr>
                </a:p>
              </p:txBody>
            </p:sp>
            <p:sp>
              <p:nvSpPr>
                <p:cNvPr id="25" name="矩形 24">
                  <a:extLst>
                    <a:ext uri="{FF2B5EF4-FFF2-40B4-BE49-F238E27FC236}">
                      <a16:creationId xmlns:a16="http://schemas.microsoft.com/office/drawing/2014/main" id="{7E20A5ED-E023-58FF-C48D-96D195FCBA83}"/>
                    </a:ext>
                  </a:extLst>
                </p:cNvPr>
                <p:cNvSpPr/>
                <p:nvPr/>
              </p:nvSpPr>
              <p:spPr>
                <a:xfrm>
                  <a:off x="9565058" y="473436"/>
                  <a:ext cx="869579" cy="376813"/>
                </a:xfrm>
                <a:prstGeom prst="rect">
                  <a:avLst/>
                </a:prstGeom>
                <a:solidFill>
                  <a:srgbClr val="FBF9AA"/>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685766">
                    <a:defRPr/>
                  </a:pPr>
                  <a:r>
                    <a:rPr lang="en-US" altLang="zh-CN" sz="700">
                      <a:solidFill>
                        <a:prstClr val="black"/>
                      </a:solidFill>
                      <a:latin typeface="BISans" panose="02000503040000020004" pitchFamily="2" charset="0"/>
                    </a:rPr>
                    <a:t>DLL3/CD3</a:t>
                  </a:r>
                  <a:endParaRPr lang="zh-CN" altLang="en-US" sz="700">
                    <a:solidFill>
                      <a:prstClr val="black"/>
                    </a:solidFill>
                    <a:latin typeface="BISans" panose="02000503040000020004" pitchFamily="2" charset="0"/>
                  </a:endParaRPr>
                </a:p>
              </p:txBody>
            </p:sp>
            <p:sp>
              <p:nvSpPr>
                <p:cNvPr id="26" name="矩形 25">
                  <a:extLst>
                    <a:ext uri="{FF2B5EF4-FFF2-40B4-BE49-F238E27FC236}">
                      <a16:creationId xmlns:a16="http://schemas.microsoft.com/office/drawing/2014/main" id="{FB35B3E3-FD25-4AB0-EF43-04EDB1E37B84}"/>
                    </a:ext>
                  </a:extLst>
                </p:cNvPr>
                <p:cNvSpPr/>
                <p:nvPr/>
              </p:nvSpPr>
              <p:spPr>
                <a:xfrm>
                  <a:off x="10559578" y="473435"/>
                  <a:ext cx="869579" cy="376813"/>
                </a:xfrm>
                <a:prstGeom prst="rect">
                  <a:avLst/>
                </a:prstGeom>
                <a:solidFill>
                  <a:srgbClr val="D2F2F7"/>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685766">
                    <a:defRPr/>
                  </a:pPr>
                  <a:r>
                    <a:rPr lang="en-US" altLang="zh-CN" sz="700">
                      <a:solidFill>
                        <a:prstClr val="black"/>
                      </a:solidFill>
                      <a:latin typeface="BISans" panose="02000503040000020004" pitchFamily="2" charset="0"/>
                    </a:rPr>
                    <a:t>B7-H6/CD3</a:t>
                  </a:r>
                  <a:endParaRPr lang="zh-CN" altLang="en-US" sz="700">
                    <a:solidFill>
                      <a:prstClr val="black"/>
                    </a:solidFill>
                    <a:latin typeface="BISans" panose="02000503040000020004" pitchFamily="2" charset="0"/>
                  </a:endParaRPr>
                </a:p>
              </p:txBody>
            </p:sp>
          </p:grpSp>
          <p:sp>
            <p:nvSpPr>
              <p:cNvPr id="27" name="文本框 26">
                <a:extLst>
                  <a:ext uri="{FF2B5EF4-FFF2-40B4-BE49-F238E27FC236}">
                    <a16:creationId xmlns:a16="http://schemas.microsoft.com/office/drawing/2014/main" id="{6964DC8B-D3CF-9F93-6FBD-735A7ECC3B48}"/>
                  </a:ext>
                </a:extLst>
              </p:cNvPr>
              <p:cNvSpPr txBox="1"/>
              <p:nvPr/>
            </p:nvSpPr>
            <p:spPr>
              <a:xfrm>
                <a:off x="8621288" y="60143"/>
                <a:ext cx="3238010" cy="225703"/>
              </a:xfrm>
              <a:prstGeom prst="rect">
                <a:avLst/>
              </a:prstGeom>
              <a:noFill/>
            </p:spPr>
            <p:txBody>
              <a:bodyPr wrap="square" lIns="0" tIns="0" rIns="0" bIns="0" rtlCol="0">
                <a:spAutoFit/>
              </a:bodyPr>
              <a:lstStyle/>
              <a:p>
                <a:pPr algn="ctr" defTabSz="685766">
                  <a:defRPr/>
                </a:pPr>
                <a:r>
                  <a:rPr lang="en-US" altLang="zh-CN" sz="1100">
                    <a:solidFill>
                      <a:srgbClr val="08312A"/>
                    </a:solidFill>
                    <a:latin typeface="BISans"/>
                  </a:rPr>
                  <a:t>Oncology TA Priority</a:t>
                </a:r>
                <a:endParaRPr lang="zh-CN" altLang="en-US" sz="1100">
                  <a:solidFill>
                    <a:srgbClr val="08312A"/>
                  </a:solidFill>
                  <a:latin typeface="BISans"/>
                </a:endParaRPr>
              </a:p>
            </p:txBody>
          </p:sp>
          <p:sp>
            <p:nvSpPr>
              <p:cNvPr id="29" name="文本框 8">
                <a:extLst>
                  <a:ext uri="{FF2B5EF4-FFF2-40B4-BE49-F238E27FC236}">
                    <a16:creationId xmlns:a16="http://schemas.microsoft.com/office/drawing/2014/main" id="{50FA0D36-11F2-AE8E-7398-7A5F4DEDBDD3}"/>
                  </a:ext>
                </a:extLst>
              </p:cNvPr>
              <p:cNvSpPr txBox="1"/>
              <p:nvPr/>
            </p:nvSpPr>
            <p:spPr>
              <a:xfrm>
                <a:off x="6714347" y="60142"/>
                <a:ext cx="1545788" cy="225703"/>
              </a:xfrm>
              <a:prstGeom prst="rect">
                <a:avLst/>
              </a:prstGeom>
              <a:noFill/>
            </p:spPr>
            <p:txBody>
              <a:bodyPr wrap="square" lIns="0" tIns="0" rIns="0" bIns="0" rtlCol="0">
                <a:spAutoFit/>
              </a:bodyPr>
              <a:lstStyle/>
              <a:p>
                <a:pPr algn="ctr" defTabSz="685766">
                  <a:defRPr/>
                </a:pPr>
                <a:r>
                  <a:rPr lang="en-US" altLang="zh-CN" sz="1100" err="1">
                    <a:solidFill>
                      <a:srgbClr val="08312A"/>
                    </a:solidFill>
                    <a:latin typeface="BISans"/>
                  </a:rPr>
                  <a:t>OneHP</a:t>
                </a:r>
                <a:r>
                  <a:rPr lang="en-US" altLang="zh-CN" sz="1100">
                    <a:solidFill>
                      <a:srgbClr val="08312A"/>
                    </a:solidFill>
                    <a:latin typeface="BISans"/>
                  </a:rPr>
                  <a:t> Priority</a:t>
                </a:r>
                <a:endParaRPr lang="zh-CN" altLang="en-US" sz="1100">
                  <a:solidFill>
                    <a:srgbClr val="08312A"/>
                  </a:solidFill>
                  <a:latin typeface="BISans"/>
                </a:endParaRPr>
              </a:p>
            </p:txBody>
          </p:sp>
        </p:grpSp>
        <p:sp>
          <p:nvSpPr>
            <p:cNvPr id="8" name="矩形 7">
              <a:extLst>
                <a:ext uri="{FF2B5EF4-FFF2-40B4-BE49-F238E27FC236}">
                  <a16:creationId xmlns:a16="http://schemas.microsoft.com/office/drawing/2014/main" id="{53A904A5-D854-0934-67A6-E47D81778765}"/>
                </a:ext>
              </a:extLst>
            </p:cNvPr>
            <p:cNvSpPr/>
            <p:nvPr/>
          </p:nvSpPr>
          <p:spPr>
            <a:xfrm>
              <a:off x="8458341" y="268698"/>
              <a:ext cx="652184" cy="282610"/>
            </a:xfrm>
            <a:prstGeom prst="rect">
              <a:avLst/>
            </a:prstGeom>
            <a:solidFill>
              <a:schemeClr val="accent2">
                <a:lumMod val="20000"/>
                <a:lumOff val="80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685766">
                <a:defRPr/>
              </a:pPr>
              <a:r>
                <a:rPr lang="en-US" altLang="zh-CN" sz="700">
                  <a:solidFill>
                    <a:prstClr val="black"/>
                  </a:solidFill>
                  <a:latin typeface="BISans" panose="02000503040000020004" pitchFamily="2" charset="0"/>
                </a:rPr>
                <a:t>KISIMA-02</a:t>
              </a:r>
              <a:endParaRPr lang="zh-CN" altLang="en-US" sz="700">
                <a:solidFill>
                  <a:prstClr val="black"/>
                </a:solidFill>
                <a:latin typeface="BISans" panose="02000503040000020004" pitchFamily="2" charset="0"/>
              </a:endParaRPr>
            </a:p>
          </p:txBody>
        </p:sp>
      </p:grpSp>
    </p:spTree>
    <p:extLst>
      <p:ext uri="{BB962C8B-B14F-4D97-AF65-F5344CB8AC3E}">
        <p14:creationId xmlns:p14="http://schemas.microsoft.com/office/powerpoint/2010/main" val="1965380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F7C54BC-645B-C0DA-DC8B-ECD8DBDF82F6}"/>
              </a:ext>
            </a:extLst>
          </p:cNvPr>
          <p:cNvSpPr>
            <a:spLocks noGrp="1"/>
          </p:cNvSpPr>
          <p:nvPr>
            <p:ph type="title"/>
          </p:nvPr>
        </p:nvSpPr>
        <p:spPr>
          <a:xfrm>
            <a:off x="359567" y="1059657"/>
            <a:ext cx="6429159" cy="1349896"/>
          </a:xfrm>
        </p:spPr>
        <p:txBody>
          <a:bodyPr/>
          <a:lstStyle/>
          <a:p>
            <a:r>
              <a:rPr lang="en-US" altLang="zh-CN"/>
              <a:t>Brigimadlin (BI 907828, MDM2/p53)</a:t>
            </a:r>
            <a:endParaRPr lang="zh-CN" altLang="en-US"/>
          </a:p>
        </p:txBody>
      </p:sp>
      <p:sp>
        <p:nvSpPr>
          <p:cNvPr id="5" name="副标题 4">
            <a:extLst>
              <a:ext uri="{FF2B5EF4-FFF2-40B4-BE49-F238E27FC236}">
                <a16:creationId xmlns:a16="http://schemas.microsoft.com/office/drawing/2014/main" id="{62672A29-1CC6-C512-7AC6-058646FA8CA3}"/>
              </a:ext>
            </a:extLst>
          </p:cNvPr>
          <p:cNvSpPr>
            <a:spLocks noGrp="1"/>
          </p:cNvSpPr>
          <p:nvPr>
            <p:ph type="subTitle" idx="14"/>
          </p:nvPr>
        </p:nvSpPr>
        <p:spPr/>
        <p:txBody>
          <a:bodyPr/>
          <a:lstStyle/>
          <a:p>
            <a:endParaRPr lang="zh-CN" altLang="en-US"/>
          </a:p>
        </p:txBody>
      </p:sp>
    </p:spTree>
    <p:extLst>
      <p:ext uri="{BB962C8B-B14F-4D97-AF65-F5344CB8AC3E}">
        <p14:creationId xmlns:p14="http://schemas.microsoft.com/office/powerpoint/2010/main" val="60394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538A4-0C78-F93D-DF1E-ED4F89DE362D}"/>
              </a:ext>
            </a:extLst>
          </p:cNvPr>
          <p:cNvSpPr>
            <a:spLocks noGrp="1"/>
          </p:cNvSpPr>
          <p:nvPr>
            <p:ph type="title"/>
          </p:nvPr>
        </p:nvSpPr>
        <p:spPr/>
        <p:txBody>
          <a:bodyPr/>
          <a:lstStyle/>
          <a:p>
            <a:endParaRPr lang="en-US"/>
          </a:p>
        </p:txBody>
      </p:sp>
      <p:sp>
        <p:nvSpPr>
          <p:cNvPr id="5" name="Footer Placeholder 4">
            <a:extLst>
              <a:ext uri="{FF2B5EF4-FFF2-40B4-BE49-F238E27FC236}">
                <a16:creationId xmlns:a16="http://schemas.microsoft.com/office/drawing/2014/main" id="{9098DEFA-1039-7D78-A6EE-422F933D7333}"/>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F33C5A1A-D8B3-9125-2E22-728A6091A5ED}"/>
              </a:ext>
            </a:extLst>
          </p:cNvPr>
          <p:cNvSpPr>
            <a:spLocks noGrp="1"/>
          </p:cNvSpPr>
          <p:nvPr>
            <p:ph type="sldNum" sz="quarter" idx="20"/>
          </p:nvPr>
        </p:nvSpPr>
        <p:spPr/>
        <p:txBody>
          <a:bodyPr/>
          <a:lstStyle/>
          <a:p>
            <a:fld id="{DF4E8F9F-5B1F-4F5B-BE49-3245D8C18D9F}" type="slidenum">
              <a:rPr lang="en-US" smtClean="0"/>
              <a:pPr/>
              <a:t>4</a:t>
            </a:fld>
            <a:endParaRPr lang="en-US"/>
          </a:p>
        </p:txBody>
      </p:sp>
      <p:pic>
        <p:nvPicPr>
          <p:cNvPr id="8" name="Picture 7">
            <a:extLst>
              <a:ext uri="{FF2B5EF4-FFF2-40B4-BE49-F238E27FC236}">
                <a16:creationId xmlns:a16="http://schemas.microsoft.com/office/drawing/2014/main" id="{C8DF8C8B-B38B-B65F-2977-DB7B1D645C43}"/>
              </a:ext>
            </a:extLst>
          </p:cNvPr>
          <p:cNvPicPr>
            <a:picLocks noChangeAspect="1"/>
          </p:cNvPicPr>
          <p:nvPr/>
        </p:nvPicPr>
        <p:blipFill rotWithShape="1">
          <a:blip r:embed="rId2"/>
          <a:srcRect b="12067"/>
          <a:stretch/>
        </p:blipFill>
        <p:spPr>
          <a:xfrm>
            <a:off x="0" y="0"/>
            <a:ext cx="9144000" cy="4130769"/>
          </a:xfrm>
          <a:prstGeom prst="rect">
            <a:avLst/>
          </a:prstGeom>
        </p:spPr>
      </p:pic>
      <p:sp>
        <p:nvSpPr>
          <p:cNvPr id="7" name="Rectangle 6">
            <a:extLst>
              <a:ext uri="{FF2B5EF4-FFF2-40B4-BE49-F238E27FC236}">
                <a16:creationId xmlns:a16="http://schemas.microsoft.com/office/drawing/2014/main" id="{A71E0749-095B-5C48-85CD-BD228F0E8F23}"/>
              </a:ext>
            </a:extLst>
          </p:cNvPr>
          <p:cNvSpPr/>
          <p:nvPr/>
        </p:nvSpPr>
        <p:spPr bwMode="gray">
          <a:xfrm>
            <a:off x="7684" y="4130769"/>
            <a:ext cx="9126000" cy="422622"/>
          </a:xfrm>
          <a:prstGeom prst="rect">
            <a:avLst/>
          </a:prstGeom>
          <a:solidFill>
            <a:srgbClr val="08312A"/>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40000"/>
              </a:lnSpc>
            </a:pPr>
            <a:r>
              <a:rPr lang="en-US" altLang="zh-CN" sz="1200" b="1">
                <a:solidFill>
                  <a:schemeClr val="tx1"/>
                </a:solidFill>
              </a:rPr>
              <a:t>        </a:t>
            </a:r>
            <a:r>
              <a:rPr lang="en-US" altLang="zh-CN" sz="1200" b="1" u="sng">
                <a:solidFill>
                  <a:schemeClr val="bg1"/>
                </a:solidFill>
              </a:rPr>
              <a:t>Impact:</a:t>
            </a:r>
          </a:p>
          <a:p>
            <a:pPr>
              <a:lnSpc>
                <a:spcPct val="140000"/>
              </a:lnSpc>
            </a:pPr>
            <a:r>
              <a:rPr lang="en-US" sz="1200">
                <a:solidFill>
                  <a:schemeClr val="bg1"/>
                </a:solidFill>
              </a:rPr>
              <a:t>                  </a:t>
            </a:r>
            <a:r>
              <a:rPr lang="en-US" altLang="zh-CN" sz="1200">
                <a:solidFill>
                  <a:schemeClr val="bg1"/>
                </a:solidFill>
              </a:rPr>
              <a:t>So far, t</a:t>
            </a:r>
            <a:r>
              <a:rPr lang="en-US" sz="1200">
                <a:solidFill>
                  <a:schemeClr val="bg1"/>
                </a:solidFill>
              </a:rPr>
              <a:t>here is no impact on trials’(including BL-1, BL2 and BL-3) timeline in China.</a:t>
            </a:r>
          </a:p>
        </p:txBody>
      </p:sp>
    </p:spTree>
    <p:extLst>
      <p:ext uri="{BB962C8B-B14F-4D97-AF65-F5344CB8AC3E}">
        <p14:creationId xmlns:p14="http://schemas.microsoft.com/office/powerpoint/2010/main" val="2502429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10C3B-0FD8-D118-79E2-09A953D396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63C25E-CD8D-87DE-9719-4CA55CE03CAD}"/>
              </a:ext>
            </a:extLst>
          </p:cNvPr>
          <p:cNvSpPr>
            <a:spLocks noGrp="1"/>
          </p:cNvSpPr>
          <p:nvPr>
            <p:ph idx="1"/>
          </p:nvPr>
        </p:nvSpPr>
        <p:spPr/>
        <p:txBody>
          <a:bodyPr/>
          <a:lstStyle/>
          <a:p>
            <a:endParaRPr lang="en-US"/>
          </a:p>
        </p:txBody>
      </p:sp>
      <p:sp>
        <p:nvSpPr>
          <p:cNvPr id="4" name="Text Placeholder 3">
            <a:extLst>
              <a:ext uri="{FF2B5EF4-FFF2-40B4-BE49-F238E27FC236}">
                <a16:creationId xmlns:a16="http://schemas.microsoft.com/office/drawing/2014/main" id="{C7BB77F7-9EFF-4B6F-49E8-84C4EC291766}"/>
              </a:ext>
            </a:extLst>
          </p:cNvPr>
          <p:cNvSpPr>
            <a:spLocks noGrp="1"/>
          </p:cNvSpPr>
          <p:nvPr>
            <p:ph type="body" sz="quarter" idx="13"/>
          </p:nvPr>
        </p:nvSpPr>
        <p:spPr/>
        <p:txBody>
          <a:bodyPr/>
          <a:lstStyle/>
          <a:p>
            <a:endParaRPr lang="en-US"/>
          </a:p>
        </p:txBody>
      </p:sp>
      <p:sp>
        <p:nvSpPr>
          <p:cNvPr id="5" name="Footer Placeholder 4">
            <a:extLst>
              <a:ext uri="{FF2B5EF4-FFF2-40B4-BE49-F238E27FC236}">
                <a16:creationId xmlns:a16="http://schemas.microsoft.com/office/drawing/2014/main" id="{D7EE3B19-C2B7-9176-4B41-A5868434436A}"/>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0F07E66D-5C86-A2C8-BBAD-B5D00375AA7E}"/>
              </a:ext>
            </a:extLst>
          </p:cNvPr>
          <p:cNvSpPr>
            <a:spLocks noGrp="1"/>
          </p:cNvSpPr>
          <p:nvPr>
            <p:ph type="sldNum" sz="quarter" idx="20"/>
          </p:nvPr>
        </p:nvSpPr>
        <p:spPr/>
        <p:txBody>
          <a:bodyPr/>
          <a:lstStyle/>
          <a:p>
            <a:fld id="{DF4E8F9F-5B1F-4F5B-BE49-3245D8C18D9F}" type="slidenum">
              <a:rPr lang="en-US" smtClean="0"/>
              <a:pPr/>
              <a:t>5</a:t>
            </a:fld>
            <a:endParaRPr lang="en-US"/>
          </a:p>
        </p:txBody>
      </p:sp>
      <p:pic>
        <p:nvPicPr>
          <p:cNvPr id="8" name="Picture 7">
            <a:extLst>
              <a:ext uri="{FF2B5EF4-FFF2-40B4-BE49-F238E27FC236}">
                <a16:creationId xmlns:a16="http://schemas.microsoft.com/office/drawing/2014/main" id="{F719E146-4D8F-B776-BF9E-0CF3CF87E8F1}"/>
              </a:ext>
            </a:extLst>
          </p:cNvPr>
          <p:cNvPicPr>
            <a:picLocks noChangeAspect="1"/>
          </p:cNvPicPr>
          <p:nvPr/>
        </p:nvPicPr>
        <p:blipFill>
          <a:blip r:embed="rId2"/>
          <a:stretch>
            <a:fillRect/>
          </a:stretch>
        </p:blipFill>
        <p:spPr>
          <a:xfrm>
            <a:off x="0" y="0"/>
            <a:ext cx="9144000" cy="4578504"/>
          </a:xfrm>
          <a:prstGeom prst="rect">
            <a:avLst/>
          </a:prstGeom>
        </p:spPr>
      </p:pic>
    </p:spTree>
    <p:extLst>
      <p:ext uri="{BB962C8B-B14F-4D97-AF65-F5344CB8AC3E}">
        <p14:creationId xmlns:p14="http://schemas.microsoft.com/office/powerpoint/2010/main" val="2379939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F526E-ED41-45D9-AB00-183A5D3B04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568AAC-135C-55DF-2D7C-2E0761A2FF57}"/>
              </a:ext>
            </a:extLst>
          </p:cNvPr>
          <p:cNvSpPr>
            <a:spLocks noGrp="1"/>
          </p:cNvSpPr>
          <p:nvPr>
            <p:ph idx="1"/>
          </p:nvPr>
        </p:nvSpPr>
        <p:spPr/>
        <p:txBody>
          <a:bodyPr/>
          <a:lstStyle/>
          <a:p>
            <a:endParaRPr lang="en-US"/>
          </a:p>
        </p:txBody>
      </p:sp>
      <p:sp>
        <p:nvSpPr>
          <p:cNvPr id="4" name="Text Placeholder 3">
            <a:extLst>
              <a:ext uri="{FF2B5EF4-FFF2-40B4-BE49-F238E27FC236}">
                <a16:creationId xmlns:a16="http://schemas.microsoft.com/office/drawing/2014/main" id="{39746F28-4851-75F7-7500-841D7258E4EA}"/>
              </a:ext>
            </a:extLst>
          </p:cNvPr>
          <p:cNvSpPr>
            <a:spLocks noGrp="1"/>
          </p:cNvSpPr>
          <p:nvPr>
            <p:ph type="body" sz="quarter" idx="13"/>
          </p:nvPr>
        </p:nvSpPr>
        <p:spPr/>
        <p:txBody>
          <a:bodyPr/>
          <a:lstStyle/>
          <a:p>
            <a:endParaRPr lang="en-US"/>
          </a:p>
        </p:txBody>
      </p:sp>
      <p:sp>
        <p:nvSpPr>
          <p:cNvPr id="5" name="Footer Placeholder 4">
            <a:extLst>
              <a:ext uri="{FF2B5EF4-FFF2-40B4-BE49-F238E27FC236}">
                <a16:creationId xmlns:a16="http://schemas.microsoft.com/office/drawing/2014/main" id="{291C7B8C-2368-B6F1-A078-DAEFE85EB8C1}"/>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E239BE75-8735-4BF6-7141-5E60CBE79C78}"/>
              </a:ext>
            </a:extLst>
          </p:cNvPr>
          <p:cNvSpPr>
            <a:spLocks noGrp="1"/>
          </p:cNvSpPr>
          <p:nvPr>
            <p:ph type="sldNum" sz="quarter" idx="20"/>
          </p:nvPr>
        </p:nvSpPr>
        <p:spPr/>
        <p:txBody>
          <a:bodyPr/>
          <a:lstStyle/>
          <a:p>
            <a:fld id="{DF4E8F9F-5B1F-4F5B-BE49-3245D8C18D9F}" type="slidenum">
              <a:rPr lang="en-US" smtClean="0"/>
              <a:pPr/>
              <a:t>6</a:t>
            </a:fld>
            <a:endParaRPr lang="en-US"/>
          </a:p>
        </p:txBody>
      </p:sp>
      <p:pic>
        <p:nvPicPr>
          <p:cNvPr id="8" name="Picture 7">
            <a:extLst>
              <a:ext uri="{FF2B5EF4-FFF2-40B4-BE49-F238E27FC236}">
                <a16:creationId xmlns:a16="http://schemas.microsoft.com/office/drawing/2014/main" id="{FC3A4374-E7E5-CB3D-D18B-D76D05579615}"/>
              </a:ext>
            </a:extLst>
          </p:cNvPr>
          <p:cNvPicPr>
            <a:picLocks noChangeAspect="1"/>
          </p:cNvPicPr>
          <p:nvPr/>
        </p:nvPicPr>
        <p:blipFill>
          <a:blip r:embed="rId2"/>
          <a:stretch>
            <a:fillRect/>
          </a:stretch>
        </p:blipFill>
        <p:spPr>
          <a:xfrm>
            <a:off x="0" y="0"/>
            <a:ext cx="9144000" cy="4623515"/>
          </a:xfrm>
          <a:prstGeom prst="rect">
            <a:avLst/>
          </a:prstGeom>
        </p:spPr>
      </p:pic>
    </p:spTree>
    <p:extLst>
      <p:ext uri="{BB962C8B-B14F-4D97-AF65-F5344CB8AC3E}">
        <p14:creationId xmlns:p14="http://schemas.microsoft.com/office/powerpoint/2010/main" val="3481806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399C8E-5180-79A2-AD13-0EA9C6E22E13}"/>
              </a:ext>
            </a:extLst>
          </p:cNvPr>
          <p:cNvSpPr>
            <a:spLocks noGrp="1"/>
          </p:cNvSpPr>
          <p:nvPr>
            <p:ph type="title"/>
          </p:nvPr>
        </p:nvSpPr>
        <p:spPr/>
        <p:txBody>
          <a:bodyPr/>
          <a:lstStyle/>
          <a:p>
            <a:r>
              <a:rPr lang="en-US" altLang="zh-CN"/>
              <a:t> </a:t>
            </a:r>
            <a:endParaRPr lang="zh-CN" altLang="en-US"/>
          </a:p>
        </p:txBody>
      </p:sp>
      <p:sp>
        <p:nvSpPr>
          <p:cNvPr id="5" name="灯片编号占位符 4">
            <a:extLst>
              <a:ext uri="{FF2B5EF4-FFF2-40B4-BE49-F238E27FC236}">
                <a16:creationId xmlns:a16="http://schemas.microsoft.com/office/drawing/2014/main" id="{F0D15BCA-A2F2-D422-112B-5AD2C94C7496}"/>
              </a:ext>
            </a:extLst>
          </p:cNvPr>
          <p:cNvSpPr>
            <a:spLocks noGrp="1"/>
          </p:cNvSpPr>
          <p:nvPr>
            <p:ph type="sldNum" sz="quarter" idx="20"/>
          </p:nvPr>
        </p:nvSpPr>
        <p:spPr/>
        <p:txBody>
          <a:bodyPr/>
          <a:lstStyle/>
          <a:p>
            <a:pPr defTabSz="914333">
              <a:buClr>
                <a:srgbClr val="000000"/>
              </a:buClr>
              <a:defRPr/>
            </a:pPr>
            <a:fld id="{8FF9B0DE-3FEB-4AA0-B465-B80EF7C1333D}" type="slidenum">
              <a:rPr lang="en-US" kern="0">
                <a:solidFill>
                  <a:srgbClr val="08312A"/>
                </a:solidFill>
                <a:latin typeface="Arial"/>
                <a:cs typeface="Arial"/>
                <a:sym typeface="Arial"/>
              </a:rPr>
              <a:pPr defTabSz="914333">
                <a:buClr>
                  <a:srgbClr val="000000"/>
                </a:buClr>
                <a:defRPr/>
              </a:pPr>
              <a:t>7</a:t>
            </a:fld>
            <a:endParaRPr lang="en-US" kern="0">
              <a:solidFill>
                <a:srgbClr val="08312A"/>
              </a:solidFill>
              <a:latin typeface="Arial"/>
              <a:cs typeface="Arial"/>
              <a:sym typeface="Arial"/>
            </a:endParaRPr>
          </a:p>
        </p:txBody>
      </p:sp>
      <p:sp>
        <p:nvSpPr>
          <p:cNvPr id="85" name="OTLSHAPE_T_5a934a26f311425e8ebaa0f45e6533ad_Shape">
            <a:extLst>
              <a:ext uri="{FF2B5EF4-FFF2-40B4-BE49-F238E27FC236}">
                <a16:creationId xmlns:a16="http://schemas.microsoft.com/office/drawing/2014/main" id="{E046EABA-6BB9-C5F7-7228-E4DB1F3294FD}"/>
              </a:ext>
            </a:extLst>
          </p:cNvPr>
          <p:cNvSpPr/>
          <p:nvPr>
            <p:custDataLst>
              <p:tags r:id="rId1"/>
            </p:custDataLst>
          </p:nvPr>
        </p:nvSpPr>
        <p:spPr bwMode="auto">
          <a:xfrm>
            <a:off x="3560233" y="3348589"/>
            <a:ext cx="1296000" cy="216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685766"/>
            <a:endParaRPr lang="en-US" altLang="zh-CN" sz="700" b="1" spc="-5">
              <a:solidFill>
                <a:srgbClr val="000000"/>
              </a:solidFill>
              <a:latin typeface="Calibri" panose="020F0502020204030204" pitchFamily="34" charset="0"/>
              <a:ea typeface="等线" panose="02010600030101010101" pitchFamily="2" charset="-122"/>
            </a:endParaRPr>
          </a:p>
        </p:txBody>
      </p:sp>
      <p:sp>
        <p:nvSpPr>
          <p:cNvPr id="86" name="OTLSHAPE_T_5a934a26f311425e8ebaa0f45e6533ad_Shape">
            <a:extLst>
              <a:ext uri="{FF2B5EF4-FFF2-40B4-BE49-F238E27FC236}">
                <a16:creationId xmlns:a16="http://schemas.microsoft.com/office/drawing/2014/main" id="{2833B7CB-A5CC-C3D7-8D79-91FBBFD9B5C1}"/>
              </a:ext>
            </a:extLst>
          </p:cNvPr>
          <p:cNvSpPr/>
          <p:nvPr>
            <p:custDataLst>
              <p:tags r:id="rId2"/>
            </p:custDataLst>
          </p:nvPr>
        </p:nvSpPr>
        <p:spPr bwMode="auto">
          <a:xfrm>
            <a:off x="3560931" y="1798630"/>
            <a:ext cx="1296000" cy="21654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685766"/>
            <a:endParaRPr lang="en-US" altLang="zh-CN" sz="700" b="1" spc="-5">
              <a:solidFill>
                <a:srgbClr val="000000"/>
              </a:solidFill>
              <a:latin typeface="Calibri" panose="020F0502020204030204" pitchFamily="34" charset="0"/>
              <a:ea typeface="等线" panose="02010600030101010101" pitchFamily="2" charset="-122"/>
            </a:endParaRPr>
          </a:p>
        </p:txBody>
      </p:sp>
      <p:sp>
        <p:nvSpPr>
          <p:cNvPr id="87" name="Title 2">
            <a:extLst>
              <a:ext uri="{FF2B5EF4-FFF2-40B4-BE49-F238E27FC236}">
                <a16:creationId xmlns:a16="http://schemas.microsoft.com/office/drawing/2014/main" id="{4F13EE89-C528-CAF0-326A-FFFDE9C592BB}"/>
              </a:ext>
            </a:extLst>
          </p:cNvPr>
          <p:cNvSpPr txBox="1">
            <a:spLocks/>
          </p:cNvSpPr>
          <p:nvPr/>
        </p:nvSpPr>
        <p:spPr bwMode="gray">
          <a:xfrm>
            <a:off x="359570" y="181262"/>
            <a:ext cx="8424863" cy="540000"/>
          </a:xfrm>
          <a:prstGeom prst="rect">
            <a:avLst/>
          </a:prstGeom>
        </p:spPr>
        <p:txBody>
          <a:bodyPr vert="horz" lIns="0" tIns="0" rIns="0" bIns="0" rtlCol="0" anchor="t">
            <a:noAutofit/>
          </a:bodyPr>
          <a:lstStyle>
            <a:lvl1pPr algn="l" defTabSz="685783" rtl="0" eaLnBrk="1" latinLnBrk="0" hangingPunct="1">
              <a:lnSpc>
                <a:spcPct val="100000"/>
              </a:lnSpc>
              <a:spcBef>
                <a:spcPct val="0"/>
              </a:spcBef>
              <a:buNone/>
              <a:defRPr sz="1875" b="1" kern="1200">
                <a:solidFill>
                  <a:schemeClr val="bg2"/>
                </a:solidFill>
                <a:latin typeface="+mj-lt"/>
                <a:ea typeface="+mj-ea"/>
                <a:cs typeface="+mj-cs"/>
              </a:defRPr>
            </a:lvl1pPr>
          </a:lstStyle>
          <a:p>
            <a:pPr defTabSz="685749"/>
            <a:r>
              <a:rPr lang="en-US" sz="1600" u="sng">
                <a:solidFill>
                  <a:srgbClr val="08312A"/>
                </a:solidFill>
                <a:latin typeface="Calibri" panose="020F0502020204030204" pitchFamily="34" charset="0"/>
                <a:cs typeface="Calibri" panose="020F0502020204030204" pitchFamily="34" charset="0"/>
              </a:rPr>
              <a:t>Ongoing:</a:t>
            </a:r>
            <a:br>
              <a:rPr lang="en-US" sz="1600">
                <a:solidFill>
                  <a:srgbClr val="08312A"/>
                </a:solidFill>
                <a:latin typeface="Calibri" panose="020F0502020204030204" pitchFamily="34" charset="0"/>
                <a:cs typeface="Calibri" panose="020F0502020204030204" pitchFamily="34" charset="0"/>
              </a:rPr>
            </a:br>
            <a:r>
              <a:rPr lang="nn-NO" sz="1600">
                <a:solidFill>
                  <a:srgbClr val="08312A"/>
                </a:solidFill>
                <a:latin typeface="Calibri" panose="020F0502020204030204" pitchFamily="34" charset="0"/>
                <a:cs typeface="Calibri" panose="020F0502020204030204" pitchFamily="34" charset="0"/>
              </a:rPr>
              <a:t>Brigimadlin (MDM2/p53 antagonist</a:t>
            </a:r>
            <a:r>
              <a:rPr lang="en-US" sz="1600">
                <a:solidFill>
                  <a:srgbClr val="08312A"/>
                </a:solidFill>
                <a:latin typeface="Calibri" panose="020F0502020204030204" pitchFamily="34" charset="0"/>
                <a:cs typeface="Calibri" panose="020F0502020204030204" pitchFamily="34" charset="0"/>
              </a:rPr>
              <a:t>): 1L Dedifferentiated Liposarcoma (DDLPS)</a:t>
            </a:r>
          </a:p>
        </p:txBody>
      </p:sp>
      <p:graphicFrame>
        <p:nvGraphicFramePr>
          <p:cNvPr id="88" name="Table 3">
            <a:extLst>
              <a:ext uri="{FF2B5EF4-FFF2-40B4-BE49-F238E27FC236}">
                <a16:creationId xmlns:a16="http://schemas.microsoft.com/office/drawing/2014/main" id="{2F91D44C-B7FC-E4E7-BB84-3083F13A6277}"/>
              </a:ext>
            </a:extLst>
          </p:cNvPr>
          <p:cNvGraphicFramePr>
            <a:graphicFrameLocks noGrp="1"/>
          </p:cNvGraphicFramePr>
          <p:nvPr/>
        </p:nvGraphicFramePr>
        <p:xfrm>
          <a:off x="964008" y="860666"/>
          <a:ext cx="7994200" cy="506730"/>
        </p:xfrm>
        <a:graphic>
          <a:graphicData uri="http://schemas.openxmlformats.org/drawingml/2006/table">
            <a:tbl>
              <a:tblPr firstRow="1" bandRow="1"/>
              <a:tblGrid>
                <a:gridCol w="399710">
                  <a:extLst>
                    <a:ext uri="{9D8B030D-6E8A-4147-A177-3AD203B41FA5}">
                      <a16:colId xmlns:a16="http://schemas.microsoft.com/office/drawing/2014/main" val="3091663135"/>
                    </a:ext>
                  </a:extLst>
                </a:gridCol>
                <a:gridCol w="399710">
                  <a:extLst>
                    <a:ext uri="{9D8B030D-6E8A-4147-A177-3AD203B41FA5}">
                      <a16:colId xmlns:a16="http://schemas.microsoft.com/office/drawing/2014/main" val="2003423086"/>
                    </a:ext>
                  </a:extLst>
                </a:gridCol>
                <a:gridCol w="399710">
                  <a:extLst>
                    <a:ext uri="{9D8B030D-6E8A-4147-A177-3AD203B41FA5}">
                      <a16:colId xmlns:a16="http://schemas.microsoft.com/office/drawing/2014/main" val="2466911814"/>
                    </a:ext>
                  </a:extLst>
                </a:gridCol>
                <a:gridCol w="399710">
                  <a:extLst>
                    <a:ext uri="{9D8B030D-6E8A-4147-A177-3AD203B41FA5}">
                      <a16:colId xmlns:a16="http://schemas.microsoft.com/office/drawing/2014/main" val="3023231563"/>
                    </a:ext>
                  </a:extLst>
                </a:gridCol>
                <a:gridCol w="399710">
                  <a:extLst>
                    <a:ext uri="{9D8B030D-6E8A-4147-A177-3AD203B41FA5}">
                      <a16:colId xmlns:a16="http://schemas.microsoft.com/office/drawing/2014/main" val="3411862845"/>
                    </a:ext>
                  </a:extLst>
                </a:gridCol>
                <a:gridCol w="399710">
                  <a:extLst>
                    <a:ext uri="{9D8B030D-6E8A-4147-A177-3AD203B41FA5}">
                      <a16:colId xmlns:a16="http://schemas.microsoft.com/office/drawing/2014/main" val="2851474774"/>
                    </a:ext>
                  </a:extLst>
                </a:gridCol>
                <a:gridCol w="399710">
                  <a:extLst>
                    <a:ext uri="{9D8B030D-6E8A-4147-A177-3AD203B41FA5}">
                      <a16:colId xmlns:a16="http://schemas.microsoft.com/office/drawing/2014/main" val="107595344"/>
                    </a:ext>
                  </a:extLst>
                </a:gridCol>
                <a:gridCol w="399710">
                  <a:extLst>
                    <a:ext uri="{9D8B030D-6E8A-4147-A177-3AD203B41FA5}">
                      <a16:colId xmlns:a16="http://schemas.microsoft.com/office/drawing/2014/main" val="1666999431"/>
                    </a:ext>
                  </a:extLst>
                </a:gridCol>
                <a:gridCol w="399710">
                  <a:extLst>
                    <a:ext uri="{9D8B030D-6E8A-4147-A177-3AD203B41FA5}">
                      <a16:colId xmlns:a16="http://schemas.microsoft.com/office/drawing/2014/main" val="3696607442"/>
                    </a:ext>
                  </a:extLst>
                </a:gridCol>
                <a:gridCol w="399710">
                  <a:extLst>
                    <a:ext uri="{9D8B030D-6E8A-4147-A177-3AD203B41FA5}">
                      <a16:colId xmlns:a16="http://schemas.microsoft.com/office/drawing/2014/main" val="223989776"/>
                    </a:ext>
                  </a:extLst>
                </a:gridCol>
                <a:gridCol w="399710">
                  <a:extLst>
                    <a:ext uri="{9D8B030D-6E8A-4147-A177-3AD203B41FA5}">
                      <a16:colId xmlns:a16="http://schemas.microsoft.com/office/drawing/2014/main" val="124731204"/>
                    </a:ext>
                  </a:extLst>
                </a:gridCol>
                <a:gridCol w="399710">
                  <a:extLst>
                    <a:ext uri="{9D8B030D-6E8A-4147-A177-3AD203B41FA5}">
                      <a16:colId xmlns:a16="http://schemas.microsoft.com/office/drawing/2014/main" val="3066978585"/>
                    </a:ext>
                  </a:extLst>
                </a:gridCol>
                <a:gridCol w="399710">
                  <a:extLst>
                    <a:ext uri="{9D8B030D-6E8A-4147-A177-3AD203B41FA5}">
                      <a16:colId xmlns:a16="http://schemas.microsoft.com/office/drawing/2014/main" val="1064917641"/>
                    </a:ext>
                  </a:extLst>
                </a:gridCol>
                <a:gridCol w="399710">
                  <a:extLst>
                    <a:ext uri="{9D8B030D-6E8A-4147-A177-3AD203B41FA5}">
                      <a16:colId xmlns:a16="http://schemas.microsoft.com/office/drawing/2014/main" val="4221117315"/>
                    </a:ext>
                  </a:extLst>
                </a:gridCol>
                <a:gridCol w="399710">
                  <a:extLst>
                    <a:ext uri="{9D8B030D-6E8A-4147-A177-3AD203B41FA5}">
                      <a16:colId xmlns:a16="http://schemas.microsoft.com/office/drawing/2014/main" val="3266065341"/>
                    </a:ext>
                  </a:extLst>
                </a:gridCol>
                <a:gridCol w="399710">
                  <a:extLst>
                    <a:ext uri="{9D8B030D-6E8A-4147-A177-3AD203B41FA5}">
                      <a16:colId xmlns:a16="http://schemas.microsoft.com/office/drawing/2014/main" val="2374051224"/>
                    </a:ext>
                  </a:extLst>
                </a:gridCol>
                <a:gridCol w="399710">
                  <a:extLst>
                    <a:ext uri="{9D8B030D-6E8A-4147-A177-3AD203B41FA5}">
                      <a16:colId xmlns:a16="http://schemas.microsoft.com/office/drawing/2014/main" val="1840388365"/>
                    </a:ext>
                  </a:extLst>
                </a:gridCol>
                <a:gridCol w="399710">
                  <a:extLst>
                    <a:ext uri="{9D8B030D-6E8A-4147-A177-3AD203B41FA5}">
                      <a16:colId xmlns:a16="http://schemas.microsoft.com/office/drawing/2014/main" val="267750830"/>
                    </a:ext>
                  </a:extLst>
                </a:gridCol>
                <a:gridCol w="399710">
                  <a:extLst>
                    <a:ext uri="{9D8B030D-6E8A-4147-A177-3AD203B41FA5}">
                      <a16:colId xmlns:a16="http://schemas.microsoft.com/office/drawing/2014/main" val="3966469970"/>
                    </a:ext>
                  </a:extLst>
                </a:gridCol>
                <a:gridCol w="399710">
                  <a:extLst>
                    <a:ext uri="{9D8B030D-6E8A-4147-A177-3AD203B41FA5}">
                      <a16:colId xmlns:a16="http://schemas.microsoft.com/office/drawing/2014/main" val="2522973146"/>
                    </a:ext>
                  </a:extLst>
                </a:gridCol>
              </a:tblGrid>
              <a:tr h="19431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2022</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2025</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2026</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124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cxnSp>
        <p:nvCxnSpPr>
          <p:cNvPr id="89" name="Straight Connector 147">
            <a:extLst>
              <a:ext uri="{FF2B5EF4-FFF2-40B4-BE49-F238E27FC236}">
                <a16:creationId xmlns:a16="http://schemas.microsoft.com/office/drawing/2014/main" id="{3D0BA852-5A77-3EAA-BB92-5E91AE0871CA}"/>
              </a:ext>
            </a:extLst>
          </p:cNvPr>
          <p:cNvCxnSpPr>
            <a:cxnSpLocks/>
          </p:cNvCxnSpPr>
          <p:nvPr/>
        </p:nvCxnSpPr>
        <p:spPr bwMode="auto">
          <a:xfrm flipH="1">
            <a:off x="0" y="3003220"/>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90" name="Isosceles Triangle 1">
            <a:extLst>
              <a:ext uri="{FF2B5EF4-FFF2-40B4-BE49-F238E27FC236}">
                <a16:creationId xmlns:a16="http://schemas.microsoft.com/office/drawing/2014/main" id="{EDB07E9B-1E9D-8584-7A1B-B3892941B52F}"/>
              </a:ext>
            </a:extLst>
          </p:cNvPr>
          <p:cNvSpPr/>
          <p:nvPr/>
        </p:nvSpPr>
        <p:spPr>
          <a:xfrm rot="16200000" flipH="1">
            <a:off x="651988" y="1031277"/>
            <a:ext cx="486295" cy="170512"/>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685766"/>
            <a:endParaRPr lang="en-US" sz="1400" err="1">
              <a:solidFill>
                <a:prstClr val="black"/>
              </a:solidFill>
              <a:latin typeface="Calibri" panose="020F0502020204030204"/>
            </a:endParaRPr>
          </a:p>
        </p:txBody>
      </p:sp>
      <p:sp>
        <p:nvSpPr>
          <p:cNvPr id="91" name="Isosceles Triangle 128">
            <a:extLst>
              <a:ext uri="{FF2B5EF4-FFF2-40B4-BE49-F238E27FC236}">
                <a16:creationId xmlns:a16="http://schemas.microsoft.com/office/drawing/2014/main" id="{3F8B5557-CFF6-5EFE-5A5D-B12B41D9D2BD}"/>
              </a:ext>
            </a:extLst>
          </p:cNvPr>
          <p:cNvSpPr/>
          <p:nvPr/>
        </p:nvSpPr>
        <p:spPr>
          <a:xfrm rot="5400000">
            <a:off x="8802711" y="1030959"/>
            <a:ext cx="486295" cy="170512"/>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685766"/>
            <a:endParaRPr lang="en-US" sz="1400" err="1">
              <a:solidFill>
                <a:prstClr val="black"/>
              </a:solidFill>
              <a:latin typeface="Calibri" panose="020F0502020204030204"/>
            </a:endParaRPr>
          </a:p>
        </p:txBody>
      </p:sp>
      <p:sp>
        <p:nvSpPr>
          <p:cNvPr id="92" name="TextBox 64">
            <a:extLst>
              <a:ext uri="{FF2B5EF4-FFF2-40B4-BE49-F238E27FC236}">
                <a16:creationId xmlns:a16="http://schemas.microsoft.com/office/drawing/2014/main" id="{8F35A082-D9FD-A73F-7DEB-2DA40675B502}"/>
              </a:ext>
            </a:extLst>
          </p:cNvPr>
          <p:cNvSpPr txBox="1"/>
          <p:nvPr/>
        </p:nvSpPr>
        <p:spPr>
          <a:xfrm>
            <a:off x="23697" y="1755660"/>
            <a:ext cx="618892" cy="246221"/>
          </a:xfrm>
          <a:prstGeom prst="rect">
            <a:avLst/>
          </a:prstGeom>
          <a:noFill/>
          <a:ln>
            <a:noFill/>
          </a:ln>
        </p:spPr>
        <p:txBody>
          <a:bodyPr wrap="square" lIns="0" tIns="0" rIns="0" bIns="0" rtlCol="0">
            <a:spAutoFit/>
          </a:bodyPr>
          <a:lstStyle/>
          <a:p>
            <a:pPr algn="ctr" defTabSz="685766"/>
            <a:r>
              <a:rPr lang="en-US" sz="800" b="1">
                <a:solidFill>
                  <a:srgbClr val="08312A"/>
                </a:solidFill>
                <a:latin typeface="Calibri" panose="020F0502020204030204" pitchFamily="34" charset="0"/>
                <a:cs typeface="Calibri" panose="020F0502020204030204" pitchFamily="34" charset="0"/>
              </a:rPr>
              <a:t>Ph2/3-1403. 8</a:t>
            </a:r>
          </a:p>
          <a:p>
            <a:pPr algn="ctr" defTabSz="685766"/>
            <a:r>
              <a:rPr lang="en-US" sz="800" b="1">
                <a:solidFill>
                  <a:srgbClr val="08312A"/>
                </a:solidFill>
                <a:latin typeface="Calibri" panose="020F0502020204030204" pitchFamily="34" charset="0"/>
                <a:cs typeface="Calibri" panose="020F0502020204030204" pitchFamily="34" charset="0"/>
              </a:rPr>
              <a:t>Brightline-1</a:t>
            </a:r>
          </a:p>
        </p:txBody>
      </p:sp>
      <p:pic>
        <p:nvPicPr>
          <p:cNvPr id="93" name="Picture 4">
            <a:extLst>
              <a:ext uri="{FF2B5EF4-FFF2-40B4-BE49-F238E27FC236}">
                <a16:creationId xmlns:a16="http://schemas.microsoft.com/office/drawing/2014/main" id="{AD1F4182-7775-B4C1-FC2F-CCBA25E97E8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0837" y="905550"/>
            <a:ext cx="853514" cy="420660"/>
          </a:xfrm>
          <a:prstGeom prst="rect">
            <a:avLst/>
          </a:prstGeom>
        </p:spPr>
      </p:pic>
      <p:pic>
        <p:nvPicPr>
          <p:cNvPr id="94" name="Picture 6">
            <a:extLst>
              <a:ext uri="{FF2B5EF4-FFF2-40B4-BE49-F238E27FC236}">
                <a16:creationId xmlns:a16="http://schemas.microsoft.com/office/drawing/2014/main" id="{3F2E1EF7-439B-9343-71E7-C76077D51AC3}"/>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0837" y="3032030"/>
            <a:ext cx="853514" cy="420660"/>
          </a:xfrm>
          <a:prstGeom prst="rect">
            <a:avLst/>
          </a:prstGeom>
        </p:spPr>
      </p:pic>
      <p:grpSp>
        <p:nvGrpSpPr>
          <p:cNvPr id="95" name="Group 39">
            <a:extLst>
              <a:ext uri="{FF2B5EF4-FFF2-40B4-BE49-F238E27FC236}">
                <a16:creationId xmlns:a16="http://schemas.microsoft.com/office/drawing/2014/main" id="{E329B003-0A66-4BF0-20F8-C428525F8774}"/>
              </a:ext>
            </a:extLst>
          </p:cNvPr>
          <p:cNvGrpSpPr/>
          <p:nvPr/>
        </p:nvGrpSpPr>
        <p:grpSpPr>
          <a:xfrm>
            <a:off x="4464995" y="1277347"/>
            <a:ext cx="410060" cy="3844577"/>
            <a:chOff x="1142712" y="1315927"/>
            <a:chExt cx="546747" cy="3844576"/>
          </a:xfrm>
        </p:grpSpPr>
        <p:sp>
          <p:nvSpPr>
            <p:cNvPr id="96" name="OTLSHAPE_T_e17f3958430f4cff8650518c93c7635e_StartDate">
              <a:extLst>
                <a:ext uri="{FF2B5EF4-FFF2-40B4-BE49-F238E27FC236}">
                  <a16:creationId xmlns:a16="http://schemas.microsoft.com/office/drawing/2014/main" id="{B7C614BC-A800-9F2D-3030-35BDC5BD7C01}"/>
                </a:ext>
              </a:extLst>
            </p:cNvPr>
            <p:cNvSpPr txBox="1"/>
            <p:nvPr>
              <p:custDataLst>
                <p:tags r:id="rId15"/>
              </p:custDataLst>
            </p:nvPr>
          </p:nvSpPr>
          <p:spPr>
            <a:xfrm>
              <a:off x="1142712" y="1315927"/>
              <a:ext cx="546747" cy="246221"/>
            </a:xfrm>
            <a:prstGeom prst="rect">
              <a:avLst/>
            </a:prstGeom>
            <a:noFill/>
            <a:ln w="12700">
              <a:noFill/>
            </a:ln>
          </p:spPr>
          <p:txBody>
            <a:bodyPr vert="horz" wrap="square" lIns="0" tIns="0" rIns="0" bIns="0" rtlCol="0" anchor="ctr" anchorCtr="0">
              <a:spAutoFit/>
            </a:bodyPr>
            <a:lstStyle/>
            <a:p>
              <a:pPr algn="ctr" defTabSz="685766"/>
              <a:r>
                <a:rPr lang="en-US" altLang="zh-CN" sz="800" b="1">
                  <a:solidFill>
                    <a:srgbClr val="FF0000"/>
                  </a:solidFill>
                  <a:latin typeface="Calibri" panose="020F0502020204030204" pitchFamily="34" charset="0"/>
                  <a:ea typeface="等线" panose="02010600030101010101" pitchFamily="2" charset="-122"/>
                  <a:cs typeface="Calibri" panose="020F0502020204030204" pitchFamily="34" charset="0"/>
                </a:rPr>
                <a:t>We are here</a:t>
              </a:r>
              <a:endParaRPr lang="zh-CN" altLang="en-US" sz="800" b="1">
                <a:solidFill>
                  <a:srgbClr val="FF0000"/>
                </a:solidFill>
                <a:latin typeface="Calibri" panose="020F0502020204030204" pitchFamily="34" charset="0"/>
                <a:ea typeface="等线" panose="02010600030101010101" pitchFamily="2" charset="-122"/>
                <a:cs typeface="Calibri" panose="020F0502020204030204" pitchFamily="34" charset="0"/>
              </a:endParaRPr>
            </a:p>
          </p:txBody>
        </p:sp>
        <p:cxnSp>
          <p:nvCxnSpPr>
            <p:cNvPr id="97" name="Straight Connector 47">
              <a:extLst>
                <a:ext uri="{FF2B5EF4-FFF2-40B4-BE49-F238E27FC236}">
                  <a16:creationId xmlns:a16="http://schemas.microsoft.com/office/drawing/2014/main" id="{33F655DA-F702-FBD7-B858-5D253894EDEE}"/>
                </a:ext>
              </a:extLst>
            </p:cNvPr>
            <p:cNvCxnSpPr>
              <a:cxnSpLocks/>
            </p:cNvCxnSpPr>
            <p:nvPr/>
          </p:nvCxnSpPr>
          <p:spPr bwMode="auto">
            <a:xfrm flipV="1">
              <a:off x="1420448" y="1569504"/>
              <a:ext cx="0" cy="3590999"/>
            </a:xfrm>
            <a:prstGeom prst="line">
              <a:avLst/>
            </a:prstGeom>
            <a:solidFill>
              <a:schemeClr val="accent1"/>
            </a:solidFill>
            <a:ln w="6350" cap="flat" cmpd="sng" algn="ctr">
              <a:solidFill>
                <a:srgbClr val="FF0000"/>
              </a:solidFill>
              <a:prstDash val="sysDot"/>
              <a:round/>
              <a:headEnd type="none" w="med" len="med"/>
              <a:tailEnd type="none" w="med" len="med"/>
            </a:ln>
            <a:effectLst/>
          </p:spPr>
        </p:cxnSp>
      </p:grpSp>
      <p:grpSp>
        <p:nvGrpSpPr>
          <p:cNvPr id="98" name="Group 51">
            <a:extLst>
              <a:ext uri="{FF2B5EF4-FFF2-40B4-BE49-F238E27FC236}">
                <a16:creationId xmlns:a16="http://schemas.microsoft.com/office/drawing/2014/main" id="{4C107190-4C57-7514-FC31-64577752FF1A}"/>
              </a:ext>
            </a:extLst>
          </p:cNvPr>
          <p:cNvGrpSpPr/>
          <p:nvPr/>
        </p:nvGrpSpPr>
        <p:grpSpPr>
          <a:xfrm>
            <a:off x="1173280" y="1673436"/>
            <a:ext cx="795686" cy="562563"/>
            <a:chOff x="4093144" y="1767632"/>
            <a:chExt cx="794829" cy="745709"/>
          </a:xfrm>
        </p:grpSpPr>
        <p:sp>
          <p:nvSpPr>
            <p:cNvPr id="99" name="Rectangle 52">
              <a:extLst>
                <a:ext uri="{FF2B5EF4-FFF2-40B4-BE49-F238E27FC236}">
                  <a16:creationId xmlns:a16="http://schemas.microsoft.com/office/drawing/2014/main" id="{D57D8FEF-6298-09CD-0902-6566D6042E60}"/>
                </a:ext>
              </a:extLst>
            </p:cNvPr>
            <p:cNvSpPr/>
            <p:nvPr/>
          </p:nvSpPr>
          <p:spPr>
            <a:xfrm>
              <a:off x="4324695" y="2227758"/>
              <a:ext cx="312569" cy="285583"/>
            </a:xfrm>
            <a:prstGeom prst="rect">
              <a:avLst/>
            </a:prstGeom>
          </p:spPr>
          <p:txBody>
            <a:bodyPr wrap="none">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rPr>
                <a:t>FPI</a:t>
              </a:r>
              <a:endParaRPr lang="zh-CN" altLang="en-US" sz="800" b="1">
                <a:solidFill>
                  <a:srgbClr val="44546A"/>
                </a:solidFill>
                <a:latin typeface="Calibri" panose="020F0502020204030204" pitchFamily="34" charset="0"/>
                <a:ea typeface="等线" panose="02010600030101010101" pitchFamily="2" charset="-122"/>
              </a:endParaRPr>
            </a:p>
          </p:txBody>
        </p:sp>
        <p:sp>
          <p:nvSpPr>
            <p:cNvPr id="100" name="OTLSHAPE_T_e17f3958430f4cff8650518c93c7635e_StartDate">
              <a:extLst>
                <a:ext uri="{FF2B5EF4-FFF2-40B4-BE49-F238E27FC236}">
                  <a16:creationId xmlns:a16="http://schemas.microsoft.com/office/drawing/2014/main" id="{86D90F2D-B666-17A2-350C-5AE8775A3972}"/>
                </a:ext>
              </a:extLst>
            </p:cNvPr>
            <p:cNvSpPr txBox="1"/>
            <p:nvPr>
              <p:custDataLst>
                <p:tags r:id="rId14"/>
              </p:custDataLst>
            </p:nvPr>
          </p:nvSpPr>
          <p:spPr>
            <a:xfrm>
              <a:off x="4093144" y="1767632"/>
              <a:ext cx="794829" cy="163191"/>
            </a:xfrm>
            <a:prstGeom prst="rect">
              <a:avLst/>
            </a:prstGeom>
            <a:noFill/>
          </p:spPr>
          <p:txBody>
            <a:bodyPr vert="horz" wrap="square" lIns="0" tIns="0" rIns="0" bIns="0" rtlCol="0" anchor="ctr" anchorCtr="0">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rPr>
                <a:t>Apr 2022</a:t>
              </a:r>
              <a:endParaRPr lang="zh-CN" altLang="en-US" sz="800" b="1">
                <a:solidFill>
                  <a:srgbClr val="44546A"/>
                </a:solidFill>
                <a:latin typeface="Calibri" panose="020F0502020204030204" pitchFamily="34" charset="0"/>
                <a:ea typeface="等线" panose="02010600030101010101" pitchFamily="2" charset="-122"/>
              </a:endParaRPr>
            </a:p>
          </p:txBody>
        </p:sp>
      </p:grpSp>
      <p:sp>
        <p:nvSpPr>
          <p:cNvPr id="101" name="OTLSHAPE_T_e17f3958430f4cff8650518c93c7635e_Shape">
            <a:extLst>
              <a:ext uri="{FF2B5EF4-FFF2-40B4-BE49-F238E27FC236}">
                <a16:creationId xmlns:a16="http://schemas.microsoft.com/office/drawing/2014/main" id="{F83025A5-D927-6E5F-FBD1-40D5CE1A8369}"/>
              </a:ext>
            </a:extLst>
          </p:cNvPr>
          <p:cNvSpPr/>
          <p:nvPr>
            <p:custDataLst>
              <p:tags r:id="rId3"/>
            </p:custDataLst>
          </p:nvPr>
        </p:nvSpPr>
        <p:spPr bwMode="auto">
          <a:xfrm>
            <a:off x="1571125" y="1795041"/>
            <a:ext cx="1989809"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09"/>
            <a:r>
              <a:rPr lang="en-US" altLang="zh-CN" sz="800" b="1">
                <a:solidFill>
                  <a:prstClr val="black"/>
                </a:solidFill>
                <a:latin typeface="Calibri" panose="020F0502020204030204" pitchFamily="34" charset="0"/>
                <a:ea typeface="等线" panose="02010600030101010101" pitchFamily="2" charset="-122"/>
                <a:cs typeface="Calibri" panose="020F0502020204030204" pitchFamily="34" charset="0"/>
              </a:rPr>
              <a:t>Ph2/3, N=390, 1L DDLPS</a:t>
            </a:r>
            <a:endParaRPr lang="en-US" altLang="zh-CN" sz="800" b="1">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02" name="OTLSHAPE_T_e17f3958430f4cff8650518c93c7635e_Shape">
            <a:extLst>
              <a:ext uri="{FF2B5EF4-FFF2-40B4-BE49-F238E27FC236}">
                <a16:creationId xmlns:a16="http://schemas.microsoft.com/office/drawing/2014/main" id="{FC5FEFE1-31F4-A66D-72D0-1DBEBBEABF5E}"/>
              </a:ext>
            </a:extLst>
          </p:cNvPr>
          <p:cNvSpPr/>
          <p:nvPr>
            <p:custDataLst>
              <p:tags r:id="rId4"/>
            </p:custDataLst>
          </p:nvPr>
        </p:nvSpPr>
        <p:spPr bwMode="auto">
          <a:xfrm>
            <a:off x="2369534" y="3348592"/>
            <a:ext cx="1190700"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09"/>
            <a:r>
              <a:rPr lang="en-US" altLang="zh-CN" sz="600" b="1">
                <a:solidFill>
                  <a:prstClr val="black"/>
                </a:solidFill>
                <a:latin typeface="Calibri" panose="020F0502020204030204" pitchFamily="34" charset="0"/>
                <a:ea typeface="等线" panose="02010600030101010101" pitchFamily="2" charset="-122"/>
                <a:cs typeface="Calibri" panose="020F0502020204030204" pitchFamily="34" charset="0"/>
              </a:rPr>
              <a:t>CN Recruit. win:</a:t>
            </a:r>
            <a:r>
              <a:rPr lang="zh-CN" altLang="en-US" sz="600" b="1">
                <a:solidFill>
                  <a:prstClr val="black"/>
                </a:solidFill>
                <a:latin typeface="Calibri" panose="020F0502020204030204" pitchFamily="34" charset="0"/>
                <a:ea typeface="等线" panose="02010600030101010101" pitchFamily="2" charset="-122"/>
                <a:cs typeface="Calibri" panose="020F0502020204030204" pitchFamily="34" charset="0"/>
              </a:rPr>
              <a:t> </a:t>
            </a:r>
            <a:r>
              <a:rPr lang="en-US" altLang="zh-CN" sz="600" b="1">
                <a:solidFill>
                  <a:prstClr val="black"/>
                </a:solidFill>
                <a:latin typeface="Calibri" panose="020F0502020204030204" pitchFamily="34" charset="0"/>
                <a:ea typeface="等线" panose="02010600030101010101" pitchFamily="2" charset="-122"/>
                <a:cs typeface="Calibri" panose="020F0502020204030204" pitchFamily="34" charset="0"/>
              </a:rPr>
              <a:t>9M</a:t>
            </a:r>
          </a:p>
          <a:p>
            <a:pPr algn="ctr" defTabSz="914309"/>
            <a:r>
              <a:rPr lang="en-US" altLang="zh-CN" sz="600" b="1">
                <a:solidFill>
                  <a:srgbClr val="000000"/>
                </a:solidFill>
                <a:latin typeface="Calibri" panose="020F0502020204030204" pitchFamily="34" charset="0"/>
                <a:ea typeface="等线" panose="02010600030101010101" pitchFamily="2" charset="-122"/>
                <a:cs typeface="Calibri" panose="020F0502020204030204" pitchFamily="34" charset="0"/>
              </a:rPr>
              <a:t>planned N=36 </a:t>
            </a:r>
            <a:br>
              <a:rPr lang="en-US" altLang="zh-CN" sz="600" b="1">
                <a:solidFill>
                  <a:srgbClr val="000000"/>
                </a:solidFill>
                <a:latin typeface="Calibri" panose="020F0502020204030204" pitchFamily="34" charset="0"/>
                <a:ea typeface="等线" panose="02010600030101010101" pitchFamily="2" charset="-122"/>
                <a:cs typeface="Calibri" panose="020F0502020204030204" pitchFamily="34" charset="0"/>
              </a:rPr>
            </a:br>
            <a:r>
              <a:rPr lang="en-US" altLang="zh-CN" sz="600" b="1">
                <a:solidFill>
                  <a:srgbClr val="000000"/>
                </a:solidFill>
                <a:latin typeface="Calibri" panose="020F0502020204030204" pitchFamily="34" charset="0"/>
                <a:ea typeface="等线" panose="02010600030101010101" pitchFamily="2" charset="-122"/>
                <a:cs typeface="Calibri" panose="020F0502020204030204" pitchFamily="34" charset="0"/>
              </a:rPr>
              <a:t>(Main. 25, TW 9, HK 2)</a:t>
            </a:r>
          </a:p>
        </p:txBody>
      </p:sp>
      <p:sp>
        <p:nvSpPr>
          <p:cNvPr id="103" name="OTLSHAPE_T_e17f3958430f4cff8650518c93c7635e_StartDate">
            <a:extLst>
              <a:ext uri="{FF2B5EF4-FFF2-40B4-BE49-F238E27FC236}">
                <a16:creationId xmlns:a16="http://schemas.microsoft.com/office/drawing/2014/main" id="{53FF9BFC-2B1A-EF92-4F6C-453A71450C21}"/>
              </a:ext>
            </a:extLst>
          </p:cNvPr>
          <p:cNvSpPr txBox="1"/>
          <p:nvPr>
            <p:custDataLst>
              <p:tags r:id="rId5"/>
            </p:custDataLst>
          </p:nvPr>
        </p:nvSpPr>
        <p:spPr>
          <a:xfrm>
            <a:off x="2017631" y="3213684"/>
            <a:ext cx="682623" cy="123111"/>
          </a:xfrm>
          <a:prstGeom prst="rect">
            <a:avLst/>
          </a:prstGeom>
          <a:noFill/>
        </p:spPr>
        <p:txBody>
          <a:bodyPr vert="horz" wrap="square" lIns="0" tIns="0" rIns="0" bIns="0" rtlCol="0" anchor="ctr" anchorCtr="0">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17 Nov 2022</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04" name="OTLSHAPE_T_e17f3958430f4cff8650518c93c7635e_Shape">
            <a:extLst>
              <a:ext uri="{FF2B5EF4-FFF2-40B4-BE49-F238E27FC236}">
                <a16:creationId xmlns:a16="http://schemas.microsoft.com/office/drawing/2014/main" id="{5554B080-B179-BF22-3C11-EF2F9E9FB44F}"/>
              </a:ext>
            </a:extLst>
          </p:cNvPr>
          <p:cNvSpPr/>
          <p:nvPr>
            <p:custDataLst>
              <p:tags r:id="rId6"/>
            </p:custDataLst>
          </p:nvPr>
        </p:nvSpPr>
        <p:spPr bwMode="auto">
          <a:xfrm>
            <a:off x="1486388" y="3348054"/>
            <a:ext cx="884967" cy="216000"/>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1" rIns="68580" bIns="34291" numCol="1" rtlCol="0" anchor="ctr" anchorCtr="0" compatLnSpc="1">
            <a:prstTxWarp prst="textNoShape">
              <a:avLst/>
            </a:prstTxWarp>
          </a:bodyPr>
          <a:lstStyle/>
          <a:p>
            <a:pPr algn="ctr" defTabSz="914309" eaLnBrk="0" fontAlgn="base" hangingPunct="0">
              <a:spcBef>
                <a:spcPct val="0"/>
              </a:spcBef>
              <a:spcAft>
                <a:spcPct val="0"/>
              </a:spcAft>
            </a:pPr>
            <a:r>
              <a:rPr lang="en-US" altLang="zh-CN" sz="600" b="1">
                <a:solidFill>
                  <a:srgbClr val="000000"/>
                </a:solidFill>
                <a:latin typeface="Calibri" panose="020F0502020204030204" pitchFamily="34" charset="0"/>
                <a:ea typeface="等线" panose="02010600030101010101" pitchFamily="2" charset="-122"/>
                <a:cs typeface="Calibri" panose="020F0502020204030204" pitchFamily="34" charset="0"/>
              </a:rPr>
              <a:t>CTA Review + EC + HGRAC + 1</a:t>
            </a:r>
            <a:r>
              <a:rPr lang="en-US" altLang="zh-CN" sz="600" b="1" baseline="30000">
                <a:solidFill>
                  <a:srgbClr val="000000"/>
                </a:solidFill>
                <a:latin typeface="Calibri" panose="020F0502020204030204" pitchFamily="34" charset="0"/>
                <a:ea typeface="等线" panose="02010600030101010101" pitchFamily="2" charset="-122"/>
                <a:cs typeface="Calibri" panose="020F0502020204030204" pitchFamily="34" charset="0"/>
              </a:rPr>
              <a:t>st</a:t>
            </a:r>
            <a:r>
              <a:rPr lang="en-US" altLang="zh-CN" sz="600" b="1">
                <a:solidFill>
                  <a:srgbClr val="000000"/>
                </a:solidFill>
                <a:latin typeface="Calibri" panose="020F0502020204030204" pitchFamily="34" charset="0"/>
                <a:ea typeface="等线" panose="02010600030101010101" pitchFamily="2" charset="-122"/>
                <a:cs typeface="Calibri" panose="020F0502020204030204" pitchFamily="34" charset="0"/>
              </a:rPr>
              <a:t> SIV</a:t>
            </a:r>
            <a:endParaRPr lang="zh-CN" altLang="en-US" sz="600" b="1">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05" name="OTLSHAPE_T_e17f3958430f4cff8650518c93c7635e_StartDate">
            <a:extLst>
              <a:ext uri="{FF2B5EF4-FFF2-40B4-BE49-F238E27FC236}">
                <a16:creationId xmlns:a16="http://schemas.microsoft.com/office/drawing/2014/main" id="{2E605E80-BD1F-2567-F032-C57198B46441}"/>
              </a:ext>
            </a:extLst>
          </p:cNvPr>
          <p:cNvSpPr txBox="1"/>
          <p:nvPr>
            <p:custDataLst>
              <p:tags r:id="rId7"/>
            </p:custDataLst>
          </p:nvPr>
        </p:nvSpPr>
        <p:spPr>
          <a:xfrm>
            <a:off x="1321847" y="3213684"/>
            <a:ext cx="511967" cy="123111"/>
          </a:xfrm>
          <a:prstGeom prst="rect">
            <a:avLst/>
          </a:prstGeom>
          <a:noFill/>
        </p:spPr>
        <p:txBody>
          <a:bodyPr vert="horz" wrap="square" lIns="0" tIns="0" rIns="0" bIns="0" rtlCol="0" anchor="ctr" anchorCtr="0">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28</a:t>
            </a:r>
            <a:r>
              <a:rPr lang="en-US" altLang="zh-CN" sz="800" b="1" baseline="30000">
                <a:solidFill>
                  <a:srgbClr val="44546A"/>
                </a:solidFill>
                <a:latin typeface="Calibri" panose="020F0502020204030204" pitchFamily="34" charset="0"/>
                <a:ea typeface="等线" panose="02010600030101010101" pitchFamily="2" charset="-122"/>
                <a:cs typeface="Calibri" panose="020F0502020204030204" pitchFamily="34" charset="0"/>
              </a:rPr>
              <a:t> </a:t>
            </a:r>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Apr 2022</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06" name="Rectangle 77">
            <a:extLst>
              <a:ext uri="{FF2B5EF4-FFF2-40B4-BE49-F238E27FC236}">
                <a16:creationId xmlns:a16="http://schemas.microsoft.com/office/drawing/2014/main" id="{4AA514AF-37D5-C63A-7F5F-F12723AC16A3}"/>
              </a:ext>
            </a:extLst>
          </p:cNvPr>
          <p:cNvSpPr/>
          <p:nvPr/>
        </p:nvSpPr>
        <p:spPr>
          <a:xfrm>
            <a:off x="2166155" y="3585902"/>
            <a:ext cx="469995" cy="215444"/>
          </a:xfrm>
          <a:prstGeom prst="rect">
            <a:avLst/>
          </a:prstGeom>
        </p:spPr>
        <p:txBody>
          <a:bodyPr wrap="square">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1</a:t>
            </a:r>
            <a:r>
              <a:rPr lang="en-US" altLang="zh-CN" sz="800" b="1" baseline="30000">
                <a:solidFill>
                  <a:srgbClr val="44546A"/>
                </a:solidFill>
                <a:latin typeface="Calibri" panose="020F0502020204030204" pitchFamily="34" charset="0"/>
                <a:ea typeface="等线" panose="02010600030101010101" pitchFamily="2" charset="-122"/>
                <a:cs typeface="Calibri" panose="020F0502020204030204" pitchFamily="34" charset="0"/>
              </a:rPr>
              <a:t>st</a:t>
            </a:r>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 SIV</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nvGrpSpPr>
          <p:cNvPr id="107" name="Group 78">
            <a:extLst>
              <a:ext uri="{FF2B5EF4-FFF2-40B4-BE49-F238E27FC236}">
                <a16:creationId xmlns:a16="http://schemas.microsoft.com/office/drawing/2014/main" id="{3F7127B8-B9A9-BB33-4BC1-C124459A8471}"/>
              </a:ext>
            </a:extLst>
          </p:cNvPr>
          <p:cNvGrpSpPr/>
          <p:nvPr/>
        </p:nvGrpSpPr>
        <p:grpSpPr>
          <a:xfrm>
            <a:off x="1277435" y="3528945"/>
            <a:ext cx="696150" cy="173848"/>
            <a:chOff x="2765685" y="4792072"/>
            <a:chExt cx="696150" cy="224004"/>
          </a:xfrm>
        </p:grpSpPr>
        <p:sp>
          <p:nvSpPr>
            <p:cNvPr id="108" name="OTLSHAPE_M_39ea6ebc19a94c9fab6ef5006c31df58_Shape">
              <a:extLst>
                <a:ext uri="{FF2B5EF4-FFF2-40B4-BE49-F238E27FC236}">
                  <a16:creationId xmlns:a16="http://schemas.microsoft.com/office/drawing/2014/main" id="{0B899260-FD82-1414-5C51-87E3A0E10CA7}"/>
                </a:ext>
              </a:extLst>
            </p:cNvPr>
            <p:cNvSpPr/>
            <p:nvPr>
              <p:custDataLst>
                <p:tags r:id="rId12"/>
              </p:custDataLst>
            </p:nvPr>
          </p:nvSpPr>
          <p:spPr bwMode="auto">
            <a:xfrm rot="16200000">
              <a:off x="2958185" y="4799520"/>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1" rIns="68580" bIns="34291" numCol="1" rtlCol="0" anchor="t" anchorCtr="0" compatLnSpc="1">
              <a:prstTxWarp prst="textNoShape">
                <a:avLst/>
              </a:prstTxWarp>
            </a:bodyPr>
            <a:lstStyle/>
            <a:p>
              <a:pPr defTabSz="685732" eaLnBrk="0" fontAlgn="base" hangingPunct="0">
                <a:spcBef>
                  <a:spcPct val="0"/>
                </a:spcBef>
                <a:spcAft>
                  <a:spcPct val="0"/>
                </a:spcAft>
              </a:pPr>
              <a:endParaRPr lang="zh-CN" altLang="en-US" sz="700">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109" name="OTLSHAPE_M_39ea6ebc19a94c9fab6ef5006c31df58_Title">
              <a:extLst>
                <a:ext uri="{FF2B5EF4-FFF2-40B4-BE49-F238E27FC236}">
                  <a16:creationId xmlns:a16="http://schemas.microsoft.com/office/drawing/2014/main" id="{25275B79-04E3-0014-04AD-C6C2C877B551}"/>
                </a:ext>
              </a:extLst>
            </p:cNvPr>
            <p:cNvSpPr txBox="1"/>
            <p:nvPr>
              <p:custDataLst>
                <p:tags r:id="rId13"/>
              </p:custDataLst>
            </p:nvPr>
          </p:nvSpPr>
          <p:spPr>
            <a:xfrm>
              <a:off x="2765685" y="4857447"/>
              <a:ext cx="696150" cy="158629"/>
            </a:xfrm>
            <a:prstGeom prst="rect">
              <a:avLst/>
            </a:prstGeom>
            <a:noFill/>
          </p:spPr>
          <p:txBody>
            <a:bodyPr vert="horz" wrap="square" lIns="0" tIns="0" rIns="0" bIns="0" rtlCol="0" anchor="ctr" anchorCtr="0">
              <a:spAutoFit/>
            </a:bodyPr>
            <a:lstStyle/>
            <a:p>
              <a:pP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CTA Sub</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pic>
        <p:nvPicPr>
          <p:cNvPr id="110" name="Picture 63" descr="Traffic light - Simple English Wikipedia, the free ...">
            <a:extLst>
              <a:ext uri="{FF2B5EF4-FFF2-40B4-BE49-F238E27FC236}">
                <a16:creationId xmlns:a16="http://schemas.microsoft.com/office/drawing/2014/main" id="{3C90D5EA-DB98-DFD6-AF9D-4E05992E1D4A}"/>
              </a:ext>
            </a:extLst>
          </p:cNvPr>
          <p:cNvPicPr>
            <a:picLocks noChangeAspect="1"/>
          </p:cNvPicPr>
          <p:nvPr/>
        </p:nvPicPr>
        <p:blipFill rotWithShape="1">
          <a:blip r:embed="rId20" cstate="print">
            <a:extLst>
              <a:ext uri="{28A0092B-C50C-407E-A947-70E740481C1C}">
                <a14:useLocalDpi xmlns:a14="http://schemas.microsoft.com/office/drawing/2010/main"/>
              </a:ext>
            </a:extLst>
          </a:blip>
          <a:srcRect/>
          <a:stretch/>
        </p:blipFill>
        <p:spPr>
          <a:xfrm rot="16200000" flipV="1">
            <a:off x="8048827" y="-204247"/>
            <a:ext cx="523878" cy="1294885"/>
          </a:xfrm>
          <a:prstGeom prst="rect">
            <a:avLst/>
          </a:prstGeom>
        </p:spPr>
      </p:pic>
      <p:grpSp>
        <p:nvGrpSpPr>
          <p:cNvPr id="111" name="Group 72">
            <a:extLst>
              <a:ext uri="{FF2B5EF4-FFF2-40B4-BE49-F238E27FC236}">
                <a16:creationId xmlns:a16="http://schemas.microsoft.com/office/drawing/2014/main" id="{AAA04F04-B43A-4CCA-5082-C6B4F8566F78}"/>
              </a:ext>
            </a:extLst>
          </p:cNvPr>
          <p:cNvGrpSpPr/>
          <p:nvPr/>
        </p:nvGrpSpPr>
        <p:grpSpPr>
          <a:xfrm>
            <a:off x="3221288" y="3211497"/>
            <a:ext cx="683358" cy="589850"/>
            <a:chOff x="8592048" y="1321534"/>
            <a:chExt cx="511967" cy="586410"/>
          </a:xfrm>
        </p:grpSpPr>
        <p:sp>
          <p:nvSpPr>
            <p:cNvPr id="112" name="Rectangle 73">
              <a:extLst>
                <a:ext uri="{FF2B5EF4-FFF2-40B4-BE49-F238E27FC236}">
                  <a16:creationId xmlns:a16="http://schemas.microsoft.com/office/drawing/2014/main" id="{C9F9C93C-2302-DA8C-B7AB-2FC9BE7DDAD9}"/>
                </a:ext>
              </a:extLst>
            </p:cNvPr>
            <p:cNvSpPr/>
            <p:nvPr/>
          </p:nvSpPr>
          <p:spPr>
            <a:xfrm>
              <a:off x="8735865" y="1693756"/>
              <a:ext cx="232026" cy="214188"/>
            </a:xfrm>
            <a:prstGeom prst="rect">
              <a:avLst/>
            </a:prstGeom>
          </p:spPr>
          <p:txBody>
            <a:bodyPr wrap="none">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LPI</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13" name="OTLSHAPE_T_e17f3958430f4cff8650518c93c7635e_StartDate">
              <a:extLst>
                <a:ext uri="{FF2B5EF4-FFF2-40B4-BE49-F238E27FC236}">
                  <a16:creationId xmlns:a16="http://schemas.microsoft.com/office/drawing/2014/main" id="{4BCF8CD1-FC0E-6E62-D2E5-D5A3EFD755D8}"/>
                </a:ext>
              </a:extLst>
            </p:cNvPr>
            <p:cNvSpPr txBox="1"/>
            <p:nvPr>
              <p:custDataLst>
                <p:tags r:id="rId11"/>
              </p:custDataLst>
            </p:nvPr>
          </p:nvSpPr>
          <p:spPr>
            <a:xfrm>
              <a:off x="8592048" y="1321534"/>
              <a:ext cx="511967" cy="122393"/>
            </a:xfrm>
            <a:prstGeom prst="rect">
              <a:avLst/>
            </a:prstGeom>
            <a:noFill/>
          </p:spPr>
          <p:txBody>
            <a:bodyPr vert="horz" wrap="square" lIns="0" tIns="0" rIns="0" bIns="0" rtlCol="0" anchor="ctr" anchorCtr="0">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Aug 2023</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grpSp>
        <p:nvGrpSpPr>
          <p:cNvPr id="114" name="Group 54">
            <a:extLst>
              <a:ext uri="{FF2B5EF4-FFF2-40B4-BE49-F238E27FC236}">
                <a16:creationId xmlns:a16="http://schemas.microsoft.com/office/drawing/2014/main" id="{17127CAC-5A41-55A7-8B25-7AFF09F924C9}"/>
              </a:ext>
            </a:extLst>
          </p:cNvPr>
          <p:cNvGrpSpPr/>
          <p:nvPr/>
        </p:nvGrpSpPr>
        <p:grpSpPr>
          <a:xfrm>
            <a:off x="3197788" y="1673438"/>
            <a:ext cx="683360" cy="562564"/>
            <a:chOff x="8592048" y="1339219"/>
            <a:chExt cx="511967" cy="559282"/>
          </a:xfrm>
        </p:grpSpPr>
        <p:sp>
          <p:nvSpPr>
            <p:cNvPr id="115" name="Rectangle 55">
              <a:extLst>
                <a:ext uri="{FF2B5EF4-FFF2-40B4-BE49-F238E27FC236}">
                  <a16:creationId xmlns:a16="http://schemas.microsoft.com/office/drawing/2014/main" id="{FA1F9745-96A8-B600-A9FA-4242F17A1EB6}"/>
                </a:ext>
              </a:extLst>
            </p:cNvPr>
            <p:cNvSpPr/>
            <p:nvPr/>
          </p:nvSpPr>
          <p:spPr>
            <a:xfrm>
              <a:off x="8747994" y="1684314"/>
              <a:ext cx="232025" cy="214187"/>
            </a:xfrm>
            <a:prstGeom prst="rect">
              <a:avLst/>
            </a:prstGeom>
          </p:spPr>
          <p:txBody>
            <a:bodyPr wrap="none">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LPI</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16" name="OTLSHAPE_T_e17f3958430f4cff8650518c93c7635e_StartDate">
              <a:extLst>
                <a:ext uri="{FF2B5EF4-FFF2-40B4-BE49-F238E27FC236}">
                  <a16:creationId xmlns:a16="http://schemas.microsoft.com/office/drawing/2014/main" id="{6E504BE5-E60F-BC65-9ABC-AD5836B3546A}"/>
                </a:ext>
              </a:extLst>
            </p:cNvPr>
            <p:cNvSpPr txBox="1"/>
            <p:nvPr>
              <p:custDataLst>
                <p:tags r:id="rId10"/>
              </p:custDataLst>
            </p:nvPr>
          </p:nvSpPr>
          <p:spPr>
            <a:xfrm>
              <a:off x="8592048" y="1339219"/>
              <a:ext cx="511967" cy="122393"/>
            </a:xfrm>
            <a:prstGeom prst="rect">
              <a:avLst/>
            </a:prstGeom>
            <a:noFill/>
          </p:spPr>
          <p:txBody>
            <a:bodyPr vert="horz" wrap="square" lIns="0" tIns="0" rIns="0" bIns="0" rtlCol="0" anchor="ctr" anchorCtr="0">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Aug 2023</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117" name="TextBox 82">
            <a:extLst>
              <a:ext uri="{FF2B5EF4-FFF2-40B4-BE49-F238E27FC236}">
                <a16:creationId xmlns:a16="http://schemas.microsoft.com/office/drawing/2014/main" id="{0C775546-F808-A36C-BB30-5D59489E3137}"/>
              </a:ext>
            </a:extLst>
          </p:cNvPr>
          <p:cNvSpPr txBox="1"/>
          <p:nvPr/>
        </p:nvSpPr>
        <p:spPr>
          <a:xfrm>
            <a:off x="23697" y="3532749"/>
            <a:ext cx="618892" cy="246221"/>
          </a:xfrm>
          <a:prstGeom prst="rect">
            <a:avLst/>
          </a:prstGeom>
          <a:noFill/>
          <a:ln>
            <a:noFill/>
          </a:ln>
        </p:spPr>
        <p:txBody>
          <a:bodyPr wrap="square" lIns="0" tIns="0" rIns="0" bIns="0" rtlCol="0">
            <a:spAutoFit/>
          </a:bodyPr>
          <a:lstStyle/>
          <a:p>
            <a:pPr algn="ctr" defTabSz="685766"/>
            <a:r>
              <a:rPr lang="en-US" sz="800" b="1">
                <a:solidFill>
                  <a:srgbClr val="08312A"/>
                </a:solidFill>
                <a:latin typeface="Calibri" panose="020F0502020204030204" pitchFamily="34" charset="0"/>
                <a:cs typeface="Calibri" panose="020F0502020204030204" pitchFamily="34" charset="0"/>
              </a:rPr>
              <a:t>Ph2/3-1403. 8</a:t>
            </a:r>
          </a:p>
          <a:p>
            <a:pPr algn="ctr" defTabSz="685766"/>
            <a:r>
              <a:rPr lang="en-US" sz="800" b="1">
                <a:solidFill>
                  <a:srgbClr val="08312A"/>
                </a:solidFill>
                <a:latin typeface="Calibri" panose="020F0502020204030204" pitchFamily="34" charset="0"/>
                <a:cs typeface="Calibri" panose="020F0502020204030204" pitchFamily="34" charset="0"/>
              </a:rPr>
              <a:t>Brightline-1</a:t>
            </a:r>
          </a:p>
        </p:txBody>
      </p:sp>
      <p:grpSp>
        <p:nvGrpSpPr>
          <p:cNvPr id="118" name="Group 54">
            <a:extLst>
              <a:ext uri="{FF2B5EF4-FFF2-40B4-BE49-F238E27FC236}">
                <a16:creationId xmlns:a16="http://schemas.microsoft.com/office/drawing/2014/main" id="{C23C40D4-689B-72FB-A484-B0EB6F0103AD}"/>
              </a:ext>
            </a:extLst>
          </p:cNvPr>
          <p:cNvGrpSpPr/>
          <p:nvPr/>
        </p:nvGrpSpPr>
        <p:grpSpPr>
          <a:xfrm>
            <a:off x="4419657" y="1674024"/>
            <a:ext cx="736108" cy="561377"/>
            <a:chOff x="8608316" y="1338835"/>
            <a:chExt cx="551483" cy="558103"/>
          </a:xfrm>
        </p:grpSpPr>
        <p:sp>
          <p:nvSpPr>
            <p:cNvPr id="119" name="Rectangle 55">
              <a:extLst>
                <a:ext uri="{FF2B5EF4-FFF2-40B4-BE49-F238E27FC236}">
                  <a16:creationId xmlns:a16="http://schemas.microsoft.com/office/drawing/2014/main" id="{57919988-4EC9-3924-BBCC-A4E5727C1F0D}"/>
                </a:ext>
              </a:extLst>
            </p:cNvPr>
            <p:cNvSpPr/>
            <p:nvPr/>
          </p:nvSpPr>
          <p:spPr>
            <a:xfrm>
              <a:off x="8608316" y="1682750"/>
              <a:ext cx="486626" cy="214188"/>
            </a:xfrm>
            <a:prstGeom prst="rect">
              <a:avLst/>
            </a:prstGeom>
          </p:spPr>
          <p:txBody>
            <a:bodyPr wrap="none">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Key results</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20" name="OTLSHAPE_T_e17f3958430f4cff8650518c93c7635e_StartDate">
              <a:extLst>
                <a:ext uri="{FF2B5EF4-FFF2-40B4-BE49-F238E27FC236}">
                  <a16:creationId xmlns:a16="http://schemas.microsoft.com/office/drawing/2014/main" id="{A8CD723E-718E-B733-C424-54B3542E1F85}"/>
                </a:ext>
              </a:extLst>
            </p:cNvPr>
            <p:cNvSpPr txBox="1"/>
            <p:nvPr>
              <p:custDataLst>
                <p:tags r:id="rId9"/>
              </p:custDataLst>
            </p:nvPr>
          </p:nvSpPr>
          <p:spPr>
            <a:xfrm>
              <a:off x="8647832" y="1338835"/>
              <a:ext cx="511967" cy="122393"/>
            </a:xfrm>
            <a:prstGeom prst="rect">
              <a:avLst/>
            </a:prstGeom>
            <a:noFill/>
          </p:spPr>
          <p:txBody>
            <a:bodyPr vert="horz" wrap="square" lIns="0" tIns="0" rIns="0" bIns="0" rtlCol="0" anchor="ctr" anchorCtr="0">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Jun 2024</a:t>
              </a:r>
              <a:endParaRPr lang="zh-CN" altLang="en-US" sz="800" b="1" strike="sngStrike">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grpSp>
        <p:nvGrpSpPr>
          <p:cNvPr id="121" name="Group 54">
            <a:extLst>
              <a:ext uri="{FF2B5EF4-FFF2-40B4-BE49-F238E27FC236}">
                <a16:creationId xmlns:a16="http://schemas.microsoft.com/office/drawing/2014/main" id="{E6C69660-D7B2-C957-C5DD-C446ACFAC2D8}"/>
              </a:ext>
            </a:extLst>
          </p:cNvPr>
          <p:cNvGrpSpPr/>
          <p:nvPr/>
        </p:nvGrpSpPr>
        <p:grpSpPr>
          <a:xfrm>
            <a:off x="4428466" y="3210323"/>
            <a:ext cx="737352" cy="584098"/>
            <a:chOff x="8607231" y="1369832"/>
            <a:chExt cx="552417" cy="580691"/>
          </a:xfrm>
        </p:grpSpPr>
        <p:sp>
          <p:nvSpPr>
            <p:cNvPr id="122" name="Rectangle 55">
              <a:extLst>
                <a:ext uri="{FF2B5EF4-FFF2-40B4-BE49-F238E27FC236}">
                  <a16:creationId xmlns:a16="http://schemas.microsoft.com/office/drawing/2014/main" id="{070B6757-C24B-ACC4-05EB-CEB58D1A40B6}"/>
                </a:ext>
              </a:extLst>
            </p:cNvPr>
            <p:cNvSpPr/>
            <p:nvPr/>
          </p:nvSpPr>
          <p:spPr>
            <a:xfrm>
              <a:off x="8607231" y="1736336"/>
              <a:ext cx="486628" cy="214187"/>
            </a:xfrm>
            <a:prstGeom prst="rect">
              <a:avLst/>
            </a:prstGeom>
          </p:spPr>
          <p:txBody>
            <a:bodyPr wrap="none">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Key results</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23" name="OTLSHAPE_T_e17f3958430f4cff8650518c93c7635e_StartDate">
              <a:extLst>
                <a:ext uri="{FF2B5EF4-FFF2-40B4-BE49-F238E27FC236}">
                  <a16:creationId xmlns:a16="http://schemas.microsoft.com/office/drawing/2014/main" id="{D238B683-E9EF-0845-9070-7E84B07724DD}"/>
                </a:ext>
              </a:extLst>
            </p:cNvPr>
            <p:cNvSpPr txBox="1"/>
            <p:nvPr>
              <p:custDataLst>
                <p:tags r:id="rId8"/>
              </p:custDataLst>
            </p:nvPr>
          </p:nvSpPr>
          <p:spPr>
            <a:xfrm>
              <a:off x="8647681" y="1369832"/>
              <a:ext cx="511967" cy="122393"/>
            </a:xfrm>
            <a:prstGeom prst="rect">
              <a:avLst/>
            </a:prstGeom>
            <a:noFill/>
          </p:spPr>
          <p:txBody>
            <a:bodyPr vert="horz" wrap="square" lIns="0" tIns="0" rIns="0" bIns="0" rtlCol="0" anchor="ctr" anchorCtr="0">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Jun 2024</a:t>
              </a:r>
              <a:endParaRPr lang="zh-CN" altLang="en-US" sz="800" b="1" strike="sngStrike">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124" name="Star: 4 Points 143">
            <a:extLst>
              <a:ext uri="{FF2B5EF4-FFF2-40B4-BE49-F238E27FC236}">
                <a16:creationId xmlns:a16="http://schemas.microsoft.com/office/drawing/2014/main" id="{AF1F6D8E-F2AA-210A-EB27-D8530960ADE2}"/>
              </a:ext>
            </a:extLst>
          </p:cNvPr>
          <p:cNvSpPr/>
          <p:nvPr/>
        </p:nvSpPr>
        <p:spPr bwMode="auto">
          <a:xfrm>
            <a:off x="1495891" y="193955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125" name="Star: 4 Points 143">
            <a:extLst>
              <a:ext uri="{FF2B5EF4-FFF2-40B4-BE49-F238E27FC236}">
                <a16:creationId xmlns:a16="http://schemas.microsoft.com/office/drawing/2014/main" id="{A1BCFA9E-B8FA-3DEE-8E51-D724DCF597A1}"/>
              </a:ext>
            </a:extLst>
          </p:cNvPr>
          <p:cNvSpPr/>
          <p:nvPr/>
        </p:nvSpPr>
        <p:spPr bwMode="auto">
          <a:xfrm>
            <a:off x="3494473" y="193955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126" name="Star: 4 Points 143">
            <a:extLst>
              <a:ext uri="{FF2B5EF4-FFF2-40B4-BE49-F238E27FC236}">
                <a16:creationId xmlns:a16="http://schemas.microsoft.com/office/drawing/2014/main" id="{6C9BF3C3-C00B-7291-2197-4BCA1059A64B}"/>
              </a:ext>
            </a:extLst>
          </p:cNvPr>
          <p:cNvSpPr/>
          <p:nvPr/>
        </p:nvSpPr>
        <p:spPr bwMode="auto">
          <a:xfrm>
            <a:off x="4786756" y="193955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127" name="Star: 4 Points 143">
            <a:extLst>
              <a:ext uri="{FF2B5EF4-FFF2-40B4-BE49-F238E27FC236}">
                <a16:creationId xmlns:a16="http://schemas.microsoft.com/office/drawing/2014/main" id="{AA13F559-D1B4-BA56-8FA8-8DF69B5E0C2C}"/>
              </a:ext>
            </a:extLst>
          </p:cNvPr>
          <p:cNvSpPr/>
          <p:nvPr/>
        </p:nvSpPr>
        <p:spPr bwMode="auto">
          <a:xfrm>
            <a:off x="2300446" y="350490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128" name="Star: 4 Points 143">
            <a:extLst>
              <a:ext uri="{FF2B5EF4-FFF2-40B4-BE49-F238E27FC236}">
                <a16:creationId xmlns:a16="http://schemas.microsoft.com/office/drawing/2014/main" id="{CFAD01AC-69A0-5EA1-453B-3282C6FF99D5}"/>
              </a:ext>
            </a:extLst>
          </p:cNvPr>
          <p:cNvSpPr/>
          <p:nvPr/>
        </p:nvSpPr>
        <p:spPr bwMode="auto">
          <a:xfrm>
            <a:off x="3493891" y="350490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129" name="Star: 4 Points 143">
            <a:extLst>
              <a:ext uri="{FF2B5EF4-FFF2-40B4-BE49-F238E27FC236}">
                <a16:creationId xmlns:a16="http://schemas.microsoft.com/office/drawing/2014/main" id="{9942B3D7-B714-5A1F-045B-B5FBA6EFAF3D}"/>
              </a:ext>
            </a:extLst>
          </p:cNvPr>
          <p:cNvSpPr/>
          <p:nvPr/>
        </p:nvSpPr>
        <p:spPr bwMode="auto">
          <a:xfrm>
            <a:off x="4792036" y="350490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grpSp>
        <p:nvGrpSpPr>
          <p:cNvPr id="130" name="组合 129">
            <a:extLst>
              <a:ext uri="{FF2B5EF4-FFF2-40B4-BE49-F238E27FC236}">
                <a16:creationId xmlns:a16="http://schemas.microsoft.com/office/drawing/2014/main" id="{076F17F1-2EB5-0BC8-F496-F5C7BA754B5C}"/>
              </a:ext>
            </a:extLst>
          </p:cNvPr>
          <p:cNvGrpSpPr/>
          <p:nvPr/>
        </p:nvGrpSpPr>
        <p:grpSpPr>
          <a:xfrm>
            <a:off x="4620636" y="2302362"/>
            <a:ext cx="558166" cy="461665"/>
            <a:chOff x="9461943" y="3072059"/>
            <a:chExt cx="744220" cy="615553"/>
          </a:xfrm>
        </p:grpSpPr>
        <p:sp>
          <p:nvSpPr>
            <p:cNvPr id="131" name="Rectangle 100">
              <a:extLst>
                <a:ext uri="{FF2B5EF4-FFF2-40B4-BE49-F238E27FC236}">
                  <a16:creationId xmlns:a16="http://schemas.microsoft.com/office/drawing/2014/main" id="{AA37307D-A0C3-CA25-6C45-562F5F283673}"/>
                </a:ext>
              </a:extLst>
            </p:cNvPr>
            <p:cNvSpPr/>
            <p:nvPr/>
          </p:nvSpPr>
          <p:spPr>
            <a:xfrm>
              <a:off x="9461943" y="3072059"/>
              <a:ext cx="744220" cy="615553"/>
            </a:xfrm>
            <a:prstGeom prst="rect">
              <a:avLst/>
            </a:prstGeom>
          </p:spPr>
          <p:txBody>
            <a:bodyPr wrap="none">
              <a:spAutoFit/>
            </a:bodyPr>
            <a:lstStyle/>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Jun 2024</a:t>
              </a:r>
            </a:p>
            <a:p>
              <a:pPr algn="ctr" defTabSz="685766"/>
              <a:endPar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endParaRPr>
            </a:p>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BTD sub.</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32" name="Star: 4 Points 143">
              <a:extLst>
                <a:ext uri="{FF2B5EF4-FFF2-40B4-BE49-F238E27FC236}">
                  <a16:creationId xmlns:a16="http://schemas.microsoft.com/office/drawing/2014/main" id="{7173FC01-92C4-F3E2-8951-9BAF2A13FB36}"/>
                </a:ext>
              </a:extLst>
            </p:cNvPr>
            <p:cNvSpPr/>
            <p:nvPr/>
          </p:nvSpPr>
          <p:spPr bwMode="auto">
            <a:xfrm>
              <a:off x="9741927" y="3313655"/>
              <a:ext cx="184243" cy="187816"/>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pPr>
              <a:endParaRPr lang="zh-CN" altLang="en-US" sz="800">
                <a:solidFill>
                  <a:srgbClr val="0066FF"/>
                </a:solidFill>
                <a:latin typeface="Calibri" panose="020F0502020204030204" pitchFamily="34" charset="0"/>
                <a:ea typeface="等线" panose="02010600030101010101" pitchFamily="2" charset="-122"/>
                <a:cs typeface="Calibri" panose="020F0502020204030204" pitchFamily="34" charset="0"/>
              </a:endParaRPr>
            </a:p>
          </p:txBody>
        </p:sp>
      </p:grpSp>
      <p:grpSp>
        <p:nvGrpSpPr>
          <p:cNvPr id="133" name="组合 132">
            <a:extLst>
              <a:ext uri="{FF2B5EF4-FFF2-40B4-BE49-F238E27FC236}">
                <a16:creationId xmlns:a16="http://schemas.microsoft.com/office/drawing/2014/main" id="{D799BF44-96C9-38CE-4AB0-FB8D97DC8938}"/>
              </a:ext>
            </a:extLst>
          </p:cNvPr>
          <p:cNvGrpSpPr/>
          <p:nvPr/>
        </p:nvGrpSpPr>
        <p:grpSpPr>
          <a:xfrm>
            <a:off x="4665844" y="3898855"/>
            <a:ext cx="897567" cy="584775"/>
            <a:chOff x="9281461" y="3084334"/>
            <a:chExt cx="1196757" cy="779699"/>
          </a:xfrm>
        </p:grpSpPr>
        <p:sp>
          <p:nvSpPr>
            <p:cNvPr id="134" name="Rectangle 100">
              <a:extLst>
                <a:ext uri="{FF2B5EF4-FFF2-40B4-BE49-F238E27FC236}">
                  <a16:creationId xmlns:a16="http://schemas.microsoft.com/office/drawing/2014/main" id="{6E08D6B9-6CAF-02E9-DA52-54012D1DB698}"/>
                </a:ext>
              </a:extLst>
            </p:cNvPr>
            <p:cNvSpPr/>
            <p:nvPr/>
          </p:nvSpPr>
          <p:spPr>
            <a:xfrm>
              <a:off x="9281461" y="3084334"/>
              <a:ext cx="1196757" cy="779699"/>
            </a:xfrm>
            <a:prstGeom prst="rect">
              <a:avLst/>
            </a:prstGeom>
          </p:spPr>
          <p:txBody>
            <a:bodyPr wrap="square">
              <a:spAutoFit/>
            </a:bodyPr>
            <a:lstStyle/>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Jun/Jul 2024</a:t>
              </a:r>
            </a:p>
            <a:p>
              <a:pPr algn="ctr" defTabSz="685766"/>
              <a:endPar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endParaRPr>
            </a:p>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BTD sub./</a:t>
              </a:r>
            </a:p>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Pre-NDA, PR sub.</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35" name="Star: 4 Points 143">
              <a:extLst>
                <a:ext uri="{FF2B5EF4-FFF2-40B4-BE49-F238E27FC236}">
                  <a16:creationId xmlns:a16="http://schemas.microsoft.com/office/drawing/2014/main" id="{64F1CE99-75B2-C6BE-20FF-DF19D30746FB}"/>
                </a:ext>
              </a:extLst>
            </p:cNvPr>
            <p:cNvSpPr/>
            <p:nvPr/>
          </p:nvSpPr>
          <p:spPr bwMode="auto">
            <a:xfrm>
              <a:off x="9741927" y="3287135"/>
              <a:ext cx="184243" cy="187815"/>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pPr>
              <a:endParaRPr lang="zh-CN" altLang="en-US" sz="800">
                <a:solidFill>
                  <a:srgbClr val="0066FF"/>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136" name="文本框 135">
            <a:extLst>
              <a:ext uri="{FF2B5EF4-FFF2-40B4-BE49-F238E27FC236}">
                <a16:creationId xmlns:a16="http://schemas.microsoft.com/office/drawing/2014/main" id="{437A05A5-EFAE-9562-144F-834ACD2AC1C2}"/>
              </a:ext>
            </a:extLst>
          </p:cNvPr>
          <p:cNvSpPr txBox="1"/>
          <p:nvPr/>
        </p:nvSpPr>
        <p:spPr>
          <a:xfrm>
            <a:off x="1556986" y="4044269"/>
            <a:ext cx="1895011" cy="992579"/>
          </a:xfrm>
          <a:prstGeom prst="rect">
            <a:avLst/>
          </a:prstGeom>
          <a:noFill/>
        </p:spPr>
        <p:txBody>
          <a:bodyPr wrap="square" rtlCol="0">
            <a:spAutoFit/>
          </a:bodyPr>
          <a:lstStyle>
            <a:defPPr>
              <a:defRPr lang="de-DE"/>
            </a:defPPr>
            <a:lvl1pPr defTabSz="685800">
              <a:defRPr sz="650" b="1">
                <a:solidFill>
                  <a:srgbClr val="000000"/>
                </a:solidFill>
                <a:latin typeface="BISansOpti" panose="02000503040000020004" pitchFamily="2" charset="0"/>
                <a:ea typeface="游ゴシック"/>
              </a:defRPr>
            </a:lvl1pPr>
          </a:lstStyle>
          <a:p>
            <a:pPr defTabSz="685766"/>
            <a:r>
              <a:rPr lang="en-US" altLang="zh-CN">
                <a:solidFill>
                  <a:srgbClr val="08312A"/>
                </a:solidFill>
              </a:rPr>
              <a:t>Abbreviations</a:t>
            </a:r>
            <a:br>
              <a:rPr lang="en-US" altLang="zh-CN">
                <a:solidFill>
                  <a:srgbClr val="08312A"/>
                </a:solidFill>
              </a:rPr>
            </a:br>
            <a:r>
              <a:rPr lang="en-US" altLang="zh-CN" b="0">
                <a:solidFill>
                  <a:srgbClr val="08312A"/>
                </a:solidFill>
              </a:rPr>
              <a:t>FPI: first patient in</a:t>
            </a:r>
          </a:p>
          <a:p>
            <a:pPr defTabSz="685766"/>
            <a:r>
              <a:rPr lang="en-US" altLang="zh-CN" b="0">
                <a:solidFill>
                  <a:srgbClr val="08312A"/>
                </a:solidFill>
              </a:rPr>
              <a:t>LPI: last patient in</a:t>
            </a:r>
          </a:p>
          <a:p>
            <a:pPr defTabSz="685766"/>
            <a:r>
              <a:rPr lang="en-US" altLang="zh-CN" b="0">
                <a:solidFill>
                  <a:srgbClr val="08312A"/>
                </a:solidFill>
              </a:rPr>
              <a:t>BTD: breakthrough designation</a:t>
            </a:r>
          </a:p>
          <a:p>
            <a:pPr defTabSz="685766"/>
            <a:r>
              <a:rPr lang="en-US" altLang="zh-CN" b="0">
                <a:solidFill>
                  <a:srgbClr val="08312A"/>
                </a:solidFill>
              </a:rPr>
              <a:t>PR: priority review</a:t>
            </a:r>
          </a:p>
          <a:p>
            <a:pPr defTabSz="685766"/>
            <a:r>
              <a:rPr lang="en-US" altLang="zh-CN" b="0">
                <a:solidFill>
                  <a:srgbClr val="08312A"/>
                </a:solidFill>
              </a:rPr>
              <a:t>NDA sub.: new drug application submission</a:t>
            </a:r>
          </a:p>
          <a:p>
            <a:pPr defTabSz="685766"/>
            <a:r>
              <a:rPr lang="en-US" altLang="zh-CN" b="0">
                <a:solidFill>
                  <a:srgbClr val="08312A"/>
                </a:solidFill>
              </a:rPr>
              <a:t>NDA app.: new drug application approval</a:t>
            </a:r>
          </a:p>
          <a:p>
            <a:pPr defTabSz="685766"/>
            <a:r>
              <a:rPr lang="en-US" altLang="zh-CN" b="0">
                <a:solidFill>
                  <a:srgbClr val="08312A"/>
                </a:solidFill>
              </a:rPr>
              <a:t>Main.: China Mainland</a:t>
            </a:r>
          </a:p>
          <a:p>
            <a:pPr defTabSz="685766"/>
            <a:r>
              <a:rPr lang="en-US" altLang="zh-CN" b="0">
                <a:solidFill>
                  <a:srgbClr val="08312A"/>
                </a:solidFill>
              </a:rPr>
              <a:t>EAP: early access program</a:t>
            </a:r>
          </a:p>
        </p:txBody>
      </p:sp>
      <p:grpSp>
        <p:nvGrpSpPr>
          <p:cNvPr id="137" name="组合 136">
            <a:extLst>
              <a:ext uri="{FF2B5EF4-FFF2-40B4-BE49-F238E27FC236}">
                <a16:creationId xmlns:a16="http://schemas.microsoft.com/office/drawing/2014/main" id="{EA198738-E2BD-8E31-4E76-5687F6F673A8}"/>
              </a:ext>
            </a:extLst>
          </p:cNvPr>
          <p:cNvGrpSpPr/>
          <p:nvPr/>
        </p:nvGrpSpPr>
        <p:grpSpPr>
          <a:xfrm>
            <a:off x="3278482" y="3897554"/>
            <a:ext cx="1210249" cy="338554"/>
            <a:chOff x="3937446" y="6018612"/>
            <a:chExt cx="1512909" cy="451405"/>
          </a:xfrm>
        </p:grpSpPr>
        <p:sp>
          <p:nvSpPr>
            <p:cNvPr id="138" name="Rectangle 100">
              <a:extLst>
                <a:ext uri="{FF2B5EF4-FFF2-40B4-BE49-F238E27FC236}">
                  <a16:creationId xmlns:a16="http://schemas.microsoft.com/office/drawing/2014/main" id="{218A2698-E84D-3D2A-2603-23A24AE7CCE0}"/>
                </a:ext>
              </a:extLst>
            </p:cNvPr>
            <p:cNvSpPr/>
            <p:nvPr/>
          </p:nvSpPr>
          <p:spPr>
            <a:xfrm>
              <a:off x="3937446" y="6018612"/>
              <a:ext cx="1512909" cy="451405"/>
            </a:xfrm>
            <a:prstGeom prst="rect">
              <a:avLst/>
            </a:prstGeom>
          </p:spPr>
          <p:txBody>
            <a:bodyPr wrap="square">
              <a:spAutoFit/>
            </a:bodyPr>
            <a:lstStyle/>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Oct 2023</a:t>
              </a:r>
            </a:p>
            <a:p>
              <a:pPr algn="ctr" defTabSz="685766"/>
              <a:endPar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39" name="Star: 4 Points 143">
              <a:extLst>
                <a:ext uri="{FF2B5EF4-FFF2-40B4-BE49-F238E27FC236}">
                  <a16:creationId xmlns:a16="http://schemas.microsoft.com/office/drawing/2014/main" id="{5B8B38F8-4CD7-841B-1A4D-19AAD750BC6F}"/>
                </a:ext>
              </a:extLst>
            </p:cNvPr>
            <p:cNvSpPr/>
            <p:nvPr/>
          </p:nvSpPr>
          <p:spPr bwMode="auto">
            <a:xfrm>
              <a:off x="4645331" y="6223131"/>
              <a:ext cx="184243" cy="187815"/>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pPr>
              <a:endParaRPr lang="zh-CN" altLang="en-US" sz="800">
                <a:solidFill>
                  <a:srgbClr val="0066FF"/>
                </a:solidFill>
                <a:latin typeface="Calibri" panose="020F0502020204030204" pitchFamily="34" charset="0"/>
                <a:ea typeface="等线" panose="02010600030101010101" pitchFamily="2" charset="-122"/>
                <a:cs typeface="Calibri" panose="020F0502020204030204" pitchFamily="34" charset="0"/>
              </a:endParaRPr>
            </a:p>
          </p:txBody>
        </p:sp>
      </p:grpSp>
      <p:grpSp>
        <p:nvGrpSpPr>
          <p:cNvPr id="140" name="组合 139">
            <a:extLst>
              <a:ext uri="{FF2B5EF4-FFF2-40B4-BE49-F238E27FC236}">
                <a16:creationId xmlns:a16="http://schemas.microsoft.com/office/drawing/2014/main" id="{5097DA1E-427D-1316-428A-DBC41ED922A0}"/>
              </a:ext>
            </a:extLst>
          </p:cNvPr>
          <p:cNvGrpSpPr/>
          <p:nvPr/>
        </p:nvGrpSpPr>
        <p:grpSpPr>
          <a:xfrm>
            <a:off x="5150051" y="1674001"/>
            <a:ext cx="643348" cy="561097"/>
            <a:chOff x="4595868" y="1583946"/>
            <a:chExt cx="643348" cy="561098"/>
          </a:xfrm>
        </p:grpSpPr>
        <p:grpSp>
          <p:nvGrpSpPr>
            <p:cNvPr id="141" name="组合 140">
              <a:extLst>
                <a:ext uri="{FF2B5EF4-FFF2-40B4-BE49-F238E27FC236}">
                  <a16:creationId xmlns:a16="http://schemas.microsoft.com/office/drawing/2014/main" id="{01A1802D-0E26-D98A-94FD-45C8F37A8FA3}"/>
                </a:ext>
              </a:extLst>
            </p:cNvPr>
            <p:cNvGrpSpPr/>
            <p:nvPr/>
          </p:nvGrpSpPr>
          <p:grpSpPr>
            <a:xfrm>
              <a:off x="4595868" y="1583946"/>
              <a:ext cx="639919" cy="406398"/>
              <a:chOff x="9407197" y="2922660"/>
              <a:chExt cx="853224" cy="541866"/>
            </a:xfrm>
          </p:grpSpPr>
          <p:sp>
            <p:nvSpPr>
              <p:cNvPr id="143" name="Rectangle 100">
                <a:extLst>
                  <a:ext uri="{FF2B5EF4-FFF2-40B4-BE49-F238E27FC236}">
                    <a16:creationId xmlns:a16="http://schemas.microsoft.com/office/drawing/2014/main" id="{D7F7B626-D59A-6C2E-5433-BCAFD02C53A6}"/>
                  </a:ext>
                </a:extLst>
              </p:cNvPr>
              <p:cNvSpPr/>
              <p:nvPr/>
            </p:nvSpPr>
            <p:spPr>
              <a:xfrm>
                <a:off x="9407197" y="2922660"/>
                <a:ext cx="853224" cy="287260"/>
              </a:xfrm>
              <a:prstGeom prst="rect">
                <a:avLst/>
              </a:prstGeom>
            </p:spPr>
            <p:txBody>
              <a:bodyPr wrap="none">
                <a:spAutoFit/>
              </a:bodyPr>
              <a:lstStyle/>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04Oct2024</a:t>
                </a:r>
              </a:p>
            </p:txBody>
          </p:sp>
          <p:sp>
            <p:nvSpPr>
              <p:cNvPr id="144" name="Star: 4 Points 143">
                <a:extLst>
                  <a:ext uri="{FF2B5EF4-FFF2-40B4-BE49-F238E27FC236}">
                    <a16:creationId xmlns:a16="http://schemas.microsoft.com/office/drawing/2014/main" id="{3A5B2301-481E-8199-A816-F355C093A8EC}"/>
                  </a:ext>
                </a:extLst>
              </p:cNvPr>
              <p:cNvSpPr/>
              <p:nvPr/>
            </p:nvSpPr>
            <p:spPr bwMode="auto">
              <a:xfrm>
                <a:off x="9741927" y="327671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pPr>
                <a:endParaRPr lang="zh-CN" altLang="en-US" sz="800">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142" name="Rectangle 55">
              <a:extLst>
                <a:ext uri="{FF2B5EF4-FFF2-40B4-BE49-F238E27FC236}">
                  <a16:creationId xmlns:a16="http://schemas.microsoft.com/office/drawing/2014/main" id="{22145407-CF2F-E78C-6ECB-26F12B1C65E3}"/>
                </a:ext>
              </a:extLst>
            </p:cNvPr>
            <p:cNvSpPr/>
            <p:nvPr/>
          </p:nvSpPr>
          <p:spPr>
            <a:xfrm>
              <a:off x="4660211" y="1929600"/>
              <a:ext cx="579005" cy="215444"/>
            </a:xfrm>
            <a:prstGeom prst="rect">
              <a:avLst/>
            </a:prstGeom>
          </p:spPr>
          <p:txBody>
            <a:bodyPr wrap="none">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NDA sub.</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grpSp>
        <p:nvGrpSpPr>
          <p:cNvPr id="145" name="组合 144">
            <a:extLst>
              <a:ext uri="{FF2B5EF4-FFF2-40B4-BE49-F238E27FC236}">
                <a16:creationId xmlns:a16="http://schemas.microsoft.com/office/drawing/2014/main" id="{57DD3199-FE2A-45EF-B443-5D28E6593BA3}"/>
              </a:ext>
            </a:extLst>
          </p:cNvPr>
          <p:cNvGrpSpPr/>
          <p:nvPr/>
        </p:nvGrpSpPr>
        <p:grpSpPr>
          <a:xfrm>
            <a:off x="5757395" y="1674001"/>
            <a:ext cx="631904" cy="561097"/>
            <a:chOff x="5355617" y="1583947"/>
            <a:chExt cx="631904" cy="561097"/>
          </a:xfrm>
        </p:grpSpPr>
        <p:grpSp>
          <p:nvGrpSpPr>
            <p:cNvPr id="146" name="组合 145">
              <a:extLst>
                <a:ext uri="{FF2B5EF4-FFF2-40B4-BE49-F238E27FC236}">
                  <a16:creationId xmlns:a16="http://schemas.microsoft.com/office/drawing/2014/main" id="{12FD94EB-AF09-A224-2E71-037DEEF45A51}"/>
                </a:ext>
              </a:extLst>
            </p:cNvPr>
            <p:cNvGrpSpPr/>
            <p:nvPr/>
          </p:nvGrpSpPr>
          <p:grpSpPr>
            <a:xfrm>
              <a:off x="5355617" y="1583947"/>
              <a:ext cx="631904" cy="383945"/>
              <a:chOff x="10498722" y="3036514"/>
              <a:chExt cx="842539" cy="511926"/>
            </a:xfrm>
          </p:grpSpPr>
          <p:sp>
            <p:nvSpPr>
              <p:cNvPr id="148" name="Rectangle 100">
                <a:extLst>
                  <a:ext uri="{FF2B5EF4-FFF2-40B4-BE49-F238E27FC236}">
                    <a16:creationId xmlns:a16="http://schemas.microsoft.com/office/drawing/2014/main" id="{363EDECD-607A-EE21-374A-9BBD82DCDE7D}"/>
                  </a:ext>
                </a:extLst>
              </p:cNvPr>
              <p:cNvSpPr/>
              <p:nvPr/>
            </p:nvSpPr>
            <p:spPr>
              <a:xfrm>
                <a:off x="10498722" y="3036514"/>
                <a:ext cx="842539" cy="287258"/>
              </a:xfrm>
              <a:prstGeom prst="rect">
                <a:avLst/>
              </a:prstGeom>
            </p:spPr>
            <p:txBody>
              <a:bodyPr wrap="none">
                <a:spAutoFit/>
              </a:bodyPr>
              <a:lstStyle/>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27Jan2025</a:t>
                </a:r>
              </a:p>
            </p:txBody>
          </p:sp>
          <p:sp>
            <p:nvSpPr>
              <p:cNvPr id="149" name="五角星 55">
                <a:extLst>
                  <a:ext uri="{FF2B5EF4-FFF2-40B4-BE49-F238E27FC236}">
                    <a16:creationId xmlns:a16="http://schemas.microsoft.com/office/drawing/2014/main" id="{19A6291A-C7C9-C4A4-871C-D083E6F27744}"/>
                  </a:ext>
                </a:extLst>
              </p:cNvPr>
              <p:cNvSpPr>
                <a:spLocks/>
              </p:cNvSpPr>
              <p:nvPr/>
            </p:nvSpPr>
            <p:spPr bwMode="auto">
              <a:xfrm>
                <a:off x="10789026" y="3404440"/>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685766" eaLnBrk="0" hangingPunct="0">
                  <a:defRPr/>
                </a:pPr>
                <a:endParaRPr lang="zh-CN" altLang="en-US" sz="800">
                  <a:solidFill>
                    <a:srgbClr val="FF0000"/>
                  </a:solidFill>
                  <a:latin typeface="Calibri" panose="020F0502020204030204"/>
                  <a:ea typeface="等线" panose="02010600030101010101" pitchFamily="2" charset="-122"/>
                </a:endParaRPr>
              </a:p>
            </p:txBody>
          </p:sp>
        </p:grpSp>
        <p:sp>
          <p:nvSpPr>
            <p:cNvPr id="147" name="Rectangle 55">
              <a:extLst>
                <a:ext uri="{FF2B5EF4-FFF2-40B4-BE49-F238E27FC236}">
                  <a16:creationId xmlns:a16="http://schemas.microsoft.com/office/drawing/2014/main" id="{D4107BF7-A258-A181-CB47-D7AE9F3229E6}"/>
                </a:ext>
              </a:extLst>
            </p:cNvPr>
            <p:cNvSpPr/>
            <p:nvPr/>
          </p:nvSpPr>
          <p:spPr>
            <a:xfrm>
              <a:off x="5356767" y="1929600"/>
              <a:ext cx="588624" cy="215444"/>
            </a:xfrm>
            <a:prstGeom prst="rect">
              <a:avLst/>
            </a:prstGeom>
          </p:spPr>
          <p:txBody>
            <a:bodyPr wrap="none">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NDA app.</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grpSp>
        <p:nvGrpSpPr>
          <p:cNvPr id="150" name="组合 149">
            <a:extLst>
              <a:ext uri="{FF2B5EF4-FFF2-40B4-BE49-F238E27FC236}">
                <a16:creationId xmlns:a16="http://schemas.microsoft.com/office/drawing/2014/main" id="{C6CEAD13-54AC-8FC2-A2D4-BEF9A9241EE8}"/>
              </a:ext>
            </a:extLst>
          </p:cNvPr>
          <p:cNvGrpSpPr/>
          <p:nvPr/>
        </p:nvGrpSpPr>
        <p:grpSpPr>
          <a:xfrm>
            <a:off x="5242203" y="3210301"/>
            <a:ext cx="662361" cy="586634"/>
            <a:chOff x="4584824" y="1565336"/>
            <a:chExt cx="662362" cy="586635"/>
          </a:xfrm>
        </p:grpSpPr>
        <p:grpSp>
          <p:nvGrpSpPr>
            <p:cNvPr id="151" name="组合 150">
              <a:extLst>
                <a:ext uri="{FF2B5EF4-FFF2-40B4-BE49-F238E27FC236}">
                  <a16:creationId xmlns:a16="http://schemas.microsoft.com/office/drawing/2014/main" id="{B2D9C6B0-3AB4-9153-F2DB-C76CBB601A87}"/>
                </a:ext>
              </a:extLst>
            </p:cNvPr>
            <p:cNvGrpSpPr/>
            <p:nvPr/>
          </p:nvGrpSpPr>
          <p:grpSpPr>
            <a:xfrm>
              <a:off x="4584824" y="1565336"/>
              <a:ext cx="662362" cy="425012"/>
              <a:chOff x="9392475" y="2897842"/>
              <a:chExt cx="883148" cy="566684"/>
            </a:xfrm>
          </p:grpSpPr>
          <p:sp>
            <p:nvSpPr>
              <p:cNvPr id="153" name="Rectangle 100">
                <a:extLst>
                  <a:ext uri="{FF2B5EF4-FFF2-40B4-BE49-F238E27FC236}">
                    <a16:creationId xmlns:a16="http://schemas.microsoft.com/office/drawing/2014/main" id="{0BE28DEB-C925-27ED-1AAF-4E6927F53154}"/>
                  </a:ext>
                </a:extLst>
              </p:cNvPr>
              <p:cNvSpPr/>
              <p:nvPr/>
            </p:nvSpPr>
            <p:spPr>
              <a:xfrm>
                <a:off x="9392475" y="2897842"/>
                <a:ext cx="883148" cy="287260"/>
              </a:xfrm>
              <a:prstGeom prst="rect">
                <a:avLst/>
              </a:prstGeom>
            </p:spPr>
            <p:txBody>
              <a:bodyPr wrap="none">
                <a:spAutoFit/>
              </a:bodyPr>
              <a:lstStyle/>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04Nov2024</a:t>
                </a:r>
              </a:p>
            </p:txBody>
          </p:sp>
          <p:sp>
            <p:nvSpPr>
              <p:cNvPr id="154" name="Star: 4 Points 143">
                <a:extLst>
                  <a:ext uri="{FF2B5EF4-FFF2-40B4-BE49-F238E27FC236}">
                    <a16:creationId xmlns:a16="http://schemas.microsoft.com/office/drawing/2014/main" id="{67B3F58F-F4C9-9440-00C4-A6953E6FA5ED}"/>
                  </a:ext>
                </a:extLst>
              </p:cNvPr>
              <p:cNvSpPr/>
              <p:nvPr/>
            </p:nvSpPr>
            <p:spPr bwMode="auto">
              <a:xfrm>
                <a:off x="9741927" y="327671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pPr>
                <a:endParaRPr lang="zh-CN" altLang="en-US" sz="800">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152" name="Rectangle 55">
              <a:extLst>
                <a:ext uri="{FF2B5EF4-FFF2-40B4-BE49-F238E27FC236}">
                  <a16:creationId xmlns:a16="http://schemas.microsoft.com/office/drawing/2014/main" id="{037F5398-9D21-CAD2-C5D8-58FD98C9982B}"/>
                </a:ext>
              </a:extLst>
            </p:cNvPr>
            <p:cNvSpPr/>
            <p:nvPr/>
          </p:nvSpPr>
          <p:spPr>
            <a:xfrm>
              <a:off x="4660208" y="1936527"/>
              <a:ext cx="579006" cy="215444"/>
            </a:xfrm>
            <a:prstGeom prst="rect">
              <a:avLst/>
            </a:prstGeom>
          </p:spPr>
          <p:txBody>
            <a:bodyPr wrap="none">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NDA sub.</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grpSp>
        <p:nvGrpSpPr>
          <p:cNvPr id="155" name="组合 154">
            <a:extLst>
              <a:ext uri="{FF2B5EF4-FFF2-40B4-BE49-F238E27FC236}">
                <a16:creationId xmlns:a16="http://schemas.microsoft.com/office/drawing/2014/main" id="{EE8C1D80-3632-F269-580E-618C936D66F1}"/>
              </a:ext>
            </a:extLst>
          </p:cNvPr>
          <p:cNvGrpSpPr/>
          <p:nvPr/>
        </p:nvGrpSpPr>
        <p:grpSpPr>
          <a:xfrm>
            <a:off x="6825242" y="3210301"/>
            <a:ext cx="662360" cy="586297"/>
            <a:chOff x="5311159" y="1586725"/>
            <a:chExt cx="662359" cy="586298"/>
          </a:xfrm>
        </p:grpSpPr>
        <p:grpSp>
          <p:nvGrpSpPr>
            <p:cNvPr id="156" name="组合 155">
              <a:extLst>
                <a:ext uri="{FF2B5EF4-FFF2-40B4-BE49-F238E27FC236}">
                  <a16:creationId xmlns:a16="http://schemas.microsoft.com/office/drawing/2014/main" id="{DE224282-89F2-8D7D-1F11-48AE52EAAFF4}"/>
                </a:ext>
              </a:extLst>
            </p:cNvPr>
            <p:cNvGrpSpPr/>
            <p:nvPr/>
          </p:nvGrpSpPr>
          <p:grpSpPr>
            <a:xfrm>
              <a:off x="5311159" y="1586725"/>
              <a:ext cx="662359" cy="395439"/>
              <a:chOff x="10439402" y="3040235"/>
              <a:chExt cx="883142" cy="527255"/>
            </a:xfrm>
          </p:grpSpPr>
          <p:sp>
            <p:nvSpPr>
              <p:cNvPr id="158" name="Rectangle 100">
                <a:extLst>
                  <a:ext uri="{FF2B5EF4-FFF2-40B4-BE49-F238E27FC236}">
                    <a16:creationId xmlns:a16="http://schemas.microsoft.com/office/drawing/2014/main" id="{71100D76-9BBE-4E34-1D1A-8460945B1FBA}"/>
                  </a:ext>
                </a:extLst>
              </p:cNvPr>
              <p:cNvSpPr/>
              <p:nvPr/>
            </p:nvSpPr>
            <p:spPr>
              <a:xfrm>
                <a:off x="10439402" y="3040235"/>
                <a:ext cx="883142" cy="287261"/>
              </a:xfrm>
              <a:prstGeom prst="rect">
                <a:avLst/>
              </a:prstGeom>
            </p:spPr>
            <p:txBody>
              <a:bodyPr wrap="none">
                <a:spAutoFit/>
              </a:bodyPr>
              <a:lstStyle/>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04Nov2025</a:t>
                </a:r>
              </a:p>
            </p:txBody>
          </p:sp>
          <p:sp>
            <p:nvSpPr>
              <p:cNvPr id="159" name="五角星 55">
                <a:extLst>
                  <a:ext uri="{FF2B5EF4-FFF2-40B4-BE49-F238E27FC236}">
                    <a16:creationId xmlns:a16="http://schemas.microsoft.com/office/drawing/2014/main" id="{B71FB56C-F361-9E13-7204-67B7746C8A0C}"/>
                  </a:ext>
                </a:extLst>
              </p:cNvPr>
              <p:cNvSpPr>
                <a:spLocks/>
              </p:cNvSpPr>
              <p:nvPr/>
            </p:nvSpPr>
            <p:spPr bwMode="auto">
              <a:xfrm>
                <a:off x="10789026" y="3423490"/>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685766" eaLnBrk="0" hangingPunct="0">
                  <a:defRPr/>
                </a:pPr>
                <a:endParaRPr lang="zh-CN" altLang="en-US" sz="800">
                  <a:solidFill>
                    <a:srgbClr val="FF0000"/>
                  </a:solidFill>
                  <a:latin typeface="Calibri" panose="020F0502020204030204"/>
                  <a:ea typeface="等线" panose="02010600030101010101" pitchFamily="2" charset="-122"/>
                </a:endParaRPr>
              </a:p>
            </p:txBody>
          </p:sp>
        </p:grpSp>
        <p:sp>
          <p:nvSpPr>
            <p:cNvPr id="157" name="Rectangle 55">
              <a:extLst>
                <a:ext uri="{FF2B5EF4-FFF2-40B4-BE49-F238E27FC236}">
                  <a16:creationId xmlns:a16="http://schemas.microsoft.com/office/drawing/2014/main" id="{8BDA20BC-53D2-6DF4-1BDE-926A89C6D48C}"/>
                </a:ext>
              </a:extLst>
            </p:cNvPr>
            <p:cNvSpPr/>
            <p:nvPr/>
          </p:nvSpPr>
          <p:spPr>
            <a:xfrm>
              <a:off x="5356767" y="1957579"/>
              <a:ext cx="588623" cy="215444"/>
            </a:xfrm>
            <a:prstGeom prst="rect">
              <a:avLst/>
            </a:prstGeom>
          </p:spPr>
          <p:txBody>
            <a:bodyPr wrap="none">
              <a:spAutoFit/>
            </a:bodyPr>
            <a:lstStyle/>
            <a:p>
              <a:pPr algn="ctr" defTabSz="914309"/>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NDA app.</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160" name="文本框 159">
            <a:extLst>
              <a:ext uri="{FF2B5EF4-FFF2-40B4-BE49-F238E27FC236}">
                <a16:creationId xmlns:a16="http://schemas.microsoft.com/office/drawing/2014/main" id="{D263F16F-8466-AF2A-F905-F08C2026054B}"/>
              </a:ext>
            </a:extLst>
          </p:cNvPr>
          <p:cNvSpPr txBox="1"/>
          <p:nvPr/>
        </p:nvSpPr>
        <p:spPr>
          <a:xfrm>
            <a:off x="3399432" y="4168879"/>
            <a:ext cx="945256" cy="461665"/>
          </a:xfrm>
          <a:prstGeom prst="rect">
            <a:avLst/>
          </a:prstGeom>
          <a:noFill/>
        </p:spPr>
        <p:txBody>
          <a:bodyPr wrap="square">
            <a:spAutoFit/>
          </a:bodyPr>
          <a:lstStyle/>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Type II on CMC; Type I on accelerated NDA</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nvGrpSpPr>
          <p:cNvPr id="8" name="组合 7">
            <a:extLst>
              <a:ext uri="{FF2B5EF4-FFF2-40B4-BE49-F238E27FC236}">
                <a16:creationId xmlns:a16="http://schemas.microsoft.com/office/drawing/2014/main" id="{B31A8764-15EA-0FBB-E131-DADE2C7311CB}"/>
              </a:ext>
            </a:extLst>
          </p:cNvPr>
          <p:cNvGrpSpPr/>
          <p:nvPr/>
        </p:nvGrpSpPr>
        <p:grpSpPr>
          <a:xfrm>
            <a:off x="3923405" y="3898854"/>
            <a:ext cx="1210249" cy="338554"/>
            <a:chOff x="4006718" y="6015713"/>
            <a:chExt cx="1512909" cy="451405"/>
          </a:xfrm>
        </p:grpSpPr>
        <p:sp>
          <p:nvSpPr>
            <p:cNvPr id="9" name="Rectangle 100">
              <a:extLst>
                <a:ext uri="{FF2B5EF4-FFF2-40B4-BE49-F238E27FC236}">
                  <a16:creationId xmlns:a16="http://schemas.microsoft.com/office/drawing/2014/main" id="{CA963B82-4326-E848-7517-2BAE8E24A10D}"/>
                </a:ext>
              </a:extLst>
            </p:cNvPr>
            <p:cNvSpPr/>
            <p:nvPr/>
          </p:nvSpPr>
          <p:spPr>
            <a:xfrm>
              <a:off x="4006718" y="6015713"/>
              <a:ext cx="1512909" cy="451405"/>
            </a:xfrm>
            <a:prstGeom prst="rect">
              <a:avLst/>
            </a:prstGeom>
          </p:spPr>
          <p:txBody>
            <a:bodyPr wrap="square">
              <a:spAutoFit/>
            </a:bodyPr>
            <a:lstStyle/>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Apr 2024</a:t>
              </a:r>
            </a:p>
            <a:p>
              <a:pPr algn="ctr" defTabSz="685766"/>
              <a:endPar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0" name="Star: 4 Points 143">
              <a:extLst>
                <a:ext uri="{FF2B5EF4-FFF2-40B4-BE49-F238E27FC236}">
                  <a16:creationId xmlns:a16="http://schemas.microsoft.com/office/drawing/2014/main" id="{B6EDFA0F-2063-719D-C5C2-74CFEA42B84A}"/>
                </a:ext>
              </a:extLst>
            </p:cNvPr>
            <p:cNvSpPr/>
            <p:nvPr/>
          </p:nvSpPr>
          <p:spPr bwMode="auto">
            <a:xfrm>
              <a:off x="4671308" y="6217178"/>
              <a:ext cx="184243" cy="187815"/>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pPr>
              <a:endParaRPr lang="zh-CN" altLang="en-US" sz="800">
                <a:solidFill>
                  <a:srgbClr val="0066FF"/>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11" name="文本框 10">
            <a:extLst>
              <a:ext uri="{FF2B5EF4-FFF2-40B4-BE49-F238E27FC236}">
                <a16:creationId xmlns:a16="http://schemas.microsoft.com/office/drawing/2014/main" id="{0ADA112C-3107-07D0-30BA-21F18F2A239B}"/>
              </a:ext>
            </a:extLst>
          </p:cNvPr>
          <p:cNvSpPr txBox="1"/>
          <p:nvPr/>
        </p:nvSpPr>
        <p:spPr>
          <a:xfrm>
            <a:off x="4072065" y="4168854"/>
            <a:ext cx="945256" cy="338554"/>
          </a:xfrm>
          <a:prstGeom prst="rect">
            <a:avLst/>
          </a:prstGeom>
          <a:noFill/>
        </p:spPr>
        <p:txBody>
          <a:bodyPr wrap="square">
            <a:spAutoFit/>
          </a:bodyPr>
          <a:lstStyle/>
          <a:p>
            <a:pPr algn="ctr" defTabSz="685766"/>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Type II sub.</a:t>
            </a:r>
            <a:b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br>
            <a:r>
              <a:rPr lang="en-US" altLang="zh-CN" sz="800" b="1">
                <a:solidFill>
                  <a:srgbClr val="44546A"/>
                </a:solidFill>
                <a:latin typeface="Calibri" panose="020F0502020204030204" pitchFamily="34" charset="0"/>
                <a:ea typeface="等线" panose="02010600030101010101" pitchFamily="2" charset="-122"/>
                <a:cs typeface="Calibri" panose="020F0502020204030204" pitchFamily="34" charset="0"/>
              </a:rPr>
              <a:t>on CMC</a:t>
            </a:r>
            <a:endParaRPr lang="zh-CN" altLang="en-US" sz="80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3" name="文本框 2">
            <a:extLst>
              <a:ext uri="{FF2B5EF4-FFF2-40B4-BE49-F238E27FC236}">
                <a16:creationId xmlns:a16="http://schemas.microsoft.com/office/drawing/2014/main" id="{5B6F9780-76DD-CFC3-EF89-9E9419AF6FAF}"/>
              </a:ext>
            </a:extLst>
          </p:cNvPr>
          <p:cNvSpPr txBox="1"/>
          <p:nvPr/>
        </p:nvSpPr>
        <p:spPr>
          <a:xfrm>
            <a:off x="6466507" y="1749786"/>
            <a:ext cx="2468475" cy="1061283"/>
          </a:xfrm>
          <a:prstGeom prst="roundRect">
            <a:avLst/>
          </a:prstGeom>
          <a:noFill/>
          <a:ln>
            <a:solidFill>
              <a:srgbClr val="FF0000"/>
            </a:solidFill>
          </a:ln>
        </p:spPr>
        <p:txBody>
          <a:bodyPr wrap="square" rtlCol="0">
            <a:spAutoFit/>
          </a:bodyPr>
          <a:lstStyle/>
          <a:p>
            <a:pPr marR="0" lvl="0" algn="l" defTabSz="914400" rtl="0" eaLnBrk="1" fontAlgn="auto" latinLnBrk="0" hangingPunct="1">
              <a:lnSpc>
                <a:spcPct val="100000"/>
              </a:lnSpc>
              <a:spcBef>
                <a:spcPts val="0"/>
              </a:spcBef>
              <a:spcAft>
                <a:spcPts val="200"/>
              </a:spcAft>
              <a:buClrTx/>
              <a:buSzTx/>
              <a:tabLst/>
              <a:defRPr/>
            </a:pPr>
            <a:r>
              <a:rPr lang="en-US" altLang="zh-CN" sz="800" b="1">
                <a:solidFill>
                  <a:prstClr val="black"/>
                </a:solidFill>
                <a:ea typeface="等线" panose="02010600030101010101" pitchFamily="2" charset="-122"/>
                <a:cs typeface="Calibri" panose="020F0502020204030204" pitchFamily="34" charset="0"/>
              </a:rPr>
              <a:t>Upcoming milestones:</a:t>
            </a:r>
          </a:p>
          <a:p>
            <a:pPr marL="72000" marR="0" lvl="0" indent="-72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a:solidFill>
                  <a:prstClr val="black"/>
                </a:solidFill>
                <a:ea typeface="等线" panose="02010600030101010101" pitchFamily="2" charset="-122"/>
                <a:cs typeface="Calibri" panose="020F0502020204030204" pitchFamily="34" charset="0"/>
              </a:rPr>
              <a:t>Data cutoff - mid Apr </a:t>
            </a:r>
          </a:p>
          <a:p>
            <a:pPr marL="72000" marR="0" lvl="0" indent="-72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err="1">
                <a:solidFill>
                  <a:prstClr val="black"/>
                </a:solidFill>
                <a:ea typeface="等线" panose="02010600030101010101" pitchFamily="2" charset="-122"/>
                <a:cs typeface="Calibri" panose="020F0502020204030204" pitchFamily="34" charset="0"/>
              </a:rPr>
              <a:t>iDBL</a:t>
            </a:r>
            <a:r>
              <a:rPr lang="en-US" altLang="zh-CN" sz="800">
                <a:solidFill>
                  <a:prstClr val="black"/>
                </a:solidFill>
                <a:ea typeface="等线" panose="02010600030101010101" pitchFamily="2" charset="-122"/>
                <a:cs typeface="Calibri" panose="020F0502020204030204" pitchFamily="34" charset="0"/>
              </a:rPr>
              <a:t> - 28 May</a:t>
            </a:r>
          </a:p>
          <a:p>
            <a:pPr marL="72000" marR="0" lvl="0" indent="-72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a:solidFill>
                  <a:prstClr val="black"/>
                </a:solidFill>
                <a:ea typeface="等线" panose="02010600030101010101" pitchFamily="2" charset="-122"/>
                <a:cs typeface="Calibri" panose="020F0502020204030204" pitchFamily="34" charset="0"/>
              </a:rPr>
              <a:t>Topline results (TLR) - 04 Jun</a:t>
            </a:r>
          </a:p>
          <a:p>
            <a:pPr marL="72000" marR="0" lvl="0" indent="-72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a:solidFill>
                  <a:prstClr val="black"/>
                </a:solidFill>
                <a:ea typeface="等线" panose="02010600030101010101" pitchFamily="2" charset="-122"/>
                <a:cs typeface="Calibri" panose="020F0502020204030204" pitchFamily="34" charset="0"/>
              </a:rPr>
              <a:t>BTD sub. - 11 Jun</a:t>
            </a:r>
          </a:p>
          <a:p>
            <a:pPr marL="72000" marR="0" lvl="0" indent="-72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a:solidFill>
                  <a:prstClr val="black"/>
                </a:solidFill>
                <a:ea typeface="等线" panose="02010600030101010101" pitchFamily="2" charset="-122"/>
                <a:cs typeface="Calibri" panose="020F0502020204030204" pitchFamily="34" charset="0"/>
              </a:rPr>
              <a:t>NDA sub. - 04 Oct</a:t>
            </a:r>
          </a:p>
        </p:txBody>
      </p:sp>
      <p:sp>
        <p:nvSpPr>
          <p:cNvPr id="4" name="文本框 3">
            <a:extLst>
              <a:ext uri="{FF2B5EF4-FFF2-40B4-BE49-F238E27FC236}">
                <a16:creationId xmlns:a16="http://schemas.microsoft.com/office/drawing/2014/main" id="{8538A4E3-1352-1998-2AA5-9D82D645BEF8}"/>
              </a:ext>
            </a:extLst>
          </p:cNvPr>
          <p:cNvSpPr txBox="1"/>
          <p:nvPr/>
        </p:nvSpPr>
        <p:spPr>
          <a:xfrm>
            <a:off x="6466506" y="3865876"/>
            <a:ext cx="2468476" cy="732115"/>
          </a:xfrm>
          <a:prstGeom prst="roundRect">
            <a:avLst/>
          </a:prstGeom>
          <a:noFill/>
          <a:ln>
            <a:solidFill>
              <a:srgbClr val="FF0000"/>
            </a:solidFill>
          </a:ln>
        </p:spPr>
        <p:txBody>
          <a:bodyPr wrap="square" rtlCol="0">
            <a:spAutoFit/>
          </a:bodyPr>
          <a:lstStyle/>
          <a:p>
            <a:pPr marR="0" lvl="0" algn="l" defTabSz="914400" rtl="0" eaLnBrk="1" fontAlgn="auto" latinLnBrk="0" hangingPunct="1">
              <a:lnSpc>
                <a:spcPct val="100000"/>
              </a:lnSpc>
              <a:spcBef>
                <a:spcPts val="0"/>
              </a:spcBef>
              <a:spcAft>
                <a:spcPts val="200"/>
              </a:spcAft>
              <a:buClrTx/>
              <a:buSzTx/>
              <a:tabLst/>
              <a:defRPr/>
            </a:pPr>
            <a:r>
              <a:rPr lang="en-US" altLang="zh-CN" sz="800" b="1">
                <a:solidFill>
                  <a:prstClr val="black"/>
                </a:solidFill>
                <a:ea typeface="等线" panose="02010600030101010101" pitchFamily="2" charset="-122"/>
                <a:cs typeface="Calibri" panose="020F0502020204030204" pitchFamily="34" charset="0"/>
              </a:rPr>
              <a:t>Upcoming milestones:</a:t>
            </a:r>
          </a:p>
          <a:p>
            <a:pPr marL="72000" marR="0" lvl="0" indent="-72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a:solidFill>
                  <a:prstClr val="black"/>
                </a:solidFill>
                <a:ea typeface="等线" panose="02010600030101010101" pitchFamily="2" charset="-122"/>
                <a:cs typeface="Calibri" panose="020F0502020204030204" pitchFamily="34" charset="0"/>
              </a:rPr>
              <a:t>BTD sub. -  end Jun, feedback early Aug</a:t>
            </a:r>
          </a:p>
          <a:p>
            <a:pPr marL="72000" marR="0" lvl="0" indent="-72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a:solidFill>
                  <a:prstClr val="black"/>
                </a:solidFill>
                <a:ea typeface="等线" panose="02010600030101010101" pitchFamily="2" charset="-122"/>
                <a:cs typeface="Calibri" panose="020F0502020204030204" pitchFamily="34" charset="0"/>
              </a:rPr>
              <a:t>Pre-NDA/PR sub – end Jul, feedback end Oct</a:t>
            </a:r>
          </a:p>
          <a:p>
            <a:pPr marL="72000" marR="0" lvl="0" indent="-72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a:solidFill>
                  <a:prstClr val="black"/>
                </a:solidFill>
                <a:ea typeface="等线" panose="02010600030101010101" pitchFamily="2" charset="-122"/>
                <a:cs typeface="Calibri" panose="020F0502020204030204" pitchFamily="34" charset="0"/>
              </a:rPr>
              <a:t>NDA sub – 04 Nov </a:t>
            </a:r>
          </a:p>
        </p:txBody>
      </p:sp>
    </p:spTree>
    <p:extLst>
      <p:ext uri="{BB962C8B-B14F-4D97-AF65-F5344CB8AC3E}">
        <p14:creationId xmlns:p14="http://schemas.microsoft.com/office/powerpoint/2010/main" val="939860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矩形: 圆角 150">
            <a:extLst>
              <a:ext uri="{FF2B5EF4-FFF2-40B4-BE49-F238E27FC236}">
                <a16:creationId xmlns:a16="http://schemas.microsoft.com/office/drawing/2014/main" id="{81014385-CE3D-19F5-DD73-707871AFC66E}"/>
              </a:ext>
            </a:extLst>
          </p:cNvPr>
          <p:cNvSpPr/>
          <p:nvPr/>
        </p:nvSpPr>
        <p:spPr bwMode="gray">
          <a:xfrm>
            <a:off x="5626934" y="1706213"/>
            <a:ext cx="1261095" cy="416335"/>
          </a:xfrm>
          <a:prstGeom prst="roundRect">
            <a:avLst/>
          </a:prstGeom>
          <a:solidFill>
            <a:srgbClr val="BFBFBF">
              <a:alpha val="20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9" name="矩形: 圆角 228">
            <a:extLst>
              <a:ext uri="{FF2B5EF4-FFF2-40B4-BE49-F238E27FC236}">
                <a16:creationId xmlns:a16="http://schemas.microsoft.com/office/drawing/2014/main" id="{F03172A0-16AD-A110-ADD7-3056F291C1DF}"/>
              </a:ext>
            </a:extLst>
          </p:cNvPr>
          <p:cNvSpPr/>
          <p:nvPr/>
        </p:nvSpPr>
        <p:spPr bwMode="gray">
          <a:xfrm>
            <a:off x="6364928" y="3442058"/>
            <a:ext cx="1261095" cy="416335"/>
          </a:xfrm>
          <a:prstGeom prst="roundRect">
            <a:avLst/>
          </a:prstGeom>
          <a:solidFill>
            <a:srgbClr val="BFBFBF">
              <a:alpha val="20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 name="标题 1">
            <a:extLst>
              <a:ext uri="{FF2B5EF4-FFF2-40B4-BE49-F238E27FC236}">
                <a16:creationId xmlns:a16="http://schemas.microsoft.com/office/drawing/2014/main" id="{80399C8E-5180-79A2-AD13-0EA9C6E22E13}"/>
              </a:ext>
            </a:extLst>
          </p:cNvPr>
          <p:cNvSpPr>
            <a:spLocks noGrp="1"/>
          </p:cNvSpPr>
          <p:nvPr>
            <p:ph type="title"/>
          </p:nvPr>
        </p:nvSpPr>
        <p:spPr>
          <a:xfrm>
            <a:off x="359570" y="528350"/>
            <a:ext cx="8424863" cy="540000"/>
          </a:xfrm>
        </p:spPr>
        <p:txBody>
          <a:bodyPr/>
          <a:lstStyle/>
          <a:p>
            <a:r>
              <a:rPr lang="en-US" altLang="zh-CN"/>
              <a:t> </a:t>
            </a:r>
            <a:endParaRPr lang="zh-CN" altLang="en-US"/>
          </a:p>
        </p:txBody>
      </p:sp>
      <p:sp>
        <p:nvSpPr>
          <p:cNvPr id="12" name="OTLSHAPE_T_5a934a26f311425e8ebaa0f45e6533ad_Shape">
            <a:extLst>
              <a:ext uri="{FF2B5EF4-FFF2-40B4-BE49-F238E27FC236}">
                <a16:creationId xmlns:a16="http://schemas.microsoft.com/office/drawing/2014/main" id="{3C5927C7-CE8F-9462-4CC1-0C862742BBD5}"/>
              </a:ext>
            </a:extLst>
          </p:cNvPr>
          <p:cNvSpPr/>
          <p:nvPr>
            <p:custDataLst>
              <p:tags r:id="rId1"/>
            </p:custDataLst>
          </p:nvPr>
        </p:nvSpPr>
        <p:spPr bwMode="auto">
          <a:xfrm>
            <a:off x="4774290" y="1695537"/>
            <a:ext cx="788661" cy="216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1219109" rtl="0" eaLnBrk="1" fontAlgn="auto" latinLnBrk="0" hangingPunct="1">
              <a:lnSpc>
                <a:spcPct val="100000"/>
              </a:lnSpc>
              <a:spcBef>
                <a:spcPts val="0"/>
              </a:spcBef>
              <a:spcAft>
                <a:spcPts val="0"/>
              </a:spcAft>
              <a:buClrTx/>
              <a:buSzTx/>
              <a:buFontTx/>
              <a:buNone/>
              <a:tabLst/>
              <a:defRPr/>
            </a:pPr>
            <a:endParaRPr kumimoji="0" lang="en-US" altLang="zh-CN" sz="750" b="1" i="0" u="none" strike="noStrike" kern="1200" cap="none" spc="-7" normalizeH="0" baseline="0" noProof="0">
              <a:ln>
                <a:noFill/>
              </a:ln>
              <a:solidFill>
                <a:srgbClr val="000000"/>
              </a:solidFill>
              <a:effectLst/>
              <a:uLnTx/>
              <a:uFillTx/>
              <a:latin typeface="Calibri" panose="020F0502020204030204" pitchFamily="34" charset="0"/>
              <a:ea typeface="游ゴシック"/>
              <a:cs typeface="+mn-cs"/>
            </a:endParaRPr>
          </a:p>
        </p:txBody>
      </p:sp>
      <p:sp>
        <p:nvSpPr>
          <p:cNvPr id="13" name="Title 2">
            <a:extLst>
              <a:ext uri="{FF2B5EF4-FFF2-40B4-BE49-F238E27FC236}">
                <a16:creationId xmlns:a16="http://schemas.microsoft.com/office/drawing/2014/main" id="{5BBAA6D6-FD6A-66F8-E000-82496EE32038}"/>
              </a:ext>
            </a:extLst>
          </p:cNvPr>
          <p:cNvSpPr txBox="1">
            <a:spLocks/>
          </p:cNvSpPr>
          <p:nvPr/>
        </p:nvSpPr>
        <p:spPr bwMode="gray">
          <a:xfrm>
            <a:off x="359999" y="180000"/>
            <a:ext cx="8424863" cy="540000"/>
          </a:xfrm>
          <a:prstGeom prst="rect">
            <a:avLst/>
          </a:prstGeom>
        </p:spPr>
        <p:txBody>
          <a:bodyPr vert="horz" lIns="0" tIns="0" rIns="0" bIns="0" rtlCol="0" anchor="t">
            <a:noAutofit/>
          </a:bodyPr>
          <a:lstStyle>
            <a:lvl1pPr algn="l" defTabSz="685783" rtl="0" eaLnBrk="1" latinLnBrk="0" hangingPunct="1">
              <a:lnSpc>
                <a:spcPct val="100000"/>
              </a:lnSpc>
              <a:spcBef>
                <a:spcPct val="0"/>
              </a:spcBef>
              <a:buNone/>
              <a:defRPr sz="1875" b="1" kern="1200">
                <a:solidFill>
                  <a:schemeClr val="bg2"/>
                </a:solidFill>
                <a:latin typeface="+mj-lt"/>
                <a:ea typeface="+mj-ea"/>
                <a:cs typeface="+mj-cs"/>
              </a:defRPr>
            </a:lvl1pPr>
          </a:lstStyle>
          <a:p>
            <a:pPr marL="0" marR="0" lvl="0" indent="0" algn="l" defTabSz="685783" rtl="0" eaLnBrk="1" fontAlgn="auto" latinLnBrk="0" hangingPunct="1">
              <a:lnSpc>
                <a:spcPct val="100000"/>
              </a:lnSpc>
              <a:spcBef>
                <a:spcPct val="0"/>
              </a:spcBef>
              <a:spcAft>
                <a:spcPts val="0"/>
              </a:spcAft>
              <a:buClrTx/>
              <a:buSzTx/>
              <a:buFontTx/>
              <a:buNone/>
              <a:tabLst/>
              <a:defRPr/>
            </a:pPr>
            <a:r>
              <a:rPr kumimoji="0" lang="en-US" sz="1600" b="1" i="0" u="sng" strike="noStrike" kern="1200" cap="none" spc="0" normalizeH="0" baseline="0" noProof="0">
                <a:ln>
                  <a:noFill/>
                </a:ln>
                <a:solidFill>
                  <a:srgbClr val="08312A"/>
                </a:solidFill>
                <a:effectLst/>
                <a:uLnTx/>
                <a:uFillTx/>
                <a:latin typeface="Calibri" panose="020F0502020204030204" pitchFamily="34" charset="0"/>
                <a:ea typeface="+mj-ea"/>
                <a:cs typeface="Calibri" panose="020F0502020204030204" pitchFamily="34" charset="0"/>
              </a:rPr>
              <a:t>Ongoing</a:t>
            </a:r>
            <a:r>
              <a:rPr kumimoji="0" lang="en-US" sz="1600" b="1" i="0" u="none" strike="noStrike" kern="1200" cap="none" spc="0" normalizeH="0" baseline="0" noProof="0">
                <a:ln>
                  <a:noFill/>
                </a:ln>
                <a:solidFill>
                  <a:srgbClr val="08312A"/>
                </a:solidFill>
                <a:effectLst/>
                <a:uLnTx/>
                <a:uFillTx/>
                <a:latin typeface="Calibri" panose="020F0502020204030204" pitchFamily="34" charset="0"/>
                <a:ea typeface="+mj-ea"/>
                <a:cs typeface="Calibri" panose="020F0502020204030204" pitchFamily="34" charset="0"/>
              </a:rPr>
              <a:t>:</a:t>
            </a:r>
            <a:br>
              <a:rPr kumimoji="0" lang="en-US" sz="1600" b="1" i="0" u="none" strike="noStrike" kern="1200" cap="none" spc="0" normalizeH="0" baseline="0" noProof="0">
                <a:ln>
                  <a:noFill/>
                </a:ln>
                <a:solidFill>
                  <a:srgbClr val="08312A"/>
                </a:solidFill>
                <a:effectLst/>
                <a:uLnTx/>
                <a:uFillTx/>
                <a:latin typeface="Calibri" panose="020F0502020204030204" pitchFamily="34" charset="0"/>
                <a:ea typeface="+mj-ea"/>
                <a:cs typeface="Calibri" panose="020F0502020204030204" pitchFamily="34" charset="0"/>
              </a:rPr>
            </a:br>
            <a:r>
              <a:rPr kumimoji="0" lang="nn-NO" sz="1600" b="1" i="0" u="none" strike="noStrike" kern="1200" cap="none" spc="0" normalizeH="0" baseline="0" noProof="0">
                <a:ln>
                  <a:noFill/>
                </a:ln>
                <a:solidFill>
                  <a:srgbClr val="08312A"/>
                </a:solidFill>
                <a:effectLst/>
                <a:uLnTx/>
                <a:uFillTx/>
                <a:latin typeface="Calibri" panose="020F0502020204030204" pitchFamily="34" charset="0"/>
                <a:ea typeface="+mj-ea"/>
                <a:cs typeface="Calibri" panose="020F0502020204030204" pitchFamily="34" charset="0"/>
              </a:rPr>
              <a:t>Brigimadlin(MDM2/P53</a:t>
            </a:r>
            <a:r>
              <a:rPr kumimoji="0" lang="en-US" sz="1600" b="1" i="0" u="none" strike="noStrike" kern="1200" cap="none" spc="0" normalizeH="0" baseline="0" noProof="0">
                <a:ln>
                  <a:noFill/>
                </a:ln>
                <a:solidFill>
                  <a:srgbClr val="08312A"/>
                </a:solidFill>
                <a:effectLst/>
                <a:uLnTx/>
                <a:uFillTx/>
                <a:latin typeface="Calibri" panose="020F0502020204030204" pitchFamily="34" charset="0"/>
                <a:ea typeface="+mj-ea"/>
                <a:cs typeface="Calibri" panose="020F0502020204030204" pitchFamily="34" charset="0"/>
              </a:rPr>
              <a:t>): 2L Biliary Tract Carcinomas (BTC)</a:t>
            </a:r>
            <a:br>
              <a:rPr kumimoji="0" lang="en-US" sz="1600" b="1" i="0" u="none" strike="noStrike" kern="1200" cap="none" spc="0" normalizeH="0" baseline="0" noProof="0">
                <a:ln>
                  <a:noFill/>
                </a:ln>
                <a:solidFill>
                  <a:srgbClr val="08312A"/>
                </a:solidFill>
                <a:effectLst/>
                <a:uLnTx/>
                <a:uFillTx/>
                <a:latin typeface="Calibri" panose="020F0502020204030204" pitchFamily="34" charset="0"/>
                <a:ea typeface="+mj-ea"/>
                <a:cs typeface="Calibri" panose="020F0502020204030204" pitchFamily="34" charset="0"/>
              </a:rPr>
            </a:br>
            <a:endParaRPr kumimoji="0" lang="en-US" sz="1600" b="1" i="0" u="none" strike="noStrike" kern="1200" cap="none" spc="0" normalizeH="0" baseline="0" noProof="0">
              <a:ln>
                <a:noFill/>
              </a:ln>
              <a:solidFill>
                <a:srgbClr val="08312A"/>
              </a:solidFill>
              <a:effectLst/>
              <a:uLnTx/>
              <a:uFillTx/>
              <a:latin typeface="Calibri" panose="020F0502020204030204" pitchFamily="34" charset="0"/>
              <a:ea typeface="+mj-ea"/>
              <a:cs typeface="Calibri" panose="020F0502020204030204" pitchFamily="34" charset="0"/>
            </a:endParaRPr>
          </a:p>
        </p:txBody>
      </p:sp>
      <p:graphicFrame>
        <p:nvGraphicFramePr>
          <p:cNvPr id="14" name="Table 3">
            <a:extLst>
              <a:ext uri="{FF2B5EF4-FFF2-40B4-BE49-F238E27FC236}">
                <a16:creationId xmlns:a16="http://schemas.microsoft.com/office/drawing/2014/main" id="{B19E6D8C-99FE-0ABF-ED7C-40AA16E53E74}"/>
              </a:ext>
            </a:extLst>
          </p:cNvPr>
          <p:cNvGraphicFramePr>
            <a:graphicFrameLocks noGrp="1"/>
          </p:cNvGraphicFramePr>
          <p:nvPr/>
        </p:nvGraphicFramePr>
        <p:xfrm>
          <a:off x="260148" y="893492"/>
          <a:ext cx="8643734" cy="533400"/>
        </p:xfrm>
        <a:graphic>
          <a:graphicData uri="http://schemas.openxmlformats.org/drawingml/2006/table">
            <a:tbl>
              <a:tblPr firstRow="1" bandRow="1"/>
              <a:tblGrid>
                <a:gridCol w="392897">
                  <a:extLst>
                    <a:ext uri="{9D8B030D-6E8A-4147-A177-3AD203B41FA5}">
                      <a16:colId xmlns:a16="http://schemas.microsoft.com/office/drawing/2014/main" val="3091663135"/>
                    </a:ext>
                  </a:extLst>
                </a:gridCol>
                <a:gridCol w="392897">
                  <a:extLst>
                    <a:ext uri="{9D8B030D-6E8A-4147-A177-3AD203B41FA5}">
                      <a16:colId xmlns:a16="http://schemas.microsoft.com/office/drawing/2014/main" val="2003423086"/>
                    </a:ext>
                  </a:extLst>
                </a:gridCol>
                <a:gridCol w="392897">
                  <a:extLst>
                    <a:ext uri="{9D8B030D-6E8A-4147-A177-3AD203B41FA5}">
                      <a16:colId xmlns:a16="http://schemas.microsoft.com/office/drawing/2014/main" val="3023231563"/>
                    </a:ext>
                  </a:extLst>
                </a:gridCol>
                <a:gridCol w="392897">
                  <a:extLst>
                    <a:ext uri="{9D8B030D-6E8A-4147-A177-3AD203B41FA5}">
                      <a16:colId xmlns:a16="http://schemas.microsoft.com/office/drawing/2014/main" val="2564556630"/>
                    </a:ext>
                  </a:extLst>
                </a:gridCol>
                <a:gridCol w="392897">
                  <a:extLst>
                    <a:ext uri="{9D8B030D-6E8A-4147-A177-3AD203B41FA5}">
                      <a16:colId xmlns:a16="http://schemas.microsoft.com/office/drawing/2014/main" val="3411862845"/>
                    </a:ext>
                  </a:extLst>
                </a:gridCol>
                <a:gridCol w="392897">
                  <a:extLst>
                    <a:ext uri="{9D8B030D-6E8A-4147-A177-3AD203B41FA5}">
                      <a16:colId xmlns:a16="http://schemas.microsoft.com/office/drawing/2014/main" val="2851474774"/>
                    </a:ext>
                  </a:extLst>
                </a:gridCol>
                <a:gridCol w="392897">
                  <a:extLst>
                    <a:ext uri="{9D8B030D-6E8A-4147-A177-3AD203B41FA5}">
                      <a16:colId xmlns:a16="http://schemas.microsoft.com/office/drawing/2014/main" val="107595344"/>
                    </a:ext>
                  </a:extLst>
                </a:gridCol>
                <a:gridCol w="392897">
                  <a:extLst>
                    <a:ext uri="{9D8B030D-6E8A-4147-A177-3AD203B41FA5}">
                      <a16:colId xmlns:a16="http://schemas.microsoft.com/office/drawing/2014/main" val="1666999431"/>
                    </a:ext>
                  </a:extLst>
                </a:gridCol>
                <a:gridCol w="392897">
                  <a:extLst>
                    <a:ext uri="{9D8B030D-6E8A-4147-A177-3AD203B41FA5}">
                      <a16:colId xmlns:a16="http://schemas.microsoft.com/office/drawing/2014/main" val="3696607442"/>
                    </a:ext>
                  </a:extLst>
                </a:gridCol>
                <a:gridCol w="392897">
                  <a:extLst>
                    <a:ext uri="{9D8B030D-6E8A-4147-A177-3AD203B41FA5}">
                      <a16:colId xmlns:a16="http://schemas.microsoft.com/office/drawing/2014/main" val="223989776"/>
                    </a:ext>
                  </a:extLst>
                </a:gridCol>
                <a:gridCol w="392897">
                  <a:extLst>
                    <a:ext uri="{9D8B030D-6E8A-4147-A177-3AD203B41FA5}">
                      <a16:colId xmlns:a16="http://schemas.microsoft.com/office/drawing/2014/main" val="124731204"/>
                    </a:ext>
                  </a:extLst>
                </a:gridCol>
                <a:gridCol w="392897">
                  <a:extLst>
                    <a:ext uri="{9D8B030D-6E8A-4147-A177-3AD203B41FA5}">
                      <a16:colId xmlns:a16="http://schemas.microsoft.com/office/drawing/2014/main" val="3066978585"/>
                    </a:ext>
                  </a:extLst>
                </a:gridCol>
                <a:gridCol w="392897">
                  <a:extLst>
                    <a:ext uri="{9D8B030D-6E8A-4147-A177-3AD203B41FA5}">
                      <a16:colId xmlns:a16="http://schemas.microsoft.com/office/drawing/2014/main" val="1064917641"/>
                    </a:ext>
                  </a:extLst>
                </a:gridCol>
                <a:gridCol w="392897">
                  <a:extLst>
                    <a:ext uri="{9D8B030D-6E8A-4147-A177-3AD203B41FA5}">
                      <a16:colId xmlns:a16="http://schemas.microsoft.com/office/drawing/2014/main" val="4221117315"/>
                    </a:ext>
                  </a:extLst>
                </a:gridCol>
                <a:gridCol w="392897">
                  <a:extLst>
                    <a:ext uri="{9D8B030D-6E8A-4147-A177-3AD203B41FA5}">
                      <a16:colId xmlns:a16="http://schemas.microsoft.com/office/drawing/2014/main" val="3266065341"/>
                    </a:ext>
                  </a:extLst>
                </a:gridCol>
                <a:gridCol w="392897">
                  <a:extLst>
                    <a:ext uri="{9D8B030D-6E8A-4147-A177-3AD203B41FA5}">
                      <a16:colId xmlns:a16="http://schemas.microsoft.com/office/drawing/2014/main" val="2374051224"/>
                    </a:ext>
                  </a:extLst>
                </a:gridCol>
                <a:gridCol w="392897">
                  <a:extLst>
                    <a:ext uri="{9D8B030D-6E8A-4147-A177-3AD203B41FA5}">
                      <a16:colId xmlns:a16="http://schemas.microsoft.com/office/drawing/2014/main" val="1840388365"/>
                    </a:ext>
                  </a:extLst>
                </a:gridCol>
                <a:gridCol w="392897">
                  <a:extLst>
                    <a:ext uri="{9D8B030D-6E8A-4147-A177-3AD203B41FA5}">
                      <a16:colId xmlns:a16="http://schemas.microsoft.com/office/drawing/2014/main" val="267750830"/>
                    </a:ext>
                  </a:extLst>
                </a:gridCol>
                <a:gridCol w="392897">
                  <a:extLst>
                    <a:ext uri="{9D8B030D-6E8A-4147-A177-3AD203B41FA5}">
                      <a16:colId xmlns:a16="http://schemas.microsoft.com/office/drawing/2014/main" val="3966469970"/>
                    </a:ext>
                  </a:extLst>
                </a:gridCol>
                <a:gridCol w="392897">
                  <a:extLst>
                    <a:ext uri="{9D8B030D-6E8A-4147-A177-3AD203B41FA5}">
                      <a16:colId xmlns:a16="http://schemas.microsoft.com/office/drawing/2014/main" val="2522973146"/>
                    </a:ext>
                  </a:extLst>
                </a:gridCol>
                <a:gridCol w="392897">
                  <a:extLst>
                    <a:ext uri="{9D8B030D-6E8A-4147-A177-3AD203B41FA5}">
                      <a16:colId xmlns:a16="http://schemas.microsoft.com/office/drawing/2014/main" val="529184951"/>
                    </a:ext>
                  </a:extLst>
                </a:gridCol>
                <a:gridCol w="392897">
                  <a:extLst>
                    <a:ext uri="{9D8B030D-6E8A-4147-A177-3AD203B41FA5}">
                      <a16:colId xmlns:a16="http://schemas.microsoft.com/office/drawing/2014/main" val="97816521"/>
                    </a:ext>
                  </a:extLst>
                </a:gridCol>
              </a:tblGrid>
              <a:tr h="194310">
                <a:tc>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2022</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2022</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F5597"/>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2025</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2026</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2028</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2F5597"/>
                    </a:solidFill>
                  </a:tcPr>
                </a:tc>
                <a:extLst>
                  <a:ext uri="{0D108BD9-81ED-4DB2-BD59-A6C34878D82A}">
                    <a16:rowId xmlns:a16="http://schemas.microsoft.com/office/drawing/2014/main" val="3603824039"/>
                  </a:ext>
                </a:extLst>
              </a:tr>
              <a:tr h="32004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extLst>
                  <a:ext uri="{0D108BD9-81ED-4DB2-BD59-A6C34878D82A}">
                    <a16:rowId xmlns:a16="http://schemas.microsoft.com/office/drawing/2014/main" val="2722476245"/>
                  </a:ext>
                </a:extLst>
              </a:tr>
            </a:tbl>
          </a:graphicData>
        </a:graphic>
      </p:graphicFrame>
      <p:cxnSp>
        <p:nvCxnSpPr>
          <p:cNvPr id="15" name="Straight Connector 147">
            <a:extLst>
              <a:ext uri="{FF2B5EF4-FFF2-40B4-BE49-F238E27FC236}">
                <a16:creationId xmlns:a16="http://schemas.microsoft.com/office/drawing/2014/main" id="{C1B47561-FEFA-C292-E030-029413B71606}"/>
              </a:ext>
            </a:extLst>
          </p:cNvPr>
          <p:cNvCxnSpPr>
            <a:cxnSpLocks/>
          </p:cNvCxnSpPr>
          <p:nvPr/>
        </p:nvCxnSpPr>
        <p:spPr bwMode="auto">
          <a:xfrm flipH="1">
            <a:off x="0" y="3209605"/>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16" name="Isosceles Triangle 1">
            <a:extLst>
              <a:ext uri="{FF2B5EF4-FFF2-40B4-BE49-F238E27FC236}">
                <a16:creationId xmlns:a16="http://schemas.microsoft.com/office/drawing/2014/main" id="{2A770920-4C69-42B0-6118-CFC5DBFE02D0}"/>
              </a:ext>
            </a:extLst>
          </p:cNvPr>
          <p:cNvSpPr/>
          <p:nvPr/>
        </p:nvSpPr>
        <p:spPr>
          <a:xfrm rot="16200000" flipH="1">
            <a:off x="714529" y="1077957"/>
            <a:ext cx="486295" cy="170512"/>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black"/>
              </a:solidFill>
              <a:effectLst/>
              <a:uLnTx/>
              <a:uFillTx/>
              <a:latin typeface="BISans"/>
              <a:ea typeface="游ゴシック"/>
              <a:cs typeface="+mn-cs"/>
            </a:endParaRPr>
          </a:p>
        </p:txBody>
      </p:sp>
      <p:sp>
        <p:nvSpPr>
          <p:cNvPr id="17" name="Isosceles Triangle 128">
            <a:extLst>
              <a:ext uri="{FF2B5EF4-FFF2-40B4-BE49-F238E27FC236}">
                <a16:creationId xmlns:a16="http://schemas.microsoft.com/office/drawing/2014/main" id="{51B4F8BC-1931-D4A0-841B-EAB8CFC19A15}"/>
              </a:ext>
            </a:extLst>
          </p:cNvPr>
          <p:cNvSpPr/>
          <p:nvPr/>
        </p:nvSpPr>
        <p:spPr>
          <a:xfrm rot="5400000">
            <a:off x="8745981" y="1077639"/>
            <a:ext cx="486295" cy="170512"/>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35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black"/>
              </a:solidFill>
              <a:effectLst/>
              <a:uLnTx/>
              <a:uFillTx/>
              <a:latin typeface="BISans"/>
              <a:ea typeface="游ゴシック"/>
              <a:cs typeface="+mn-cs"/>
            </a:endParaRPr>
          </a:p>
        </p:txBody>
      </p:sp>
      <p:sp>
        <p:nvSpPr>
          <p:cNvPr id="18" name="TextBox 64">
            <a:extLst>
              <a:ext uri="{FF2B5EF4-FFF2-40B4-BE49-F238E27FC236}">
                <a16:creationId xmlns:a16="http://schemas.microsoft.com/office/drawing/2014/main" id="{39330B79-999B-972B-E854-2C8FA0E2C34A}"/>
              </a:ext>
            </a:extLst>
          </p:cNvPr>
          <p:cNvSpPr txBox="1"/>
          <p:nvPr/>
        </p:nvSpPr>
        <p:spPr>
          <a:xfrm>
            <a:off x="-708" y="1603213"/>
            <a:ext cx="693549" cy="246221"/>
          </a:xfrm>
          <a:prstGeom prst="rect">
            <a:avLst/>
          </a:prstGeom>
          <a:noFill/>
          <a:ln>
            <a:noFill/>
          </a:ln>
        </p:spPr>
        <p:txBody>
          <a:bodyPr wrap="square" lIns="0" tIns="0" rIns="0" bIns="0" rtlCol="0">
            <a:sp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solidFill>
                <a:effectLst/>
                <a:uLnTx/>
                <a:uFillTx/>
                <a:latin typeface="Calibri" panose="020F0502020204030204" pitchFamily="34" charset="0"/>
                <a:ea typeface="游ゴシック"/>
                <a:cs typeface="Calibri" panose="020F0502020204030204" pitchFamily="34" charset="0"/>
              </a:rPr>
              <a:t>Ph2-1403.11</a:t>
            </a:r>
          </a:p>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solidFill>
                <a:effectLst/>
                <a:uLnTx/>
                <a:uFillTx/>
                <a:latin typeface="Calibri" panose="020F0502020204030204" pitchFamily="34" charset="0"/>
                <a:ea typeface="游ゴシック"/>
                <a:cs typeface="Calibri" panose="020F0502020204030204" pitchFamily="34" charset="0"/>
              </a:rPr>
              <a:t>Brightline-2</a:t>
            </a:r>
          </a:p>
        </p:txBody>
      </p:sp>
      <p:pic>
        <p:nvPicPr>
          <p:cNvPr id="19" name="Picture 4">
            <a:extLst>
              <a:ext uri="{FF2B5EF4-FFF2-40B4-BE49-F238E27FC236}">
                <a16:creationId xmlns:a16="http://schemas.microsoft.com/office/drawing/2014/main" id="{1213405A-996A-F5F4-402E-45C5647ECA3B}"/>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0837" y="965777"/>
            <a:ext cx="853514" cy="420660"/>
          </a:xfrm>
          <a:prstGeom prst="rect">
            <a:avLst/>
          </a:prstGeom>
        </p:spPr>
      </p:pic>
      <p:grpSp>
        <p:nvGrpSpPr>
          <p:cNvPr id="21" name="Group 39">
            <a:extLst>
              <a:ext uri="{FF2B5EF4-FFF2-40B4-BE49-F238E27FC236}">
                <a16:creationId xmlns:a16="http://schemas.microsoft.com/office/drawing/2014/main" id="{E3CF8100-D9C2-B8EA-A6D9-9DB9FC52C453}"/>
              </a:ext>
            </a:extLst>
          </p:cNvPr>
          <p:cNvGrpSpPr/>
          <p:nvPr/>
        </p:nvGrpSpPr>
        <p:grpSpPr>
          <a:xfrm>
            <a:off x="3733875" y="1393581"/>
            <a:ext cx="410060" cy="3510787"/>
            <a:chOff x="1043967" y="1505428"/>
            <a:chExt cx="546747" cy="3510784"/>
          </a:xfrm>
        </p:grpSpPr>
        <p:cxnSp>
          <p:nvCxnSpPr>
            <p:cNvPr id="22" name="Straight Connector 47">
              <a:extLst>
                <a:ext uri="{FF2B5EF4-FFF2-40B4-BE49-F238E27FC236}">
                  <a16:creationId xmlns:a16="http://schemas.microsoft.com/office/drawing/2014/main" id="{C680AA8A-E558-B163-AB3F-E2CD7C5E14AD}"/>
                </a:ext>
              </a:extLst>
            </p:cNvPr>
            <p:cNvCxnSpPr>
              <a:cxnSpLocks/>
            </p:cNvCxnSpPr>
            <p:nvPr/>
          </p:nvCxnSpPr>
          <p:spPr bwMode="auto">
            <a:xfrm flipV="1">
              <a:off x="1295762" y="1776215"/>
              <a:ext cx="0" cy="3239997"/>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23" name="OTLSHAPE_T_e17f3958430f4cff8650518c93c7635e_StartDate">
              <a:extLst>
                <a:ext uri="{FF2B5EF4-FFF2-40B4-BE49-F238E27FC236}">
                  <a16:creationId xmlns:a16="http://schemas.microsoft.com/office/drawing/2014/main" id="{A322D7F5-511E-133D-7371-A57C57281C95}"/>
                </a:ext>
              </a:extLst>
            </p:cNvPr>
            <p:cNvSpPr txBox="1"/>
            <p:nvPr>
              <p:custDataLst>
                <p:tags r:id="rId18"/>
              </p:custDataLst>
            </p:nvPr>
          </p:nvSpPr>
          <p:spPr>
            <a:xfrm>
              <a:off x="1043967" y="1505428"/>
              <a:ext cx="546747" cy="246221"/>
            </a:xfrm>
            <a:prstGeom prst="rect">
              <a:avLst/>
            </a:prstGeom>
            <a:noFill/>
            <a:ln w="12700">
              <a:noFill/>
            </a:ln>
          </p:spPr>
          <p:txBody>
            <a:bodyPr vert="horz" wrap="square" lIns="0" tIns="0" rIns="0" bIns="0" rtlCol="0" anchor="ctr" anchorCtr="0">
              <a:sp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panose="020F0502020204030204" pitchFamily="34" charset="0"/>
                  <a:ea typeface="游ゴシック"/>
                  <a:cs typeface="Calibri" panose="020F0502020204030204" pitchFamily="34" charset="0"/>
                </a:rPr>
                <a:t>We are here</a:t>
              </a:r>
              <a:endParaRPr kumimoji="0" lang="zh-CN" altLang="en-US" sz="800" b="1" i="0" u="none" strike="noStrike" kern="1200" cap="none" spc="0" normalizeH="0" baseline="0" noProof="0">
                <a:ln>
                  <a:noFill/>
                </a:ln>
                <a:solidFill>
                  <a:srgbClr val="FF0000"/>
                </a:solidFill>
                <a:effectLst/>
                <a:uLnTx/>
                <a:uFillTx/>
                <a:latin typeface="Calibri" panose="020F0502020204030204" pitchFamily="34" charset="0"/>
                <a:ea typeface="游ゴシック"/>
                <a:cs typeface="Calibri" panose="020F0502020204030204" pitchFamily="34" charset="0"/>
              </a:endParaRPr>
            </a:p>
          </p:txBody>
        </p:sp>
      </p:grpSp>
      <p:grpSp>
        <p:nvGrpSpPr>
          <p:cNvPr id="24" name="Group 51">
            <a:extLst>
              <a:ext uri="{FF2B5EF4-FFF2-40B4-BE49-F238E27FC236}">
                <a16:creationId xmlns:a16="http://schemas.microsoft.com/office/drawing/2014/main" id="{A4C50335-68FE-0C6D-282E-E72746459A9B}"/>
              </a:ext>
            </a:extLst>
          </p:cNvPr>
          <p:cNvGrpSpPr/>
          <p:nvPr/>
        </p:nvGrpSpPr>
        <p:grpSpPr>
          <a:xfrm>
            <a:off x="1262020" y="1591370"/>
            <a:ext cx="795686" cy="531178"/>
            <a:chOff x="4089412" y="1904918"/>
            <a:chExt cx="794829" cy="704103"/>
          </a:xfrm>
        </p:grpSpPr>
        <p:sp>
          <p:nvSpPr>
            <p:cNvPr id="25" name="Rectangle 52">
              <a:extLst>
                <a:ext uri="{FF2B5EF4-FFF2-40B4-BE49-F238E27FC236}">
                  <a16:creationId xmlns:a16="http://schemas.microsoft.com/office/drawing/2014/main" id="{CE6248E2-B3FC-5D33-557F-3A9D8E86A503}"/>
                </a:ext>
              </a:extLst>
            </p:cNvPr>
            <p:cNvSpPr/>
            <p:nvPr/>
          </p:nvSpPr>
          <p:spPr>
            <a:xfrm>
              <a:off x="4327893" y="2333638"/>
              <a:ext cx="306165" cy="275383"/>
            </a:xfrm>
            <a:prstGeom prst="rect">
              <a:avLst/>
            </a:prstGeom>
          </p:spPr>
          <p:txBody>
            <a:bodyPr wrap="none">
              <a:spAutoFit/>
            </a:bodyPr>
            <a:lstStyle/>
            <a:p>
              <a:pPr marL="0" marR="0" lvl="0" indent="0" algn="ctr" defTabSz="914331"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mn-cs"/>
                </a:rPr>
                <a:t>FPI</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mn-cs"/>
              </a:endParaRPr>
            </a:p>
          </p:txBody>
        </p:sp>
        <p:sp>
          <p:nvSpPr>
            <p:cNvPr id="26" name="OTLSHAPE_T_e17f3958430f4cff8650518c93c7635e_StartDate">
              <a:extLst>
                <a:ext uri="{FF2B5EF4-FFF2-40B4-BE49-F238E27FC236}">
                  <a16:creationId xmlns:a16="http://schemas.microsoft.com/office/drawing/2014/main" id="{DC9779C0-25B7-60E6-B5B4-1005131BF51F}"/>
                </a:ext>
              </a:extLst>
            </p:cNvPr>
            <p:cNvSpPr txBox="1"/>
            <p:nvPr>
              <p:custDataLst>
                <p:tags r:id="rId17"/>
              </p:custDataLst>
            </p:nvPr>
          </p:nvSpPr>
          <p:spPr>
            <a:xfrm>
              <a:off x="4089412" y="1904918"/>
              <a:ext cx="794829" cy="152990"/>
            </a:xfrm>
            <a:prstGeom prst="rect">
              <a:avLst/>
            </a:prstGeom>
            <a:noFill/>
          </p:spPr>
          <p:txBody>
            <a:bodyPr vert="horz" wrap="square" lIns="0" tIns="0" rIns="0" bIns="0" rtlCol="0" anchor="ctr" anchorCtr="0">
              <a:spAutoFit/>
            </a:bodyPr>
            <a:lstStyle/>
            <a:p>
              <a:pPr marL="0" marR="0" lvl="0" indent="0" algn="ctr" defTabSz="914331"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mn-cs"/>
                </a:rPr>
                <a:t>Dec 2022</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mn-cs"/>
              </a:endParaRPr>
            </a:p>
          </p:txBody>
        </p:sp>
        <p:sp>
          <p:nvSpPr>
            <p:cNvPr id="27" name="Star: 4 Points 143">
              <a:extLst>
                <a:ext uri="{FF2B5EF4-FFF2-40B4-BE49-F238E27FC236}">
                  <a16:creationId xmlns:a16="http://schemas.microsoft.com/office/drawing/2014/main" id="{CF68AFF6-6FD6-D1FC-6F08-94BE583190B2}"/>
                </a:ext>
              </a:extLst>
            </p:cNvPr>
            <p:cNvSpPr/>
            <p:nvPr/>
          </p:nvSpPr>
          <p:spPr bwMode="auto">
            <a:xfrm>
              <a:off x="4398437" y="2228654"/>
              <a:ext cx="184243" cy="187814"/>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750" b="0" i="0" u="none" strike="noStrike" kern="1200" cap="none" spc="0" normalizeH="0" baseline="0" noProof="0">
                <a:ln>
                  <a:noFill/>
                </a:ln>
                <a:solidFill>
                  <a:srgbClr val="000000"/>
                </a:solidFill>
                <a:effectLst/>
                <a:uLnTx/>
                <a:uFillTx/>
                <a:latin typeface="Verdana" charset="0"/>
                <a:ea typeface="游ゴシック"/>
                <a:cs typeface="+mn-cs"/>
              </a:endParaRPr>
            </a:p>
          </p:txBody>
        </p:sp>
      </p:grpSp>
      <p:sp>
        <p:nvSpPr>
          <p:cNvPr id="28" name="OTLSHAPE_T_e17f3958430f4cff8650518c93c7635e_Shape">
            <a:extLst>
              <a:ext uri="{FF2B5EF4-FFF2-40B4-BE49-F238E27FC236}">
                <a16:creationId xmlns:a16="http://schemas.microsoft.com/office/drawing/2014/main" id="{2F06FEE0-1113-9EFF-414F-FEA960AC6C95}"/>
              </a:ext>
            </a:extLst>
          </p:cNvPr>
          <p:cNvSpPr/>
          <p:nvPr>
            <p:custDataLst>
              <p:tags r:id="rId2"/>
            </p:custDataLst>
          </p:nvPr>
        </p:nvSpPr>
        <p:spPr bwMode="auto">
          <a:xfrm>
            <a:off x="1662530" y="1696386"/>
            <a:ext cx="3114293"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331"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prstClr val="black"/>
                </a:solidFill>
                <a:effectLst/>
                <a:uLnTx/>
                <a:uFillTx/>
                <a:latin typeface="Calibri" panose="020F0502020204030204" pitchFamily="34" charset="0"/>
                <a:ea typeface="游ゴシック"/>
                <a:cs typeface="Calibri" panose="020F0502020204030204" pitchFamily="34" charset="0"/>
              </a:rPr>
              <a:t>Ph2, BTC Cohort 1 N=90, 2L BTC and other solid tumors</a:t>
            </a:r>
            <a:endParaRPr kumimoji="0" lang="en-US" altLang="zh-CN" sz="750" b="1"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grpSp>
        <p:nvGrpSpPr>
          <p:cNvPr id="29" name="Group 58">
            <a:extLst>
              <a:ext uri="{FF2B5EF4-FFF2-40B4-BE49-F238E27FC236}">
                <a16:creationId xmlns:a16="http://schemas.microsoft.com/office/drawing/2014/main" id="{CD98B37B-C3D1-C577-32BD-14531DBEF9A4}"/>
              </a:ext>
            </a:extLst>
          </p:cNvPr>
          <p:cNvGrpSpPr/>
          <p:nvPr/>
        </p:nvGrpSpPr>
        <p:grpSpPr>
          <a:xfrm>
            <a:off x="4409737" y="1591362"/>
            <a:ext cx="683359" cy="531997"/>
            <a:chOff x="8592048" y="1360394"/>
            <a:chExt cx="511967" cy="528893"/>
          </a:xfrm>
        </p:grpSpPr>
        <p:sp>
          <p:nvSpPr>
            <p:cNvPr id="30" name="Rectangle 59">
              <a:extLst>
                <a:ext uri="{FF2B5EF4-FFF2-40B4-BE49-F238E27FC236}">
                  <a16:creationId xmlns:a16="http://schemas.microsoft.com/office/drawing/2014/main" id="{D2E489D4-4727-0DDC-8196-E6D1E0899F3F}"/>
                </a:ext>
              </a:extLst>
            </p:cNvPr>
            <p:cNvSpPr/>
            <p:nvPr/>
          </p:nvSpPr>
          <p:spPr>
            <a:xfrm>
              <a:off x="8749573" y="1682750"/>
              <a:ext cx="226021" cy="206537"/>
            </a:xfrm>
            <a:prstGeom prst="rect">
              <a:avLst/>
            </a:prstGeom>
          </p:spPr>
          <p:txBody>
            <a:bodyPr wrap="none">
              <a:spAutoFit/>
            </a:bodyPr>
            <a:lstStyle/>
            <a:p>
              <a:pPr marL="0" marR="0" lvl="0" indent="0" algn="ctr" defTabSz="914331"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LPI</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31" name="OTLSHAPE_T_e17f3958430f4cff8650518c93c7635e_StartDate">
              <a:extLst>
                <a:ext uri="{FF2B5EF4-FFF2-40B4-BE49-F238E27FC236}">
                  <a16:creationId xmlns:a16="http://schemas.microsoft.com/office/drawing/2014/main" id="{962F770C-7EC5-BADA-4B7A-EB1E92983EF9}"/>
                </a:ext>
              </a:extLst>
            </p:cNvPr>
            <p:cNvSpPr txBox="1"/>
            <p:nvPr>
              <p:custDataLst>
                <p:tags r:id="rId16"/>
              </p:custDataLst>
            </p:nvPr>
          </p:nvSpPr>
          <p:spPr>
            <a:xfrm>
              <a:off x="8592048" y="1360394"/>
              <a:ext cx="511967" cy="114743"/>
            </a:xfrm>
            <a:prstGeom prst="rect">
              <a:avLst/>
            </a:prstGeom>
            <a:noFill/>
          </p:spPr>
          <p:txBody>
            <a:bodyPr vert="horz" wrap="square" lIns="0" tIns="0" rIns="0" bIns="0" rtlCol="0" anchor="ctr" anchorCtr="0">
              <a:spAutoFit/>
            </a:bodyPr>
            <a:lstStyle/>
            <a:p>
              <a:pPr marL="0" marR="0" lvl="0" indent="0" algn="ctr" defTabSz="914331" rtl="0" eaLnBrk="1" fontAlgn="auto" latinLnBrk="0" hangingPunct="1">
                <a:lnSpc>
                  <a:spcPct val="100000"/>
                </a:lnSpc>
                <a:spcBef>
                  <a:spcPts val="0"/>
                </a:spcBef>
                <a:spcAft>
                  <a:spcPts val="0"/>
                </a:spcAft>
                <a:buClrTx/>
                <a:buSzTx/>
                <a:buFontTx/>
                <a:buNone/>
                <a:tabLst/>
                <a:defRPr/>
              </a:pPr>
              <a:r>
                <a:rPr kumimoji="0" lang="en-US" altLang="zh-CN" sz="750" b="1" i="0" u="none" strike="sng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Nov 2024</a:t>
              </a:r>
              <a:endParaRPr kumimoji="0" lang="zh-CN" altLang="en-US" sz="750" b="1" i="0" u="none" strike="sng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32" name="Star: 4 Points 143">
              <a:extLst>
                <a:ext uri="{FF2B5EF4-FFF2-40B4-BE49-F238E27FC236}">
                  <a16:creationId xmlns:a16="http://schemas.microsoft.com/office/drawing/2014/main" id="{9713A635-9B26-FF68-7B1A-00B672B971B8}"/>
                </a:ext>
              </a:extLst>
            </p:cNvPr>
            <p:cNvSpPr/>
            <p:nvPr/>
          </p:nvSpPr>
          <p:spPr bwMode="auto">
            <a:xfrm>
              <a:off x="8793492" y="160197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750" b="0"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grpSp>
      <p:grpSp>
        <p:nvGrpSpPr>
          <p:cNvPr id="33" name="Group 72">
            <a:extLst>
              <a:ext uri="{FF2B5EF4-FFF2-40B4-BE49-F238E27FC236}">
                <a16:creationId xmlns:a16="http://schemas.microsoft.com/office/drawing/2014/main" id="{711A6F87-8B58-C7DB-E732-52B306C94706}"/>
              </a:ext>
            </a:extLst>
          </p:cNvPr>
          <p:cNvGrpSpPr/>
          <p:nvPr/>
        </p:nvGrpSpPr>
        <p:grpSpPr>
          <a:xfrm>
            <a:off x="2768196" y="1591365"/>
            <a:ext cx="846757" cy="762581"/>
            <a:chOff x="8550879" y="1363365"/>
            <a:chExt cx="634385" cy="758134"/>
          </a:xfrm>
        </p:grpSpPr>
        <p:sp>
          <p:nvSpPr>
            <p:cNvPr id="34" name="Rectangle 73">
              <a:extLst>
                <a:ext uri="{FF2B5EF4-FFF2-40B4-BE49-F238E27FC236}">
                  <a16:creationId xmlns:a16="http://schemas.microsoft.com/office/drawing/2014/main" id="{DDB878B5-8A16-6AF1-40A8-E38D275C1457}"/>
                </a:ext>
              </a:extLst>
            </p:cNvPr>
            <p:cNvSpPr/>
            <p:nvPr/>
          </p:nvSpPr>
          <p:spPr>
            <a:xfrm>
              <a:off x="8550879" y="1685475"/>
              <a:ext cx="634385" cy="436024"/>
            </a:xfrm>
            <a:prstGeom prst="rect">
              <a:avLst/>
            </a:prstGeom>
          </p:spPr>
          <p:txBody>
            <a:bodyPr wrap="square">
              <a:spAutoFit/>
            </a:bodyPr>
            <a:lstStyle/>
            <a:p>
              <a:pPr marL="0" marR="0" lvl="0" indent="0" algn="ctr" defTabSz="914331"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IFA (30pts)</a:t>
              </a:r>
            </a:p>
            <a:p>
              <a:pPr marL="0" marR="0" lvl="0" indent="0" algn="ctr" defTabSz="914331"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FF0000"/>
                  </a:solidFill>
                  <a:effectLst/>
                  <a:uLnTx/>
                  <a:uFillTx/>
                  <a:latin typeface="Calibri" panose="020F0502020204030204" pitchFamily="34" charset="0"/>
                  <a:ea typeface="游ゴシック"/>
                  <a:cs typeface="Calibri" panose="020F0502020204030204" pitchFamily="34" charset="0"/>
                </a:rPr>
                <a:t>not pass</a:t>
              </a:r>
            </a:p>
            <a:p>
              <a:pPr marL="0" marR="0" lvl="0" indent="0" algn="ctr" defTabSz="914331" rtl="0" eaLnBrk="1" fontAlgn="auto" latinLnBrk="0" hangingPunct="1">
                <a:lnSpc>
                  <a:spcPct val="100000"/>
                </a:lnSpc>
                <a:spcBef>
                  <a:spcPts val="0"/>
                </a:spcBef>
                <a:spcAft>
                  <a:spcPts val="0"/>
                </a:spcAft>
                <a:buClrTx/>
                <a:buSzTx/>
                <a:buFontTx/>
                <a:buNone/>
                <a:tabLst/>
                <a:defRPr/>
              </a:pPr>
              <a:endParaRPr kumimoji="0" lang="zh-CN" altLang="en-US" sz="750" b="0"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35" name="OTLSHAPE_T_e17f3958430f4cff8650518c93c7635e_StartDate">
              <a:extLst>
                <a:ext uri="{FF2B5EF4-FFF2-40B4-BE49-F238E27FC236}">
                  <a16:creationId xmlns:a16="http://schemas.microsoft.com/office/drawing/2014/main" id="{4F7D57C9-2E17-D51B-F8B2-0F351B824C60}"/>
                </a:ext>
              </a:extLst>
            </p:cNvPr>
            <p:cNvSpPr txBox="1"/>
            <p:nvPr>
              <p:custDataLst>
                <p:tags r:id="rId15"/>
              </p:custDataLst>
            </p:nvPr>
          </p:nvSpPr>
          <p:spPr>
            <a:xfrm>
              <a:off x="8578966" y="1363365"/>
              <a:ext cx="511967" cy="114743"/>
            </a:xfrm>
            <a:prstGeom prst="rect">
              <a:avLst/>
            </a:prstGeom>
            <a:noFill/>
          </p:spPr>
          <p:txBody>
            <a:bodyPr vert="horz" wrap="square" lIns="0" tIns="0" rIns="0" bIns="0" rtlCol="0" anchor="ctr" anchorCtr="0">
              <a:spAutoFit/>
            </a:bodyPr>
            <a:lstStyle/>
            <a:p>
              <a:pPr marL="0" marR="0" lvl="0" indent="0" algn="ctr" defTabSz="914331"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Nov 2023</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36" name="Star: 4 Points 143">
              <a:extLst>
                <a:ext uri="{FF2B5EF4-FFF2-40B4-BE49-F238E27FC236}">
                  <a16:creationId xmlns:a16="http://schemas.microsoft.com/office/drawing/2014/main" id="{3B5C0B05-E3EB-8B24-41F5-21FF20A500CF}"/>
                </a:ext>
              </a:extLst>
            </p:cNvPr>
            <p:cNvSpPr/>
            <p:nvPr/>
          </p:nvSpPr>
          <p:spPr bwMode="auto">
            <a:xfrm>
              <a:off x="8793492" y="160494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750" b="0"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grpSp>
      <p:grpSp>
        <p:nvGrpSpPr>
          <p:cNvPr id="39" name="Group 82">
            <a:extLst>
              <a:ext uri="{FF2B5EF4-FFF2-40B4-BE49-F238E27FC236}">
                <a16:creationId xmlns:a16="http://schemas.microsoft.com/office/drawing/2014/main" id="{7DF90380-D8F7-419E-E6D3-A9FE0EDAF04E}"/>
              </a:ext>
            </a:extLst>
          </p:cNvPr>
          <p:cNvGrpSpPr/>
          <p:nvPr/>
        </p:nvGrpSpPr>
        <p:grpSpPr>
          <a:xfrm>
            <a:off x="5143674" y="1591363"/>
            <a:ext cx="683358" cy="531750"/>
            <a:chOff x="8642422" y="1392482"/>
            <a:chExt cx="511967" cy="528647"/>
          </a:xfrm>
        </p:grpSpPr>
        <p:sp>
          <p:nvSpPr>
            <p:cNvPr id="40" name="Rectangle 83">
              <a:extLst>
                <a:ext uri="{FF2B5EF4-FFF2-40B4-BE49-F238E27FC236}">
                  <a16:creationId xmlns:a16="http://schemas.microsoft.com/office/drawing/2014/main" id="{D099FBE7-8867-0F69-4A4D-D8541BEB9259}"/>
                </a:ext>
              </a:extLst>
            </p:cNvPr>
            <p:cNvSpPr/>
            <p:nvPr/>
          </p:nvSpPr>
          <p:spPr>
            <a:xfrm>
              <a:off x="8644492" y="1714592"/>
              <a:ext cx="436188" cy="206537"/>
            </a:xfrm>
            <a:prstGeom prst="rect">
              <a:avLst/>
            </a:prstGeom>
          </p:spPr>
          <p:txBody>
            <a:bodyPr wrap="none">
              <a:spAutoFit/>
            </a:bodyPr>
            <a:lstStyle/>
            <a:p>
              <a:pPr marL="0" marR="0" lvl="0" indent="0" algn="ctr" defTabSz="914331"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Key result</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41" name="OTLSHAPE_T_e17f3958430f4cff8650518c93c7635e_StartDate">
              <a:extLst>
                <a:ext uri="{FF2B5EF4-FFF2-40B4-BE49-F238E27FC236}">
                  <a16:creationId xmlns:a16="http://schemas.microsoft.com/office/drawing/2014/main" id="{63E74BB0-6631-3D18-1B51-88A34CF2464C}"/>
                </a:ext>
              </a:extLst>
            </p:cNvPr>
            <p:cNvSpPr txBox="1"/>
            <p:nvPr>
              <p:custDataLst>
                <p:tags r:id="rId14"/>
              </p:custDataLst>
            </p:nvPr>
          </p:nvSpPr>
          <p:spPr>
            <a:xfrm>
              <a:off x="8642422" y="1392482"/>
              <a:ext cx="511967" cy="114742"/>
            </a:xfrm>
            <a:prstGeom prst="rect">
              <a:avLst/>
            </a:prstGeom>
            <a:noFill/>
          </p:spPr>
          <p:txBody>
            <a:bodyPr vert="horz" wrap="square" lIns="0" tIns="0" rIns="0" bIns="0" rtlCol="0" anchor="ctr" anchorCtr="0">
              <a:spAutoFit/>
            </a:bodyPr>
            <a:lstStyle/>
            <a:p>
              <a:pPr marL="0" marR="0" lvl="0" indent="0" algn="ctr" defTabSz="914331" rtl="0" eaLnBrk="1" fontAlgn="auto" latinLnBrk="0" hangingPunct="1">
                <a:lnSpc>
                  <a:spcPct val="100000"/>
                </a:lnSpc>
                <a:spcBef>
                  <a:spcPts val="0"/>
                </a:spcBef>
                <a:spcAft>
                  <a:spcPts val="0"/>
                </a:spcAft>
                <a:buClrTx/>
                <a:buSzTx/>
                <a:buFontTx/>
                <a:buNone/>
                <a:tabLst/>
                <a:defRPr/>
              </a:pPr>
              <a:r>
                <a:rPr kumimoji="0" lang="en-US" altLang="zh-CN" sz="750" b="1" i="0" u="none" strike="sng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Apr 2025</a:t>
              </a:r>
              <a:endParaRPr kumimoji="0" lang="zh-CN" altLang="en-US" sz="750" b="1" i="0" u="none" strike="sng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42" name="Star: 4 Points 143">
              <a:extLst>
                <a:ext uri="{FF2B5EF4-FFF2-40B4-BE49-F238E27FC236}">
                  <a16:creationId xmlns:a16="http://schemas.microsoft.com/office/drawing/2014/main" id="{1F74FEB7-33F0-D140-F29D-D2D3C32429B3}"/>
                </a:ext>
              </a:extLst>
            </p:cNvPr>
            <p:cNvSpPr/>
            <p:nvPr/>
          </p:nvSpPr>
          <p:spPr bwMode="auto">
            <a:xfrm>
              <a:off x="8879126" y="163406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750" b="0"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grpSp>
      <p:grpSp>
        <p:nvGrpSpPr>
          <p:cNvPr id="83" name="组合 82">
            <a:extLst>
              <a:ext uri="{FF2B5EF4-FFF2-40B4-BE49-F238E27FC236}">
                <a16:creationId xmlns:a16="http://schemas.microsoft.com/office/drawing/2014/main" id="{EFED0C0A-8305-2481-550C-11399EF47CC2}"/>
              </a:ext>
            </a:extLst>
          </p:cNvPr>
          <p:cNvGrpSpPr/>
          <p:nvPr/>
        </p:nvGrpSpPr>
        <p:grpSpPr>
          <a:xfrm>
            <a:off x="6322741" y="1690136"/>
            <a:ext cx="530915" cy="438582"/>
            <a:chOff x="10527029" y="3221261"/>
            <a:chExt cx="707887" cy="584775"/>
          </a:xfrm>
        </p:grpSpPr>
        <p:sp>
          <p:nvSpPr>
            <p:cNvPr id="84" name="Rectangle 100">
              <a:extLst>
                <a:ext uri="{FF2B5EF4-FFF2-40B4-BE49-F238E27FC236}">
                  <a16:creationId xmlns:a16="http://schemas.microsoft.com/office/drawing/2014/main" id="{925E3F91-BB10-D7B8-F512-679F122C0DFE}"/>
                </a:ext>
              </a:extLst>
            </p:cNvPr>
            <p:cNvSpPr/>
            <p:nvPr/>
          </p:nvSpPr>
          <p:spPr>
            <a:xfrm>
              <a:off x="10527029" y="3221261"/>
              <a:ext cx="707887" cy="584775"/>
            </a:xfrm>
            <a:prstGeom prst="rect">
              <a:avLst/>
            </a:prstGeom>
          </p:spPr>
          <p:txBody>
            <a:bodyPr wrap="non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750" b="1" i="0" u="none" strike="sngStrike" kern="1200" cap="none" spc="0" normalizeH="0" baseline="0" noProof="0">
                  <a:ln>
                    <a:noFill/>
                  </a:ln>
                  <a:solidFill>
                    <a:srgbClr val="FF0000"/>
                  </a:solidFill>
                  <a:effectLst/>
                  <a:uLnTx/>
                  <a:uFillTx/>
                  <a:latin typeface="Calibri" panose="020F0502020204030204" pitchFamily="34" charset="0"/>
                  <a:ea typeface="游ゴシック"/>
                  <a:cs typeface="Calibri" panose="020F0502020204030204" pitchFamily="34" charset="0"/>
                </a:rPr>
                <a:t>Jan 2026</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NDA AA</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85" name="五角星 55">
              <a:extLst>
                <a:ext uri="{FF2B5EF4-FFF2-40B4-BE49-F238E27FC236}">
                  <a16:creationId xmlns:a16="http://schemas.microsoft.com/office/drawing/2014/main" id="{05FD5368-4637-0C20-AAF5-5A12FD15D6EA}"/>
                </a:ext>
              </a:extLst>
            </p:cNvPr>
            <p:cNvSpPr>
              <a:spLocks/>
            </p:cNvSpPr>
            <p:nvPr/>
          </p:nvSpPr>
          <p:spPr bwMode="auto">
            <a:xfrm>
              <a:off x="10773124" y="3404440"/>
              <a:ext cx="180000" cy="180000"/>
            </a:xfrm>
            <a:prstGeom prst="star5">
              <a:avLst/>
            </a:prstGeom>
            <a:no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685800" rtl="0" eaLnBrk="0" fontAlgn="auto" latinLnBrk="0" hangingPunct="0">
                <a:lnSpc>
                  <a:spcPct val="100000"/>
                </a:lnSpc>
                <a:spcBef>
                  <a:spcPts val="0"/>
                </a:spcBef>
                <a:spcAft>
                  <a:spcPts val="0"/>
                </a:spcAft>
                <a:buClrTx/>
                <a:buSzTx/>
                <a:buFontTx/>
                <a:buNone/>
                <a:tabLst/>
                <a:defRPr/>
              </a:pPr>
              <a:endParaRPr kumimoji="0" lang="zh-CN" altLang="en-US" sz="750" b="0" i="0" u="none" strike="noStrike" kern="1200" cap="none" spc="0" normalizeH="0" baseline="0" noProof="0">
                <a:ln>
                  <a:noFill/>
                </a:ln>
                <a:solidFill>
                  <a:srgbClr val="FF0000"/>
                </a:solidFill>
                <a:effectLst/>
                <a:uLnTx/>
                <a:uFillTx/>
                <a:latin typeface="Calibri" panose="020F0502020204030204" pitchFamily="34" charset="0"/>
                <a:ea typeface="游ゴシック"/>
                <a:cs typeface="Calibri" panose="020F0502020204030204" pitchFamily="34" charset="0"/>
              </a:endParaRPr>
            </a:p>
          </p:txBody>
        </p:sp>
      </p:grpSp>
      <p:grpSp>
        <p:nvGrpSpPr>
          <p:cNvPr id="86" name="组合 85">
            <a:extLst>
              <a:ext uri="{FF2B5EF4-FFF2-40B4-BE49-F238E27FC236}">
                <a16:creationId xmlns:a16="http://schemas.microsoft.com/office/drawing/2014/main" id="{BD3C9FB5-454D-54FF-433C-F8CDD69BD8E4}"/>
              </a:ext>
            </a:extLst>
          </p:cNvPr>
          <p:cNvGrpSpPr/>
          <p:nvPr/>
        </p:nvGrpSpPr>
        <p:grpSpPr>
          <a:xfrm>
            <a:off x="5574902" y="1689453"/>
            <a:ext cx="530915" cy="438582"/>
            <a:chOff x="9142711" y="2226738"/>
            <a:chExt cx="707887" cy="584775"/>
          </a:xfrm>
        </p:grpSpPr>
        <p:sp>
          <p:nvSpPr>
            <p:cNvPr id="87" name="Rectangle 100">
              <a:extLst>
                <a:ext uri="{FF2B5EF4-FFF2-40B4-BE49-F238E27FC236}">
                  <a16:creationId xmlns:a16="http://schemas.microsoft.com/office/drawing/2014/main" id="{F823CD31-26F5-88FB-AAA5-63806A498A78}"/>
                </a:ext>
              </a:extLst>
            </p:cNvPr>
            <p:cNvSpPr/>
            <p:nvPr/>
          </p:nvSpPr>
          <p:spPr>
            <a:xfrm>
              <a:off x="9142711" y="2226738"/>
              <a:ext cx="707887" cy="584775"/>
            </a:xfrm>
            <a:prstGeom prst="rect">
              <a:avLst/>
            </a:prstGeom>
          </p:spPr>
          <p:txBody>
            <a:bodyPr wrap="non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750" b="1" i="0" u="none" strike="sng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Jul 2025</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NDA sub</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88" name="Star: 4 Points 143">
              <a:extLst>
                <a:ext uri="{FF2B5EF4-FFF2-40B4-BE49-F238E27FC236}">
                  <a16:creationId xmlns:a16="http://schemas.microsoft.com/office/drawing/2014/main" id="{2F64F65B-268C-8BA7-3436-487E1544A98E}"/>
                </a:ext>
              </a:extLst>
            </p:cNvPr>
            <p:cNvSpPr/>
            <p:nvPr/>
          </p:nvSpPr>
          <p:spPr bwMode="auto">
            <a:xfrm>
              <a:off x="9372484" y="2412000"/>
              <a:ext cx="245922" cy="188917"/>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750" b="0"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grpSp>
      <p:grpSp>
        <p:nvGrpSpPr>
          <p:cNvPr id="120" name="Group 5">
            <a:extLst>
              <a:ext uri="{FF2B5EF4-FFF2-40B4-BE49-F238E27FC236}">
                <a16:creationId xmlns:a16="http://schemas.microsoft.com/office/drawing/2014/main" id="{BCA14B3F-2DA3-C312-8A6C-11EAF0913E9D}"/>
              </a:ext>
            </a:extLst>
          </p:cNvPr>
          <p:cNvGrpSpPr/>
          <p:nvPr/>
        </p:nvGrpSpPr>
        <p:grpSpPr>
          <a:xfrm>
            <a:off x="3631597" y="1590797"/>
            <a:ext cx="683359" cy="388914"/>
            <a:chOff x="8649138" y="1886355"/>
            <a:chExt cx="511967" cy="386646"/>
          </a:xfrm>
        </p:grpSpPr>
        <p:sp>
          <p:nvSpPr>
            <p:cNvPr id="122" name="OTLSHAPE_T_e17f3958430f4cff8650518c93c7635e_StartDate">
              <a:extLst>
                <a:ext uri="{FF2B5EF4-FFF2-40B4-BE49-F238E27FC236}">
                  <a16:creationId xmlns:a16="http://schemas.microsoft.com/office/drawing/2014/main" id="{7B659CFC-E98C-395A-EB7E-D55DD75D2BE7}"/>
                </a:ext>
              </a:extLst>
            </p:cNvPr>
            <p:cNvSpPr txBox="1"/>
            <p:nvPr>
              <p:custDataLst>
                <p:tags r:id="rId13"/>
              </p:custDataLst>
            </p:nvPr>
          </p:nvSpPr>
          <p:spPr>
            <a:xfrm>
              <a:off x="8649138" y="1886355"/>
              <a:ext cx="511967" cy="114743"/>
            </a:xfrm>
            <a:prstGeom prst="rect">
              <a:avLst/>
            </a:prstGeom>
            <a:noFill/>
          </p:spPr>
          <p:txBody>
            <a:bodyPr vert="horz" wrap="square" lIns="0" tIns="0" rIns="0" bIns="0" rtlCol="0" anchor="ctr" anchorCtr="0">
              <a:spAutoFit/>
            </a:bodyPr>
            <a:lstStyle/>
            <a:p>
              <a:pPr marL="0" marR="0" lvl="0" indent="0" algn="ctr" defTabSz="914331"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Apr 2024</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123" name="Star: 4 Points 143">
              <a:extLst>
                <a:ext uri="{FF2B5EF4-FFF2-40B4-BE49-F238E27FC236}">
                  <a16:creationId xmlns:a16="http://schemas.microsoft.com/office/drawing/2014/main" id="{5FF4DD2A-E369-176F-67C9-33AC0C0D99B8}"/>
                </a:ext>
              </a:extLst>
            </p:cNvPr>
            <p:cNvSpPr/>
            <p:nvPr/>
          </p:nvSpPr>
          <p:spPr bwMode="auto">
            <a:xfrm>
              <a:off x="8793492" y="2132139"/>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750" b="0"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grpSp>
      <p:grpSp>
        <p:nvGrpSpPr>
          <p:cNvPr id="119" name="Group 78">
            <a:extLst>
              <a:ext uri="{FF2B5EF4-FFF2-40B4-BE49-F238E27FC236}">
                <a16:creationId xmlns:a16="http://schemas.microsoft.com/office/drawing/2014/main" id="{066E396A-AB85-B2BD-8B7B-9D2B1C06E4FC}"/>
              </a:ext>
            </a:extLst>
          </p:cNvPr>
          <p:cNvGrpSpPr/>
          <p:nvPr/>
        </p:nvGrpSpPr>
        <p:grpSpPr>
          <a:xfrm>
            <a:off x="7695640" y="274145"/>
            <a:ext cx="1208232" cy="491197"/>
            <a:chOff x="10800000" y="360000"/>
            <a:chExt cx="1208232" cy="491197"/>
          </a:xfrm>
        </p:grpSpPr>
        <p:pic>
          <p:nvPicPr>
            <p:cNvPr id="134" name="Picture 79">
              <a:extLst>
                <a:ext uri="{FF2B5EF4-FFF2-40B4-BE49-F238E27FC236}">
                  <a16:creationId xmlns:a16="http://schemas.microsoft.com/office/drawing/2014/main" id="{7CF24AE6-E339-8C9B-B8E3-587C8B83268F}"/>
                </a:ext>
              </a:extLst>
            </p:cNvPr>
            <p:cNvPicPr>
              <a:picLocks noChangeAspect="1"/>
            </p:cNvPicPr>
            <p:nvPr/>
          </p:nvPicPr>
          <p:blipFill>
            <a:blip r:embed="rId22"/>
            <a:stretch>
              <a:fillRect/>
            </a:stretch>
          </p:blipFill>
          <p:spPr>
            <a:xfrm>
              <a:off x="10800000" y="360000"/>
              <a:ext cx="1208232" cy="491197"/>
            </a:xfrm>
            <a:prstGeom prst="rect">
              <a:avLst/>
            </a:prstGeom>
          </p:spPr>
        </p:pic>
        <p:sp>
          <p:nvSpPr>
            <p:cNvPr id="135" name="Flowchart: Connector 80">
              <a:extLst>
                <a:ext uri="{FF2B5EF4-FFF2-40B4-BE49-F238E27FC236}">
                  <a16:creationId xmlns:a16="http://schemas.microsoft.com/office/drawing/2014/main" id="{D746EB39-1CA4-F8D9-B2D9-64670E6B4A27}"/>
                </a:ext>
              </a:extLst>
            </p:cNvPr>
            <p:cNvSpPr/>
            <p:nvPr/>
          </p:nvSpPr>
          <p:spPr>
            <a:xfrm>
              <a:off x="10870485" y="433173"/>
              <a:ext cx="306000" cy="306000"/>
            </a:xfrm>
            <a:prstGeom prst="flowChartConnector">
              <a:avLst/>
            </a:prstGeom>
            <a:solidFill>
              <a:srgbClr val="80808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50" b="0" i="0" u="none" strike="noStrike" kern="1200" cap="none" spc="0" normalizeH="0" baseline="0" noProof="0" err="1">
                <a:ln>
                  <a:noFill/>
                </a:ln>
                <a:solidFill>
                  <a:prstClr val="white"/>
                </a:solidFill>
                <a:effectLst/>
                <a:uLnTx/>
                <a:uFillTx/>
                <a:latin typeface="BISans" panose="02000503040000020004" pitchFamily="2" charset="0"/>
                <a:ea typeface="+mn-ea"/>
                <a:cs typeface="+mn-cs"/>
              </a:endParaRPr>
            </a:p>
          </p:txBody>
        </p:sp>
        <p:sp>
          <p:nvSpPr>
            <p:cNvPr id="136" name="Flowchart: Connector 81">
              <a:extLst>
                <a:ext uri="{FF2B5EF4-FFF2-40B4-BE49-F238E27FC236}">
                  <a16:creationId xmlns:a16="http://schemas.microsoft.com/office/drawing/2014/main" id="{C9719A51-F675-BBE0-62EB-9E15ECEE3A0C}"/>
                </a:ext>
              </a:extLst>
            </p:cNvPr>
            <p:cNvSpPr/>
            <p:nvPr/>
          </p:nvSpPr>
          <p:spPr>
            <a:xfrm>
              <a:off x="11253740" y="436602"/>
              <a:ext cx="306000" cy="306000"/>
            </a:xfrm>
            <a:prstGeom prst="flowChartConnector">
              <a:avLst/>
            </a:prstGeom>
            <a:solidFill>
              <a:srgbClr val="FFFF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50" b="0" i="0" u="none" strike="noStrike" kern="1200" cap="none" spc="0" normalizeH="0" baseline="0" noProof="0" err="1">
                <a:ln>
                  <a:noFill/>
                </a:ln>
                <a:solidFill>
                  <a:prstClr val="white"/>
                </a:solidFill>
                <a:effectLst/>
                <a:uLnTx/>
                <a:uFillTx/>
                <a:latin typeface="BISans" panose="02000503040000020004" pitchFamily="2" charset="0"/>
                <a:ea typeface="+mn-ea"/>
                <a:cs typeface="+mn-cs"/>
              </a:endParaRPr>
            </a:p>
          </p:txBody>
        </p:sp>
      </p:grpSp>
      <p:sp>
        <p:nvSpPr>
          <p:cNvPr id="37" name="Rectangle 73">
            <a:extLst>
              <a:ext uri="{FF2B5EF4-FFF2-40B4-BE49-F238E27FC236}">
                <a16:creationId xmlns:a16="http://schemas.microsoft.com/office/drawing/2014/main" id="{AF97C557-946F-D127-F62F-FFFE41120E3E}"/>
              </a:ext>
            </a:extLst>
          </p:cNvPr>
          <p:cNvSpPr/>
          <p:nvPr/>
        </p:nvSpPr>
        <p:spPr>
          <a:xfrm>
            <a:off x="3452569" y="1916600"/>
            <a:ext cx="846757" cy="207749"/>
          </a:xfrm>
          <a:prstGeom prst="rect">
            <a:avLst/>
          </a:prstGeom>
        </p:spPr>
        <p:txBody>
          <a:bodyPr wrap="square">
            <a:spAutoFit/>
          </a:bodyPr>
          <a:lstStyle/>
          <a:p>
            <a:pPr marL="0" marR="0" lvl="0" indent="0" algn="ctr" defTabSz="914331"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highlight>
                  <a:srgbClr val="FFFF00"/>
                </a:highlight>
                <a:uLnTx/>
                <a:uFillTx/>
                <a:latin typeface="Calibri" panose="020F0502020204030204" pitchFamily="34" charset="0"/>
                <a:ea typeface="游ゴシック"/>
                <a:cs typeface="Calibri" panose="020F0502020204030204" pitchFamily="34" charset="0"/>
              </a:rPr>
              <a:t>IA (60+pts)</a:t>
            </a:r>
            <a:endParaRPr kumimoji="0" lang="zh-CN" altLang="en-US" sz="750" b="0" i="0" u="none" strike="noStrike" kern="1200" cap="none" spc="0" normalizeH="0" baseline="0" noProof="0">
              <a:ln>
                <a:noFill/>
              </a:ln>
              <a:solidFill>
                <a:srgbClr val="44546A"/>
              </a:solidFill>
              <a:effectLst/>
              <a:highlight>
                <a:srgbClr val="FFFF00"/>
              </a:highlight>
              <a:uLnTx/>
              <a:uFillTx/>
              <a:latin typeface="Calibri" panose="020F0502020204030204" pitchFamily="34" charset="0"/>
              <a:ea typeface="游ゴシック"/>
              <a:cs typeface="Calibri" panose="020F0502020204030204" pitchFamily="34" charset="0"/>
            </a:endParaRPr>
          </a:p>
        </p:txBody>
      </p:sp>
      <p:cxnSp>
        <p:nvCxnSpPr>
          <p:cNvPr id="144" name="连接符: 肘形 143">
            <a:extLst>
              <a:ext uri="{FF2B5EF4-FFF2-40B4-BE49-F238E27FC236}">
                <a16:creationId xmlns:a16="http://schemas.microsoft.com/office/drawing/2014/main" id="{ED28F201-7CBF-A9DA-C072-A1D91D374A04}"/>
              </a:ext>
            </a:extLst>
          </p:cNvPr>
          <p:cNvCxnSpPr>
            <a:cxnSpLocks/>
            <a:endCxn id="37" idx="2"/>
          </p:cNvCxnSpPr>
          <p:nvPr/>
        </p:nvCxnSpPr>
        <p:spPr bwMode="gray">
          <a:xfrm flipV="1">
            <a:off x="3184248" y="2124349"/>
            <a:ext cx="691700" cy="1440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9" name="直接箭头连接符 148">
            <a:extLst>
              <a:ext uri="{FF2B5EF4-FFF2-40B4-BE49-F238E27FC236}">
                <a16:creationId xmlns:a16="http://schemas.microsoft.com/office/drawing/2014/main" id="{321EB7F6-A4A9-3672-CA91-F73501067A61}"/>
              </a:ext>
            </a:extLst>
          </p:cNvPr>
          <p:cNvCxnSpPr/>
          <p:nvPr/>
        </p:nvCxnSpPr>
        <p:spPr bwMode="gray">
          <a:xfrm>
            <a:off x="3184248" y="2199368"/>
            <a:ext cx="0" cy="21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0" name="Rectangle 73">
            <a:extLst>
              <a:ext uri="{FF2B5EF4-FFF2-40B4-BE49-F238E27FC236}">
                <a16:creationId xmlns:a16="http://schemas.microsoft.com/office/drawing/2014/main" id="{E4CE13DB-A789-A60E-6D93-5396540DABC5}"/>
              </a:ext>
            </a:extLst>
          </p:cNvPr>
          <p:cNvSpPr/>
          <p:nvPr/>
        </p:nvSpPr>
        <p:spPr>
          <a:xfrm>
            <a:off x="1571378" y="2401868"/>
            <a:ext cx="2278343" cy="215444"/>
          </a:xfrm>
          <a:prstGeom prst="rect">
            <a:avLst/>
          </a:prstGeom>
        </p:spPr>
        <p:txBody>
          <a:bodyPr wrap="square">
            <a:spAutoFit/>
          </a:bodyPr>
          <a:lstStyle/>
          <a:p>
            <a:pPr marL="171450" marR="0" lvl="0" indent="-171450" algn="l" defTabSz="914331"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800" b="0" i="0" u="none" strike="noStrike" kern="1200" cap="none" spc="0" normalizeH="0" baseline="0" noProof="0">
                <a:ln>
                  <a:noFill/>
                </a:ln>
                <a:solidFill>
                  <a:srgbClr val="0070C0"/>
                </a:solidFill>
                <a:effectLst/>
                <a:uLnTx/>
                <a:uFillTx/>
                <a:latin typeface="Calibri" panose="020F0502020204030204" pitchFamily="34" charset="0"/>
                <a:ea typeface="游ゴシック"/>
                <a:cs typeface="Calibri" panose="020F0502020204030204" pitchFamily="34" charset="0"/>
              </a:rPr>
              <a:t>BTC recruitment pause (</a:t>
            </a:r>
            <a:r>
              <a:rPr kumimoji="0" lang="en-US" altLang="zh-CN" sz="750" b="0" i="0" u="none" strike="noStrike" kern="1200" cap="none" spc="0" normalizeH="0" baseline="0" noProof="0">
                <a:ln>
                  <a:noFill/>
                </a:ln>
                <a:solidFill>
                  <a:srgbClr val="0070C0"/>
                </a:solidFill>
                <a:effectLst/>
                <a:uLnTx/>
                <a:uFillTx/>
                <a:latin typeface="Calibri" panose="020F0502020204030204" pitchFamily="34" charset="0"/>
                <a:ea typeface="游ゴシック"/>
                <a:cs typeface="Calibri" panose="020F0502020204030204" pitchFamily="34" charset="0"/>
              </a:rPr>
              <a:t>Cohort</a:t>
            </a:r>
            <a:r>
              <a:rPr kumimoji="0" lang="en-US" altLang="zh-CN" sz="800" b="0" i="0" u="none" strike="noStrike" kern="1200" cap="none" spc="0" normalizeH="0" baseline="0" noProof="0">
                <a:ln>
                  <a:noFill/>
                </a:ln>
                <a:solidFill>
                  <a:srgbClr val="0070C0"/>
                </a:solidFill>
                <a:effectLst/>
                <a:uLnTx/>
                <a:uFillTx/>
                <a:latin typeface="Calibri" panose="020F0502020204030204" pitchFamily="34" charset="0"/>
                <a:ea typeface="游ゴシック"/>
                <a:cs typeface="Calibri" panose="020F0502020204030204" pitchFamily="34" charset="0"/>
              </a:rPr>
              <a:t> 1&amp; 1-CN)</a:t>
            </a:r>
          </a:p>
        </p:txBody>
      </p:sp>
      <p:sp>
        <p:nvSpPr>
          <p:cNvPr id="152" name="Rectangle 73">
            <a:extLst>
              <a:ext uri="{FF2B5EF4-FFF2-40B4-BE49-F238E27FC236}">
                <a16:creationId xmlns:a16="http://schemas.microsoft.com/office/drawing/2014/main" id="{18324896-4A94-C4D1-B96B-FD51F48B0BD2}"/>
              </a:ext>
            </a:extLst>
          </p:cNvPr>
          <p:cNvSpPr/>
          <p:nvPr/>
        </p:nvSpPr>
        <p:spPr>
          <a:xfrm>
            <a:off x="5883203" y="2132761"/>
            <a:ext cx="779867" cy="215444"/>
          </a:xfrm>
          <a:prstGeom prst="rect">
            <a:avLst/>
          </a:prstGeom>
        </p:spPr>
        <p:txBody>
          <a:bodyPr wrap="square">
            <a:spAutoFit/>
          </a:bodyPr>
          <a:lstStyle/>
          <a:p>
            <a:pPr marL="0" marR="0" lvl="0" indent="0" algn="l" defTabSz="914331"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70C0"/>
                </a:solidFill>
                <a:effectLst/>
                <a:uLnTx/>
                <a:uFillTx/>
                <a:latin typeface="Calibri" panose="020F0502020204030204" pitchFamily="34" charset="0"/>
                <a:ea typeface="游ゴシック"/>
                <a:cs typeface="Calibri" panose="020F0502020204030204" pitchFamily="34" charset="0"/>
              </a:rPr>
              <a:t>Very unlikely </a:t>
            </a:r>
            <a:endParaRPr kumimoji="0" lang="zh-CN" altLang="en-US" sz="800" b="0" i="0" u="none" strike="noStrike" kern="1200" cap="none" spc="0" normalizeH="0" baseline="0" noProof="0">
              <a:ln>
                <a:noFill/>
              </a:ln>
              <a:solidFill>
                <a:srgbClr val="0070C0"/>
              </a:solidFill>
              <a:effectLst/>
              <a:uLnTx/>
              <a:uFillTx/>
              <a:latin typeface="Calibri" panose="020F0502020204030204" pitchFamily="34" charset="0"/>
              <a:ea typeface="游ゴシック"/>
              <a:cs typeface="Calibri" panose="020F0502020204030204" pitchFamily="34" charset="0"/>
            </a:endParaRPr>
          </a:p>
        </p:txBody>
      </p:sp>
      <p:cxnSp>
        <p:nvCxnSpPr>
          <p:cNvPr id="160" name="连接符: 肘形 159">
            <a:extLst>
              <a:ext uri="{FF2B5EF4-FFF2-40B4-BE49-F238E27FC236}">
                <a16:creationId xmlns:a16="http://schemas.microsoft.com/office/drawing/2014/main" id="{B993F583-CCAE-B35C-5A22-E1691E1AFD1F}"/>
              </a:ext>
            </a:extLst>
          </p:cNvPr>
          <p:cNvCxnSpPr>
            <a:cxnSpLocks/>
          </p:cNvCxnSpPr>
          <p:nvPr/>
        </p:nvCxnSpPr>
        <p:spPr bwMode="gray">
          <a:xfrm>
            <a:off x="4073208" y="2018672"/>
            <a:ext cx="423234" cy="416098"/>
          </a:xfrm>
          <a:prstGeom prst="bentConnector3">
            <a:avLst>
              <a:gd name="adj1" fmla="val 9998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2" name="Rectangle 73">
            <a:extLst>
              <a:ext uri="{FF2B5EF4-FFF2-40B4-BE49-F238E27FC236}">
                <a16:creationId xmlns:a16="http://schemas.microsoft.com/office/drawing/2014/main" id="{307C72C6-EAF7-5412-B283-0CEDFFE98452}"/>
              </a:ext>
            </a:extLst>
          </p:cNvPr>
          <p:cNvSpPr/>
          <p:nvPr/>
        </p:nvSpPr>
        <p:spPr>
          <a:xfrm>
            <a:off x="3986050" y="2428322"/>
            <a:ext cx="1327066" cy="338554"/>
          </a:xfrm>
          <a:prstGeom prst="rect">
            <a:avLst/>
          </a:prstGeom>
        </p:spPr>
        <p:txBody>
          <a:bodyPr wrap="square">
            <a:spAutoFit/>
          </a:bodyPr>
          <a:lstStyle/>
          <a:p>
            <a:pPr marL="0" marR="0" lvl="0" indent="0" algn="l" defTabSz="914331"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70C0"/>
                </a:solidFill>
                <a:effectLst/>
                <a:uLnTx/>
                <a:uFillTx/>
                <a:latin typeface="Calibri" panose="020F0502020204030204" pitchFamily="34" charset="0"/>
                <a:ea typeface="游ゴシック"/>
                <a:cs typeface="Calibri" panose="020F0502020204030204" pitchFamily="34" charset="0"/>
              </a:rPr>
              <a:t>Decision on Ph3 trial Brightline-5</a:t>
            </a:r>
            <a:endParaRPr kumimoji="0" lang="zh-CN" altLang="en-US" sz="800" b="0" i="0" u="none" strike="noStrike" kern="1200" cap="none" spc="0" normalizeH="0" baseline="0" noProof="0">
              <a:ln>
                <a:noFill/>
              </a:ln>
              <a:solidFill>
                <a:srgbClr val="0070C0"/>
              </a:solidFill>
              <a:effectLst/>
              <a:uLnTx/>
              <a:uFillTx/>
              <a:latin typeface="Calibri" panose="020F0502020204030204" pitchFamily="34" charset="0"/>
              <a:ea typeface="游ゴシック"/>
              <a:cs typeface="Calibri" panose="020F0502020204030204" pitchFamily="34" charset="0"/>
            </a:endParaRPr>
          </a:p>
        </p:txBody>
      </p:sp>
      <p:pic>
        <p:nvPicPr>
          <p:cNvPr id="174" name="Picture 6">
            <a:extLst>
              <a:ext uri="{FF2B5EF4-FFF2-40B4-BE49-F238E27FC236}">
                <a16:creationId xmlns:a16="http://schemas.microsoft.com/office/drawing/2014/main" id="{A4309270-EAE5-ADCC-280F-77242B1D0BB2}"/>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0837" y="3292030"/>
            <a:ext cx="853514" cy="420660"/>
          </a:xfrm>
          <a:prstGeom prst="rect">
            <a:avLst/>
          </a:prstGeom>
        </p:spPr>
      </p:pic>
      <p:sp>
        <p:nvSpPr>
          <p:cNvPr id="175" name="TextBox 81">
            <a:extLst>
              <a:ext uri="{FF2B5EF4-FFF2-40B4-BE49-F238E27FC236}">
                <a16:creationId xmlns:a16="http://schemas.microsoft.com/office/drawing/2014/main" id="{F65E0113-E3CA-62A3-9775-6C53BA70DC61}"/>
              </a:ext>
            </a:extLst>
          </p:cNvPr>
          <p:cNvSpPr txBox="1"/>
          <p:nvPr/>
        </p:nvSpPr>
        <p:spPr>
          <a:xfrm>
            <a:off x="6960" y="3673727"/>
            <a:ext cx="693549" cy="369332"/>
          </a:xfrm>
          <a:prstGeom prst="rect">
            <a:avLst/>
          </a:prstGeom>
          <a:noFill/>
          <a:ln>
            <a:noFill/>
          </a:ln>
        </p:spPr>
        <p:txBody>
          <a:bodyPr wrap="square" lIns="0" tIns="0" rIns="0" bIns="0" rtlCol="0">
            <a:spAutoFit/>
          </a:bodyPr>
          <a:lstStyle/>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solidFill>
                <a:effectLst/>
                <a:uLnTx/>
                <a:uFillTx/>
                <a:latin typeface="Calibri" panose="020F0502020204030204" pitchFamily="34" charset="0"/>
                <a:ea typeface="游ゴシック"/>
                <a:cs typeface="Calibri" panose="020F0502020204030204" pitchFamily="34" charset="0"/>
              </a:rPr>
              <a:t>Ph2-1403.11</a:t>
            </a:r>
          </a:p>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solidFill>
                <a:effectLst/>
                <a:uLnTx/>
                <a:uFillTx/>
                <a:latin typeface="Calibri" panose="020F0502020204030204" pitchFamily="34" charset="0"/>
                <a:ea typeface="游ゴシック"/>
                <a:cs typeface="Calibri" panose="020F0502020204030204" pitchFamily="34" charset="0"/>
              </a:rPr>
              <a:t>Brightline-2,</a:t>
            </a:r>
          </a:p>
          <a:p>
            <a:pPr marL="0" marR="0" lvl="0" indent="0" algn="ctr" defTabSz="914355"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solidFill>
                <a:effectLst/>
                <a:uLnTx/>
                <a:uFillTx/>
                <a:latin typeface="Calibri" panose="020F0502020204030204" pitchFamily="34" charset="0"/>
                <a:ea typeface="游ゴシック"/>
                <a:cs typeface="Calibri" panose="020F0502020204030204" pitchFamily="34" charset="0"/>
              </a:rPr>
              <a:t>Cohort 1-CN</a:t>
            </a:r>
          </a:p>
        </p:txBody>
      </p:sp>
      <p:sp>
        <p:nvSpPr>
          <p:cNvPr id="176" name="OTLSHAPE_T_e17f3958430f4cff8650518c93c7635e_StartDate">
            <a:extLst>
              <a:ext uri="{FF2B5EF4-FFF2-40B4-BE49-F238E27FC236}">
                <a16:creationId xmlns:a16="http://schemas.microsoft.com/office/drawing/2014/main" id="{4B1B5758-48D7-37F7-DE31-9E15C2BE0B51}"/>
              </a:ext>
            </a:extLst>
          </p:cNvPr>
          <p:cNvSpPr txBox="1"/>
          <p:nvPr>
            <p:custDataLst>
              <p:tags r:id="rId3"/>
            </p:custDataLst>
          </p:nvPr>
        </p:nvSpPr>
        <p:spPr>
          <a:xfrm>
            <a:off x="2830088" y="3343227"/>
            <a:ext cx="910164" cy="115416"/>
          </a:xfrm>
          <a:prstGeom prst="rect">
            <a:avLst/>
          </a:prstGeom>
          <a:noFill/>
        </p:spPr>
        <p:txBody>
          <a:bodyPr vert="horz" wrap="square" lIns="0" tIns="0" rIns="0" bIns="0" rtlCol="0" anchor="ctr" anchorCtr="0">
            <a:spAutoFit/>
          </a:bodyPr>
          <a:lstStyle/>
          <a:p>
            <a:pPr marL="0" marR="0" lvl="0" indent="0" algn="ctr" defTabSz="1219079" rtl="0" eaLnBrk="1" fontAlgn="auto" latinLnBrk="0" hangingPunct="1">
              <a:lnSpc>
                <a:spcPct val="100000"/>
              </a:lnSpc>
              <a:spcBef>
                <a:spcPts val="0"/>
              </a:spcBef>
              <a:spcAft>
                <a:spcPts val="0"/>
              </a:spcAft>
              <a:buClrTx/>
              <a:buSzTx/>
              <a:buFontTx/>
              <a:buNone/>
              <a:tabLst/>
              <a:defRPr/>
            </a:pPr>
            <a:r>
              <a:rPr kumimoji="0" lang="en-US" altLang="zh-CN" sz="750" b="1" i="0" u="none" strike="sng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Dec 2023</a:t>
            </a:r>
            <a:endParaRPr kumimoji="0" lang="zh-CN" altLang="en-US" sz="750" b="1" i="0" u="none" strike="sng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177" name="OTLSHAPE_T_e17f3958430f4cff8650518c93c7635e_Shape">
            <a:extLst>
              <a:ext uri="{FF2B5EF4-FFF2-40B4-BE49-F238E27FC236}">
                <a16:creationId xmlns:a16="http://schemas.microsoft.com/office/drawing/2014/main" id="{04DD30EB-2A02-E85D-1E1A-A0656D4BF8C6}"/>
              </a:ext>
            </a:extLst>
          </p:cNvPr>
          <p:cNvSpPr/>
          <p:nvPr>
            <p:custDataLst>
              <p:tags r:id="rId4"/>
            </p:custDataLst>
          </p:nvPr>
        </p:nvSpPr>
        <p:spPr bwMode="auto">
          <a:xfrm>
            <a:off x="2540735" y="3438756"/>
            <a:ext cx="828900" cy="202500"/>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079" rtl="0" eaLnBrk="0" fontAlgn="base" latinLnBrk="0" hangingPunct="0">
              <a:lnSpc>
                <a:spcPct val="100000"/>
              </a:lnSpc>
              <a:spcBef>
                <a:spcPct val="0"/>
              </a:spcBef>
              <a:spcAft>
                <a:spcPct val="0"/>
              </a:spcAft>
              <a:buClrTx/>
              <a:buSzTx/>
              <a:buFontTx/>
              <a:buNone/>
              <a:tabLst/>
              <a:defRPr/>
            </a:pPr>
            <a:r>
              <a:rPr kumimoji="0" lang="en-US" altLang="zh-CN" sz="600" b="1"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rPr>
              <a:t>CTA Review + EC + HGRAC + 1</a:t>
            </a:r>
            <a:r>
              <a:rPr kumimoji="0" lang="en-US" altLang="zh-CN" sz="600" b="1" i="0" u="none" strike="noStrike" kern="1200" cap="none" spc="0" normalizeH="0" baseline="30000" noProof="0">
                <a:ln>
                  <a:noFill/>
                </a:ln>
                <a:solidFill>
                  <a:srgbClr val="000000"/>
                </a:solidFill>
                <a:effectLst/>
                <a:uLnTx/>
                <a:uFillTx/>
                <a:latin typeface="Calibri" panose="020F0502020204030204" pitchFamily="34" charset="0"/>
                <a:ea typeface="游ゴシック"/>
                <a:cs typeface="Calibri" panose="020F0502020204030204" pitchFamily="34" charset="0"/>
              </a:rPr>
              <a:t>st</a:t>
            </a:r>
            <a:r>
              <a:rPr kumimoji="0" lang="en-US" altLang="zh-CN" sz="600" b="1"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rPr>
              <a:t> SIV</a:t>
            </a:r>
            <a:endParaRPr kumimoji="0" lang="zh-CN" altLang="en-US" sz="600" b="1"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sp>
        <p:nvSpPr>
          <p:cNvPr id="178" name="OTLSHAPE_T_e17f3958430f4cff8650518c93c7635e_StartDate">
            <a:extLst>
              <a:ext uri="{FF2B5EF4-FFF2-40B4-BE49-F238E27FC236}">
                <a16:creationId xmlns:a16="http://schemas.microsoft.com/office/drawing/2014/main" id="{259A998F-CC4D-CE67-5790-6280EE98A522}"/>
              </a:ext>
            </a:extLst>
          </p:cNvPr>
          <p:cNvSpPr txBox="1"/>
          <p:nvPr>
            <p:custDataLst>
              <p:tags r:id="rId5"/>
            </p:custDataLst>
          </p:nvPr>
        </p:nvSpPr>
        <p:spPr>
          <a:xfrm>
            <a:off x="2205383" y="3343227"/>
            <a:ext cx="682623" cy="115416"/>
          </a:xfrm>
          <a:prstGeom prst="rect">
            <a:avLst/>
          </a:prstGeom>
          <a:noFill/>
        </p:spPr>
        <p:txBody>
          <a:bodyPr vert="horz" wrap="square" lIns="0" tIns="0" rIns="0" bIns="0" rtlCol="0" anchor="ctr" anchorCtr="0">
            <a:spAutoFit/>
          </a:bodyPr>
          <a:lstStyle/>
          <a:p>
            <a:pPr marL="0" marR="0" lvl="0" indent="0" algn="ctr" defTabSz="121907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Jun 2023</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179" name="Rectangle 91">
            <a:extLst>
              <a:ext uri="{FF2B5EF4-FFF2-40B4-BE49-F238E27FC236}">
                <a16:creationId xmlns:a16="http://schemas.microsoft.com/office/drawing/2014/main" id="{633E24A8-632A-7B58-DFC3-C3A8C045AB39}"/>
              </a:ext>
            </a:extLst>
          </p:cNvPr>
          <p:cNvSpPr/>
          <p:nvPr/>
        </p:nvSpPr>
        <p:spPr>
          <a:xfrm>
            <a:off x="2874674" y="3645124"/>
            <a:ext cx="867289" cy="553998"/>
          </a:xfrm>
          <a:prstGeom prst="rect">
            <a:avLst/>
          </a:prstGeom>
        </p:spPr>
        <p:txBody>
          <a:bodyPr wrap="square">
            <a:spAutoFit/>
          </a:bodyPr>
          <a:lstStyle/>
          <a:p>
            <a:pPr marL="0" marR="0" lvl="0" indent="0" algn="ctr" defTabSz="121907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1</a:t>
            </a:r>
            <a:r>
              <a:rPr kumimoji="0" lang="en-US" altLang="zh-CN" sz="750" b="1" i="0" u="none" strike="noStrike" kern="1200" cap="none" spc="0" normalizeH="0" baseline="30000" noProof="0">
                <a:ln>
                  <a:noFill/>
                </a:ln>
                <a:solidFill>
                  <a:srgbClr val="44546A"/>
                </a:solidFill>
                <a:effectLst/>
                <a:uLnTx/>
                <a:uFillTx/>
                <a:latin typeface="Calibri" panose="020F0502020204030204" pitchFamily="34" charset="0"/>
                <a:ea typeface="游ゴシック"/>
                <a:cs typeface="Calibri" panose="020F0502020204030204" pitchFamily="34" charset="0"/>
              </a:rPr>
              <a:t>st </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SIV</a:t>
            </a:r>
          </a:p>
          <a:p>
            <a:pPr marL="0" marR="0" lvl="0" indent="0" algn="ctr" defTabSz="121907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FF0000"/>
                </a:solidFill>
                <a:effectLst/>
                <a:uLnTx/>
                <a:uFillTx/>
                <a:latin typeface="Calibri" panose="020F0502020204030204" pitchFamily="34" charset="0"/>
                <a:ea typeface="游ゴシック"/>
                <a:cs typeface="Calibri" panose="020F0502020204030204" pitchFamily="34" charset="0"/>
              </a:rPr>
              <a:t>on hold</a:t>
            </a:r>
          </a:p>
          <a:p>
            <a:pPr marL="0" marR="0" lvl="0" indent="0" algn="ctr" defTabSz="1219079" rtl="0" eaLnBrk="1" fontAlgn="auto" latinLnBrk="0" hangingPunct="1">
              <a:lnSpc>
                <a:spcPct val="100000"/>
              </a:lnSpc>
              <a:spcBef>
                <a:spcPts val="0"/>
              </a:spcBef>
              <a:spcAft>
                <a:spcPts val="0"/>
              </a:spcAft>
              <a:buClrTx/>
              <a:buSzTx/>
              <a:buFontTx/>
              <a:buNone/>
              <a:tabLst/>
              <a:defRPr/>
            </a:pPr>
            <a:r>
              <a:rPr kumimoji="0" lang="en-US" altLang="zh-CN" sz="750" b="0" i="0" u="none" strike="noStrike" kern="1200" cap="none" spc="0" normalizeH="0" baseline="0" noProof="0">
                <a:ln>
                  <a:noFill/>
                </a:ln>
                <a:solidFill>
                  <a:srgbClr val="0070C0"/>
                </a:solidFill>
                <a:effectLst/>
                <a:uLnTx/>
                <a:uFillTx/>
                <a:latin typeface="Calibri" panose="020F0502020204030204" pitchFamily="34" charset="0"/>
                <a:ea typeface="游ゴシック"/>
                <a:cs typeface="Calibri" panose="020F0502020204030204" pitchFamily="34" charset="0"/>
              </a:rPr>
              <a:t>To resume after CTP amendment </a:t>
            </a:r>
            <a:endParaRPr kumimoji="0" lang="zh-CN" altLang="en-US" sz="750" b="0" i="0" u="none" strike="noStrike" kern="1200" cap="none" spc="0" normalizeH="0" baseline="0" noProof="0">
              <a:ln>
                <a:noFill/>
              </a:ln>
              <a:solidFill>
                <a:srgbClr val="0070C0"/>
              </a:solidFill>
              <a:effectLst/>
              <a:uLnTx/>
              <a:uFillTx/>
              <a:latin typeface="Calibri" panose="020F0502020204030204" pitchFamily="34" charset="0"/>
              <a:ea typeface="游ゴシック"/>
              <a:cs typeface="Calibri" panose="020F0502020204030204" pitchFamily="34" charset="0"/>
            </a:endParaRPr>
          </a:p>
        </p:txBody>
      </p:sp>
      <p:grpSp>
        <p:nvGrpSpPr>
          <p:cNvPr id="180" name="Group 92">
            <a:extLst>
              <a:ext uri="{FF2B5EF4-FFF2-40B4-BE49-F238E27FC236}">
                <a16:creationId xmlns:a16="http://schemas.microsoft.com/office/drawing/2014/main" id="{18C52932-7C7E-27E9-B6FF-04F1B17EA960}"/>
              </a:ext>
            </a:extLst>
          </p:cNvPr>
          <p:cNvGrpSpPr/>
          <p:nvPr/>
        </p:nvGrpSpPr>
        <p:grpSpPr>
          <a:xfrm>
            <a:off x="2372301" y="3589101"/>
            <a:ext cx="928204" cy="220539"/>
            <a:chOff x="2861355" y="4792072"/>
            <a:chExt cx="696150" cy="213126"/>
          </a:xfrm>
        </p:grpSpPr>
        <p:sp>
          <p:nvSpPr>
            <p:cNvPr id="181" name="OTLSHAPE_M_39ea6ebc19a94c9fab6ef5006c31df58_Shape">
              <a:extLst>
                <a:ext uri="{FF2B5EF4-FFF2-40B4-BE49-F238E27FC236}">
                  <a16:creationId xmlns:a16="http://schemas.microsoft.com/office/drawing/2014/main" id="{043867A0-C720-A245-134E-27B7E2393218}"/>
                </a:ext>
              </a:extLst>
            </p:cNvPr>
            <p:cNvSpPr/>
            <p:nvPr>
              <p:custDataLst>
                <p:tags r:id="rId11"/>
              </p:custDataLst>
            </p:nvPr>
          </p:nvSpPr>
          <p:spPr bwMode="auto">
            <a:xfrm rot="16200000">
              <a:off x="2958185" y="4799520"/>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750" b="0"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sp>
          <p:nvSpPr>
            <p:cNvPr id="182" name="OTLSHAPE_M_39ea6ebc19a94c9fab6ef5006c31df58_Title">
              <a:extLst>
                <a:ext uri="{FF2B5EF4-FFF2-40B4-BE49-F238E27FC236}">
                  <a16:creationId xmlns:a16="http://schemas.microsoft.com/office/drawing/2014/main" id="{66C346E0-DB2A-7DA0-0B2C-A7AC2777E049}"/>
                </a:ext>
              </a:extLst>
            </p:cNvPr>
            <p:cNvSpPr txBox="1"/>
            <p:nvPr>
              <p:custDataLst>
                <p:tags r:id="rId12"/>
              </p:custDataLst>
            </p:nvPr>
          </p:nvSpPr>
          <p:spPr>
            <a:xfrm>
              <a:off x="2861355" y="4893661"/>
              <a:ext cx="696150" cy="111537"/>
            </a:xfrm>
            <a:prstGeom prst="rect">
              <a:avLst/>
            </a:prstGeom>
            <a:noFill/>
          </p:spPr>
          <p:txBody>
            <a:bodyPr vert="horz" wrap="square" lIns="0" tIns="0" rIns="0" bIns="0" rtlCol="0" anchor="ctr" anchorCtr="0">
              <a:spAutoFit/>
            </a:bodyPr>
            <a:lstStyle/>
            <a:p>
              <a:pPr marL="0" marR="0" lvl="0" indent="0" algn="l" defTabSz="121907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CTA Sub</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grpSp>
      <p:sp>
        <p:nvSpPr>
          <p:cNvPr id="183" name="OTLSHAPE_T_e17f3958430f4cff8650518c93c7635e_Shape">
            <a:extLst>
              <a:ext uri="{FF2B5EF4-FFF2-40B4-BE49-F238E27FC236}">
                <a16:creationId xmlns:a16="http://schemas.microsoft.com/office/drawing/2014/main" id="{CBE38F70-CBA0-622F-19E2-701BEDB21A84}"/>
              </a:ext>
            </a:extLst>
          </p:cNvPr>
          <p:cNvSpPr/>
          <p:nvPr>
            <p:custDataLst>
              <p:tags r:id="rId6"/>
            </p:custDataLst>
          </p:nvPr>
        </p:nvSpPr>
        <p:spPr bwMode="auto">
          <a:xfrm>
            <a:off x="2126660" y="3434103"/>
            <a:ext cx="415800" cy="202500"/>
          </a:xfrm>
          <a:prstGeom prst="roundRect">
            <a:avLst/>
          </a:prstGeom>
          <a:solidFill>
            <a:srgbClr val="0066CC">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079" rtl="0" eaLnBrk="0" fontAlgn="base" latinLnBrk="0" hangingPunct="0">
              <a:lnSpc>
                <a:spcPct val="100000"/>
              </a:lnSpc>
              <a:spcBef>
                <a:spcPct val="0"/>
              </a:spcBef>
              <a:spcAft>
                <a:spcPct val="0"/>
              </a:spcAft>
              <a:buClrTx/>
              <a:buSzTx/>
              <a:buFontTx/>
              <a:buNone/>
              <a:tabLst/>
              <a:defRPr/>
            </a:pPr>
            <a:r>
              <a:rPr kumimoji="0" lang="en-US" altLang="zh-CN" sz="675" b="1"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rPr>
              <a:t>CTA prep. </a:t>
            </a:r>
            <a:endParaRPr kumimoji="0" lang="zh-CN" altLang="en-US" sz="675" b="1"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sp>
        <p:nvSpPr>
          <p:cNvPr id="184" name="Star: 4 Points 143">
            <a:extLst>
              <a:ext uri="{FF2B5EF4-FFF2-40B4-BE49-F238E27FC236}">
                <a16:creationId xmlns:a16="http://schemas.microsoft.com/office/drawing/2014/main" id="{8CE9683C-0A41-6087-CB23-231FC5026F94}"/>
              </a:ext>
            </a:extLst>
          </p:cNvPr>
          <p:cNvSpPr/>
          <p:nvPr/>
        </p:nvSpPr>
        <p:spPr bwMode="auto">
          <a:xfrm>
            <a:off x="3279725" y="3575150"/>
            <a:ext cx="183600" cy="1431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48" rtl="0" eaLnBrk="0" fontAlgn="base" latinLnBrk="0" hangingPunct="0">
              <a:lnSpc>
                <a:spcPct val="100000"/>
              </a:lnSpc>
              <a:spcBef>
                <a:spcPct val="0"/>
              </a:spcBef>
              <a:spcAft>
                <a:spcPct val="0"/>
              </a:spcAft>
              <a:buClrTx/>
              <a:buSzTx/>
              <a:buFontTx/>
              <a:buNone/>
              <a:tabLst/>
              <a:defRPr/>
            </a:pPr>
            <a:endParaRPr kumimoji="0" lang="zh-CN" altLang="en-US" sz="750" b="0"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sp>
        <p:nvSpPr>
          <p:cNvPr id="185" name="OTLSHAPE_T_5a934a26f311425e8ebaa0f45e6533ad_Shape">
            <a:extLst>
              <a:ext uri="{FF2B5EF4-FFF2-40B4-BE49-F238E27FC236}">
                <a16:creationId xmlns:a16="http://schemas.microsoft.com/office/drawing/2014/main" id="{625EA118-3EB2-6E97-1EE2-BE47AC4D6369}"/>
              </a:ext>
            </a:extLst>
          </p:cNvPr>
          <p:cNvSpPr/>
          <p:nvPr>
            <p:custDataLst>
              <p:tags r:id="rId7"/>
            </p:custDataLst>
          </p:nvPr>
        </p:nvSpPr>
        <p:spPr bwMode="auto">
          <a:xfrm>
            <a:off x="5562952" y="3438756"/>
            <a:ext cx="548640" cy="2025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1219109" rtl="0" eaLnBrk="1" fontAlgn="auto" latinLnBrk="0" hangingPunct="1">
              <a:lnSpc>
                <a:spcPct val="100000"/>
              </a:lnSpc>
              <a:spcBef>
                <a:spcPts val="0"/>
              </a:spcBef>
              <a:spcAft>
                <a:spcPts val="0"/>
              </a:spcAft>
              <a:buClrTx/>
              <a:buSzTx/>
              <a:buFontTx/>
              <a:buNone/>
              <a:tabLst/>
              <a:defRPr/>
            </a:pPr>
            <a:endParaRPr kumimoji="0" lang="en-US" altLang="zh-CN" sz="750" b="1" i="0" u="none" strike="noStrike" kern="1200" cap="none" spc="-7" normalizeH="0" baseline="0" noProof="0">
              <a:ln>
                <a:noFill/>
              </a:ln>
              <a:solidFill>
                <a:srgbClr val="000000"/>
              </a:solidFill>
              <a:effectLst/>
              <a:uLnTx/>
              <a:uFillTx/>
              <a:latin typeface="Calibri" panose="020F0502020204030204" pitchFamily="34" charset="0"/>
              <a:ea typeface="游ゴシック"/>
              <a:cs typeface="+mn-cs"/>
            </a:endParaRPr>
          </a:p>
        </p:txBody>
      </p:sp>
      <p:sp>
        <p:nvSpPr>
          <p:cNvPr id="186" name="OTLSHAPE_T_e17f3958430f4cff8650518c93c7635e_Shape">
            <a:extLst>
              <a:ext uri="{FF2B5EF4-FFF2-40B4-BE49-F238E27FC236}">
                <a16:creationId xmlns:a16="http://schemas.microsoft.com/office/drawing/2014/main" id="{265BAF6D-6A45-B7FE-64E4-0F91F82A4854}"/>
              </a:ext>
            </a:extLst>
          </p:cNvPr>
          <p:cNvSpPr/>
          <p:nvPr>
            <p:custDataLst>
              <p:tags r:id="rId8"/>
            </p:custDataLst>
          </p:nvPr>
        </p:nvSpPr>
        <p:spPr bwMode="auto">
          <a:xfrm>
            <a:off x="3369635" y="3438534"/>
            <a:ext cx="2190857" cy="2025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07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rPr>
              <a:t>BTC Cohort 1-CN N=25</a:t>
            </a:r>
          </a:p>
        </p:txBody>
      </p:sp>
      <p:grpSp>
        <p:nvGrpSpPr>
          <p:cNvPr id="187" name="Group 105">
            <a:extLst>
              <a:ext uri="{FF2B5EF4-FFF2-40B4-BE49-F238E27FC236}">
                <a16:creationId xmlns:a16="http://schemas.microsoft.com/office/drawing/2014/main" id="{F7F070CB-B2C4-79CA-54A6-1BF26D5E9D28}"/>
              </a:ext>
            </a:extLst>
          </p:cNvPr>
          <p:cNvGrpSpPr/>
          <p:nvPr/>
        </p:nvGrpSpPr>
        <p:grpSpPr>
          <a:xfrm>
            <a:off x="5099617" y="3343229"/>
            <a:ext cx="911145" cy="558748"/>
            <a:chOff x="8599258" y="1449223"/>
            <a:chExt cx="511967" cy="416615"/>
          </a:xfrm>
        </p:grpSpPr>
        <p:sp>
          <p:nvSpPr>
            <p:cNvPr id="188" name="Rectangle 106">
              <a:extLst>
                <a:ext uri="{FF2B5EF4-FFF2-40B4-BE49-F238E27FC236}">
                  <a16:creationId xmlns:a16="http://schemas.microsoft.com/office/drawing/2014/main" id="{8015E3DF-059A-F3BD-CA5E-E9CB0382155F}"/>
                </a:ext>
              </a:extLst>
            </p:cNvPr>
            <p:cNvSpPr/>
            <p:nvPr/>
          </p:nvSpPr>
          <p:spPr>
            <a:xfrm>
              <a:off x="8777828" y="1710935"/>
              <a:ext cx="169515" cy="154903"/>
            </a:xfrm>
            <a:prstGeom prst="rect">
              <a:avLst/>
            </a:prstGeom>
          </p:spPr>
          <p:txBody>
            <a:bodyPr wrap="none">
              <a:spAutoFit/>
            </a:bodyPr>
            <a:lstStyle/>
            <a:p>
              <a:pPr marL="0" marR="0" lvl="0" indent="0" algn="ctr" defTabSz="121907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LPI</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189" name="OTLSHAPE_T_e17f3958430f4cff8650518c93c7635e_StartDate">
              <a:extLst>
                <a:ext uri="{FF2B5EF4-FFF2-40B4-BE49-F238E27FC236}">
                  <a16:creationId xmlns:a16="http://schemas.microsoft.com/office/drawing/2014/main" id="{C262CAFD-AAE1-1130-24C0-C1A93A833AF3}"/>
                </a:ext>
              </a:extLst>
            </p:cNvPr>
            <p:cNvSpPr txBox="1"/>
            <p:nvPr>
              <p:custDataLst>
                <p:tags r:id="rId10"/>
              </p:custDataLst>
            </p:nvPr>
          </p:nvSpPr>
          <p:spPr>
            <a:xfrm>
              <a:off x="8599258" y="1449223"/>
              <a:ext cx="511967" cy="86057"/>
            </a:xfrm>
            <a:prstGeom prst="rect">
              <a:avLst/>
            </a:prstGeom>
            <a:noFill/>
          </p:spPr>
          <p:txBody>
            <a:bodyPr vert="horz" wrap="square" lIns="0" tIns="0" rIns="0" bIns="0" rtlCol="0" anchor="ctr" anchorCtr="0">
              <a:spAutoFit/>
            </a:bodyPr>
            <a:lstStyle/>
            <a:p>
              <a:pPr marL="0" marR="0" lvl="0" indent="0" algn="ctr" defTabSz="1219079" rtl="0" eaLnBrk="1" fontAlgn="auto" latinLnBrk="0" hangingPunct="1">
                <a:lnSpc>
                  <a:spcPct val="100000"/>
                </a:lnSpc>
                <a:spcBef>
                  <a:spcPts val="0"/>
                </a:spcBef>
                <a:spcAft>
                  <a:spcPts val="0"/>
                </a:spcAft>
                <a:buClrTx/>
                <a:buSzTx/>
                <a:buFontTx/>
                <a:buNone/>
                <a:tabLst/>
                <a:defRPr/>
              </a:pPr>
              <a:r>
                <a:rPr kumimoji="0" lang="en-US" altLang="zh-CN" sz="750" b="1" i="0" u="none" strike="sng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Apr 2025</a:t>
              </a:r>
              <a:endParaRPr kumimoji="0" lang="zh-CN" altLang="en-US" sz="750" b="1" i="0" u="none" strike="sng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grpSp>
      <p:grpSp>
        <p:nvGrpSpPr>
          <p:cNvPr id="190" name="Group 109">
            <a:extLst>
              <a:ext uri="{FF2B5EF4-FFF2-40B4-BE49-F238E27FC236}">
                <a16:creationId xmlns:a16="http://schemas.microsoft.com/office/drawing/2014/main" id="{BEA607E6-D82D-40F2-B86F-7520C78E6AF2}"/>
              </a:ext>
            </a:extLst>
          </p:cNvPr>
          <p:cNvGrpSpPr/>
          <p:nvPr/>
        </p:nvGrpSpPr>
        <p:grpSpPr>
          <a:xfrm>
            <a:off x="5626934" y="3343222"/>
            <a:ext cx="911147" cy="558748"/>
            <a:chOff x="8595057" y="1454187"/>
            <a:chExt cx="511967" cy="416617"/>
          </a:xfrm>
        </p:grpSpPr>
        <p:sp>
          <p:nvSpPr>
            <p:cNvPr id="191" name="Rectangle 110">
              <a:extLst>
                <a:ext uri="{FF2B5EF4-FFF2-40B4-BE49-F238E27FC236}">
                  <a16:creationId xmlns:a16="http://schemas.microsoft.com/office/drawing/2014/main" id="{BA675F45-F78A-45E6-7866-7385814506BC}"/>
                </a:ext>
              </a:extLst>
            </p:cNvPr>
            <p:cNvSpPr/>
            <p:nvPr/>
          </p:nvSpPr>
          <p:spPr>
            <a:xfrm>
              <a:off x="8767021" y="1715901"/>
              <a:ext cx="191133" cy="154903"/>
            </a:xfrm>
            <a:prstGeom prst="rect">
              <a:avLst/>
            </a:prstGeom>
          </p:spPr>
          <p:txBody>
            <a:bodyPr wrap="none">
              <a:spAutoFit/>
            </a:bodyPr>
            <a:lstStyle/>
            <a:p>
              <a:pPr marL="0" marR="0" lvl="0" indent="0" algn="ctr" defTabSz="121907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DBL</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192" name="OTLSHAPE_T_e17f3958430f4cff8650518c93c7635e_StartDate">
              <a:extLst>
                <a:ext uri="{FF2B5EF4-FFF2-40B4-BE49-F238E27FC236}">
                  <a16:creationId xmlns:a16="http://schemas.microsoft.com/office/drawing/2014/main" id="{7377908F-1006-5208-33A5-9E2135943A22}"/>
                </a:ext>
              </a:extLst>
            </p:cNvPr>
            <p:cNvSpPr txBox="1"/>
            <p:nvPr>
              <p:custDataLst>
                <p:tags r:id="rId9"/>
              </p:custDataLst>
            </p:nvPr>
          </p:nvSpPr>
          <p:spPr>
            <a:xfrm>
              <a:off x="8595057" y="1454187"/>
              <a:ext cx="511967" cy="86057"/>
            </a:xfrm>
            <a:prstGeom prst="rect">
              <a:avLst/>
            </a:prstGeom>
            <a:noFill/>
          </p:spPr>
          <p:txBody>
            <a:bodyPr vert="horz" wrap="square" lIns="0" tIns="0" rIns="0" bIns="0" rtlCol="0" anchor="ctr" anchorCtr="0">
              <a:spAutoFit/>
            </a:bodyPr>
            <a:lstStyle/>
            <a:p>
              <a:pPr marL="0" marR="0" lvl="0" indent="0" algn="ctr" defTabSz="1219079" rtl="0" eaLnBrk="1" fontAlgn="auto" latinLnBrk="0" hangingPunct="1">
                <a:lnSpc>
                  <a:spcPct val="100000"/>
                </a:lnSpc>
                <a:spcBef>
                  <a:spcPts val="0"/>
                </a:spcBef>
                <a:spcAft>
                  <a:spcPts val="0"/>
                </a:spcAft>
                <a:buClrTx/>
                <a:buSzTx/>
                <a:buFontTx/>
                <a:buNone/>
                <a:tabLst/>
                <a:defRPr/>
              </a:pPr>
              <a:r>
                <a:rPr kumimoji="0" lang="en-US" altLang="zh-CN" sz="750" b="1" i="0" u="none" strike="sng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Aug 2025</a:t>
              </a:r>
              <a:endParaRPr kumimoji="0" lang="zh-CN" altLang="en-US" sz="750" b="1" i="0" u="none" strike="sng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grpSp>
      <p:sp>
        <p:nvSpPr>
          <p:cNvPr id="201" name="Star: 4 Points 143">
            <a:extLst>
              <a:ext uri="{FF2B5EF4-FFF2-40B4-BE49-F238E27FC236}">
                <a16:creationId xmlns:a16="http://schemas.microsoft.com/office/drawing/2014/main" id="{85BB3A16-435F-2ABD-C482-D891B1C92383}"/>
              </a:ext>
            </a:extLst>
          </p:cNvPr>
          <p:cNvSpPr/>
          <p:nvPr/>
        </p:nvSpPr>
        <p:spPr bwMode="auto">
          <a:xfrm>
            <a:off x="5469314" y="3576145"/>
            <a:ext cx="183600" cy="1431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48" rtl="0" eaLnBrk="0" fontAlgn="base" latinLnBrk="0" hangingPunct="0">
              <a:lnSpc>
                <a:spcPct val="100000"/>
              </a:lnSpc>
              <a:spcBef>
                <a:spcPct val="0"/>
              </a:spcBef>
              <a:spcAft>
                <a:spcPct val="0"/>
              </a:spcAft>
              <a:buClrTx/>
              <a:buSzTx/>
              <a:buFontTx/>
              <a:buNone/>
              <a:tabLst/>
              <a:defRPr/>
            </a:pPr>
            <a:endParaRPr kumimoji="0" lang="zh-CN" altLang="en-US" sz="750" b="0"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sp>
        <p:nvSpPr>
          <p:cNvPr id="202" name="Star: 4 Points 143">
            <a:extLst>
              <a:ext uri="{FF2B5EF4-FFF2-40B4-BE49-F238E27FC236}">
                <a16:creationId xmlns:a16="http://schemas.microsoft.com/office/drawing/2014/main" id="{048FEE51-8241-9E81-DA27-664673E15920}"/>
              </a:ext>
            </a:extLst>
          </p:cNvPr>
          <p:cNvSpPr/>
          <p:nvPr/>
        </p:nvSpPr>
        <p:spPr bwMode="auto">
          <a:xfrm>
            <a:off x="6012047" y="3575427"/>
            <a:ext cx="183600" cy="14310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9048" rtl="0" eaLnBrk="0" fontAlgn="base" latinLnBrk="0" hangingPunct="0">
              <a:lnSpc>
                <a:spcPct val="100000"/>
              </a:lnSpc>
              <a:spcBef>
                <a:spcPct val="0"/>
              </a:spcBef>
              <a:spcAft>
                <a:spcPct val="0"/>
              </a:spcAft>
              <a:buClrTx/>
              <a:buSzTx/>
              <a:buFontTx/>
              <a:buNone/>
              <a:tabLst/>
              <a:defRPr/>
            </a:pPr>
            <a:endParaRPr kumimoji="0" lang="zh-CN" altLang="en-US" sz="750" b="0"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grpSp>
        <p:nvGrpSpPr>
          <p:cNvPr id="203" name="组合 202">
            <a:extLst>
              <a:ext uri="{FF2B5EF4-FFF2-40B4-BE49-F238E27FC236}">
                <a16:creationId xmlns:a16="http://schemas.microsoft.com/office/drawing/2014/main" id="{3619F956-3D52-6223-B95F-E4DCB246B86B}"/>
              </a:ext>
            </a:extLst>
          </p:cNvPr>
          <p:cNvGrpSpPr/>
          <p:nvPr/>
        </p:nvGrpSpPr>
        <p:grpSpPr>
          <a:xfrm>
            <a:off x="6955391" y="3440270"/>
            <a:ext cx="559769" cy="438582"/>
            <a:chOff x="10515744" y="3221261"/>
            <a:chExt cx="746357" cy="584775"/>
          </a:xfrm>
        </p:grpSpPr>
        <p:sp>
          <p:nvSpPr>
            <p:cNvPr id="204" name="Rectangle 100">
              <a:extLst>
                <a:ext uri="{FF2B5EF4-FFF2-40B4-BE49-F238E27FC236}">
                  <a16:creationId xmlns:a16="http://schemas.microsoft.com/office/drawing/2014/main" id="{ACB41FB3-04A2-BE62-DCA8-0E99DB19B76E}"/>
                </a:ext>
              </a:extLst>
            </p:cNvPr>
            <p:cNvSpPr/>
            <p:nvPr/>
          </p:nvSpPr>
          <p:spPr>
            <a:xfrm>
              <a:off x="10515744" y="3221261"/>
              <a:ext cx="746357" cy="584775"/>
            </a:xfrm>
            <a:prstGeom prst="rect">
              <a:avLst/>
            </a:prstGeom>
          </p:spPr>
          <p:txBody>
            <a:bodyPr wrap="non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750" b="1" i="0" u="none" strike="sngStrike" kern="1200" cap="none" spc="0" normalizeH="0" baseline="0" noProof="0">
                  <a:ln>
                    <a:noFill/>
                  </a:ln>
                  <a:solidFill>
                    <a:srgbClr val="FF0000"/>
                  </a:solidFill>
                  <a:effectLst/>
                  <a:uLnTx/>
                  <a:uFillTx/>
                  <a:latin typeface="Calibri" panose="020F0502020204030204" pitchFamily="34" charset="0"/>
                  <a:ea typeface="游ゴシック"/>
                  <a:cs typeface="Calibri" panose="020F0502020204030204" pitchFamily="34" charset="0"/>
                </a:rPr>
                <a:t>Nov 2026</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NDA AA</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205" name="五角星 55">
              <a:extLst>
                <a:ext uri="{FF2B5EF4-FFF2-40B4-BE49-F238E27FC236}">
                  <a16:creationId xmlns:a16="http://schemas.microsoft.com/office/drawing/2014/main" id="{7B0760C3-3CD4-BF8C-BBDA-975BFA8C2CB6}"/>
                </a:ext>
              </a:extLst>
            </p:cNvPr>
            <p:cNvSpPr>
              <a:spLocks/>
            </p:cNvSpPr>
            <p:nvPr/>
          </p:nvSpPr>
          <p:spPr bwMode="auto">
            <a:xfrm>
              <a:off x="10773124" y="3404440"/>
              <a:ext cx="180000" cy="180000"/>
            </a:xfrm>
            <a:prstGeom prst="star5">
              <a:avLst/>
            </a:prstGeom>
            <a:no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685800" rtl="0" eaLnBrk="0" fontAlgn="auto" latinLnBrk="0" hangingPunct="0">
                <a:lnSpc>
                  <a:spcPct val="100000"/>
                </a:lnSpc>
                <a:spcBef>
                  <a:spcPts val="0"/>
                </a:spcBef>
                <a:spcAft>
                  <a:spcPts val="0"/>
                </a:spcAft>
                <a:buClrTx/>
                <a:buSzTx/>
                <a:buFontTx/>
                <a:buNone/>
                <a:tabLst/>
                <a:defRPr/>
              </a:pPr>
              <a:endParaRPr kumimoji="0" lang="zh-CN" altLang="en-US" sz="750" b="0" i="0" u="none" strike="noStrike" kern="1200" cap="none" spc="0" normalizeH="0" baseline="0" noProof="0">
                <a:ln>
                  <a:noFill/>
                </a:ln>
                <a:solidFill>
                  <a:srgbClr val="FF0000"/>
                </a:solidFill>
                <a:effectLst/>
                <a:uLnTx/>
                <a:uFillTx/>
                <a:latin typeface="Calibri" panose="020F0502020204030204" pitchFamily="34" charset="0"/>
                <a:ea typeface="游ゴシック"/>
                <a:cs typeface="Calibri" panose="020F0502020204030204" pitchFamily="34" charset="0"/>
              </a:endParaRPr>
            </a:p>
          </p:txBody>
        </p:sp>
      </p:grpSp>
      <p:grpSp>
        <p:nvGrpSpPr>
          <p:cNvPr id="206" name="组合 205">
            <a:extLst>
              <a:ext uri="{FF2B5EF4-FFF2-40B4-BE49-F238E27FC236}">
                <a16:creationId xmlns:a16="http://schemas.microsoft.com/office/drawing/2014/main" id="{AB66866D-D0EE-D8CB-6944-80551E5FF90B}"/>
              </a:ext>
            </a:extLst>
          </p:cNvPr>
          <p:cNvGrpSpPr/>
          <p:nvPr/>
        </p:nvGrpSpPr>
        <p:grpSpPr>
          <a:xfrm>
            <a:off x="6357114" y="3439587"/>
            <a:ext cx="530915" cy="438582"/>
            <a:chOff x="9142711" y="2226738"/>
            <a:chExt cx="707887" cy="584775"/>
          </a:xfrm>
        </p:grpSpPr>
        <p:sp>
          <p:nvSpPr>
            <p:cNvPr id="207" name="Rectangle 100">
              <a:extLst>
                <a:ext uri="{FF2B5EF4-FFF2-40B4-BE49-F238E27FC236}">
                  <a16:creationId xmlns:a16="http://schemas.microsoft.com/office/drawing/2014/main" id="{D879B815-3C14-9FC4-D395-00D4A8015199}"/>
                </a:ext>
              </a:extLst>
            </p:cNvPr>
            <p:cNvSpPr/>
            <p:nvPr/>
          </p:nvSpPr>
          <p:spPr>
            <a:xfrm>
              <a:off x="9142711" y="2226738"/>
              <a:ext cx="707887" cy="584775"/>
            </a:xfrm>
            <a:prstGeom prst="rect">
              <a:avLst/>
            </a:prstGeom>
          </p:spPr>
          <p:txBody>
            <a:bodyPr wrap="non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750" b="1" i="0" u="none" strike="sng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Jan 2026</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rPr>
                <a:t>NDA sub</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游ゴシック"/>
                <a:cs typeface="Calibri" panose="020F0502020204030204" pitchFamily="34" charset="0"/>
              </a:endParaRPr>
            </a:p>
          </p:txBody>
        </p:sp>
        <p:sp>
          <p:nvSpPr>
            <p:cNvPr id="208" name="Star: 4 Points 143">
              <a:extLst>
                <a:ext uri="{FF2B5EF4-FFF2-40B4-BE49-F238E27FC236}">
                  <a16:creationId xmlns:a16="http://schemas.microsoft.com/office/drawing/2014/main" id="{5EF73B94-C181-36E7-3CF2-25F5E9AAF1CB}"/>
                </a:ext>
              </a:extLst>
            </p:cNvPr>
            <p:cNvSpPr/>
            <p:nvPr/>
          </p:nvSpPr>
          <p:spPr bwMode="auto">
            <a:xfrm>
              <a:off x="9372484" y="2412000"/>
              <a:ext cx="245922" cy="188917"/>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750" b="0" i="0" u="none" strike="noStrike" kern="1200" cap="none" spc="0" normalizeH="0" baseline="0" noProof="0">
                <a:ln>
                  <a:noFill/>
                </a:ln>
                <a:solidFill>
                  <a:srgbClr val="000000"/>
                </a:solidFill>
                <a:effectLst/>
                <a:uLnTx/>
                <a:uFillTx/>
                <a:latin typeface="Calibri" panose="020F0502020204030204" pitchFamily="34" charset="0"/>
                <a:ea typeface="游ゴシック"/>
                <a:cs typeface="Calibri" panose="020F0502020204030204" pitchFamily="34" charset="0"/>
              </a:endParaRPr>
            </a:p>
          </p:txBody>
        </p:sp>
      </p:grpSp>
      <p:sp>
        <p:nvSpPr>
          <p:cNvPr id="230" name="Rectangle 73">
            <a:extLst>
              <a:ext uri="{FF2B5EF4-FFF2-40B4-BE49-F238E27FC236}">
                <a16:creationId xmlns:a16="http://schemas.microsoft.com/office/drawing/2014/main" id="{05CC636F-D12B-626D-E7F3-F41B9F8C4BFF}"/>
              </a:ext>
            </a:extLst>
          </p:cNvPr>
          <p:cNvSpPr/>
          <p:nvPr/>
        </p:nvSpPr>
        <p:spPr>
          <a:xfrm>
            <a:off x="6604155" y="3857439"/>
            <a:ext cx="779867" cy="215444"/>
          </a:xfrm>
          <a:prstGeom prst="rect">
            <a:avLst/>
          </a:prstGeom>
        </p:spPr>
        <p:txBody>
          <a:bodyPr wrap="square">
            <a:spAutoFit/>
          </a:bodyPr>
          <a:lstStyle/>
          <a:p>
            <a:pPr marL="0" marR="0" lvl="0" indent="0" algn="l" defTabSz="914331"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70C0"/>
                </a:solidFill>
                <a:effectLst/>
                <a:uLnTx/>
                <a:uFillTx/>
                <a:latin typeface="Calibri" panose="020F0502020204030204" pitchFamily="34" charset="0"/>
                <a:ea typeface="游ゴシック"/>
                <a:cs typeface="Calibri" panose="020F0502020204030204" pitchFamily="34" charset="0"/>
              </a:rPr>
              <a:t>Very unlikely </a:t>
            </a:r>
            <a:endParaRPr kumimoji="0" lang="zh-CN" altLang="en-US" sz="800" b="0" i="0" u="none" strike="noStrike" kern="1200" cap="none" spc="0" normalizeH="0" baseline="0" noProof="0">
              <a:ln>
                <a:noFill/>
              </a:ln>
              <a:solidFill>
                <a:srgbClr val="0070C0"/>
              </a:solidFill>
              <a:effectLst/>
              <a:uLnTx/>
              <a:uFillTx/>
              <a:latin typeface="Calibri" panose="020F0502020204030204" pitchFamily="34" charset="0"/>
              <a:ea typeface="游ゴシック"/>
              <a:cs typeface="Calibri" panose="020F0502020204030204" pitchFamily="34" charset="0"/>
            </a:endParaRPr>
          </a:p>
        </p:txBody>
      </p:sp>
      <p:sp>
        <p:nvSpPr>
          <p:cNvPr id="3" name="文本框 2">
            <a:extLst>
              <a:ext uri="{FF2B5EF4-FFF2-40B4-BE49-F238E27FC236}">
                <a16:creationId xmlns:a16="http://schemas.microsoft.com/office/drawing/2014/main" id="{88E83040-0606-612C-E90D-6190F09FC8E2}"/>
              </a:ext>
            </a:extLst>
          </p:cNvPr>
          <p:cNvSpPr txBox="1"/>
          <p:nvPr/>
        </p:nvSpPr>
        <p:spPr>
          <a:xfrm>
            <a:off x="6556062" y="2301918"/>
            <a:ext cx="2322496" cy="675362"/>
          </a:xfrm>
          <a:prstGeom prst="roundRect">
            <a:avLst/>
          </a:prstGeom>
          <a:solidFill>
            <a:schemeClr val="bg1"/>
          </a:solidFill>
          <a:ln>
            <a:solidFill>
              <a:srgbClr val="FF0000"/>
            </a:solidFill>
          </a:ln>
        </p:spPr>
        <p:txBody>
          <a:bodyPr wrap="square" rtlCol="0">
            <a:spAutoFit/>
          </a:bodyPr>
          <a:lstStyle/>
          <a:p>
            <a:pPr marL="72000" indent="-72000">
              <a:spcAft>
                <a:spcPts val="200"/>
              </a:spcAft>
              <a:buFont typeface="Arial" panose="020B0604020202020204" pitchFamily="34" charset="0"/>
              <a:buChar char="•"/>
              <a:defRPr/>
            </a:pPr>
            <a:r>
              <a:rPr lang="en-US" altLang="zh-CN" sz="800" b="1">
                <a:solidFill>
                  <a:prstClr val="black"/>
                </a:solidFill>
                <a:ea typeface="等线" panose="02010600030101010101" pitchFamily="2" charset="-122"/>
                <a:cs typeface="Calibri" panose="020F0502020204030204" pitchFamily="34" charset="0"/>
              </a:rPr>
              <a:t>Timing of amendment under further discussion</a:t>
            </a:r>
          </a:p>
          <a:p>
            <a:pPr marL="72000" indent="-72000">
              <a:spcAft>
                <a:spcPts val="200"/>
              </a:spcAft>
              <a:buFont typeface="Arial" panose="020B0604020202020204" pitchFamily="34" charset="0"/>
              <a:buChar char="•"/>
              <a:defRPr/>
            </a:pPr>
            <a:r>
              <a:rPr lang="en-US" altLang="zh-CN" sz="800" b="1">
                <a:solidFill>
                  <a:prstClr val="black"/>
                </a:solidFill>
                <a:ea typeface="等线" panose="02010600030101010101" pitchFamily="2" charset="-122"/>
                <a:cs typeface="Calibri" panose="020F0502020204030204" pitchFamily="34" charset="0"/>
              </a:rPr>
              <a:t>IA analysis in end Apr, CEC on 29 Apr, TALC on  14 May</a:t>
            </a:r>
          </a:p>
        </p:txBody>
      </p:sp>
      <p:sp>
        <p:nvSpPr>
          <p:cNvPr id="4" name="文本框 3">
            <a:extLst>
              <a:ext uri="{FF2B5EF4-FFF2-40B4-BE49-F238E27FC236}">
                <a16:creationId xmlns:a16="http://schemas.microsoft.com/office/drawing/2014/main" id="{55C59E78-C8C0-7DFA-56C8-366081AB5142}"/>
              </a:ext>
            </a:extLst>
          </p:cNvPr>
          <p:cNvSpPr txBox="1"/>
          <p:nvPr/>
        </p:nvSpPr>
        <p:spPr>
          <a:xfrm>
            <a:off x="6556062" y="4097775"/>
            <a:ext cx="2322496" cy="646986"/>
          </a:xfrm>
          <a:prstGeom prst="roundRect">
            <a:avLst/>
          </a:prstGeom>
          <a:solidFill>
            <a:schemeClr val="bg1">
              <a:lumMod val="85000"/>
            </a:schemeClr>
          </a:solidFill>
          <a:ln>
            <a:solidFill>
              <a:srgbClr val="FF0000"/>
            </a:solidFill>
          </a:ln>
        </p:spPr>
        <p:txBody>
          <a:bodyPr wrap="square" rtlCol="0">
            <a:spAutoFit/>
          </a:bodyPr>
          <a:lstStyle/>
          <a:p>
            <a:pPr marL="72000" marR="0" lvl="0" indent="-72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lang="en-US" altLang="zh-CN" sz="800" b="1">
                <a:solidFill>
                  <a:prstClr val="black"/>
                </a:solidFill>
                <a:ea typeface="等线" panose="02010600030101010101" pitchFamily="2" charset="-122"/>
                <a:cs typeface="Calibri" panose="020F0502020204030204" pitchFamily="34" charset="0"/>
              </a:rPr>
              <a:t>China participation in non-BTC cohorts </a:t>
            </a:r>
            <a:r>
              <a:rPr lang="en-US" altLang="zh-CN" sz="800">
                <a:solidFill>
                  <a:prstClr val="black"/>
                </a:solidFill>
                <a:ea typeface="等线" panose="02010600030101010101" pitchFamily="2" charset="-122"/>
                <a:cs typeface="Calibri" panose="020F0502020204030204" pitchFamily="34" charset="0"/>
              </a:rPr>
              <a:t>was rejected by global trial team, because the central biomarker testing lab in China is not set up for those indications</a:t>
            </a:r>
          </a:p>
        </p:txBody>
      </p:sp>
      <p:sp>
        <p:nvSpPr>
          <p:cNvPr id="5" name="文本框 4">
            <a:extLst>
              <a:ext uri="{FF2B5EF4-FFF2-40B4-BE49-F238E27FC236}">
                <a16:creationId xmlns:a16="http://schemas.microsoft.com/office/drawing/2014/main" id="{F7E1F5BA-837E-FBD3-29DC-21F91CC25228}"/>
              </a:ext>
            </a:extLst>
          </p:cNvPr>
          <p:cNvSpPr txBox="1"/>
          <p:nvPr/>
        </p:nvSpPr>
        <p:spPr bwMode="gray">
          <a:xfrm>
            <a:off x="7623249" y="3916045"/>
            <a:ext cx="1068632" cy="174800"/>
          </a:xfrm>
          <a:prstGeom prst="roundRect">
            <a:avLst/>
          </a:prstGeom>
          <a:noFill/>
        </p:spPr>
        <p:txBody>
          <a:bodyPr wrap="square" lIns="0" tIns="0" rIns="0" bIns="0" rtlCol="0">
            <a:spAutoFit/>
          </a:bodyPr>
          <a:lstStyle/>
          <a:p>
            <a:pPr algn="ctr">
              <a:lnSpc>
                <a:spcPct val="140000"/>
              </a:lnSpc>
            </a:pPr>
            <a:r>
              <a:rPr lang="en-US" altLang="zh-CN" sz="800">
                <a:solidFill>
                  <a:srgbClr val="C00000"/>
                </a:solidFill>
              </a:rPr>
              <a:t>no</a:t>
            </a:r>
            <a:r>
              <a:rPr lang="zh-CN" altLang="en-US" sz="800">
                <a:solidFill>
                  <a:srgbClr val="C00000"/>
                </a:solidFill>
              </a:rPr>
              <a:t> </a:t>
            </a:r>
            <a:r>
              <a:rPr lang="en-US" altLang="zh-CN" sz="800">
                <a:solidFill>
                  <a:srgbClr val="C00000"/>
                </a:solidFill>
              </a:rPr>
              <a:t>update</a:t>
            </a:r>
            <a:endParaRPr lang="zh-CN" altLang="en-US" sz="800">
              <a:solidFill>
                <a:srgbClr val="C00000"/>
              </a:solidFill>
            </a:endParaRPr>
          </a:p>
        </p:txBody>
      </p:sp>
    </p:spTree>
    <p:extLst>
      <p:ext uri="{BB962C8B-B14F-4D97-AF65-F5344CB8AC3E}">
        <p14:creationId xmlns:p14="http://schemas.microsoft.com/office/powerpoint/2010/main" val="2073496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399C8E-5180-79A2-AD13-0EA9C6E22E13}"/>
              </a:ext>
            </a:extLst>
          </p:cNvPr>
          <p:cNvSpPr>
            <a:spLocks noGrp="1"/>
          </p:cNvSpPr>
          <p:nvPr>
            <p:ph type="title"/>
          </p:nvPr>
        </p:nvSpPr>
        <p:spPr/>
        <p:txBody>
          <a:bodyPr/>
          <a:lstStyle/>
          <a:p>
            <a:r>
              <a:rPr lang="en-US" altLang="zh-CN"/>
              <a:t> </a:t>
            </a:r>
            <a:endParaRPr lang="zh-CN" altLang="en-US"/>
          </a:p>
        </p:txBody>
      </p:sp>
      <p:sp>
        <p:nvSpPr>
          <p:cNvPr id="5" name="灯片编号占位符 4">
            <a:extLst>
              <a:ext uri="{FF2B5EF4-FFF2-40B4-BE49-F238E27FC236}">
                <a16:creationId xmlns:a16="http://schemas.microsoft.com/office/drawing/2014/main" id="{F0D15BCA-A2F2-D422-112B-5AD2C94C7496}"/>
              </a:ext>
            </a:extLst>
          </p:cNvPr>
          <p:cNvSpPr>
            <a:spLocks noGrp="1"/>
          </p:cNvSpPr>
          <p:nvPr>
            <p:ph type="sldNum" sz="quarter" idx="20"/>
          </p:nvPr>
        </p:nvSpPr>
        <p:spPr/>
        <p:txBody>
          <a:bodyPr/>
          <a:lstStyle/>
          <a:p>
            <a:pPr defTabSz="914333">
              <a:buClr>
                <a:srgbClr val="000000"/>
              </a:buClr>
              <a:defRPr/>
            </a:pPr>
            <a:fld id="{8FF9B0DE-3FEB-4AA0-B465-B80EF7C1333D}" type="slidenum">
              <a:rPr lang="en-US" kern="0">
                <a:solidFill>
                  <a:srgbClr val="08312A"/>
                </a:solidFill>
                <a:latin typeface="Arial"/>
                <a:cs typeface="Arial"/>
                <a:sym typeface="Arial"/>
              </a:rPr>
              <a:pPr defTabSz="914333">
                <a:buClr>
                  <a:srgbClr val="000000"/>
                </a:buClr>
                <a:defRPr/>
              </a:pPr>
              <a:t>9</a:t>
            </a:fld>
            <a:endParaRPr lang="en-US" kern="0">
              <a:solidFill>
                <a:srgbClr val="08312A"/>
              </a:solidFill>
              <a:latin typeface="Arial"/>
              <a:cs typeface="Arial"/>
              <a:sym typeface="Arial"/>
            </a:endParaRPr>
          </a:p>
        </p:txBody>
      </p:sp>
      <p:sp>
        <p:nvSpPr>
          <p:cNvPr id="4" name="Title 2">
            <a:extLst>
              <a:ext uri="{FF2B5EF4-FFF2-40B4-BE49-F238E27FC236}">
                <a16:creationId xmlns:a16="http://schemas.microsoft.com/office/drawing/2014/main" id="{DE8D630C-0ED6-F5A0-E156-D23A8CC23DEC}"/>
              </a:ext>
            </a:extLst>
          </p:cNvPr>
          <p:cNvSpPr txBox="1">
            <a:spLocks/>
          </p:cNvSpPr>
          <p:nvPr/>
        </p:nvSpPr>
        <p:spPr bwMode="gray">
          <a:xfrm>
            <a:off x="110190" y="101191"/>
            <a:ext cx="8424863" cy="540000"/>
          </a:xfrm>
          <a:prstGeom prst="rect">
            <a:avLst/>
          </a:prstGeom>
        </p:spPr>
        <p:txBody>
          <a:bodyPr vert="horz" lIns="0" tIns="0" rIns="0" bIns="0" rtlCol="0" anchor="t">
            <a:noAutofit/>
          </a:bodyPr>
          <a:lstStyle>
            <a:lvl1pPr algn="l" defTabSz="685783" rtl="0" eaLnBrk="1" latinLnBrk="0" hangingPunct="1">
              <a:lnSpc>
                <a:spcPct val="100000"/>
              </a:lnSpc>
              <a:spcBef>
                <a:spcPct val="0"/>
              </a:spcBef>
              <a:buNone/>
              <a:defRPr sz="1875" b="1" kern="1200">
                <a:solidFill>
                  <a:schemeClr val="bg2"/>
                </a:solidFill>
                <a:latin typeface="+mj-lt"/>
                <a:ea typeface="+mj-ea"/>
                <a:cs typeface="+mj-cs"/>
              </a:defRPr>
            </a:lvl1pPr>
          </a:lstStyle>
          <a:p>
            <a:pPr defTabSz="685749"/>
            <a:r>
              <a:rPr lang="en-US" sz="1600" u="sng">
                <a:solidFill>
                  <a:srgbClr val="08312A"/>
                </a:solidFill>
                <a:latin typeface="Calibri" panose="020F0502020204030204" pitchFamily="34" charset="0"/>
                <a:cs typeface="Calibri" panose="020F0502020204030204" pitchFamily="34" charset="0"/>
              </a:rPr>
              <a:t>Endorsed:</a:t>
            </a:r>
            <a:br>
              <a:rPr lang="en-US" sz="1600">
                <a:solidFill>
                  <a:srgbClr val="08312A"/>
                </a:solidFill>
                <a:latin typeface="Calibri" panose="020F0502020204030204" pitchFamily="34" charset="0"/>
                <a:cs typeface="Calibri" panose="020F0502020204030204" pitchFamily="34" charset="0"/>
              </a:rPr>
            </a:br>
            <a:r>
              <a:rPr lang="nn-NO" sz="1600">
                <a:solidFill>
                  <a:srgbClr val="08312A"/>
                </a:solidFill>
                <a:latin typeface="Calibri" panose="020F0502020204030204" pitchFamily="34" charset="0"/>
                <a:cs typeface="Calibri" panose="020F0502020204030204" pitchFamily="34" charset="0"/>
              </a:rPr>
              <a:t>Brigimadlin (MDM2/p53 antagonist</a:t>
            </a:r>
            <a:r>
              <a:rPr lang="en-US" sz="1600">
                <a:solidFill>
                  <a:srgbClr val="08312A"/>
                </a:solidFill>
                <a:latin typeface="Calibri" panose="020F0502020204030204" pitchFamily="34" charset="0"/>
                <a:cs typeface="Calibri" panose="020F0502020204030204" pitchFamily="34" charset="0"/>
              </a:rPr>
              <a:t>) + ezabenlimab (PD-1 Ab): 2L Soft Tissue Sarcoma (STS)</a:t>
            </a:r>
          </a:p>
        </p:txBody>
      </p:sp>
      <p:graphicFrame>
        <p:nvGraphicFramePr>
          <p:cNvPr id="6" name="Table 3">
            <a:extLst>
              <a:ext uri="{FF2B5EF4-FFF2-40B4-BE49-F238E27FC236}">
                <a16:creationId xmlns:a16="http://schemas.microsoft.com/office/drawing/2014/main" id="{BE544042-3B84-2A87-FD03-BE14AD48982D}"/>
              </a:ext>
            </a:extLst>
          </p:cNvPr>
          <p:cNvGraphicFramePr>
            <a:graphicFrameLocks noGrp="1"/>
          </p:cNvGraphicFramePr>
          <p:nvPr/>
        </p:nvGraphicFramePr>
        <p:xfrm>
          <a:off x="964008" y="736746"/>
          <a:ext cx="7994200" cy="506730"/>
        </p:xfrm>
        <a:graphic>
          <a:graphicData uri="http://schemas.openxmlformats.org/drawingml/2006/table">
            <a:tbl>
              <a:tblPr firstRow="1" bandRow="1"/>
              <a:tblGrid>
                <a:gridCol w="399710">
                  <a:extLst>
                    <a:ext uri="{9D8B030D-6E8A-4147-A177-3AD203B41FA5}">
                      <a16:colId xmlns:a16="http://schemas.microsoft.com/office/drawing/2014/main" val="3091663135"/>
                    </a:ext>
                  </a:extLst>
                </a:gridCol>
                <a:gridCol w="399710">
                  <a:extLst>
                    <a:ext uri="{9D8B030D-6E8A-4147-A177-3AD203B41FA5}">
                      <a16:colId xmlns:a16="http://schemas.microsoft.com/office/drawing/2014/main" val="2003423086"/>
                    </a:ext>
                  </a:extLst>
                </a:gridCol>
                <a:gridCol w="399710">
                  <a:extLst>
                    <a:ext uri="{9D8B030D-6E8A-4147-A177-3AD203B41FA5}">
                      <a16:colId xmlns:a16="http://schemas.microsoft.com/office/drawing/2014/main" val="2466911814"/>
                    </a:ext>
                  </a:extLst>
                </a:gridCol>
                <a:gridCol w="399710">
                  <a:extLst>
                    <a:ext uri="{9D8B030D-6E8A-4147-A177-3AD203B41FA5}">
                      <a16:colId xmlns:a16="http://schemas.microsoft.com/office/drawing/2014/main" val="3023231563"/>
                    </a:ext>
                  </a:extLst>
                </a:gridCol>
                <a:gridCol w="399710">
                  <a:extLst>
                    <a:ext uri="{9D8B030D-6E8A-4147-A177-3AD203B41FA5}">
                      <a16:colId xmlns:a16="http://schemas.microsoft.com/office/drawing/2014/main" val="3411862845"/>
                    </a:ext>
                  </a:extLst>
                </a:gridCol>
                <a:gridCol w="399710">
                  <a:extLst>
                    <a:ext uri="{9D8B030D-6E8A-4147-A177-3AD203B41FA5}">
                      <a16:colId xmlns:a16="http://schemas.microsoft.com/office/drawing/2014/main" val="2851474774"/>
                    </a:ext>
                  </a:extLst>
                </a:gridCol>
                <a:gridCol w="399710">
                  <a:extLst>
                    <a:ext uri="{9D8B030D-6E8A-4147-A177-3AD203B41FA5}">
                      <a16:colId xmlns:a16="http://schemas.microsoft.com/office/drawing/2014/main" val="107595344"/>
                    </a:ext>
                  </a:extLst>
                </a:gridCol>
                <a:gridCol w="399710">
                  <a:extLst>
                    <a:ext uri="{9D8B030D-6E8A-4147-A177-3AD203B41FA5}">
                      <a16:colId xmlns:a16="http://schemas.microsoft.com/office/drawing/2014/main" val="1666999431"/>
                    </a:ext>
                  </a:extLst>
                </a:gridCol>
                <a:gridCol w="399710">
                  <a:extLst>
                    <a:ext uri="{9D8B030D-6E8A-4147-A177-3AD203B41FA5}">
                      <a16:colId xmlns:a16="http://schemas.microsoft.com/office/drawing/2014/main" val="3696607442"/>
                    </a:ext>
                  </a:extLst>
                </a:gridCol>
                <a:gridCol w="399710">
                  <a:extLst>
                    <a:ext uri="{9D8B030D-6E8A-4147-A177-3AD203B41FA5}">
                      <a16:colId xmlns:a16="http://schemas.microsoft.com/office/drawing/2014/main" val="223989776"/>
                    </a:ext>
                  </a:extLst>
                </a:gridCol>
                <a:gridCol w="399710">
                  <a:extLst>
                    <a:ext uri="{9D8B030D-6E8A-4147-A177-3AD203B41FA5}">
                      <a16:colId xmlns:a16="http://schemas.microsoft.com/office/drawing/2014/main" val="124731204"/>
                    </a:ext>
                  </a:extLst>
                </a:gridCol>
                <a:gridCol w="399710">
                  <a:extLst>
                    <a:ext uri="{9D8B030D-6E8A-4147-A177-3AD203B41FA5}">
                      <a16:colId xmlns:a16="http://schemas.microsoft.com/office/drawing/2014/main" val="3066978585"/>
                    </a:ext>
                  </a:extLst>
                </a:gridCol>
                <a:gridCol w="399710">
                  <a:extLst>
                    <a:ext uri="{9D8B030D-6E8A-4147-A177-3AD203B41FA5}">
                      <a16:colId xmlns:a16="http://schemas.microsoft.com/office/drawing/2014/main" val="1064917641"/>
                    </a:ext>
                  </a:extLst>
                </a:gridCol>
                <a:gridCol w="399710">
                  <a:extLst>
                    <a:ext uri="{9D8B030D-6E8A-4147-A177-3AD203B41FA5}">
                      <a16:colId xmlns:a16="http://schemas.microsoft.com/office/drawing/2014/main" val="4221117315"/>
                    </a:ext>
                  </a:extLst>
                </a:gridCol>
                <a:gridCol w="399710">
                  <a:extLst>
                    <a:ext uri="{9D8B030D-6E8A-4147-A177-3AD203B41FA5}">
                      <a16:colId xmlns:a16="http://schemas.microsoft.com/office/drawing/2014/main" val="3266065341"/>
                    </a:ext>
                  </a:extLst>
                </a:gridCol>
                <a:gridCol w="399710">
                  <a:extLst>
                    <a:ext uri="{9D8B030D-6E8A-4147-A177-3AD203B41FA5}">
                      <a16:colId xmlns:a16="http://schemas.microsoft.com/office/drawing/2014/main" val="2374051224"/>
                    </a:ext>
                  </a:extLst>
                </a:gridCol>
                <a:gridCol w="399710">
                  <a:extLst>
                    <a:ext uri="{9D8B030D-6E8A-4147-A177-3AD203B41FA5}">
                      <a16:colId xmlns:a16="http://schemas.microsoft.com/office/drawing/2014/main" val="1840388365"/>
                    </a:ext>
                  </a:extLst>
                </a:gridCol>
                <a:gridCol w="399710">
                  <a:extLst>
                    <a:ext uri="{9D8B030D-6E8A-4147-A177-3AD203B41FA5}">
                      <a16:colId xmlns:a16="http://schemas.microsoft.com/office/drawing/2014/main" val="267750830"/>
                    </a:ext>
                  </a:extLst>
                </a:gridCol>
                <a:gridCol w="399710">
                  <a:extLst>
                    <a:ext uri="{9D8B030D-6E8A-4147-A177-3AD203B41FA5}">
                      <a16:colId xmlns:a16="http://schemas.microsoft.com/office/drawing/2014/main" val="3966469970"/>
                    </a:ext>
                  </a:extLst>
                </a:gridCol>
                <a:gridCol w="399710">
                  <a:extLst>
                    <a:ext uri="{9D8B030D-6E8A-4147-A177-3AD203B41FA5}">
                      <a16:colId xmlns:a16="http://schemas.microsoft.com/office/drawing/2014/main" val="2522973146"/>
                    </a:ext>
                  </a:extLst>
                </a:gridCol>
              </a:tblGrid>
              <a:tr h="19431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2025</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2026</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124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extLst>
                  <a:ext uri="{0D108BD9-81ED-4DB2-BD59-A6C34878D82A}">
                    <a16:rowId xmlns:a16="http://schemas.microsoft.com/office/drawing/2014/main" val="2722476245"/>
                  </a:ext>
                </a:extLst>
              </a:tr>
            </a:tbl>
          </a:graphicData>
        </a:graphic>
      </p:graphicFrame>
      <p:cxnSp>
        <p:nvCxnSpPr>
          <p:cNvPr id="7" name="Straight Connector 147">
            <a:extLst>
              <a:ext uri="{FF2B5EF4-FFF2-40B4-BE49-F238E27FC236}">
                <a16:creationId xmlns:a16="http://schemas.microsoft.com/office/drawing/2014/main" id="{4A1E90E9-AE12-7C8A-D4A5-29AB916A661A}"/>
              </a:ext>
            </a:extLst>
          </p:cNvPr>
          <p:cNvCxnSpPr>
            <a:cxnSpLocks/>
          </p:cNvCxnSpPr>
          <p:nvPr/>
        </p:nvCxnSpPr>
        <p:spPr bwMode="auto">
          <a:xfrm flipH="1">
            <a:off x="11698" y="2531601"/>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8" name="Isosceles Triangle 1">
            <a:extLst>
              <a:ext uri="{FF2B5EF4-FFF2-40B4-BE49-F238E27FC236}">
                <a16:creationId xmlns:a16="http://schemas.microsoft.com/office/drawing/2014/main" id="{28903CA5-43B3-5E7D-2589-276A378F983B}"/>
              </a:ext>
            </a:extLst>
          </p:cNvPr>
          <p:cNvSpPr/>
          <p:nvPr/>
        </p:nvSpPr>
        <p:spPr>
          <a:xfrm rot="16200000" flipH="1">
            <a:off x="651989" y="907356"/>
            <a:ext cx="486295" cy="170512"/>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685766">
              <a:defRPr/>
            </a:pPr>
            <a:endParaRPr lang="en-US" sz="1400" err="1">
              <a:solidFill>
                <a:prstClr val="black"/>
              </a:solidFill>
              <a:latin typeface="Calibri" panose="020F0502020204030204"/>
            </a:endParaRPr>
          </a:p>
        </p:txBody>
      </p:sp>
      <p:sp>
        <p:nvSpPr>
          <p:cNvPr id="9" name="Isosceles Triangle 128">
            <a:extLst>
              <a:ext uri="{FF2B5EF4-FFF2-40B4-BE49-F238E27FC236}">
                <a16:creationId xmlns:a16="http://schemas.microsoft.com/office/drawing/2014/main" id="{7503C59B-C4B8-AF36-B73C-4D61EDDEFD65}"/>
              </a:ext>
            </a:extLst>
          </p:cNvPr>
          <p:cNvSpPr/>
          <p:nvPr/>
        </p:nvSpPr>
        <p:spPr>
          <a:xfrm rot="5400000">
            <a:off x="8802711" y="907038"/>
            <a:ext cx="486295" cy="170512"/>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685766">
              <a:defRPr/>
            </a:pPr>
            <a:endParaRPr lang="en-US" sz="1400" err="1">
              <a:solidFill>
                <a:prstClr val="black"/>
              </a:solidFill>
              <a:latin typeface="Calibri" panose="020F0502020204030204"/>
            </a:endParaRPr>
          </a:p>
        </p:txBody>
      </p:sp>
      <p:sp>
        <p:nvSpPr>
          <p:cNvPr id="10" name="TextBox 64">
            <a:extLst>
              <a:ext uri="{FF2B5EF4-FFF2-40B4-BE49-F238E27FC236}">
                <a16:creationId xmlns:a16="http://schemas.microsoft.com/office/drawing/2014/main" id="{454E1FF3-2510-8232-96A2-0436FE663830}"/>
              </a:ext>
            </a:extLst>
          </p:cNvPr>
          <p:cNvSpPr txBox="1"/>
          <p:nvPr/>
        </p:nvSpPr>
        <p:spPr>
          <a:xfrm>
            <a:off x="240786" y="1421808"/>
            <a:ext cx="618892" cy="246221"/>
          </a:xfrm>
          <a:prstGeom prst="rect">
            <a:avLst/>
          </a:prstGeom>
          <a:noFill/>
          <a:ln>
            <a:noFill/>
          </a:ln>
        </p:spPr>
        <p:txBody>
          <a:bodyPr wrap="square" lIns="0" tIns="0" rIns="0" bIns="0" rtlCol="0">
            <a:spAutoFit/>
          </a:bodyPr>
          <a:lstStyle/>
          <a:p>
            <a:pPr algn="ctr" defTabSz="685766">
              <a:defRPr/>
            </a:pPr>
            <a:r>
              <a:rPr lang="en-US" sz="800" b="1">
                <a:solidFill>
                  <a:srgbClr val="08312A"/>
                </a:solidFill>
                <a:latin typeface="Calibri" panose="020F0502020204030204" pitchFamily="34" charset="0"/>
                <a:cs typeface="Calibri" panose="020F0502020204030204" pitchFamily="34" charset="0"/>
              </a:rPr>
              <a:t>Ph3-1403.6</a:t>
            </a:r>
          </a:p>
          <a:p>
            <a:pPr algn="ctr" defTabSz="685766">
              <a:defRPr/>
            </a:pPr>
            <a:r>
              <a:rPr lang="en-US" sz="800" b="1">
                <a:solidFill>
                  <a:srgbClr val="08312A"/>
                </a:solidFill>
                <a:latin typeface="Calibri" panose="020F0502020204030204" pitchFamily="34" charset="0"/>
                <a:cs typeface="Calibri" panose="020F0502020204030204" pitchFamily="34" charset="0"/>
              </a:rPr>
              <a:t>Brightline-3</a:t>
            </a:r>
          </a:p>
        </p:txBody>
      </p:sp>
      <p:pic>
        <p:nvPicPr>
          <p:cNvPr id="11" name="Picture 4">
            <a:extLst>
              <a:ext uri="{FF2B5EF4-FFF2-40B4-BE49-F238E27FC236}">
                <a16:creationId xmlns:a16="http://schemas.microsoft.com/office/drawing/2014/main" id="{50784A6C-F95C-F032-BEFA-86BC3B530C5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0837" y="767545"/>
            <a:ext cx="853514" cy="420660"/>
          </a:xfrm>
          <a:prstGeom prst="rect">
            <a:avLst/>
          </a:prstGeom>
        </p:spPr>
      </p:pic>
      <p:pic>
        <p:nvPicPr>
          <p:cNvPr id="12" name="Picture 6">
            <a:extLst>
              <a:ext uri="{FF2B5EF4-FFF2-40B4-BE49-F238E27FC236}">
                <a16:creationId xmlns:a16="http://schemas.microsoft.com/office/drawing/2014/main" id="{82D24007-1E51-E581-0B58-8B4B00AF7650}"/>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0837" y="2741413"/>
            <a:ext cx="853514" cy="420660"/>
          </a:xfrm>
          <a:prstGeom prst="rect">
            <a:avLst/>
          </a:prstGeom>
        </p:spPr>
      </p:pic>
      <p:grpSp>
        <p:nvGrpSpPr>
          <p:cNvPr id="13" name="Group 39">
            <a:extLst>
              <a:ext uri="{FF2B5EF4-FFF2-40B4-BE49-F238E27FC236}">
                <a16:creationId xmlns:a16="http://schemas.microsoft.com/office/drawing/2014/main" id="{D17A31BC-0171-2DA9-9A33-617F8A52679D}"/>
              </a:ext>
            </a:extLst>
          </p:cNvPr>
          <p:cNvGrpSpPr/>
          <p:nvPr/>
        </p:nvGrpSpPr>
        <p:grpSpPr>
          <a:xfrm>
            <a:off x="2834674" y="1257412"/>
            <a:ext cx="410060" cy="3209121"/>
            <a:chOff x="1129604" y="1106767"/>
            <a:chExt cx="546747" cy="4053736"/>
          </a:xfrm>
        </p:grpSpPr>
        <p:sp>
          <p:nvSpPr>
            <p:cNvPr id="14" name="OTLSHAPE_T_e17f3958430f4cff8650518c93c7635e_StartDate">
              <a:extLst>
                <a:ext uri="{FF2B5EF4-FFF2-40B4-BE49-F238E27FC236}">
                  <a16:creationId xmlns:a16="http://schemas.microsoft.com/office/drawing/2014/main" id="{34730952-58AD-570B-641A-30DE521FBB55}"/>
                </a:ext>
              </a:extLst>
            </p:cNvPr>
            <p:cNvSpPr txBox="1"/>
            <p:nvPr>
              <p:custDataLst>
                <p:tags r:id="rId21"/>
              </p:custDataLst>
            </p:nvPr>
          </p:nvSpPr>
          <p:spPr>
            <a:xfrm>
              <a:off x="1129604" y="1106767"/>
              <a:ext cx="546747" cy="311024"/>
            </a:xfrm>
            <a:prstGeom prst="rect">
              <a:avLst/>
            </a:prstGeom>
            <a:noFill/>
            <a:ln w="12700">
              <a:noFill/>
            </a:ln>
          </p:spPr>
          <p:txBody>
            <a:bodyPr vert="horz" wrap="square" lIns="0" tIns="0" rIns="0" bIns="0" rtlCol="0" anchor="ctr" anchorCtr="0">
              <a:spAutoFit/>
            </a:bodyPr>
            <a:lstStyle/>
            <a:p>
              <a:pPr algn="ctr" defTabSz="685766">
                <a:defRPr/>
              </a:pPr>
              <a:r>
                <a:rPr lang="en-US" altLang="zh-CN" sz="800" b="1">
                  <a:solidFill>
                    <a:srgbClr val="FF0000"/>
                  </a:solidFill>
                  <a:latin typeface="Calibri" panose="020F0502020204030204" pitchFamily="34" charset="0"/>
                  <a:ea typeface="等线" panose="02010600030101010101" pitchFamily="2" charset="-122"/>
                  <a:cs typeface="Calibri" panose="020F0502020204030204" pitchFamily="34" charset="0"/>
                </a:rPr>
                <a:t>We are here</a:t>
              </a:r>
              <a:endParaRPr lang="zh-CN" altLang="en-US" sz="800" b="1">
                <a:solidFill>
                  <a:srgbClr val="FF0000"/>
                </a:solidFill>
                <a:latin typeface="Calibri" panose="020F0502020204030204" pitchFamily="34" charset="0"/>
                <a:ea typeface="等线" panose="02010600030101010101" pitchFamily="2" charset="-122"/>
                <a:cs typeface="Calibri" panose="020F0502020204030204" pitchFamily="34" charset="0"/>
              </a:endParaRPr>
            </a:p>
          </p:txBody>
        </p:sp>
        <p:cxnSp>
          <p:nvCxnSpPr>
            <p:cNvPr id="15" name="Straight Connector 47">
              <a:extLst>
                <a:ext uri="{FF2B5EF4-FFF2-40B4-BE49-F238E27FC236}">
                  <a16:creationId xmlns:a16="http://schemas.microsoft.com/office/drawing/2014/main" id="{57507466-1714-9FAD-6E20-5584C5A8B21F}"/>
                </a:ext>
              </a:extLst>
            </p:cNvPr>
            <p:cNvCxnSpPr>
              <a:cxnSpLocks/>
            </p:cNvCxnSpPr>
            <p:nvPr/>
          </p:nvCxnSpPr>
          <p:spPr bwMode="auto">
            <a:xfrm flipV="1">
              <a:off x="1420448" y="1569504"/>
              <a:ext cx="0" cy="3590999"/>
            </a:xfrm>
            <a:prstGeom prst="line">
              <a:avLst/>
            </a:prstGeom>
            <a:solidFill>
              <a:schemeClr val="accent1"/>
            </a:solidFill>
            <a:ln w="6350" cap="flat" cmpd="sng" algn="ctr">
              <a:solidFill>
                <a:srgbClr val="FF0000"/>
              </a:solidFill>
              <a:prstDash val="sysDot"/>
              <a:round/>
              <a:headEnd type="none" w="med" len="med"/>
              <a:tailEnd type="none" w="med" len="med"/>
            </a:ln>
            <a:effectLst/>
          </p:spPr>
        </p:cxnSp>
      </p:grpSp>
      <p:grpSp>
        <p:nvGrpSpPr>
          <p:cNvPr id="16" name="Group 51">
            <a:extLst>
              <a:ext uri="{FF2B5EF4-FFF2-40B4-BE49-F238E27FC236}">
                <a16:creationId xmlns:a16="http://schemas.microsoft.com/office/drawing/2014/main" id="{2BDC3DB8-2575-2E6C-04BC-0FF0124AB9DA}"/>
              </a:ext>
            </a:extLst>
          </p:cNvPr>
          <p:cNvGrpSpPr/>
          <p:nvPr/>
        </p:nvGrpSpPr>
        <p:grpSpPr>
          <a:xfrm>
            <a:off x="3298280" y="1349197"/>
            <a:ext cx="795684" cy="532792"/>
            <a:chOff x="4058871" y="1780376"/>
            <a:chExt cx="794829" cy="706246"/>
          </a:xfrm>
        </p:grpSpPr>
        <p:sp>
          <p:nvSpPr>
            <p:cNvPr id="17" name="Rectangle 52">
              <a:extLst>
                <a:ext uri="{FF2B5EF4-FFF2-40B4-BE49-F238E27FC236}">
                  <a16:creationId xmlns:a16="http://schemas.microsoft.com/office/drawing/2014/main" id="{DB246BEF-69C0-0D37-D7F5-98C5EFA3E48F}"/>
                </a:ext>
              </a:extLst>
            </p:cNvPr>
            <p:cNvSpPr/>
            <p:nvPr/>
          </p:nvSpPr>
          <p:spPr>
            <a:xfrm>
              <a:off x="4261974" y="2226537"/>
              <a:ext cx="293354" cy="260085"/>
            </a:xfrm>
            <a:prstGeom prst="rect">
              <a:avLst/>
            </a:prstGeom>
          </p:spPr>
          <p:txBody>
            <a:bodyPr wrap="none">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rPr>
                <a:t>FPI</a:t>
              </a:r>
              <a:endParaRPr lang="zh-CN" altLang="en-US" sz="675" b="1">
                <a:solidFill>
                  <a:srgbClr val="44546A"/>
                </a:solidFill>
                <a:latin typeface="Calibri" panose="020F0502020204030204" pitchFamily="34" charset="0"/>
                <a:ea typeface="等线" panose="02010600030101010101" pitchFamily="2" charset="-122"/>
              </a:endParaRPr>
            </a:p>
          </p:txBody>
        </p:sp>
        <p:sp>
          <p:nvSpPr>
            <p:cNvPr id="18" name="OTLSHAPE_T_e17f3958430f4cff8650518c93c7635e_StartDate">
              <a:extLst>
                <a:ext uri="{FF2B5EF4-FFF2-40B4-BE49-F238E27FC236}">
                  <a16:creationId xmlns:a16="http://schemas.microsoft.com/office/drawing/2014/main" id="{AB9CE93F-814F-6B6A-9A94-C73E0F6EE1EE}"/>
                </a:ext>
              </a:extLst>
            </p:cNvPr>
            <p:cNvSpPr txBox="1"/>
            <p:nvPr>
              <p:custDataLst>
                <p:tags r:id="rId20"/>
              </p:custDataLst>
            </p:nvPr>
          </p:nvSpPr>
          <p:spPr>
            <a:xfrm>
              <a:off x="4058871" y="1780376"/>
              <a:ext cx="794829" cy="137692"/>
            </a:xfrm>
            <a:prstGeom prst="rect">
              <a:avLst/>
            </a:prstGeom>
            <a:noFill/>
          </p:spPr>
          <p:txBody>
            <a:bodyPr vert="horz" wrap="square" lIns="0" tIns="0" rIns="0" bIns="0" rtlCol="0" anchor="ctr" anchorCtr="0">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rPr>
                <a:t>Aug 2024 ?</a:t>
              </a:r>
              <a:endParaRPr lang="zh-CN" altLang="en-US" sz="675" b="1">
                <a:solidFill>
                  <a:srgbClr val="44546A"/>
                </a:solidFill>
                <a:latin typeface="Calibri" panose="020F0502020204030204" pitchFamily="34" charset="0"/>
                <a:ea typeface="等线" panose="02010600030101010101" pitchFamily="2" charset="-122"/>
              </a:endParaRPr>
            </a:p>
          </p:txBody>
        </p:sp>
      </p:grpSp>
      <p:sp>
        <p:nvSpPr>
          <p:cNvPr id="19" name="OTLSHAPE_T_e17f3958430f4cff8650518c93c7635e_Shape">
            <a:extLst>
              <a:ext uri="{FF2B5EF4-FFF2-40B4-BE49-F238E27FC236}">
                <a16:creationId xmlns:a16="http://schemas.microsoft.com/office/drawing/2014/main" id="{2E5019B4-6B87-284D-D79D-F07C7BF00814}"/>
              </a:ext>
            </a:extLst>
          </p:cNvPr>
          <p:cNvSpPr/>
          <p:nvPr>
            <p:custDataLst>
              <p:tags r:id="rId1"/>
            </p:custDataLst>
          </p:nvPr>
        </p:nvSpPr>
        <p:spPr bwMode="auto">
          <a:xfrm>
            <a:off x="3655333" y="1464380"/>
            <a:ext cx="3204000"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09">
              <a:defRPr/>
            </a:pPr>
            <a:r>
              <a:rPr lang="en-US" altLang="zh-CN" sz="750" b="1">
                <a:solidFill>
                  <a:prstClr val="black"/>
                </a:solidFill>
                <a:latin typeface="Calibri" panose="020F0502020204030204" pitchFamily="34" charset="0"/>
                <a:ea typeface="等线" panose="02010600030101010101" pitchFamily="2" charset="-122"/>
                <a:cs typeface="Calibri" panose="020F0502020204030204" pitchFamily="34" charset="0"/>
              </a:rPr>
              <a:t>Ph3, </a:t>
            </a:r>
            <a:r>
              <a:rPr lang="en-US" altLang="zh-CN" sz="750" b="1">
                <a:solidFill>
                  <a:srgbClr val="FF0000"/>
                </a:solidFill>
                <a:latin typeface="Calibri" panose="020F0502020204030204" pitchFamily="34" charset="0"/>
                <a:ea typeface="等线" panose="02010600030101010101" pitchFamily="2" charset="-122"/>
                <a:cs typeface="Calibri" panose="020F0502020204030204" pitchFamily="34" charset="0"/>
              </a:rPr>
              <a:t>N=263</a:t>
            </a:r>
            <a:r>
              <a:rPr lang="en-US" altLang="zh-CN" sz="750" b="1">
                <a:solidFill>
                  <a:prstClr val="black"/>
                </a:solidFill>
                <a:latin typeface="Calibri" panose="020F0502020204030204" pitchFamily="34" charset="0"/>
                <a:ea typeface="等线" panose="02010600030101010101" pitchFamily="2" charset="-122"/>
                <a:cs typeface="Calibri" panose="020F0502020204030204" pitchFamily="34" charset="0"/>
              </a:rPr>
              <a:t>, 2L STS</a:t>
            </a:r>
            <a:endParaRPr lang="en-US" altLang="zh-CN" sz="750" b="1">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grpSp>
        <p:nvGrpSpPr>
          <p:cNvPr id="20" name="Group 58">
            <a:extLst>
              <a:ext uri="{FF2B5EF4-FFF2-40B4-BE49-F238E27FC236}">
                <a16:creationId xmlns:a16="http://schemas.microsoft.com/office/drawing/2014/main" id="{D38CC9D7-07D5-0F90-8CF9-7D13DC5A4CA0}"/>
              </a:ext>
            </a:extLst>
          </p:cNvPr>
          <p:cNvGrpSpPr/>
          <p:nvPr/>
        </p:nvGrpSpPr>
        <p:grpSpPr>
          <a:xfrm>
            <a:off x="6484026" y="1349196"/>
            <a:ext cx="683360" cy="638852"/>
            <a:chOff x="8618313" y="1352755"/>
            <a:chExt cx="511967" cy="635127"/>
          </a:xfrm>
        </p:grpSpPr>
        <p:sp>
          <p:nvSpPr>
            <p:cNvPr id="21" name="Rectangle 59">
              <a:extLst>
                <a:ext uri="{FF2B5EF4-FFF2-40B4-BE49-F238E27FC236}">
                  <a16:creationId xmlns:a16="http://schemas.microsoft.com/office/drawing/2014/main" id="{5E5814E2-0AD4-F28A-6B41-D30F87F21999}"/>
                </a:ext>
              </a:extLst>
            </p:cNvPr>
            <p:cNvSpPr/>
            <p:nvPr/>
          </p:nvSpPr>
          <p:spPr>
            <a:xfrm>
              <a:off x="8677289" y="1689550"/>
              <a:ext cx="433785" cy="298332"/>
            </a:xfrm>
            <a:prstGeom prst="rect">
              <a:avLst/>
            </a:prstGeom>
          </p:spPr>
          <p:txBody>
            <a:bodyPr wrap="none">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LPI</a:t>
              </a:r>
            </a:p>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Key results</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2" name="OTLSHAPE_T_e17f3958430f4cff8650518c93c7635e_StartDate">
              <a:extLst>
                <a:ext uri="{FF2B5EF4-FFF2-40B4-BE49-F238E27FC236}">
                  <a16:creationId xmlns:a16="http://schemas.microsoft.com/office/drawing/2014/main" id="{CC8EFC42-50D4-C76C-8EFE-DF9DEB615D50}"/>
                </a:ext>
              </a:extLst>
            </p:cNvPr>
            <p:cNvSpPr txBox="1"/>
            <p:nvPr>
              <p:custDataLst>
                <p:tags r:id="rId19"/>
              </p:custDataLst>
            </p:nvPr>
          </p:nvSpPr>
          <p:spPr>
            <a:xfrm>
              <a:off x="8618313" y="1352755"/>
              <a:ext cx="511967" cy="103269"/>
            </a:xfrm>
            <a:prstGeom prst="rect">
              <a:avLst/>
            </a:prstGeom>
            <a:noFill/>
          </p:spPr>
          <p:txBody>
            <a:bodyPr vert="horz" wrap="square" lIns="0" tIns="0" rIns="0" bIns="0" rtlCol="0" anchor="ctr" anchorCtr="0">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Aug 2026</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grpSp>
        <p:nvGrpSpPr>
          <p:cNvPr id="23" name="Group 54">
            <a:extLst>
              <a:ext uri="{FF2B5EF4-FFF2-40B4-BE49-F238E27FC236}">
                <a16:creationId xmlns:a16="http://schemas.microsoft.com/office/drawing/2014/main" id="{CD314714-41C5-19A0-FA31-4E0BA01E068C}"/>
              </a:ext>
            </a:extLst>
          </p:cNvPr>
          <p:cNvGrpSpPr/>
          <p:nvPr/>
        </p:nvGrpSpPr>
        <p:grpSpPr>
          <a:xfrm>
            <a:off x="5438236" y="1349200"/>
            <a:ext cx="778847" cy="689530"/>
            <a:chOff x="8606832" y="1348780"/>
            <a:chExt cx="583507" cy="685510"/>
          </a:xfrm>
        </p:grpSpPr>
        <p:sp>
          <p:nvSpPr>
            <p:cNvPr id="24" name="Rectangle 55">
              <a:extLst>
                <a:ext uri="{FF2B5EF4-FFF2-40B4-BE49-F238E27FC236}">
                  <a16:creationId xmlns:a16="http://schemas.microsoft.com/office/drawing/2014/main" id="{E03CC4FA-FA61-33C3-AEB2-730F92D22DF6}"/>
                </a:ext>
              </a:extLst>
            </p:cNvPr>
            <p:cNvSpPr/>
            <p:nvPr/>
          </p:nvSpPr>
          <p:spPr>
            <a:xfrm>
              <a:off x="8610282" y="1735958"/>
              <a:ext cx="580057" cy="298332"/>
            </a:xfrm>
            <a:prstGeom prst="rect">
              <a:avLst/>
            </a:prstGeom>
          </p:spPr>
          <p:txBody>
            <a:bodyPr wrap="square">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IFA with 3m enrollment hold</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5" name="OTLSHAPE_T_e17f3958430f4cff8650518c93c7635e_StartDate">
              <a:extLst>
                <a:ext uri="{FF2B5EF4-FFF2-40B4-BE49-F238E27FC236}">
                  <a16:creationId xmlns:a16="http://schemas.microsoft.com/office/drawing/2014/main" id="{A26287C7-0EA8-128B-D1B1-1EB895A33957}"/>
                </a:ext>
              </a:extLst>
            </p:cNvPr>
            <p:cNvSpPr txBox="1"/>
            <p:nvPr>
              <p:custDataLst>
                <p:tags r:id="rId18"/>
              </p:custDataLst>
            </p:nvPr>
          </p:nvSpPr>
          <p:spPr>
            <a:xfrm>
              <a:off x="8606832" y="1348780"/>
              <a:ext cx="511967" cy="103269"/>
            </a:xfrm>
            <a:prstGeom prst="rect">
              <a:avLst/>
            </a:prstGeom>
            <a:noFill/>
          </p:spPr>
          <p:txBody>
            <a:bodyPr vert="horz" wrap="square" lIns="0" tIns="0" rIns="0" bIns="0" rtlCol="0" anchor="ctr" anchorCtr="0">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Dec 2025</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26" name="TextBox 82">
            <a:extLst>
              <a:ext uri="{FF2B5EF4-FFF2-40B4-BE49-F238E27FC236}">
                <a16:creationId xmlns:a16="http://schemas.microsoft.com/office/drawing/2014/main" id="{D6BC4ACC-2152-58F9-65EF-E31D45DD1A15}"/>
              </a:ext>
            </a:extLst>
          </p:cNvPr>
          <p:cNvSpPr txBox="1"/>
          <p:nvPr/>
        </p:nvSpPr>
        <p:spPr>
          <a:xfrm>
            <a:off x="240786" y="3245506"/>
            <a:ext cx="618892" cy="246221"/>
          </a:xfrm>
          <a:prstGeom prst="rect">
            <a:avLst/>
          </a:prstGeom>
          <a:noFill/>
          <a:ln>
            <a:noFill/>
          </a:ln>
        </p:spPr>
        <p:txBody>
          <a:bodyPr wrap="square" lIns="0" tIns="0" rIns="0" bIns="0" rtlCol="0">
            <a:spAutoFit/>
          </a:bodyPr>
          <a:lstStyle/>
          <a:p>
            <a:pPr algn="ctr" defTabSz="685766">
              <a:defRPr/>
            </a:pPr>
            <a:r>
              <a:rPr lang="en-US" sz="800" b="1">
                <a:solidFill>
                  <a:srgbClr val="08312A"/>
                </a:solidFill>
                <a:latin typeface="Calibri" panose="020F0502020204030204" pitchFamily="34" charset="0"/>
                <a:cs typeface="Calibri" panose="020F0502020204030204" pitchFamily="34" charset="0"/>
              </a:rPr>
              <a:t>Ph3-1403.6</a:t>
            </a:r>
          </a:p>
          <a:p>
            <a:pPr algn="ctr" defTabSz="685766">
              <a:defRPr/>
            </a:pPr>
            <a:r>
              <a:rPr lang="en-US" sz="800" b="1">
                <a:solidFill>
                  <a:srgbClr val="08312A"/>
                </a:solidFill>
                <a:latin typeface="Calibri" panose="020F0502020204030204" pitchFamily="34" charset="0"/>
                <a:cs typeface="Calibri" panose="020F0502020204030204" pitchFamily="34" charset="0"/>
              </a:rPr>
              <a:t>Brightline-3</a:t>
            </a:r>
          </a:p>
        </p:txBody>
      </p:sp>
      <p:sp>
        <p:nvSpPr>
          <p:cNvPr id="30" name="Star: 4 Points 143">
            <a:extLst>
              <a:ext uri="{FF2B5EF4-FFF2-40B4-BE49-F238E27FC236}">
                <a16:creationId xmlns:a16="http://schemas.microsoft.com/office/drawing/2014/main" id="{D1490013-2D10-1AA7-9147-DD99BF972455}"/>
              </a:ext>
            </a:extLst>
          </p:cNvPr>
          <p:cNvSpPr/>
          <p:nvPr/>
        </p:nvSpPr>
        <p:spPr bwMode="auto">
          <a:xfrm>
            <a:off x="3577204" y="160612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31" name="Star: 4 Points 143">
            <a:extLst>
              <a:ext uri="{FF2B5EF4-FFF2-40B4-BE49-F238E27FC236}">
                <a16:creationId xmlns:a16="http://schemas.microsoft.com/office/drawing/2014/main" id="{1D8C90E6-F821-6DF7-2FC3-3A9F5A761E0E}"/>
              </a:ext>
            </a:extLst>
          </p:cNvPr>
          <p:cNvSpPr/>
          <p:nvPr/>
        </p:nvSpPr>
        <p:spPr bwMode="auto">
          <a:xfrm>
            <a:off x="6792820" y="160655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32" name="Star: 4 Points 143">
            <a:extLst>
              <a:ext uri="{FF2B5EF4-FFF2-40B4-BE49-F238E27FC236}">
                <a16:creationId xmlns:a16="http://schemas.microsoft.com/office/drawing/2014/main" id="{C79D68D9-FB43-6321-3302-5AAF093242E7}"/>
              </a:ext>
            </a:extLst>
          </p:cNvPr>
          <p:cNvSpPr/>
          <p:nvPr/>
        </p:nvSpPr>
        <p:spPr bwMode="auto">
          <a:xfrm>
            <a:off x="5721456" y="160570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grpSp>
        <p:nvGrpSpPr>
          <p:cNvPr id="34" name="组合 33">
            <a:extLst>
              <a:ext uri="{FF2B5EF4-FFF2-40B4-BE49-F238E27FC236}">
                <a16:creationId xmlns:a16="http://schemas.microsoft.com/office/drawing/2014/main" id="{04690C0D-F67B-2C88-08B6-5CEBFEB63290}"/>
              </a:ext>
            </a:extLst>
          </p:cNvPr>
          <p:cNvGrpSpPr/>
          <p:nvPr/>
        </p:nvGrpSpPr>
        <p:grpSpPr>
          <a:xfrm>
            <a:off x="7472268" y="1385633"/>
            <a:ext cx="527709" cy="519373"/>
            <a:chOff x="10530830" y="3098458"/>
            <a:chExt cx="703612" cy="692493"/>
          </a:xfrm>
        </p:grpSpPr>
        <p:sp>
          <p:nvSpPr>
            <p:cNvPr id="35" name="Rectangle 100">
              <a:extLst>
                <a:ext uri="{FF2B5EF4-FFF2-40B4-BE49-F238E27FC236}">
                  <a16:creationId xmlns:a16="http://schemas.microsoft.com/office/drawing/2014/main" id="{BD6D23F9-56CB-158D-391F-940B0A9A5B54}"/>
                </a:ext>
              </a:extLst>
            </p:cNvPr>
            <p:cNvSpPr/>
            <p:nvPr/>
          </p:nvSpPr>
          <p:spPr>
            <a:xfrm>
              <a:off x="10530830" y="3098458"/>
              <a:ext cx="703612" cy="692493"/>
            </a:xfrm>
            <a:prstGeom prst="rect">
              <a:avLst/>
            </a:prstGeom>
          </p:spPr>
          <p:txBody>
            <a:bodyPr wrap="none">
              <a:spAutoFit/>
            </a:bodyPr>
            <a:lstStyle/>
            <a:p>
              <a:pPr algn="ctr" defTabSz="685766">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Mar 2027</a:t>
              </a:r>
            </a:p>
            <a:p>
              <a:pPr algn="ctr" defTabSz="685766">
                <a:defRPr/>
              </a:pPr>
              <a:endPar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endParaRPr>
            </a:p>
            <a:p>
              <a:pPr algn="ctr" defTabSz="685766">
                <a:defRPr/>
              </a:pPr>
              <a:endParaRPr lang="en-US" altLang="zh-CN" sz="750" b="1">
                <a:solidFill>
                  <a:srgbClr val="44546A"/>
                </a:solidFill>
                <a:latin typeface="Calibri" panose="020F0502020204030204" pitchFamily="34" charset="0"/>
                <a:ea typeface="等线" panose="02010600030101010101" pitchFamily="2" charset="-122"/>
                <a:cs typeface="Calibri" panose="020F0502020204030204" pitchFamily="34" charset="0"/>
              </a:endParaRPr>
            </a:p>
            <a:p>
              <a:pPr algn="ctr" defTabSz="685766">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NDA app.</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36" name="五角星 55">
              <a:extLst>
                <a:ext uri="{FF2B5EF4-FFF2-40B4-BE49-F238E27FC236}">
                  <a16:creationId xmlns:a16="http://schemas.microsoft.com/office/drawing/2014/main" id="{BA8A10DB-03DA-64B2-2318-328D279A6DEB}"/>
                </a:ext>
              </a:extLst>
            </p:cNvPr>
            <p:cNvSpPr>
              <a:spLocks/>
            </p:cNvSpPr>
            <p:nvPr/>
          </p:nvSpPr>
          <p:spPr bwMode="auto">
            <a:xfrm>
              <a:off x="10789026" y="3404440"/>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685766" eaLnBrk="0" hangingPunct="0">
                <a:defRPr/>
              </a:pPr>
              <a:endParaRPr lang="zh-CN" altLang="en-US">
                <a:solidFill>
                  <a:srgbClr val="FF0000"/>
                </a:solidFill>
                <a:latin typeface="Calibri" panose="020F0502020204030204"/>
                <a:ea typeface="等线" panose="02010600030101010101" pitchFamily="2" charset="-122"/>
              </a:endParaRPr>
            </a:p>
          </p:txBody>
        </p:sp>
      </p:grpSp>
      <p:grpSp>
        <p:nvGrpSpPr>
          <p:cNvPr id="37" name="组合 36">
            <a:extLst>
              <a:ext uri="{FF2B5EF4-FFF2-40B4-BE49-F238E27FC236}">
                <a16:creationId xmlns:a16="http://schemas.microsoft.com/office/drawing/2014/main" id="{E9D5E50F-94BE-E104-2F33-B842115DFCB9}"/>
              </a:ext>
            </a:extLst>
          </p:cNvPr>
          <p:cNvGrpSpPr/>
          <p:nvPr/>
        </p:nvGrpSpPr>
        <p:grpSpPr>
          <a:xfrm>
            <a:off x="7017114" y="1390937"/>
            <a:ext cx="522900" cy="519373"/>
            <a:chOff x="9488208" y="2988259"/>
            <a:chExt cx="697199" cy="692494"/>
          </a:xfrm>
        </p:grpSpPr>
        <p:sp>
          <p:nvSpPr>
            <p:cNvPr id="38" name="Rectangle 100">
              <a:extLst>
                <a:ext uri="{FF2B5EF4-FFF2-40B4-BE49-F238E27FC236}">
                  <a16:creationId xmlns:a16="http://schemas.microsoft.com/office/drawing/2014/main" id="{9D6E8831-FDEE-87F8-00C6-472D08C63635}"/>
                </a:ext>
              </a:extLst>
            </p:cNvPr>
            <p:cNvSpPr/>
            <p:nvPr/>
          </p:nvSpPr>
          <p:spPr>
            <a:xfrm>
              <a:off x="9488208" y="2988259"/>
              <a:ext cx="697199" cy="692494"/>
            </a:xfrm>
            <a:prstGeom prst="rect">
              <a:avLst/>
            </a:prstGeom>
          </p:spPr>
          <p:txBody>
            <a:bodyPr wrap="none">
              <a:spAutoFit/>
            </a:bodyPr>
            <a:lstStyle/>
            <a:p>
              <a:pPr algn="ctr" defTabSz="685766">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Nov 2026</a:t>
              </a:r>
            </a:p>
            <a:p>
              <a:pPr algn="ctr" defTabSz="685766">
                <a:defRPr/>
              </a:pPr>
              <a:endPar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endParaRPr>
            </a:p>
            <a:p>
              <a:pPr algn="ctr" defTabSz="685766">
                <a:defRPr/>
              </a:pPr>
              <a:endParaRPr lang="en-US" altLang="zh-CN" sz="750" b="1">
                <a:solidFill>
                  <a:srgbClr val="44546A"/>
                </a:solidFill>
                <a:latin typeface="Calibri" panose="020F0502020204030204" pitchFamily="34" charset="0"/>
                <a:ea typeface="等线" panose="02010600030101010101" pitchFamily="2" charset="-122"/>
                <a:cs typeface="Calibri" panose="020F0502020204030204" pitchFamily="34" charset="0"/>
              </a:endParaRPr>
            </a:p>
            <a:p>
              <a:pPr algn="ctr" defTabSz="685766">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NDA sub.</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39" name="Star: 4 Points 143">
              <a:extLst>
                <a:ext uri="{FF2B5EF4-FFF2-40B4-BE49-F238E27FC236}">
                  <a16:creationId xmlns:a16="http://schemas.microsoft.com/office/drawing/2014/main" id="{379668BE-8647-AACB-9D88-A4A4AA4670D3}"/>
                </a:ext>
              </a:extLst>
            </p:cNvPr>
            <p:cNvSpPr/>
            <p:nvPr/>
          </p:nvSpPr>
          <p:spPr bwMode="auto">
            <a:xfrm>
              <a:off x="9741927" y="327671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40" name="文本框 39">
            <a:extLst>
              <a:ext uri="{FF2B5EF4-FFF2-40B4-BE49-F238E27FC236}">
                <a16:creationId xmlns:a16="http://schemas.microsoft.com/office/drawing/2014/main" id="{4AD83902-31BA-65BC-02D3-623C0E0E397B}"/>
              </a:ext>
            </a:extLst>
          </p:cNvPr>
          <p:cNvSpPr txBox="1"/>
          <p:nvPr/>
        </p:nvSpPr>
        <p:spPr>
          <a:xfrm>
            <a:off x="240786" y="3958010"/>
            <a:ext cx="1232267" cy="692497"/>
          </a:xfrm>
          <a:prstGeom prst="rect">
            <a:avLst/>
          </a:prstGeom>
          <a:noFill/>
        </p:spPr>
        <p:txBody>
          <a:bodyPr wrap="square" rtlCol="0">
            <a:spAutoFit/>
          </a:bodyPr>
          <a:lstStyle>
            <a:defPPr>
              <a:defRPr lang="de-DE"/>
            </a:defPPr>
            <a:lvl1pPr defTabSz="685800">
              <a:defRPr sz="650" b="1">
                <a:solidFill>
                  <a:srgbClr val="336699"/>
                </a:solidFill>
                <a:latin typeface="BISansOpti" panose="02000503040000020004" pitchFamily="2" charset="0"/>
                <a:ea typeface="游ゴシック"/>
              </a:defRPr>
            </a:lvl1pPr>
          </a:lstStyle>
          <a:p>
            <a:pPr defTabSz="685766"/>
            <a:r>
              <a:rPr lang="en-US" altLang="zh-CN">
                <a:solidFill>
                  <a:srgbClr val="08312A"/>
                </a:solidFill>
              </a:rPr>
              <a:t>Abbreviations</a:t>
            </a:r>
            <a:br>
              <a:rPr lang="en-US" altLang="zh-CN" b="0">
                <a:solidFill>
                  <a:srgbClr val="08312A"/>
                </a:solidFill>
              </a:rPr>
            </a:br>
            <a:r>
              <a:rPr lang="en-US" altLang="zh-CN" b="0">
                <a:solidFill>
                  <a:srgbClr val="08312A"/>
                </a:solidFill>
              </a:rPr>
              <a:t>AT: Asset Team</a:t>
            </a:r>
          </a:p>
          <a:p>
            <a:pPr defTabSz="685766"/>
            <a:r>
              <a:rPr lang="en-US" altLang="zh-CN" b="0">
                <a:solidFill>
                  <a:srgbClr val="08312A"/>
                </a:solidFill>
              </a:rPr>
              <a:t>w/: with</a:t>
            </a:r>
          </a:p>
          <a:p>
            <a:pPr defTabSz="685766"/>
            <a:r>
              <a:rPr lang="en-US" altLang="zh-CN" b="0">
                <a:solidFill>
                  <a:srgbClr val="08312A"/>
                </a:solidFill>
              </a:rPr>
              <a:t>FPI: first patient in</a:t>
            </a:r>
          </a:p>
          <a:p>
            <a:pPr defTabSz="685766"/>
            <a:r>
              <a:rPr lang="en-US" altLang="zh-CN" b="0">
                <a:solidFill>
                  <a:srgbClr val="08312A"/>
                </a:solidFill>
              </a:rPr>
              <a:t>LPI: last patient in</a:t>
            </a:r>
          </a:p>
          <a:p>
            <a:pPr defTabSz="685766"/>
            <a:r>
              <a:rPr lang="en-US" altLang="zh-CN" b="0">
                <a:solidFill>
                  <a:srgbClr val="08312A"/>
                </a:solidFill>
              </a:rPr>
              <a:t>IFA: Interim Futility Analysis</a:t>
            </a:r>
          </a:p>
        </p:txBody>
      </p:sp>
      <p:grpSp>
        <p:nvGrpSpPr>
          <p:cNvPr id="44" name="组合 43">
            <a:extLst>
              <a:ext uri="{FF2B5EF4-FFF2-40B4-BE49-F238E27FC236}">
                <a16:creationId xmlns:a16="http://schemas.microsoft.com/office/drawing/2014/main" id="{4AA75E5E-3559-ECAF-D565-2FC25853EEEA}"/>
              </a:ext>
            </a:extLst>
          </p:cNvPr>
          <p:cNvGrpSpPr/>
          <p:nvPr/>
        </p:nvGrpSpPr>
        <p:grpSpPr>
          <a:xfrm>
            <a:off x="1729317" y="1481508"/>
            <a:ext cx="591830" cy="507831"/>
            <a:chOff x="9439497" y="3112609"/>
            <a:chExt cx="789105" cy="677108"/>
          </a:xfrm>
        </p:grpSpPr>
        <p:sp>
          <p:nvSpPr>
            <p:cNvPr id="45" name="Rectangle 100">
              <a:extLst>
                <a:ext uri="{FF2B5EF4-FFF2-40B4-BE49-F238E27FC236}">
                  <a16:creationId xmlns:a16="http://schemas.microsoft.com/office/drawing/2014/main" id="{65E62B57-BECC-99D3-0A13-EA2B45DB5BD9}"/>
                </a:ext>
              </a:extLst>
            </p:cNvPr>
            <p:cNvSpPr/>
            <p:nvPr/>
          </p:nvSpPr>
          <p:spPr>
            <a:xfrm>
              <a:off x="9439497" y="3112609"/>
              <a:ext cx="789105" cy="677108"/>
            </a:xfrm>
            <a:prstGeom prst="rect">
              <a:avLst/>
            </a:prstGeom>
          </p:spPr>
          <p:txBody>
            <a:bodyPr wrap="none">
              <a:spAutoFit/>
            </a:bodyPr>
            <a:lstStyle/>
            <a:p>
              <a:pPr algn="ctr" defTabSz="685766">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Sep 2023</a:t>
              </a:r>
            </a:p>
            <a:p>
              <a:pPr algn="ctr" defTabSz="685766">
                <a:defRPr/>
              </a:pPr>
              <a:endPar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endParaRPr>
            </a:p>
            <a:p>
              <a:pPr algn="ctr" defTabSz="685766">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FDA Type C</a:t>
              </a:r>
              <a:b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b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meeting</a:t>
              </a:r>
            </a:p>
          </p:txBody>
        </p:sp>
        <p:sp>
          <p:nvSpPr>
            <p:cNvPr id="46" name="Star: 4 Points 143">
              <a:extLst>
                <a:ext uri="{FF2B5EF4-FFF2-40B4-BE49-F238E27FC236}">
                  <a16:creationId xmlns:a16="http://schemas.microsoft.com/office/drawing/2014/main" id="{2B9E0FF4-9D20-BABF-4F1E-7AD971E4F844}"/>
                </a:ext>
              </a:extLst>
            </p:cNvPr>
            <p:cNvSpPr/>
            <p:nvPr/>
          </p:nvSpPr>
          <p:spPr bwMode="auto">
            <a:xfrm>
              <a:off x="9741927" y="3276711"/>
              <a:ext cx="184243" cy="187815"/>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75" name="OTLSHAPE_T_e17f3958430f4cff8650518c93c7635e_Shape">
            <a:extLst>
              <a:ext uri="{FF2B5EF4-FFF2-40B4-BE49-F238E27FC236}">
                <a16:creationId xmlns:a16="http://schemas.microsoft.com/office/drawing/2014/main" id="{CC993A48-25DB-0DB5-5106-3BFD6B15B5F8}"/>
              </a:ext>
            </a:extLst>
          </p:cNvPr>
          <p:cNvSpPr/>
          <p:nvPr>
            <p:custDataLst>
              <p:tags r:id="rId2"/>
            </p:custDataLst>
          </p:nvPr>
        </p:nvSpPr>
        <p:spPr bwMode="auto">
          <a:xfrm>
            <a:off x="3012155" y="2810599"/>
            <a:ext cx="414000" cy="216001"/>
          </a:xfrm>
          <a:prstGeom prst="roundRect">
            <a:avLst/>
          </a:prstGeom>
          <a:solidFill>
            <a:srgbClr val="C5DBF4"/>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1" rIns="68580" bIns="34291" numCol="1" rtlCol="0" anchor="ctr" anchorCtr="0" compatLnSpc="1">
            <a:prstTxWarp prst="textNoShape">
              <a:avLst/>
            </a:prstTxWarp>
          </a:bodyPr>
          <a:lstStyle/>
          <a:p>
            <a:pPr algn="ctr" defTabSz="914309" eaLnBrk="0" fontAlgn="base" hangingPunct="0">
              <a:spcBef>
                <a:spcPct val="0"/>
              </a:spcBef>
              <a:spcAft>
                <a:spcPct val="0"/>
              </a:spcAft>
              <a:defRPr/>
            </a:pPr>
            <a:r>
              <a:rPr lang="en-US" altLang="zh-CN" sz="600" b="1">
                <a:solidFill>
                  <a:srgbClr val="000000"/>
                </a:solidFill>
                <a:latin typeface="Calibri" panose="020F0502020204030204" pitchFamily="34" charset="0"/>
                <a:ea typeface="等线" panose="02010600030101010101" pitchFamily="2" charset="-122"/>
                <a:cs typeface="Calibri" panose="020F0502020204030204" pitchFamily="34" charset="0"/>
              </a:rPr>
              <a:t>pre-IND</a:t>
            </a:r>
            <a:endParaRPr lang="zh-CN" altLang="en-US" sz="600" b="1">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76" name="OTLSHAPE_T_e17f3958430f4cff8650518c93c7635e_Shape">
            <a:extLst>
              <a:ext uri="{FF2B5EF4-FFF2-40B4-BE49-F238E27FC236}">
                <a16:creationId xmlns:a16="http://schemas.microsoft.com/office/drawing/2014/main" id="{28E54CCD-4EC6-B55E-AD99-B78E4B6DC7A9}"/>
              </a:ext>
            </a:extLst>
          </p:cNvPr>
          <p:cNvSpPr/>
          <p:nvPr>
            <p:custDataLst>
              <p:tags r:id="rId3"/>
            </p:custDataLst>
          </p:nvPr>
        </p:nvSpPr>
        <p:spPr bwMode="auto">
          <a:xfrm>
            <a:off x="3762449" y="2810600"/>
            <a:ext cx="813600" cy="216001"/>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1" rIns="68580" bIns="34291" numCol="1" rtlCol="0" anchor="ctr" anchorCtr="0" compatLnSpc="1">
            <a:prstTxWarp prst="textNoShape">
              <a:avLst/>
            </a:prstTxWarp>
          </a:bodyPr>
          <a:lstStyle/>
          <a:p>
            <a:pPr algn="ctr" defTabSz="914309" eaLnBrk="0" fontAlgn="base" hangingPunct="0">
              <a:spcBef>
                <a:spcPct val="0"/>
              </a:spcBef>
              <a:spcAft>
                <a:spcPct val="0"/>
              </a:spcAft>
              <a:defRPr/>
            </a:pPr>
            <a:r>
              <a:rPr lang="en-US" altLang="zh-CN" sz="600" b="1">
                <a:solidFill>
                  <a:srgbClr val="000000"/>
                </a:solidFill>
                <a:latin typeface="Calibri" panose="020F0502020204030204" pitchFamily="34" charset="0"/>
                <a:ea typeface="等线" panose="02010600030101010101" pitchFamily="2" charset="-122"/>
                <a:cs typeface="Calibri" panose="020F0502020204030204" pitchFamily="34" charset="0"/>
              </a:rPr>
              <a:t>CTA + EC + HGRAC</a:t>
            </a:r>
            <a:endParaRPr lang="zh-CN" altLang="en-US" sz="600" b="1">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77" name="OTLSHAPE_T_e17f3958430f4cff8650518c93c7635e_Shape">
            <a:extLst>
              <a:ext uri="{FF2B5EF4-FFF2-40B4-BE49-F238E27FC236}">
                <a16:creationId xmlns:a16="http://schemas.microsoft.com/office/drawing/2014/main" id="{9949C35E-F320-EE6F-F7DD-7BE23A03636A}"/>
              </a:ext>
            </a:extLst>
          </p:cNvPr>
          <p:cNvSpPr/>
          <p:nvPr>
            <p:custDataLst>
              <p:tags r:id="rId4"/>
            </p:custDataLst>
          </p:nvPr>
        </p:nvSpPr>
        <p:spPr bwMode="auto">
          <a:xfrm>
            <a:off x="4582979" y="2810980"/>
            <a:ext cx="2295000" cy="21562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09">
              <a:defRPr/>
            </a:pPr>
            <a:r>
              <a:rPr lang="en-US" altLang="zh-CN" sz="750">
                <a:solidFill>
                  <a:srgbClr val="000000"/>
                </a:solidFill>
                <a:latin typeface="Calibri" panose="020F0502020204030204" pitchFamily="34" charset="0"/>
                <a:ea typeface="等线" panose="02010600030101010101" pitchFamily="2" charset="-122"/>
                <a:cs typeface="Calibri" panose="020F0502020204030204" pitchFamily="34" charset="0"/>
              </a:rPr>
              <a:t>N=24 </a:t>
            </a:r>
            <a:r>
              <a:rPr lang="en-US" altLang="zh-CN" sz="750">
                <a:solidFill>
                  <a:srgbClr val="FF0000"/>
                </a:solidFill>
                <a:latin typeface="Calibri" panose="020F0502020204030204" pitchFamily="34" charset="0"/>
                <a:ea typeface="等线" panose="02010600030101010101" pitchFamily="2" charset="-122"/>
                <a:cs typeface="Calibri" panose="020F0502020204030204" pitchFamily="34" charset="0"/>
              </a:rPr>
              <a:t>(may be adjusted)</a:t>
            </a:r>
          </a:p>
        </p:txBody>
      </p:sp>
      <p:sp>
        <p:nvSpPr>
          <p:cNvPr id="78" name="OTLSHAPE_T_e17f3958430f4cff8650518c93c7635e_StartDate">
            <a:extLst>
              <a:ext uri="{FF2B5EF4-FFF2-40B4-BE49-F238E27FC236}">
                <a16:creationId xmlns:a16="http://schemas.microsoft.com/office/drawing/2014/main" id="{6CD7EC66-C296-A687-C549-11A061DD4904}"/>
              </a:ext>
            </a:extLst>
          </p:cNvPr>
          <p:cNvSpPr txBox="1"/>
          <p:nvPr>
            <p:custDataLst>
              <p:tags r:id="rId5"/>
            </p:custDataLst>
          </p:nvPr>
        </p:nvSpPr>
        <p:spPr>
          <a:xfrm>
            <a:off x="4265630" y="2680581"/>
            <a:ext cx="682623" cy="103875"/>
          </a:xfrm>
          <a:prstGeom prst="rect">
            <a:avLst/>
          </a:prstGeom>
          <a:noFill/>
        </p:spPr>
        <p:txBody>
          <a:bodyPr vert="horz" wrap="square" lIns="0" tIns="0" rIns="0" bIns="0" rtlCol="0" anchor="ctr" anchorCtr="0">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Mar 2025</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79" name="OTLSHAPE_T_e17f3958430f4cff8650518c93c7635e_StartDate">
            <a:extLst>
              <a:ext uri="{FF2B5EF4-FFF2-40B4-BE49-F238E27FC236}">
                <a16:creationId xmlns:a16="http://schemas.microsoft.com/office/drawing/2014/main" id="{B4C7B7B3-BFA0-0C93-0F51-A6D42D0306C2}"/>
              </a:ext>
            </a:extLst>
          </p:cNvPr>
          <p:cNvSpPr txBox="1"/>
          <p:nvPr>
            <p:custDataLst>
              <p:tags r:id="rId6"/>
            </p:custDataLst>
          </p:nvPr>
        </p:nvSpPr>
        <p:spPr>
          <a:xfrm>
            <a:off x="3176210" y="2680581"/>
            <a:ext cx="511967" cy="103875"/>
          </a:xfrm>
          <a:prstGeom prst="rect">
            <a:avLst/>
          </a:prstGeom>
          <a:noFill/>
        </p:spPr>
        <p:txBody>
          <a:bodyPr vert="horz" wrap="square" lIns="0" tIns="0" rIns="0" bIns="0" rtlCol="0" anchor="ctr" anchorCtr="0">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Jul 2024</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80" name="Rectangle 77">
            <a:extLst>
              <a:ext uri="{FF2B5EF4-FFF2-40B4-BE49-F238E27FC236}">
                <a16:creationId xmlns:a16="http://schemas.microsoft.com/office/drawing/2014/main" id="{F9BF2B07-3B96-DEEC-5C62-E3F127783C8B}"/>
              </a:ext>
            </a:extLst>
          </p:cNvPr>
          <p:cNvSpPr/>
          <p:nvPr/>
        </p:nvSpPr>
        <p:spPr>
          <a:xfrm>
            <a:off x="4369706" y="3043180"/>
            <a:ext cx="469995" cy="196208"/>
          </a:xfrm>
          <a:prstGeom prst="rect">
            <a:avLst/>
          </a:prstGeom>
        </p:spPr>
        <p:txBody>
          <a:bodyPr wrap="square">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1</a:t>
            </a:r>
            <a:r>
              <a:rPr lang="en-US" altLang="zh-CN" sz="675" b="1" baseline="30000">
                <a:solidFill>
                  <a:srgbClr val="44546A"/>
                </a:solidFill>
                <a:latin typeface="Calibri" panose="020F0502020204030204" pitchFamily="34" charset="0"/>
                <a:ea typeface="等线" panose="02010600030101010101" pitchFamily="2" charset="-122"/>
                <a:cs typeface="Calibri" panose="020F0502020204030204" pitchFamily="34" charset="0"/>
              </a:rPr>
              <a:t>st</a:t>
            </a: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 SIV</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nvGrpSpPr>
          <p:cNvPr id="81" name="Group 78">
            <a:extLst>
              <a:ext uri="{FF2B5EF4-FFF2-40B4-BE49-F238E27FC236}">
                <a16:creationId xmlns:a16="http://schemas.microsoft.com/office/drawing/2014/main" id="{BEAC8BE2-A38C-74D2-8982-FB2E319E882F}"/>
              </a:ext>
            </a:extLst>
          </p:cNvPr>
          <p:cNvGrpSpPr/>
          <p:nvPr/>
        </p:nvGrpSpPr>
        <p:grpSpPr>
          <a:xfrm>
            <a:off x="3673102" y="2975971"/>
            <a:ext cx="485093" cy="189524"/>
            <a:chOff x="2867531" y="4792072"/>
            <a:chExt cx="485093" cy="244201"/>
          </a:xfrm>
        </p:grpSpPr>
        <p:sp>
          <p:nvSpPr>
            <p:cNvPr id="99" name="OTLSHAPE_M_39ea6ebc19a94c9fab6ef5006c31df58_Title">
              <a:extLst>
                <a:ext uri="{FF2B5EF4-FFF2-40B4-BE49-F238E27FC236}">
                  <a16:creationId xmlns:a16="http://schemas.microsoft.com/office/drawing/2014/main" id="{10FD3772-9472-B0AD-8A20-A554D1F2F940}"/>
                </a:ext>
              </a:extLst>
            </p:cNvPr>
            <p:cNvSpPr txBox="1"/>
            <p:nvPr>
              <p:custDataLst>
                <p:tags r:id="rId16"/>
              </p:custDataLst>
            </p:nvPr>
          </p:nvSpPr>
          <p:spPr>
            <a:xfrm>
              <a:off x="2867531" y="4902430"/>
              <a:ext cx="485093" cy="133843"/>
            </a:xfrm>
            <a:prstGeom prst="rect">
              <a:avLst/>
            </a:prstGeom>
            <a:noFill/>
          </p:spPr>
          <p:txBody>
            <a:bodyPr vert="horz" wrap="square" lIns="0" tIns="0" rIns="0" bIns="0" rtlCol="0" anchor="ctr" anchorCtr="0">
              <a:spAutoFit/>
            </a:bodyPr>
            <a:lstStyle/>
            <a:p>
              <a:pP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CTA Sub</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100" name="OTLSHAPE_M_39ea6ebc19a94c9fab6ef5006c31df58_Shape">
              <a:extLst>
                <a:ext uri="{FF2B5EF4-FFF2-40B4-BE49-F238E27FC236}">
                  <a16:creationId xmlns:a16="http://schemas.microsoft.com/office/drawing/2014/main" id="{4DB30BC8-0624-7498-9FCC-FDBE118F373E}"/>
                </a:ext>
              </a:extLst>
            </p:cNvPr>
            <p:cNvSpPr/>
            <p:nvPr>
              <p:custDataLst>
                <p:tags r:id="rId17"/>
              </p:custDataLst>
            </p:nvPr>
          </p:nvSpPr>
          <p:spPr bwMode="auto">
            <a:xfrm rot="16200000">
              <a:off x="2964535" y="4799520"/>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1" rIns="68580" bIns="34291" numCol="1" rtlCol="0" anchor="t" anchorCtr="0" compatLnSpc="1">
              <a:prstTxWarp prst="textNoShape">
                <a:avLst/>
              </a:prstTxWarp>
            </a:bodyPr>
            <a:lstStyle/>
            <a:p>
              <a:pPr defTabSz="685732" eaLnBrk="0" fontAlgn="base" hangingPunct="0">
                <a:spcBef>
                  <a:spcPct val="0"/>
                </a:spcBef>
                <a:spcAft>
                  <a:spcPct val="0"/>
                </a:spcAft>
                <a:defRPr/>
              </a:pPr>
              <a:endParaRPr lang="zh-CN" altLang="en-US" sz="700">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grpSp>
      <p:grpSp>
        <p:nvGrpSpPr>
          <p:cNvPr id="82" name="Group 72">
            <a:extLst>
              <a:ext uri="{FF2B5EF4-FFF2-40B4-BE49-F238E27FC236}">
                <a16:creationId xmlns:a16="http://schemas.microsoft.com/office/drawing/2014/main" id="{2958DA11-D19E-C9E8-2F9D-C6DF7FDA7075}"/>
              </a:ext>
            </a:extLst>
          </p:cNvPr>
          <p:cNvGrpSpPr/>
          <p:nvPr/>
        </p:nvGrpSpPr>
        <p:grpSpPr>
          <a:xfrm>
            <a:off x="6525047" y="2678396"/>
            <a:ext cx="683361" cy="664871"/>
            <a:chOff x="8592048" y="1331096"/>
            <a:chExt cx="511967" cy="660991"/>
          </a:xfrm>
        </p:grpSpPr>
        <p:sp>
          <p:nvSpPr>
            <p:cNvPr id="97" name="Rectangle 73">
              <a:extLst>
                <a:ext uri="{FF2B5EF4-FFF2-40B4-BE49-F238E27FC236}">
                  <a16:creationId xmlns:a16="http://schemas.microsoft.com/office/drawing/2014/main" id="{09A9E68F-3E87-9FBB-EFCA-92C635379806}"/>
                </a:ext>
              </a:extLst>
            </p:cNvPr>
            <p:cNvSpPr/>
            <p:nvPr/>
          </p:nvSpPr>
          <p:spPr>
            <a:xfrm>
              <a:off x="8634995" y="1693756"/>
              <a:ext cx="433785" cy="298331"/>
            </a:xfrm>
            <a:prstGeom prst="rect">
              <a:avLst/>
            </a:prstGeom>
          </p:spPr>
          <p:txBody>
            <a:bodyPr wrap="none">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LPI</a:t>
              </a:r>
            </a:p>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Key results</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98" name="OTLSHAPE_T_e17f3958430f4cff8650518c93c7635e_StartDate">
              <a:extLst>
                <a:ext uri="{FF2B5EF4-FFF2-40B4-BE49-F238E27FC236}">
                  <a16:creationId xmlns:a16="http://schemas.microsoft.com/office/drawing/2014/main" id="{AD5F338F-D5F2-35CB-11E0-28AF06E199D2}"/>
                </a:ext>
              </a:extLst>
            </p:cNvPr>
            <p:cNvSpPr txBox="1"/>
            <p:nvPr>
              <p:custDataLst>
                <p:tags r:id="rId15"/>
              </p:custDataLst>
            </p:nvPr>
          </p:nvSpPr>
          <p:spPr>
            <a:xfrm>
              <a:off x="8592048" y="1331096"/>
              <a:ext cx="511967" cy="103269"/>
            </a:xfrm>
            <a:prstGeom prst="rect">
              <a:avLst/>
            </a:prstGeom>
            <a:noFill/>
          </p:spPr>
          <p:txBody>
            <a:bodyPr vert="horz" wrap="square" lIns="0" tIns="0" rIns="0" bIns="0" rtlCol="0" anchor="ctr" anchorCtr="0">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Sep 2026</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83" name="Star: 4 Points 143">
            <a:extLst>
              <a:ext uri="{FF2B5EF4-FFF2-40B4-BE49-F238E27FC236}">
                <a16:creationId xmlns:a16="http://schemas.microsoft.com/office/drawing/2014/main" id="{B8BF9DB5-A396-7AF5-1C96-3E0B583C261A}"/>
              </a:ext>
            </a:extLst>
          </p:cNvPr>
          <p:cNvSpPr/>
          <p:nvPr/>
        </p:nvSpPr>
        <p:spPr bwMode="auto">
          <a:xfrm>
            <a:off x="4503994" y="2962180"/>
            <a:ext cx="138182" cy="140862"/>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grpSp>
        <p:nvGrpSpPr>
          <p:cNvPr id="84" name="组合 83">
            <a:extLst>
              <a:ext uri="{FF2B5EF4-FFF2-40B4-BE49-F238E27FC236}">
                <a16:creationId xmlns:a16="http://schemas.microsoft.com/office/drawing/2014/main" id="{03DFB3F3-64C6-55EE-0FA0-757A4D5539AF}"/>
              </a:ext>
            </a:extLst>
          </p:cNvPr>
          <p:cNvGrpSpPr/>
          <p:nvPr/>
        </p:nvGrpSpPr>
        <p:grpSpPr>
          <a:xfrm>
            <a:off x="8510330" y="2730330"/>
            <a:ext cx="527709" cy="519373"/>
            <a:chOff x="10529171" y="3098467"/>
            <a:chExt cx="703612" cy="692494"/>
          </a:xfrm>
        </p:grpSpPr>
        <p:sp>
          <p:nvSpPr>
            <p:cNvPr id="95" name="Rectangle 100">
              <a:extLst>
                <a:ext uri="{FF2B5EF4-FFF2-40B4-BE49-F238E27FC236}">
                  <a16:creationId xmlns:a16="http://schemas.microsoft.com/office/drawing/2014/main" id="{6CA6D3F0-19ED-8E7B-8294-773F210A2A50}"/>
                </a:ext>
              </a:extLst>
            </p:cNvPr>
            <p:cNvSpPr/>
            <p:nvPr/>
          </p:nvSpPr>
          <p:spPr>
            <a:xfrm>
              <a:off x="10529171" y="3098467"/>
              <a:ext cx="703612" cy="692494"/>
            </a:xfrm>
            <a:prstGeom prst="rect">
              <a:avLst/>
            </a:prstGeom>
          </p:spPr>
          <p:txBody>
            <a:bodyPr wrap="none">
              <a:spAutoFit/>
            </a:bodyPr>
            <a:lstStyle/>
            <a:p>
              <a:pPr algn="ctr" defTabSz="685766">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Dec 2027</a:t>
              </a:r>
            </a:p>
            <a:p>
              <a:pPr algn="ctr" defTabSz="685766">
                <a:defRPr/>
              </a:pPr>
              <a:endParaRPr lang="en-US" altLang="zh-CN" sz="675" b="1" strike="sngStrike">
                <a:solidFill>
                  <a:srgbClr val="44546A"/>
                </a:solidFill>
                <a:latin typeface="Calibri" panose="020F0502020204030204" pitchFamily="34" charset="0"/>
                <a:ea typeface="等线" panose="02010600030101010101" pitchFamily="2" charset="-122"/>
                <a:cs typeface="Calibri" panose="020F0502020204030204" pitchFamily="34" charset="0"/>
              </a:endParaRPr>
            </a:p>
            <a:p>
              <a:pPr algn="ctr" defTabSz="685766">
                <a:defRPr/>
              </a:pPr>
              <a:endParaRPr lang="en-US" altLang="zh-CN" sz="750" b="1">
                <a:solidFill>
                  <a:srgbClr val="44546A"/>
                </a:solidFill>
                <a:latin typeface="Calibri" panose="020F0502020204030204" pitchFamily="34" charset="0"/>
                <a:ea typeface="等线" panose="02010600030101010101" pitchFamily="2" charset="-122"/>
                <a:cs typeface="Calibri" panose="020F0502020204030204" pitchFamily="34" charset="0"/>
              </a:endParaRPr>
            </a:p>
            <a:p>
              <a:pPr algn="ctr" defTabSz="685766">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NDA app.</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96" name="五角星 55">
              <a:extLst>
                <a:ext uri="{FF2B5EF4-FFF2-40B4-BE49-F238E27FC236}">
                  <a16:creationId xmlns:a16="http://schemas.microsoft.com/office/drawing/2014/main" id="{501A5BA6-5020-60C5-6466-E43A7C5E327D}"/>
                </a:ext>
              </a:extLst>
            </p:cNvPr>
            <p:cNvSpPr>
              <a:spLocks/>
            </p:cNvSpPr>
            <p:nvPr/>
          </p:nvSpPr>
          <p:spPr bwMode="auto">
            <a:xfrm>
              <a:off x="10789026" y="3404440"/>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685766" eaLnBrk="0" hangingPunct="0">
                <a:defRPr/>
              </a:pPr>
              <a:endParaRPr lang="zh-CN" altLang="en-US">
                <a:solidFill>
                  <a:srgbClr val="FF0000"/>
                </a:solidFill>
                <a:latin typeface="Calibri" panose="020F0502020204030204"/>
                <a:ea typeface="等线" panose="02010600030101010101" pitchFamily="2" charset="-122"/>
              </a:endParaRPr>
            </a:p>
          </p:txBody>
        </p:sp>
      </p:grpSp>
      <p:grpSp>
        <p:nvGrpSpPr>
          <p:cNvPr id="85" name="组合 84">
            <a:extLst>
              <a:ext uri="{FF2B5EF4-FFF2-40B4-BE49-F238E27FC236}">
                <a16:creationId xmlns:a16="http://schemas.microsoft.com/office/drawing/2014/main" id="{EF75FDFA-501B-9DA4-A1DD-50BE38D7B8B3}"/>
              </a:ext>
            </a:extLst>
          </p:cNvPr>
          <p:cNvGrpSpPr/>
          <p:nvPr/>
        </p:nvGrpSpPr>
        <p:grpSpPr>
          <a:xfrm>
            <a:off x="7063973" y="2722968"/>
            <a:ext cx="519694" cy="519373"/>
            <a:chOff x="9487592" y="2986215"/>
            <a:chExt cx="692923" cy="692494"/>
          </a:xfrm>
        </p:grpSpPr>
        <p:sp>
          <p:nvSpPr>
            <p:cNvPr id="93" name="Rectangle 100">
              <a:extLst>
                <a:ext uri="{FF2B5EF4-FFF2-40B4-BE49-F238E27FC236}">
                  <a16:creationId xmlns:a16="http://schemas.microsoft.com/office/drawing/2014/main" id="{BE05389C-0B52-E75A-D420-106E48305ECC}"/>
                </a:ext>
              </a:extLst>
            </p:cNvPr>
            <p:cNvSpPr/>
            <p:nvPr/>
          </p:nvSpPr>
          <p:spPr>
            <a:xfrm>
              <a:off x="9487592" y="2986215"/>
              <a:ext cx="692923" cy="692494"/>
            </a:xfrm>
            <a:prstGeom prst="rect">
              <a:avLst/>
            </a:prstGeom>
          </p:spPr>
          <p:txBody>
            <a:bodyPr wrap="none">
              <a:spAutoFit/>
            </a:bodyPr>
            <a:lstStyle/>
            <a:p>
              <a:pPr algn="ctr" defTabSz="685766">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Dec 2026</a:t>
              </a:r>
            </a:p>
            <a:p>
              <a:pPr algn="ctr" defTabSz="685766">
                <a:defRPr/>
              </a:pPr>
              <a:endParaRPr lang="en-US" altLang="zh-CN" sz="675" b="1" strike="sngStrike">
                <a:solidFill>
                  <a:srgbClr val="44546A"/>
                </a:solidFill>
                <a:latin typeface="Calibri" panose="020F0502020204030204" pitchFamily="34" charset="0"/>
                <a:ea typeface="等线" panose="02010600030101010101" pitchFamily="2" charset="-122"/>
                <a:cs typeface="Calibri" panose="020F0502020204030204" pitchFamily="34" charset="0"/>
              </a:endParaRPr>
            </a:p>
            <a:p>
              <a:pPr algn="ctr" defTabSz="685766">
                <a:defRPr/>
              </a:pPr>
              <a:endParaRPr lang="en-US" altLang="zh-CN" sz="750" b="1">
                <a:solidFill>
                  <a:srgbClr val="44546A"/>
                </a:solidFill>
                <a:latin typeface="Calibri" panose="020F0502020204030204" pitchFamily="34" charset="0"/>
                <a:ea typeface="等线" panose="02010600030101010101" pitchFamily="2" charset="-122"/>
                <a:cs typeface="Calibri" panose="020F0502020204030204" pitchFamily="34" charset="0"/>
              </a:endParaRPr>
            </a:p>
            <a:p>
              <a:pPr algn="ctr" defTabSz="685766">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NDA sub.</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94" name="Star: 4 Points 143">
              <a:extLst>
                <a:ext uri="{FF2B5EF4-FFF2-40B4-BE49-F238E27FC236}">
                  <a16:creationId xmlns:a16="http://schemas.microsoft.com/office/drawing/2014/main" id="{8B89D469-315F-04B7-A5BB-BCEF3C101FFF}"/>
                </a:ext>
              </a:extLst>
            </p:cNvPr>
            <p:cNvSpPr/>
            <p:nvPr/>
          </p:nvSpPr>
          <p:spPr bwMode="auto">
            <a:xfrm>
              <a:off x="9741927" y="327671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88" name="Star: 4 Points 143">
            <a:extLst>
              <a:ext uri="{FF2B5EF4-FFF2-40B4-BE49-F238E27FC236}">
                <a16:creationId xmlns:a16="http://schemas.microsoft.com/office/drawing/2014/main" id="{F3109C4B-EDA5-7E35-FCAB-A96549D32FF4}"/>
              </a:ext>
            </a:extLst>
          </p:cNvPr>
          <p:cNvSpPr/>
          <p:nvPr/>
        </p:nvSpPr>
        <p:spPr bwMode="auto">
          <a:xfrm>
            <a:off x="6814933" y="295978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48" name="OTLSHAPE_T_e17f3958430f4cff8650518c93c7635e_StartDate">
            <a:extLst>
              <a:ext uri="{FF2B5EF4-FFF2-40B4-BE49-F238E27FC236}">
                <a16:creationId xmlns:a16="http://schemas.microsoft.com/office/drawing/2014/main" id="{3D951BAB-08CC-7B16-DA71-5BDB2ADBDFD2}"/>
              </a:ext>
            </a:extLst>
          </p:cNvPr>
          <p:cNvSpPr txBox="1"/>
          <p:nvPr>
            <p:custDataLst>
              <p:tags r:id="rId7"/>
            </p:custDataLst>
          </p:nvPr>
        </p:nvSpPr>
        <p:spPr>
          <a:xfrm>
            <a:off x="2729354" y="2686343"/>
            <a:ext cx="511967" cy="103875"/>
          </a:xfrm>
          <a:prstGeom prst="rect">
            <a:avLst/>
          </a:prstGeom>
          <a:noFill/>
        </p:spPr>
        <p:txBody>
          <a:bodyPr vert="horz" wrap="square" lIns="0" tIns="0" rIns="0" bIns="0" rtlCol="0" anchor="ctr" anchorCtr="0">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Apr 2024</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49" name="OTLSHAPE_M_39ea6ebc19a94c9fab6ef5006c31df58_Title">
            <a:extLst>
              <a:ext uri="{FF2B5EF4-FFF2-40B4-BE49-F238E27FC236}">
                <a16:creationId xmlns:a16="http://schemas.microsoft.com/office/drawing/2014/main" id="{40045FAA-20F9-4476-D7B7-30334C6B7BAD}"/>
              </a:ext>
            </a:extLst>
          </p:cNvPr>
          <p:cNvSpPr txBox="1"/>
          <p:nvPr>
            <p:custDataLst>
              <p:tags r:id="rId8"/>
            </p:custDataLst>
          </p:nvPr>
        </p:nvSpPr>
        <p:spPr>
          <a:xfrm>
            <a:off x="2807811" y="3065488"/>
            <a:ext cx="485093" cy="103875"/>
          </a:xfrm>
          <a:prstGeom prst="rect">
            <a:avLst/>
          </a:prstGeom>
          <a:noFill/>
        </p:spPr>
        <p:txBody>
          <a:bodyPr vert="horz" wrap="square" lIns="0" tIns="0" rIns="0" bIns="0" rtlCol="0" anchor="ctr" anchorCtr="0">
            <a:spAutoFit/>
          </a:bodyPr>
          <a:lstStyle/>
          <a:p>
            <a:pP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Pre-IND Sub</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54" name="OTLSHAPE_M_39ea6ebc19a94c9fab6ef5006c31df58_Shape">
            <a:extLst>
              <a:ext uri="{FF2B5EF4-FFF2-40B4-BE49-F238E27FC236}">
                <a16:creationId xmlns:a16="http://schemas.microsoft.com/office/drawing/2014/main" id="{E0B501F9-9077-B759-46FB-7AB07B2E28FB}"/>
              </a:ext>
            </a:extLst>
          </p:cNvPr>
          <p:cNvSpPr/>
          <p:nvPr>
            <p:custDataLst>
              <p:tags r:id="rId9"/>
            </p:custDataLst>
          </p:nvPr>
        </p:nvSpPr>
        <p:spPr bwMode="auto">
          <a:xfrm rot="16200000">
            <a:off x="2999483" y="2986239"/>
            <a:ext cx="57992"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1" rIns="68580" bIns="34291" numCol="1" rtlCol="0" anchor="t" anchorCtr="0" compatLnSpc="1">
            <a:prstTxWarp prst="textNoShape">
              <a:avLst/>
            </a:prstTxWarp>
          </a:bodyPr>
          <a:lstStyle/>
          <a:p>
            <a:pPr defTabSz="685732" eaLnBrk="0" fontAlgn="base" hangingPunct="0">
              <a:spcBef>
                <a:spcPct val="0"/>
              </a:spcBef>
              <a:spcAft>
                <a:spcPct val="0"/>
              </a:spcAft>
              <a:defRPr/>
            </a:pPr>
            <a:endParaRPr lang="zh-CN" altLang="en-US" sz="700">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grpSp>
        <p:nvGrpSpPr>
          <p:cNvPr id="56" name="组合 55">
            <a:extLst>
              <a:ext uri="{FF2B5EF4-FFF2-40B4-BE49-F238E27FC236}">
                <a16:creationId xmlns:a16="http://schemas.microsoft.com/office/drawing/2014/main" id="{A16BA9DA-63FB-44AF-F8C7-4EC3AA3D72A7}"/>
              </a:ext>
            </a:extLst>
          </p:cNvPr>
          <p:cNvGrpSpPr/>
          <p:nvPr/>
        </p:nvGrpSpPr>
        <p:grpSpPr>
          <a:xfrm>
            <a:off x="2551591" y="1485308"/>
            <a:ext cx="603050" cy="403957"/>
            <a:chOff x="9432022" y="3109009"/>
            <a:chExt cx="804066" cy="538609"/>
          </a:xfrm>
        </p:grpSpPr>
        <p:sp>
          <p:nvSpPr>
            <p:cNvPr id="57" name="Rectangle 100">
              <a:extLst>
                <a:ext uri="{FF2B5EF4-FFF2-40B4-BE49-F238E27FC236}">
                  <a16:creationId xmlns:a16="http://schemas.microsoft.com/office/drawing/2014/main" id="{7D7B6BF9-6FFC-10E8-48E7-237E37CB3893}"/>
                </a:ext>
              </a:extLst>
            </p:cNvPr>
            <p:cNvSpPr/>
            <p:nvPr/>
          </p:nvSpPr>
          <p:spPr>
            <a:xfrm>
              <a:off x="9432022" y="3109009"/>
              <a:ext cx="804066" cy="538609"/>
            </a:xfrm>
            <a:prstGeom prst="rect">
              <a:avLst/>
            </a:prstGeom>
          </p:spPr>
          <p:txBody>
            <a:bodyPr wrap="none">
              <a:spAutoFit/>
            </a:bodyPr>
            <a:lstStyle/>
            <a:p>
              <a:pPr algn="ctr" defTabSz="685766">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Mar 2024</a:t>
              </a:r>
            </a:p>
            <a:p>
              <a:pPr algn="ctr" defTabSz="685766">
                <a:defRPr/>
              </a:pPr>
              <a:endPar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endParaRPr>
            </a:p>
            <a:p>
              <a:pPr algn="ctr" defTabSz="685766">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CTP</a:t>
              </a:r>
              <a:r>
                <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rPr>
                <a:t> </a:t>
              </a: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v1 final</a:t>
              </a:r>
              <a:endParaRPr lang="en-US" altLang="zh-CN" sz="750"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58" name="Star: 4 Points 143">
              <a:extLst>
                <a:ext uri="{FF2B5EF4-FFF2-40B4-BE49-F238E27FC236}">
                  <a16:creationId xmlns:a16="http://schemas.microsoft.com/office/drawing/2014/main" id="{944402A0-83BF-1808-54FC-D2F22E8283B6}"/>
                </a:ext>
              </a:extLst>
            </p:cNvPr>
            <p:cNvSpPr/>
            <p:nvPr/>
          </p:nvSpPr>
          <p:spPr bwMode="auto">
            <a:xfrm>
              <a:off x="9741927" y="327671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grpSp>
      <p:pic>
        <p:nvPicPr>
          <p:cNvPr id="27" name="Picture 63" descr="Traffic light - Simple English Wikipedia, the free ...">
            <a:extLst>
              <a:ext uri="{FF2B5EF4-FFF2-40B4-BE49-F238E27FC236}">
                <a16:creationId xmlns:a16="http://schemas.microsoft.com/office/drawing/2014/main" id="{97CA189D-8D6A-CD4A-4153-170D3D1F5905}"/>
              </a:ext>
            </a:extLst>
          </p:cNvPr>
          <p:cNvPicPr>
            <a:picLocks noChangeAspect="1"/>
          </p:cNvPicPr>
          <p:nvPr/>
        </p:nvPicPr>
        <p:blipFill rotWithShape="1">
          <a:blip r:embed="rId25" cstate="print">
            <a:extLst>
              <a:ext uri="{28A0092B-C50C-407E-A947-70E740481C1C}">
                <a14:useLocalDpi xmlns:a14="http://schemas.microsoft.com/office/drawing/2010/main"/>
              </a:ext>
            </a:extLst>
          </a:blip>
          <a:srcRect/>
          <a:stretch/>
        </p:blipFill>
        <p:spPr>
          <a:xfrm rot="16200000" flipV="1">
            <a:off x="8195816" y="-318208"/>
            <a:ext cx="523878" cy="1294885"/>
          </a:xfrm>
          <a:prstGeom prst="rect">
            <a:avLst/>
          </a:prstGeom>
        </p:spPr>
      </p:pic>
      <p:grpSp>
        <p:nvGrpSpPr>
          <p:cNvPr id="3" name="Group 54">
            <a:extLst>
              <a:ext uri="{FF2B5EF4-FFF2-40B4-BE49-F238E27FC236}">
                <a16:creationId xmlns:a16="http://schemas.microsoft.com/office/drawing/2014/main" id="{89F30B41-E184-2626-45EB-24E4DB84C2B7}"/>
              </a:ext>
            </a:extLst>
          </p:cNvPr>
          <p:cNvGrpSpPr/>
          <p:nvPr/>
        </p:nvGrpSpPr>
        <p:grpSpPr>
          <a:xfrm>
            <a:off x="5455613" y="2685726"/>
            <a:ext cx="778847" cy="689530"/>
            <a:chOff x="8606832" y="1348780"/>
            <a:chExt cx="583507" cy="685510"/>
          </a:xfrm>
        </p:grpSpPr>
        <p:sp>
          <p:nvSpPr>
            <p:cNvPr id="28" name="Rectangle 55">
              <a:extLst>
                <a:ext uri="{FF2B5EF4-FFF2-40B4-BE49-F238E27FC236}">
                  <a16:creationId xmlns:a16="http://schemas.microsoft.com/office/drawing/2014/main" id="{2785A23E-E5EB-7D37-13BB-D152323E1C99}"/>
                </a:ext>
              </a:extLst>
            </p:cNvPr>
            <p:cNvSpPr/>
            <p:nvPr/>
          </p:nvSpPr>
          <p:spPr>
            <a:xfrm>
              <a:off x="8610282" y="1735958"/>
              <a:ext cx="580057" cy="298332"/>
            </a:xfrm>
            <a:prstGeom prst="rect">
              <a:avLst/>
            </a:prstGeom>
          </p:spPr>
          <p:txBody>
            <a:bodyPr wrap="square">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IFA with 3m enrollment hold</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29" name="OTLSHAPE_T_e17f3958430f4cff8650518c93c7635e_StartDate">
              <a:extLst>
                <a:ext uri="{FF2B5EF4-FFF2-40B4-BE49-F238E27FC236}">
                  <a16:creationId xmlns:a16="http://schemas.microsoft.com/office/drawing/2014/main" id="{33731B99-30B4-4EE4-AFBF-F7D12E1D5B08}"/>
                </a:ext>
              </a:extLst>
            </p:cNvPr>
            <p:cNvSpPr txBox="1"/>
            <p:nvPr>
              <p:custDataLst>
                <p:tags r:id="rId14"/>
              </p:custDataLst>
            </p:nvPr>
          </p:nvSpPr>
          <p:spPr>
            <a:xfrm>
              <a:off x="8606832" y="1348780"/>
              <a:ext cx="511967" cy="103269"/>
            </a:xfrm>
            <a:prstGeom prst="rect">
              <a:avLst/>
            </a:prstGeom>
            <a:noFill/>
          </p:spPr>
          <p:txBody>
            <a:bodyPr vert="horz" wrap="square" lIns="0" tIns="0" rIns="0" bIns="0" rtlCol="0" anchor="ctr" anchorCtr="0">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Dec 2025</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grpSp>
      <p:sp>
        <p:nvSpPr>
          <p:cNvPr id="33" name="Star: 4 Points 143">
            <a:extLst>
              <a:ext uri="{FF2B5EF4-FFF2-40B4-BE49-F238E27FC236}">
                <a16:creationId xmlns:a16="http://schemas.microsoft.com/office/drawing/2014/main" id="{9A660FB5-2F95-6809-D9C8-8B68253230E3}"/>
              </a:ext>
            </a:extLst>
          </p:cNvPr>
          <p:cNvSpPr/>
          <p:nvPr/>
        </p:nvSpPr>
        <p:spPr bwMode="auto">
          <a:xfrm>
            <a:off x="5761789" y="296615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a:solidFill>
                <a:prstClr val="black"/>
              </a:solidFill>
              <a:latin typeface="Calibri" panose="020F0502020204030204" pitchFamily="34" charset="0"/>
              <a:ea typeface="等线" panose="02010600030101010101" pitchFamily="2" charset="-122"/>
              <a:cs typeface="Calibri" panose="020F0502020204030204" pitchFamily="34" charset="0"/>
            </a:endParaRPr>
          </a:p>
        </p:txBody>
      </p:sp>
      <p:sp>
        <p:nvSpPr>
          <p:cNvPr id="41" name="OTLSHAPE_M_39ea6ebc19a94c9fab6ef5006c31df58_Title">
            <a:extLst>
              <a:ext uri="{FF2B5EF4-FFF2-40B4-BE49-F238E27FC236}">
                <a16:creationId xmlns:a16="http://schemas.microsoft.com/office/drawing/2014/main" id="{2975E559-592B-8F4A-5579-00DAC5D1AEBA}"/>
              </a:ext>
            </a:extLst>
          </p:cNvPr>
          <p:cNvSpPr txBox="1"/>
          <p:nvPr>
            <p:custDataLst>
              <p:tags r:id="rId10"/>
            </p:custDataLst>
          </p:nvPr>
        </p:nvSpPr>
        <p:spPr>
          <a:xfrm>
            <a:off x="3271305" y="3061614"/>
            <a:ext cx="485093" cy="103875"/>
          </a:xfrm>
          <a:prstGeom prst="rect">
            <a:avLst/>
          </a:prstGeom>
          <a:noFill/>
        </p:spPr>
        <p:txBody>
          <a:bodyPr vert="horz" wrap="square" lIns="0" tIns="0" rIns="0" bIns="0" rtlCol="0" anchor="ctr" anchorCtr="0">
            <a:spAutoFit/>
          </a:bodyPr>
          <a:lstStyle/>
          <a:p>
            <a:pP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CTA app.</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42" name="OTLSHAPE_T_e17f3958430f4cff8650518c93c7635e_StartDate">
            <a:extLst>
              <a:ext uri="{FF2B5EF4-FFF2-40B4-BE49-F238E27FC236}">
                <a16:creationId xmlns:a16="http://schemas.microsoft.com/office/drawing/2014/main" id="{7AE2EB56-D235-86A6-9818-563FB02F572E}"/>
              </a:ext>
            </a:extLst>
          </p:cNvPr>
          <p:cNvSpPr txBox="1"/>
          <p:nvPr>
            <p:custDataLst>
              <p:tags r:id="rId11"/>
            </p:custDataLst>
          </p:nvPr>
        </p:nvSpPr>
        <p:spPr>
          <a:xfrm>
            <a:off x="3642635" y="2674820"/>
            <a:ext cx="511967" cy="103875"/>
          </a:xfrm>
          <a:prstGeom prst="rect">
            <a:avLst/>
          </a:prstGeom>
          <a:noFill/>
        </p:spPr>
        <p:txBody>
          <a:bodyPr vert="horz" wrap="square" lIns="0" tIns="0" rIns="0" bIns="0" rtlCol="0" anchor="ctr" anchorCtr="0">
            <a:spAutoFit/>
          </a:bodyPr>
          <a:lstStyle/>
          <a:p>
            <a:pPr algn="ct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Late Sep 2024</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43" name="Rectangle: Rounded Corners 42">
            <a:extLst>
              <a:ext uri="{FF2B5EF4-FFF2-40B4-BE49-F238E27FC236}">
                <a16:creationId xmlns:a16="http://schemas.microsoft.com/office/drawing/2014/main" id="{D07FC279-EA7E-CC85-3C67-8388BF315100}"/>
              </a:ext>
            </a:extLst>
          </p:cNvPr>
          <p:cNvSpPr/>
          <p:nvPr/>
        </p:nvSpPr>
        <p:spPr bwMode="gray">
          <a:xfrm>
            <a:off x="2968420" y="3269371"/>
            <a:ext cx="774243" cy="202208"/>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914309" eaLnBrk="0" fontAlgn="base" hangingPunct="0">
              <a:spcBef>
                <a:spcPct val="0"/>
              </a:spcBef>
              <a:spcAft>
                <a:spcPct val="0"/>
              </a:spcAft>
              <a:defRPr/>
            </a:pPr>
            <a:r>
              <a:rPr lang="en-US" altLang="zh-CN" sz="600" b="1">
                <a:solidFill>
                  <a:srgbClr val="000000"/>
                </a:solidFill>
                <a:latin typeface="Calibri" panose="020F0502020204030204" pitchFamily="34" charset="0"/>
                <a:ea typeface="等线" panose="02010600030101010101" pitchFamily="2" charset="-122"/>
                <a:cs typeface="Calibri" panose="020F0502020204030204" pitchFamily="34" charset="0"/>
              </a:rPr>
              <a:t>Global </a:t>
            </a:r>
            <a:r>
              <a:rPr lang="en-US" sz="600" b="1">
                <a:solidFill>
                  <a:srgbClr val="000000"/>
                </a:solidFill>
                <a:latin typeface="Calibri" panose="020F0502020204030204" pitchFamily="34" charset="0"/>
                <a:ea typeface="等线" panose="02010600030101010101" pitchFamily="2" charset="-122"/>
                <a:cs typeface="Calibri" panose="020F0502020204030204" pitchFamily="34" charset="0"/>
              </a:rPr>
              <a:t>Eza</a:t>
            </a:r>
          </a:p>
          <a:p>
            <a:pPr algn="ctr" defTabSz="914309" eaLnBrk="0" fontAlgn="base" hangingPunct="0">
              <a:spcBef>
                <a:spcPct val="0"/>
              </a:spcBef>
              <a:spcAft>
                <a:spcPct val="0"/>
              </a:spcAft>
              <a:defRPr/>
            </a:pPr>
            <a:r>
              <a:rPr lang="en-US" sz="600" b="1">
                <a:solidFill>
                  <a:srgbClr val="000000"/>
                </a:solidFill>
                <a:latin typeface="Calibri" panose="020F0502020204030204" pitchFamily="34" charset="0"/>
                <a:ea typeface="等线" panose="02010600030101010101" pitchFamily="2" charset="-122"/>
                <a:cs typeface="Calibri" panose="020F0502020204030204" pitchFamily="34" charset="0"/>
              </a:rPr>
              <a:t>IMPD </a:t>
            </a:r>
          </a:p>
        </p:txBody>
      </p:sp>
      <p:sp>
        <p:nvSpPr>
          <p:cNvPr id="47" name="OTLSHAPE_M_39ea6ebc19a94c9fab6ef5006c31df58_Title">
            <a:extLst>
              <a:ext uri="{FF2B5EF4-FFF2-40B4-BE49-F238E27FC236}">
                <a16:creationId xmlns:a16="http://schemas.microsoft.com/office/drawing/2014/main" id="{9EFF6EE9-B24B-A296-210C-CFF807BBA75C}"/>
              </a:ext>
            </a:extLst>
          </p:cNvPr>
          <p:cNvSpPr txBox="1"/>
          <p:nvPr>
            <p:custDataLst>
              <p:tags r:id="rId12"/>
            </p:custDataLst>
          </p:nvPr>
        </p:nvSpPr>
        <p:spPr>
          <a:xfrm>
            <a:off x="3600081" y="3460130"/>
            <a:ext cx="485093" cy="207749"/>
          </a:xfrm>
          <a:prstGeom prst="rect">
            <a:avLst/>
          </a:prstGeom>
          <a:noFill/>
        </p:spPr>
        <p:txBody>
          <a:bodyPr vert="horz" wrap="square" lIns="0" tIns="0" rIns="0" bIns="0" rtlCol="0" anchor="ctr" anchorCtr="0">
            <a:spAutoFit/>
          </a:bodyPr>
          <a:lstStyle/>
          <a:p>
            <a:pPr defTabSz="914309">
              <a:defRPr/>
            </a:pPr>
            <a:r>
              <a:rPr lang="en-US" altLang="zh-CN" sz="675" b="1">
                <a:solidFill>
                  <a:srgbClr val="44546A"/>
                </a:solidFill>
                <a:latin typeface="Calibri" panose="020F0502020204030204" pitchFamily="34" charset="0"/>
                <a:ea typeface="等线" panose="02010600030101010101" pitchFamily="2" charset="-122"/>
                <a:cs typeface="Calibri" panose="020F0502020204030204" pitchFamily="34" charset="0"/>
              </a:rPr>
              <a:t>Expected in early of Sep.</a:t>
            </a:r>
            <a:endParaRPr lang="zh-CN" altLang="en-US" sz="675" b="1">
              <a:solidFill>
                <a:srgbClr val="44546A"/>
              </a:solidFill>
              <a:latin typeface="Calibri" panose="020F0502020204030204" pitchFamily="34" charset="0"/>
              <a:ea typeface="等线" panose="02010600030101010101" pitchFamily="2" charset="-122"/>
              <a:cs typeface="Calibri" panose="020F0502020204030204" pitchFamily="34" charset="0"/>
            </a:endParaRPr>
          </a:p>
        </p:txBody>
      </p:sp>
      <p:sp>
        <p:nvSpPr>
          <p:cNvPr id="50" name="OTLSHAPE_M_39ea6ebc19a94c9fab6ef5006c31df58_Shape">
            <a:extLst>
              <a:ext uri="{FF2B5EF4-FFF2-40B4-BE49-F238E27FC236}">
                <a16:creationId xmlns:a16="http://schemas.microsoft.com/office/drawing/2014/main" id="{5328BE84-6E75-2ED8-8F0F-58232AB72BFA}"/>
              </a:ext>
            </a:extLst>
          </p:cNvPr>
          <p:cNvSpPr/>
          <p:nvPr>
            <p:custDataLst>
              <p:tags r:id="rId13"/>
            </p:custDataLst>
          </p:nvPr>
        </p:nvSpPr>
        <p:spPr bwMode="auto">
          <a:xfrm rot="16200000">
            <a:off x="3705451" y="3425501"/>
            <a:ext cx="57992"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1" rIns="68580" bIns="34291" numCol="1" rtlCol="0" anchor="t" anchorCtr="0" compatLnSpc="1">
            <a:prstTxWarp prst="textNoShape">
              <a:avLst/>
            </a:prstTxWarp>
          </a:bodyPr>
          <a:lstStyle/>
          <a:p>
            <a:pPr defTabSz="685732" eaLnBrk="0" fontAlgn="base" hangingPunct="0">
              <a:spcBef>
                <a:spcPct val="0"/>
              </a:spcBef>
              <a:spcAft>
                <a:spcPct val="0"/>
              </a:spcAft>
              <a:defRPr/>
            </a:pPr>
            <a:endParaRPr lang="zh-CN" altLang="en-US" sz="700">
              <a:solidFill>
                <a:srgbClr val="000000"/>
              </a:solidFill>
              <a:latin typeface="Calibri" panose="020F0502020204030204" pitchFamily="34" charset="0"/>
              <a:ea typeface="等线" panose="02010600030101010101" pitchFamily="2" charset="-122"/>
              <a:cs typeface="Calibri" panose="020F0502020204030204" pitchFamily="34" charset="0"/>
            </a:endParaRPr>
          </a:p>
        </p:txBody>
      </p:sp>
      <p:sp>
        <p:nvSpPr>
          <p:cNvPr id="51" name="文本框 40">
            <a:extLst>
              <a:ext uri="{FF2B5EF4-FFF2-40B4-BE49-F238E27FC236}">
                <a16:creationId xmlns:a16="http://schemas.microsoft.com/office/drawing/2014/main" id="{2CCF0ABC-7261-EC6C-49A5-615688B55C07}"/>
              </a:ext>
            </a:extLst>
          </p:cNvPr>
          <p:cNvSpPr txBox="1"/>
          <p:nvPr/>
        </p:nvSpPr>
        <p:spPr>
          <a:xfrm>
            <a:off x="4169249" y="3819727"/>
            <a:ext cx="4841705" cy="783193"/>
          </a:xfrm>
          <a:prstGeom prst="roundRect">
            <a:avLst/>
          </a:prstGeom>
          <a:noFill/>
          <a:ln>
            <a:solidFill>
              <a:srgbClr val="FF0000"/>
            </a:solidFill>
          </a:ln>
        </p:spPr>
        <p:txBody>
          <a:bodyPr wrap="square" rtlCol="0">
            <a:spAutoFit/>
          </a:bodyPr>
          <a:lstStyle/>
          <a:p>
            <a:pPr marL="72000" marR="0" lvl="1" indent="-7200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altLang="zh-CN" sz="800" b="1" i="0" u="none" strike="noStrike" kern="1200" cap="none" spc="0" normalizeH="0" baseline="0" noProof="0">
                <a:ln>
                  <a:noFill/>
                </a:ln>
                <a:solidFill>
                  <a:prstClr val="black"/>
                </a:solidFill>
                <a:effectLst/>
                <a:uLnTx/>
                <a:uFillTx/>
                <a:cs typeface="Calibri" panose="020F0502020204030204" pitchFamily="34" charset="0"/>
              </a:rPr>
              <a:t>TALC endorsed China participation on 27 Feb</a:t>
            </a:r>
          </a:p>
          <a:p>
            <a:pPr marL="72000" marR="0" lvl="1" indent="-7200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altLang="zh-CN" sz="800" b="1" i="0" u="none" strike="noStrike" kern="1200" cap="none" spc="0" normalizeH="0" baseline="0" noProof="0">
                <a:ln>
                  <a:noFill/>
                </a:ln>
                <a:solidFill>
                  <a:prstClr val="black"/>
                </a:solidFill>
                <a:effectLst/>
                <a:uLnTx/>
                <a:uFillTx/>
                <a:cs typeface="Calibri" panose="020F0502020204030204" pitchFamily="34" charset="0"/>
              </a:rPr>
              <a:t>Pre-IND and CTA kick-off meeting </a:t>
            </a:r>
            <a:r>
              <a:rPr kumimoji="0" lang="en-US" altLang="zh-CN" sz="800" b="0" i="0" u="none" strike="noStrike" kern="1200" cap="none" spc="0" normalizeH="0" baseline="0" noProof="0">
                <a:ln>
                  <a:noFill/>
                </a:ln>
                <a:solidFill>
                  <a:prstClr val="black"/>
                </a:solidFill>
                <a:effectLst/>
                <a:uLnTx/>
                <a:uFillTx/>
                <a:cs typeface="Calibri" panose="020F0502020204030204" pitchFamily="34" charset="0"/>
              </a:rPr>
              <a:t>with </a:t>
            </a:r>
            <a:r>
              <a:rPr kumimoji="0" lang="en-US" altLang="zh-CN" sz="800" b="0" i="0" u="none" strike="noStrike" kern="1200" cap="none" spc="0" normalizeH="0" baseline="0" noProof="0" err="1">
                <a:ln>
                  <a:noFill/>
                </a:ln>
                <a:solidFill>
                  <a:prstClr val="black"/>
                </a:solidFill>
                <a:effectLst/>
                <a:uLnTx/>
                <a:uFillTx/>
                <a:cs typeface="Calibri" panose="020F0502020204030204" pitchFamily="34" charset="0"/>
              </a:rPr>
              <a:t>gAT</a:t>
            </a:r>
            <a:r>
              <a:rPr kumimoji="0" lang="en-US" altLang="zh-CN" sz="800" b="0" i="0" u="none" strike="noStrike" kern="1200" cap="none" spc="0" normalizeH="0" baseline="0" noProof="0">
                <a:ln>
                  <a:noFill/>
                </a:ln>
                <a:solidFill>
                  <a:prstClr val="black"/>
                </a:solidFill>
                <a:effectLst/>
                <a:uLnTx/>
                <a:uFillTx/>
                <a:cs typeface="Calibri" panose="020F0502020204030204" pitchFamily="34" charset="0"/>
              </a:rPr>
              <a:t> of </a:t>
            </a:r>
            <a:r>
              <a:rPr kumimoji="0" lang="en-US" altLang="zh-CN" sz="800" b="0" i="0" u="none" strike="noStrike" kern="1200" cap="none" spc="0" normalizeH="0" baseline="0" noProof="0" err="1">
                <a:ln>
                  <a:noFill/>
                </a:ln>
                <a:solidFill>
                  <a:prstClr val="black"/>
                </a:solidFill>
                <a:effectLst/>
                <a:uLnTx/>
                <a:uFillTx/>
                <a:cs typeface="Calibri" panose="020F0502020204030204" pitchFamily="34" charset="0"/>
              </a:rPr>
              <a:t>brigimadlin</a:t>
            </a:r>
            <a:r>
              <a:rPr kumimoji="0" lang="en-US" altLang="zh-CN" sz="800" b="0" i="0" u="none" strike="noStrike" kern="1200" cap="none" spc="0" normalizeH="0" baseline="0" noProof="0">
                <a:ln>
                  <a:noFill/>
                </a:ln>
                <a:solidFill>
                  <a:prstClr val="black"/>
                </a:solidFill>
                <a:effectLst/>
                <a:uLnTx/>
                <a:uFillTx/>
                <a:cs typeface="Calibri" panose="020F0502020204030204" pitchFamily="34" charset="0"/>
              </a:rPr>
              <a:t> and </a:t>
            </a:r>
            <a:r>
              <a:rPr kumimoji="0" lang="en-US" altLang="zh-CN" sz="800" b="0" i="0" u="none" strike="noStrike" kern="1200" cap="none" spc="0" normalizeH="0" baseline="0" noProof="0" err="1">
                <a:ln>
                  <a:noFill/>
                </a:ln>
                <a:solidFill>
                  <a:prstClr val="black"/>
                </a:solidFill>
                <a:effectLst/>
                <a:uLnTx/>
                <a:uFillTx/>
                <a:cs typeface="Calibri" panose="020F0502020204030204" pitchFamily="34" charset="0"/>
              </a:rPr>
              <a:t>ezabenlimab</a:t>
            </a:r>
            <a:r>
              <a:rPr kumimoji="0" lang="en-US" altLang="zh-CN" sz="800" b="0" i="0" u="none" strike="noStrike" kern="1200" cap="none" spc="0" normalizeH="0" baseline="0" noProof="0">
                <a:ln>
                  <a:noFill/>
                </a:ln>
                <a:solidFill>
                  <a:prstClr val="black"/>
                </a:solidFill>
                <a:effectLst/>
                <a:uLnTx/>
                <a:uFillTx/>
                <a:cs typeface="Calibri" panose="020F0502020204030204" pitchFamily="34" charset="0"/>
              </a:rPr>
              <a:t> on 25 Mar</a:t>
            </a:r>
          </a:p>
          <a:p>
            <a:pPr marL="279450" marR="0" lvl="2" indent="-171450" fontAlgn="auto">
              <a:lnSpc>
                <a:spcPct val="100000"/>
              </a:lnSpc>
              <a:spcBef>
                <a:spcPts val="0"/>
              </a:spcBef>
              <a:buClrTx/>
              <a:buSzTx/>
              <a:buFont typeface="Wingdings" panose="05000000000000000000" pitchFamily="2" charset="2"/>
              <a:buChar char="Ø"/>
              <a:tabLst/>
              <a:defRPr/>
            </a:pPr>
            <a:r>
              <a:rPr lang="en-US" altLang="zh-CN" sz="800">
                <a:solidFill>
                  <a:prstClr val="black"/>
                </a:solidFill>
                <a:cs typeface="Calibri" panose="020F0502020204030204" pitchFamily="34" charset="0"/>
              </a:rPr>
              <a:t>Timeline has been confirmed with both global teams </a:t>
            </a:r>
          </a:p>
          <a:p>
            <a:pPr marL="279450" lvl="2" indent="-171450">
              <a:buFont typeface="Wingdings" panose="05000000000000000000" pitchFamily="2" charset="2"/>
              <a:buChar char="Ø"/>
              <a:defRPr/>
            </a:pPr>
            <a:r>
              <a:rPr kumimoji="0" lang="en-US" altLang="zh-CN" sz="800" b="0" i="0" u="none" strike="noStrike" kern="1200" cap="none" spc="0" normalizeH="0" baseline="0" noProof="0">
                <a:ln>
                  <a:noFill/>
                </a:ln>
                <a:solidFill>
                  <a:prstClr val="black"/>
                </a:solidFill>
                <a:effectLst/>
                <a:uLnTx/>
                <a:uFillTx/>
                <a:cs typeface="Calibri" panose="020F0502020204030204" pitchFamily="34" charset="0"/>
              </a:rPr>
              <a:t>Pre-IND submitted on 15 Apr, written response expected on </a:t>
            </a:r>
            <a:r>
              <a:rPr lang="en-US" altLang="zh-CN" sz="800">
                <a:solidFill>
                  <a:prstClr val="black"/>
                </a:solidFill>
                <a:cs typeface="Calibri" panose="020F0502020204030204" pitchFamily="34" charset="0"/>
              </a:rPr>
              <a:t>2</a:t>
            </a:r>
            <a:r>
              <a:rPr lang="en-US" altLang="zh-CN" sz="800" baseline="30000">
                <a:solidFill>
                  <a:prstClr val="black"/>
                </a:solidFill>
                <a:cs typeface="Calibri" panose="020F0502020204030204" pitchFamily="34" charset="0"/>
              </a:rPr>
              <a:t>nd</a:t>
            </a:r>
            <a:r>
              <a:rPr lang="en-US" altLang="zh-CN" sz="800">
                <a:solidFill>
                  <a:prstClr val="black"/>
                </a:solidFill>
                <a:cs typeface="Calibri" panose="020F0502020204030204" pitchFamily="34" charset="0"/>
              </a:rPr>
              <a:t> Aug(type II</a:t>
            </a:r>
            <a:r>
              <a:rPr lang="zh-CN" altLang="en-US" sz="800">
                <a:solidFill>
                  <a:prstClr val="black"/>
                </a:solidFill>
                <a:cs typeface="Calibri" panose="020F0502020204030204" pitchFamily="34" charset="0"/>
              </a:rPr>
              <a:t>→</a:t>
            </a:r>
            <a:r>
              <a:rPr lang="en-US" altLang="zh-CN" sz="800">
                <a:solidFill>
                  <a:prstClr val="black"/>
                </a:solidFill>
                <a:cs typeface="Calibri" panose="020F0502020204030204" pitchFamily="34" charset="0"/>
              </a:rPr>
              <a:t>type III)</a:t>
            </a:r>
            <a:endParaRPr kumimoji="0" lang="en-US" altLang="zh-CN" sz="800" b="0" i="0" u="none" strike="noStrike" kern="1200" cap="none" spc="0" normalizeH="0" baseline="0" noProof="0">
              <a:ln>
                <a:noFill/>
              </a:ln>
              <a:solidFill>
                <a:prstClr val="black"/>
              </a:solidFill>
              <a:effectLst/>
              <a:uLnTx/>
              <a:uFillTx/>
              <a:cs typeface="Calibri" panose="020F0502020204030204" pitchFamily="34" charset="0"/>
            </a:endParaRPr>
          </a:p>
          <a:p>
            <a:pPr marL="279450" lvl="2" indent="-171450">
              <a:buFont typeface="Wingdings" panose="05000000000000000000" pitchFamily="2" charset="2"/>
              <a:buChar char="Ø"/>
              <a:defRPr/>
            </a:pPr>
            <a:r>
              <a:rPr kumimoji="0" lang="en-US" altLang="zh-CN" sz="800" b="0" i="0" u="none" strike="noStrike" kern="1200" cap="none" spc="0" normalizeH="0" baseline="0" noProof="0">
                <a:ln>
                  <a:noFill/>
                </a:ln>
                <a:solidFill>
                  <a:prstClr val="black"/>
                </a:solidFill>
                <a:effectLst/>
                <a:uLnTx/>
                <a:uFillTx/>
                <a:cs typeface="Calibri" panose="020F0502020204030204" pitchFamily="34" charset="0"/>
              </a:rPr>
              <a:t>CTA submission planned on </a:t>
            </a:r>
            <a:r>
              <a:rPr lang="en-US" altLang="zh-CN" sz="800">
                <a:solidFill>
                  <a:prstClr val="black"/>
                </a:solidFill>
                <a:cs typeface="Calibri" panose="020F0502020204030204" pitchFamily="34" charset="0"/>
              </a:rPr>
              <a:t>27</a:t>
            </a:r>
            <a:r>
              <a:rPr kumimoji="0" lang="en-US" altLang="zh-CN" sz="800" b="0" i="0" u="none" strike="noStrike" kern="1200" cap="none" spc="0" normalizeH="0" baseline="0" noProof="0">
                <a:ln>
                  <a:noFill/>
                </a:ln>
                <a:solidFill>
                  <a:prstClr val="black"/>
                </a:solidFill>
                <a:effectLst/>
                <a:uLnTx/>
                <a:uFillTx/>
                <a:cs typeface="Calibri" panose="020F0502020204030204" pitchFamily="34" charset="0"/>
              </a:rPr>
              <a:t> Sep due to global Eza IMPD</a:t>
            </a:r>
          </a:p>
        </p:txBody>
      </p:sp>
    </p:spTree>
    <p:extLst>
      <p:ext uri="{BB962C8B-B14F-4D97-AF65-F5344CB8AC3E}">
        <p14:creationId xmlns:p14="http://schemas.microsoft.com/office/powerpoint/2010/main" val="1420886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43B8274-9DE9-16CE-9E3E-ADF6B7D06F71}"/>
              </a:ext>
            </a:extLst>
          </p:cNvPr>
          <p:cNvSpPr>
            <a:spLocks noGrp="1"/>
          </p:cNvSpPr>
          <p:nvPr>
            <p:ph type="title"/>
          </p:nvPr>
        </p:nvSpPr>
        <p:spPr/>
        <p:txBody>
          <a:bodyPr/>
          <a:lstStyle/>
          <a:p>
            <a:r>
              <a:rPr lang="de-DE"/>
              <a:t>Questions to be discussed</a:t>
            </a:r>
            <a:endParaRPr lang="en-GB"/>
          </a:p>
        </p:txBody>
      </p:sp>
      <p:sp>
        <p:nvSpPr>
          <p:cNvPr id="7" name="Content Placeholder 6">
            <a:extLst>
              <a:ext uri="{FF2B5EF4-FFF2-40B4-BE49-F238E27FC236}">
                <a16:creationId xmlns:a16="http://schemas.microsoft.com/office/drawing/2014/main" id="{67260099-C747-CDD2-B6D4-56928E62C340}"/>
              </a:ext>
            </a:extLst>
          </p:cNvPr>
          <p:cNvSpPr>
            <a:spLocks noGrp="1"/>
          </p:cNvSpPr>
          <p:nvPr>
            <p:ph idx="1"/>
          </p:nvPr>
        </p:nvSpPr>
        <p:spPr>
          <a:xfrm>
            <a:off x="286693" y="1085223"/>
            <a:ext cx="8424863" cy="3867590"/>
          </a:xfrm>
          <a:solidFill>
            <a:srgbClr val="FFFFFF"/>
          </a:solidFill>
        </p:spPr>
        <p:txBody>
          <a:bodyPr vert="horz" lIns="0" tIns="0" rIns="0" bIns="0" rtlCol="0" anchor="t">
            <a:noAutofit/>
          </a:bodyPr>
          <a:lstStyle/>
          <a:p>
            <a:pPr marL="161925" indent="-161925"/>
            <a:r>
              <a:rPr lang="en-US" altLang="zh-CN" b="1">
                <a:solidFill>
                  <a:schemeClr val="tx2">
                    <a:lumMod val="50000"/>
                  </a:schemeClr>
                </a:solidFill>
                <a:effectLst/>
                <a:highlight>
                  <a:srgbClr val="E7FFF4"/>
                </a:highlight>
                <a:latin typeface="+mn-ea"/>
                <a:cs typeface="Times New Roman"/>
              </a:rPr>
              <a:t>Question to CDE: </a:t>
            </a:r>
            <a:r>
              <a:rPr lang="en-US" altLang="zh-CN">
                <a:effectLst/>
                <a:latin typeface="+mn-ea"/>
                <a:cs typeface="Times New Roman"/>
              </a:rPr>
              <a:t>China plans to join the global pivotal Phase III study (1403-0006). Based on the global overall study design and available safety, efficacy data and PK data from Phase I studies, does the CDE agree that China can join the Phase III pivotal study directly?</a:t>
            </a:r>
            <a:r>
              <a:rPr lang="en-US" altLang="zh-CN">
                <a:latin typeface="+mn-ea"/>
                <a:cs typeface="Times New Roman"/>
              </a:rPr>
              <a:t> </a:t>
            </a:r>
          </a:p>
          <a:p>
            <a:pPr marL="161925" indent="-161925"/>
            <a:r>
              <a:rPr lang="en-US" altLang="zh-CN" b="1">
                <a:solidFill>
                  <a:schemeClr val="tx2">
                    <a:lumMod val="50000"/>
                  </a:schemeClr>
                </a:solidFill>
                <a:effectLst/>
                <a:highlight>
                  <a:srgbClr val="E7FFF4"/>
                </a:highlight>
                <a:latin typeface="+mn-ea"/>
                <a:cs typeface="Times New Roman"/>
              </a:rPr>
              <a:t>Potential risk: </a:t>
            </a:r>
            <a:r>
              <a:rPr lang="en-US" altLang="zh-CN">
                <a:highlight>
                  <a:srgbClr val="FFFFFF"/>
                </a:highlight>
                <a:latin typeface="+mn-ea"/>
                <a:cs typeface="Times New Roman"/>
              </a:rPr>
              <a:t>safety run-in potentially requested by CDE, but all efforts will be made for mitigation</a:t>
            </a:r>
            <a:r>
              <a:rPr lang="en-US" altLang="zh-CN">
                <a:solidFill>
                  <a:srgbClr val="FF0000"/>
                </a:solidFill>
                <a:highlight>
                  <a:srgbClr val="FFFFFF"/>
                </a:highlight>
                <a:latin typeface="+mn-ea"/>
                <a:cs typeface="Times New Roman"/>
              </a:rPr>
              <a:t>. </a:t>
            </a:r>
            <a:endParaRPr lang="en-US" altLang="zh-CN">
              <a:solidFill>
                <a:srgbClr val="FF0000"/>
              </a:solidFill>
              <a:effectLst/>
              <a:highlight>
                <a:srgbClr val="FFFFFF"/>
              </a:highlight>
              <a:latin typeface="+mn-ea"/>
              <a:cs typeface="Times New Roman"/>
            </a:endParaRPr>
          </a:p>
          <a:p>
            <a:r>
              <a:rPr lang="en-US" altLang="zh-CN" b="1">
                <a:solidFill>
                  <a:schemeClr val="tx2">
                    <a:lumMod val="50000"/>
                  </a:schemeClr>
                </a:solidFill>
                <a:highlight>
                  <a:srgbClr val="E7FFF4"/>
                </a:highlight>
                <a:latin typeface="+mn-ea"/>
                <a:cs typeface="Times New Roman"/>
              </a:rPr>
              <a:t>Company position:</a:t>
            </a:r>
            <a:endParaRPr lang="en-US" altLang="zh-CN" b="1">
              <a:solidFill>
                <a:schemeClr val="tx2">
                  <a:lumMod val="50000"/>
                </a:schemeClr>
              </a:solidFill>
              <a:highlight>
                <a:srgbClr val="E7FFF4"/>
              </a:highlight>
              <a:latin typeface="+mn-ea"/>
              <a:cs typeface="Times New Roman" panose="02020603050405020304" pitchFamily="18" charset="0"/>
            </a:endParaRPr>
          </a:p>
          <a:p>
            <a:pPr>
              <a:buFont typeface="Courier New" panose="02070309020205020404" pitchFamily="49" charset="0"/>
              <a:buChar char="o"/>
            </a:pPr>
            <a:r>
              <a:rPr lang="en-US" altLang="zh-CN">
                <a:latin typeface="+mn-ea"/>
                <a:cs typeface="Times New Roman"/>
              </a:rPr>
              <a:t>RP2D of combination, </a:t>
            </a:r>
            <a:r>
              <a:rPr lang="en-US" altLang="zh-CN" err="1">
                <a:latin typeface="+mn-ea"/>
                <a:cs typeface="Times New Roman"/>
              </a:rPr>
              <a:t>eza</a:t>
            </a:r>
            <a:r>
              <a:rPr lang="en-US" altLang="zh-CN">
                <a:latin typeface="+mn-ea"/>
                <a:cs typeface="Times New Roman"/>
              </a:rPr>
              <a:t> mono and brigimadlin mono has already been determined.</a:t>
            </a:r>
          </a:p>
          <a:p>
            <a:pPr>
              <a:buFont typeface="Courier New" panose="02070309020205020404" pitchFamily="49" charset="0"/>
              <a:buChar char="o"/>
            </a:pPr>
            <a:r>
              <a:rPr lang="en-US" altLang="zh-CN">
                <a:latin typeface="+mn-ea"/>
                <a:cs typeface="Times New Roman"/>
              </a:rPr>
              <a:t>Data of combination, </a:t>
            </a:r>
            <a:r>
              <a:rPr lang="en-US" altLang="zh-CN" err="1">
                <a:latin typeface="+mn-ea"/>
                <a:cs typeface="Times New Roman"/>
              </a:rPr>
              <a:t>eza</a:t>
            </a:r>
            <a:r>
              <a:rPr lang="en-US" altLang="zh-CN">
                <a:latin typeface="+mn-ea"/>
                <a:cs typeface="Times New Roman"/>
              </a:rPr>
              <a:t> mono and brigimadlin mono from all available trials in East Asian will be leveraged to demo the sufficient safety data to waive safety run-in:</a:t>
            </a:r>
          </a:p>
          <a:p>
            <a:pPr lvl="1">
              <a:buFont typeface="Wingdings" panose="05000000000000000000" pitchFamily="2" charset="2"/>
              <a:buChar char="ü"/>
            </a:pPr>
            <a:r>
              <a:rPr lang="en-US" altLang="zh-CN" sz="1050">
                <a:latin typeface="+mn-ea"/>
                <a:cs typeface="Times New Roman"/>
              </a:rPr>
              <a:t>No safety profile difference (Asian vs. </a:t>
            </a:r>
            <a:r>
              <a:rPr lang="en-US" altLang="zh-CN" sz="1050" err="1">
                <a:latin typeface="+mn-ea"/>
                <a:cs typeface="Times New Roman"/>
              </a:rPr>
              <a:t>non-Asian</a:t>
            </a:r>
            <a:r>
              <a:rPr lang="en-US" altLang="zh-CN" sz="1050">
                <a:latin typeface="+mn-ea"/>
                <a:cs typeface="Times New Roman"/>
              </a:rPr>
              <a:t>) observed,</a:t>
            </a:r>
            <a:r>
              <a:rPr lang="zh-CN" altLang="en-US" sz="1050">
                <a:latin typeface="+mn-ea"/>
                <a:cs typeface="Times New Roman"/>
              </a:rPr>
              <a:t> </a:t>
            </a:r>
            <a:r>
              <a:rPr lang="en-US" altLang="zh-CN" sz="1050">
                <a:latin typeface="+mn-ea"/>
                <a:cs typeface="Times New Roman"/>
              </a:rPr>
              <a:t>and no overlapping toxicities observed in combination so far.</a:t>
            </a:r>
          </a:p>
          <a:p>
            <a:pPr lvl="1">
              <a:buFont typeface="Wingdings" panose="05000000000000000000" pitchFamily="2" charset="2"/>
              <a:buChar char="ü"/>
            </a:pPr>
            <a:r>
              <a:rPr lang="en-US" altLang="zh-CN" sz="1050">
                <a:latin typeface="+mn-ea"/>
                <a:cs typeface="Times New Roman"/>
              </a:rPr>
              <a:t>Sufficient on-market PD-1/L1 use experience in Chinese patients supports the general similar safety profile in the PD-1/L1 class, and current safety profile of ezabenlimab shows no difference based on over 1200 patient exposure.</a:t>
            </a:r>
          </a:p>
        </p:txBody>
      </p:sp>
      <p:sp>
        <p:nvSpPr>
          <p:cNvPr id="5" name="Footer Placeholder 4">
            <a:extLst>
              <a:ext uri="{FF2B5EF4-FFF2-40B4-BE49-F238E27FC236}">
                <a16:creationId xmlns:a16="http://schemas.microsoft.com/office/drawing/2014/main" id="{EB32E06A-7656-C9D9-4B87-39C5549DD1E9}"/>
              </a:ext>
            </a:extLst>
          </p:cNvPr>
          <p:cNvSpPr>
            <a:spLocks noGrp="1"/>
          </p:cNvSpPr>
          <p:nvPr>
            <p:ph type="ftr" sz="quarter" idx="19"/>
          </p:nvPr>
        </p:nvSpPr>
        <p:spPr/>
        <p:txBody>
          <a:bodyPr/>
          <a:lstStyle/>
          <a:p>
            <a:pPr defTabSz="685800"/>
            <a:r>
              <a:rPr lang="en-US">
                <a:solidFill>
                  <a:srgbClr val="08312A"/>
                </a:solidFill>
                <a:latin typeface="Boehringer Forward Text"/>
              </a:rPr>
              <a:t>Presentation title    |    ONLY FOR INTERNAL USE</a:t>
            </a:r>
          </a:p>
        </p:txBody>
      </p:sp>
      <p:sp>
        <p:nvSpPr>
          <p:cNvPr id="4" name="Slide Number Placeholder 3">
            <a:extLst>
              <a:ext uri="{FF2B5EF4-FFF2-40B4-BE49-F238E27FC236}">
                <a16:creationId xmlns:a16="http://schemas.microsoft.com/office/drawing/2014/main" id="{4FA1164D-C1BA-A157-0DCD-8EA075F5B98B}"/>
              </a:ext>
            </a:extLst>
          </p:cNvPr>
          <p:cNvSpPr>
            <a:spLocks noGrp="1"/>
          </p:cNvSpPr>
          <p:nvPr>
            <p:ph type="sldNum" sz="quarter" idx="20"/>
          </p:nvPr>
        </p:nvSpPr>
        <p:spPr/>
        <p:txBody>
          <a:bodyPr/>
          <a:lstStyle/>
          <a:p>
            <a:pPr defTabSz="685800"/>
            <a:fld id="{8FF9B0DE-3FEB-4AA0-B465-B80EF7C1333D}" type="slidenum">
              <a:rPr lang="en-US">
                <a:solidFill>
                  <a:srgbClr val="08312A"/>
                </a:solidFill>
                <a:latin typeface="Boehringer Forward Text"/>
              </a:rPr>
              <a:pPr defTabSz="685800"/>
              <a:t>10</a:t>
            </a:fld>
            <a:endParaRPr lang="en-US">
              <a:solidFill>
                <a:srgbClr val="08312A"/>
              </a:solidFill>
              <a:latin typeface="Boehringer Forward Text"/>
            </a:endParaRPr>
          </a:p>
        </p:txBody>
      </p:sp>
    </p:spTree>
    <p:extLst>
      <p:ext uri="{BB962C8B-B14F-4D97-AF65-F5344CB8AC3E}">
        <p14:creationId xmlns:p14="http://schemas.microsoft.com/office/powerpoint/2010/main" val="2712658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CE3C71B-298E-F1BD-A132-5EFB69DD1880}"/>
              </a:ext>
            </a:extLst>
          </p:cNvPr>
          <p:cNvSpPr>
            <a:spLocks noGrp="1"/>
          </p:cNvSpPr>
          <p:nvPr>
            <p:ph type="title"/>
          </p:nvPr>
        </p:nvSpPr>
        <p:spPr>
          <a:xfrm>
            <a:off x="359569" y="246916"/>
            <a:ext cx="8424863" cy="540000"/>
          </a:xfrm>
        </p:spPr>
        <p:txBody>
          <a:bodyPr/>
          <a:lstStyle/>
          <a:p>
            <a:r>
              <a:rPr lang="en-US" altLang="zh-CN" sz="1800"/>
              <a:t>Preliminary timeline comparison with vs without safety run-in</a:t>
            </a:r>
            <a:br>
              <a:rPr lang="en-US" altLang="zh-CN" sz="1800"/>
            </a:br>
            <a:endParaRPr lang="zh-CN" altLang="en-US" sz="1800"/>
          </a:p>
        </p:txBody>
      </p:sp>
      <p:graphicFrame>
        <p:nvGraphicFramePr>
          <p:cNvPr id="4" name="表格 4">
            <a:extLst>
              <a:ext uri="{FF2B5EF4-FFF2-40B4-BE49-F238E27FC236}">
                <a16:creationId xmlns:a16="http://schemas.microsoft.com/office/drawing/2014/main" id="{608AF30A-FCDC-26EA-363C-BF9AB81883F3}"/>
              </a:ext>
            </a:extLst>
          </p:cNvPr>
          <p:cNvGraphicFramePr>
            <a:graphicFrameLocks noGrp="1"/>
          </p:cNvGraphicFramePr>
          <p:nvPr/>
        </p:nvGraphicFramePr>
        <p:xfrm>
          <a:off x="1464976" y="731972"/>
          <a:ext cx="5200323" cy="3261360"/>
        </p:xfrm>
        <a:graphic>
          <a:graphicData uri="http://schemas.openxmlformats.org/drawingml/2006/table">
            <a:tbl>
              <a:tblPr firstRow="1" bandRow="1">
                <a:tableStyleId>{5C22544A-7EE6-4342-B048-85BDC9FD1C3A}</a:tableStyleId>
              </a:tblPr>
              <a:tblGrid>
                <a:gridCol w="1733441">
                  <a:extLst>
                    <a:ext uri="{9D8B030D-6E8A-4147-A177-3AD203B41FA5}">
                      <a16:colId xmlns:a16="http://schemas.microsoft.com/office/drawing/2014/main" val="1967227673"/>
                    </a:ext>
                  </a:extLst>
                </a:gridCol>
                <a:gridCol w="1733441">
                  <a:extLst>
                    <a:ext uri="{9D8B030D-6E8A-4147-A177-3AD203B41FA5}">
                      <a16:colId xmlns:a16="http://schemas.microsoft.com/office/drawing/2014/main" val="3290761211"/>
                    </a:ext>
                  </a:extLst>
                </a:gridCol>
                <a:gridCol w="1733441">
                  <a:extLst>
                    <a:ext uri="{9D8B030D-6E8A-4147-A177-3AD203B41FA5}">
                      <a16:colId xmlns:a16="http://schemas.microsoft.com/office/drawing/2014/main" val="3341109472"/>
                    </a:ext>
                  </a:extLst>
                </a:gridCol>
              </a:tblGrid>
              <a:tr h="480060">
                <a:tc>
                  <a:txBody>
                    <a:bodyPr/>
                    <a:lstStyle/>
                    <a:p>
                      <a:endParaRPr lang="zh-CN" altLang="en-US" sz="900"/>
                    </a:p>
                  </a:txBody>
                  <a:tcPr marL="68580" marR="68580" marT="34290" marB="34290"/>
                </a:tc>
                <a:tc>
                  <a:txBody>
                    <a:bodyPr/>
                    <a:lstStyle/>
                    <a:p>
                      <a:r>
                        <a:rPr lang="en-US" altLang="zh-CN" sz="900"/>
                        <a:t>Scenario 1:</a:t>
                      </a:r>
                    </a:p>
                    <a:p>
                      <a:r>
                        <a:rPr lang="en-US" altLang="zh-CN" sz="900"/>
                        <a:t>+ pre-IND</a:t>
                      </a:r>
                    </a:p>
                    <a:p>
                      <a:r>
                        <a:rPr lang="en-US" altLang="zh-CN" sz="900"/>
                        <a:t>No safety run-in required</a:t>
                      </a:r>
                      <a:endParaRPr lang="zh-CN" altLang="en-US" sz="900"/>
                    </a:p>
                  </a:txBody>
                  <a:tcPr marL="68580" marR="68580" marT="34290" marB="34290"/>
                </a:tc>
                <a:tc>
                  <a:txBody>
                    <a:bodyPr/>
                    <a:lstStyle/>
                    <a:p>
                      <a:r>
                        <a:rPr lang="en-US" altLang="zh-CN" sz="900"/>
                        <a:t>Scenario 2:</a:t>
                      </a:r>
                      <a:br>
                        <a:rPr lang="en-US" altLang="zh-CN" sz="900"/>
                      </a:br>
                      <a:r>
                        <a:rPr lang="en-US" altLang="zh-CN" sz="900"/>
                        <a:t>+ pre-IND</a:t>
                      </a:r>
                    </a:p>
                    <a:p>
                      <a:r>
                        <a:rPr lang="en-US" altLang="zh-CN" sz="900"/>
                        <a:t>safety run-in required</a:t>
                      </a:r>
                      <a:endParaRPr lang="zh-CN" altLang="en-US" sz="900"/>
                    </a:p>
                  </a:txBody>
                  <a:tcPr marL="68580" marR="68580" marT="34290" marB="34290"/>
                </a:tc>
                <a:extLst>
                  <a:ext uri="{0D108BD9-81ED-4DB2-BD59-A6C34878D82A}">
                    <a16:rowId xmlns:a16="http://schemas.microsoft.com/office/drawing/2014/main" val="4252465173"/>
                  </a:ext>
                </a:extLst>
              </a:tr>
              <a:tr h="278130">
                <a:tc>
                  <a:txBody>
                    <a:bodyPr/>
                    <a:lstStyle/>
                    <a:p>
                      <a:r>
                        <a:rPr lang="en-US" altLang="zh-CN" sz="900"/>
                        <a:t>Pre-IND submission</a:t>
                      </a:r>
                    </a:p>
                  </a:txBody>
                  <a:tcPr marL="68580" marR="68580" marT="34290" marB="34290"/>
                </a:tc>
                <a:tc>
                  <a:txBody>
                    <a:bodyPr/>
                    <a:lstStyle/>
                    <a:p>
                      <a:r>
                        <a:rPr lang="en-US" altLang="zh-CN" sz="900"/>
                        <a:t>Apr 2024</a:t>
                      </a:r>
                      <a:endParaRPr lang="zh-CN" altLang="en-US" sz="900">
                        <a:highlight>
                          <a:srgbClr val="FFFF00"/>
                        </a:highlight>
                      </a:endParaRPr>
                    </a:p>
                  </a:txBody>
                  <a:tcPr marL="68580" marR="68580" marT="34290" marB="34290"/>
                </a:tc>
                <a:tc>
                  <a:txBody>
                    <a:bodyPr/>
                    <a:lstStyle/>
                    <a:p>
                      <a:r>
                        <a:rPr lang="en-US" altLang="zh-CN" sz="900"/>
                        <a:t>Apr 2024</a:t>
                      </a:r>
                      <a:endParaRPr lang="zh-CN" altLang="en-US" sz="900"/>
                    </a:p>
                  </a:txBody>
                  <a:tcPr marL="68580" marR="68580" marT="34290" marB="34290"/>
                </a:tc>
                <a:extLst>
                  <a:ext uri="{0D108BD9-81ED-4DB2-BD59-A6C34878D82A}">
                    <a16:rowId xmlns:a16="http://schemas.microsoft.com/office/drawing/2014/main" val="2293416654"/>
                  </a:ext>
                </a:extLst>
              </a:tr>
              <a:tr h="278130">
                <a:tc>
                  <a:txBody>
                    <a:bodyPr/>
                    <a:lstStyle/>
                    <a:p>
                      <a:r>
                        <a:rPr lang="en-US" altLang="zh-CN" sz="900"/>
                        <a:t>Pre-IND response</a:t>
                      </a:r>
                      <a:endParaRPr lang="zh-CN" altLang="en-US" sz="900"/>
                    </a:p>
                  </a:txBody>
                  <a:tcPr marL="68580" marR="68580" marT="34290" marB="34290"/>
                </a:tc>
                <a:tc>
                  <a:txBody>
                    <a:bodyPr/>
                    <a:lstStyle/>
                    <a:p>
                      <a:r>
                        <a:rPr lang="en-US" altLang="zh-CN" sz="900"/>
                        <a:t>Jul 2024</a:t>
                      </a:r>
                      <a:endParaRPr lang="zh-CN" altLang="en-US" sz="900"/>
                    </a:p>
                  </a:txBody>
                  <a:tcPr marL="68580" marR="68580" marT="34290" marB="34290"/>
                </a:tc>
                <a:tc>
                  <a:txBody>
                    <a:bodyPr/>
                    <a:lstStyle/>
                    <a:p>
                      <a:r>
                        <a:rPr lang="en-US" altLang="zh-CN" sz="900"/>
                        <a:t>Jul 2024</a:t>
                      </a:r>
                      <a:endParaRPr lang="zh-CN" altLang="en-US" sz="900"/>
                    </a:p>
                  </a:txBody>
                  <a:tcPr marL="68580" marR="68580" marT="34290" marB="34290"/>
                </a:tc>
                <a:extLst>
                  <a:ext uri="{0D108BD9-81ED-4DB2-BD59-A6C34878D82A}">
                    <a16:rowId xmlns:a16="http://schemas.microsoft.com/office/drawing/2014/main" val="4165568242"/>
                  </a:ext>
                </a:extLst>
              </a:tr>
              <a:tr h="278130">
                <a:tc>
                  <a:txBody>
                    <a:bodyPr/>
                    <a:lstStyle/>
                    <a:p>
                      <a:r>
                        <a:rPr lang="en-US" altLang="zh-CN" sz="900"/>
                        <a:t>Protocol Amendment</a:t>
                      </a:r>
                      <a:endParaRPr lang="zh-CN" altLang="en-US" sz="900"/>
                    </a:p>
                  </a:txBody>
                  <a:tcPr marL="68580" marR="68580" marT="34290" marB="34290"/>
                </a:tc>
                <a:tc>
                  <a:txBody>
                    <a:bodyPr/>
                    <a:lstStyle/>
                    <a:p>
                      <a:r>
                        <a:rPr lang="en-US" altLang="zh-CN" sz="900"/>
                        <a:t>/</a:t>
                      </a:r>
                      <a:endParaRPr lang="zh-CN" altLang="en-US" sz="900"/>
                    </a:p>
                  </a:txBody>
                  <a:tcPr marL="68580" marR="68580" marT="34290" marB="3429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900"/>
                        <a:t>Oct</a:t>
                      </a:r>
                      <a:r>
                        <a:rPr lang="zh-CN" altLang="en-US" sz="900"/>
                        <a:t> </a:t>
                      </a:r>
                      <a:r>
                        <a:rPr lang="en-US" altLang="zh-CN" sz="900"/>
                        <a:t>2024</a:t>
                      </a:r>
                      <a:endParaRPr lang="zh-CN" altLang="en-US" sz="900"/>
                    </a:p>
                  </a:txBody>
                  <a:tcPr marL="68580" marR="68580" marT="34290" marB="34290"/>
                </a:tc>
                <a:extLst>
                  <a:ext uri="{0D108BD9-81ED-4DB2-BD59-A6C34878D82A}">
                    <a16:rowId xmlns:a16="http://schemas.microsoft.com/office/drawing/2014/main" val="3014020977"/>
                  </a:ext>
                </a:extLst>
              </a:tr>
              <a:tr h="278130">
                <a:tc>
                  <a:txBody>
                    <a:bodyPr/>
                    <a:lstStyle/>
                    <a:p>
                      <a:r>
                        <a:rPr lang="en-US" altLang="zh-CN" sz="900"/>
                        <a:t>CTA submission</a:t>
                      </a:r>
                      <a:endParaRPr lang="zh-CN" altLang="en-US" sz="900"/>
                    </a:p>
                  </a:txBody>
                  <a:tcPr marL="68580" marR="68580" marT="34290" marB="34290"/>
                </a:tc>
                <a:tc>
                  <a:txBody>
                    <a:bodyPr/>
                    <a:lstStyle/>
                    <a:p>
                      <a:r>
                        <a:rPr lang="en-US" altLang="zh-CN" sz="900"/>
                        <a:t>Jul</a:t>
                      </a:r>
                      <a:r>
                        <a:rPr lang="zh-CN" altLang="en-US" sz="900"/>
                        <a:t> </a:t>
                      </a:r>
                      <a:r>
                        <a:rPr lang="en-US" altLang="zh-CN" sz="900"/>
                        <a:t>2024*</a:t>
                      </a:r>
                      <a:endParaRPr lang="zh-CN" altLang="en-US" sz="900"/>
                    </a:p>
                  </a:txBody>
                  <a:tcPr marL="68580" marR="68580" marT="34290" marB="34290"/>
                </a:tc>
                <a:tc>
                  <a:txBody>
                    <a:bodyPr/>
                    <a:lstStyle/>
                    <a:p>
                      <a:r>
                        <a:rPr lang="en-US" altLang="zh-CN" sz="900"/>
                        <a:t>Nov 2024</a:t>
                      </a:r>
                      <a:endParaRPr lang="zh-CN" altLang="en-US" sz="900"/>
                    </a:p>
                  </a:txBody>
                  <a:tcPr marL="68580" marR="68580" marT="34290" marB="34290"/>
                </a:tc>
                <a:extLst>
                  <a:ext uri="{0D108BD9-81ED-4DB2-BD59-A6C34878D82A}">
                    <a16:rowId xmlns:a16="http://schemas.microsoft.com/office/drawing/2014/main" val="290416805"/>
                  </a:ext>
                </a:extLst>
              </a:tr>
              <a:tr h="278130">
                <a:tc>
                  <a:txBody>
                    <a:bodyPr/>
                    <a:lstStyle/>
                    <a:p>
                      <a:r>
                        <a:rPr lang="en-US" altLang="zh-CN" sz="900"/>
                        <a:t>CTA approval</a:t>
                      </a:r>
                      <a:endParaRPr lang="zh-CN" altLang="en-US" sz="900"/>
                    </a:p>
                  </a:txBody>
                  <a:tcPr marL="68580" marR="68580" marT="34290" marB="34290"/>
                </a:tc>
                <a:tc>
                  <a:txBody>
                    <a:bodyPr/>
                    <a:lstStyle/>
                    <a:p>
                      <a:r>
                        <a:rPr lang="en-US" altLang="zh-CN" sz="900"/>
                        <a:t>Oct 2024</a:t>
                      </a:r>
                      <a:endParaRPr lang="zh-CN" altLang="en-US" sz="900"/>
                    </a:p>
                  </a:txBody>
                  <a:tcPr marL="68580" marR="68580" marT="34290" marB="34290"/>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900"/>
                        <a:t>Feb 2025</a:t>
                      </a:r>
                      <a:endParaRPr lang="zh-CN" altLang="en-US" sz="900"/>
                    </a:p>
                  </a:txBody>
                  <a:tcPr marL="68580" marR="68580" marT="34290" marB="34290"/>
                </a:tc>
                <a:extLst>
                  <a:ext uri="{0D108BD9-81ED-4DB2-BD59-A6C34878D82A}">
                    <a16:rowId xmlns:a16="http://schemas.microsoft.com/office/drawing/2014/main" val="3632877560"/>
                  </a:ext>
                </a:extLst>
              </a:tr>
              <a:tr h="278130">
                <a:tc>
                  <a:txBody>
                    <a:bodyPr/>
                    <a:lstStyle/>
                    <a:p>
                      <a:r>
                        <a:rPr lang="en-US" altLang="zh-CN" sz="900" err="1"/>
                        <a:t>fSIV</a:t>
                      </a:r>
                      <a:endParaRPr lang="zh-CN" altLang="en-US" sz="900"/>
                    </a:p>
                  </a:txBody>
                  <a:tcPr marL="68580" marR="68580" marT="34290" marB="34290"/>
                </a:tc>
                <a:tc>
                  <a:txBody>
                    <a:bodyPr/>
                    <a:lstStyle/>
                    <a:p>
                      <a:r>
                        <a:rPr lang="en-US" altLang="zh-CN" sz="900"/>
                        <a:t>Jan 2025</a:t>
                      </a:r>
                      <a:endParaRPr lang="zh-CN" altLang="en-US" sz="900"/>
                    </a:p>
                  </a:txBody>
                  <a:tcPr marL="68580" marR="68580" marT="34290" marB="34290"/>
                </a:tc>
                <a:tc>
                  <a:txBody>
                    <a:bodyPr/>
                    <a:lstStyle/>
                    <a:p>
                      <a:r>
                        <a:rPr lang="en-US" altLang="zh-CN" sz="900"/>
                        <a:t>May 2025**</a:t>
                      </a:r>
                      <a:endParaRPr lang="zh-CN" altLang="en-US" sz="900"/>
                    </a:p>
                  </a:txBody>
                  <a:tcPr marL="68580" marR="68580" marT="34290" marB="34290"/>
                </a:tc>
                <a:extLst>
                  <a:ext uri="{0D108BD9-81ED-4DB2-BD59-A6C34878D82A}">
                    <a16:rowId xmlns:a16="http://schemas.microsoft.com/office/drawing/2014/main" val="3695956835"/>
                  </a:ext>
                </a:extLst>
              </a:tr>
              <a:tr h="278130">
                <a:tc>
                  <a:txBody>
                    <a:bodyPr/>
                    <a:lstStyle/>
                    <a:p>
                      <a:r>
                        <a:rPr lang="en-US" altLang="zh-CN" sz="900"/>
                        <a:t>FPI</a:t>
                      </a:r>
                      <a:endParaRPr lang="zh-CN" altLang="en-US" sz="900"/>
                    </a:p>
                  </a:txBody>
                  <a:tcPr marL="68580" marR="68580" marT="34290" marB="34290"/>
                </a:tc>
                <a:tc>
                  <a:txBody>
                    <a:bodyPr/>
                    <a:lstStyle/>
                    <a:p>
                      <a:r>
                        <a:rPr lang="en-US" altLang="zh-CN" sz="900"/>
                        <a:t>Feb 2025</a:t>
                      </a:r>
                      <a:endParaRPr lang="zh-CN" altLang="en-US" sz="900"/>
                    </a:p>
                  </a:txBody>
                  <a:tcPr marL="68580" marR="68580" marT="34290" marB="34290"/>
                </a:tc>
                <a:tc>
                  <a:txBody>
                    <a:bodyPr/>
                    <a:lstStyle/>
                    <a:p>
                      <a:r>
                        <a:rPr lang="en-US" altLang="zh-CN" sz="900"/>
                        <a:t>Jun 2025</a:t>
                      </a:r>
                      <a:endParaRPr lang="zh-CN" altLang="en-US" sz="900"/>
                    </a:p>
                  </a:txBody>
                  <a:tcPr marL="68580" marR="68580" marT="34290" marB="34290"/>
                </a:tc>
                <a:extLst>
                  <a:ext uri="{0D108BD9-81ED-4DB2-BD59-A6C34878D82A}">
                    <a16:rowId xmlns:a16="http://schemas.microsoft.com/office/drawing/2014/main" val="1436354590"/>
                  </a:ext>
                </a:extLst>
              </a:tr>
              <a:tr h="278130">
                <a:tc>
                  <a:txBody>
                    <a:bodyPr/>
                    <a:lstStyle/>
                    <a:p>
                      <a:r>
                        <a:rPr lang="en-US" altLang="zh-CN" sz="900"/>
                        <a:t>Safety run-in completion***</a:t>
                      </a:r>
                      <a:endParaRPr lang="zh-CN" altLang="en-US" sz="900"/>
                    </a:p>
                  </a:txBody>
                  <a:tcPr marL="68580" marR="68580" marT="34290" marB="34290"/>
                </a:tc>
                <a:tc>
                  <a:txBody>
                    <a:bodyPr/>
                    <a:lstStyle/>
                    <a:p>
                      <a:r>
                        <a:rPr lang="en-US" altLang="zh-CN" sz="900"/>
                        <a:t>/</a:t>
                      </a:r>
                      <a:endParaRPr lang="zh-CN" altLang="en-US" sz="900"/>
                    </a:p>
                  </a:txBody>
                  <a:tcPr marL="68580" marR="68580" marT="34290" marB="34290"/>
                </a:tc>
                <a:tc>
                  <a:txBody>
                    <a:bodyPr/>
                    <a:lstStyle/>
                    <a:p>
                      <a:r>
                        <a:rPr lang="en-US" altLang="zh-CN" sz="900"/>
                        <a:t>Dec 2025</a:t>
                      </a:r>
                      <a:endParaRPr lang="zh-CN" altLang="en-US" sz="900"/>
                    </a:p>
                  </a:txBody>
                  <a:tcPr marL="68580" marR="68580" marT="34290" marB="34290"/>
                </a:tc>
                <a:extLst>
                  <a:ext uri="{0D108BD9-81ED-4DB2-BD59-A6C34878D82A}">
                    <a16:rowId xmlns:a16="http://schemas.microsoft.com/office/drawing/2014/main" val="1992880797"/>
                  </a:ext>
                </a:extLst>
              </a:tr>
              <a:tr h="278130">
                <a:tc>
                  <a:txBody>
                    <a:bodyPr/>
                    <a:lstStyle/>
                    <a:p>
                      <a:r>
                        <a:rPr lang="en-US" altLang="zh-CN" sz="900"/>
                        <a:t>LPI</a:t>
                      </a:r>
                      <a:endParaRPr lang="zh-CN" altLang="en-US" sz="900"/>
                    </a:p>
                  </a:txBody>
                  <a:tcPr marL="68580" marR="68580" marT="34290" marB="34290"/>
                </a:tc>
                <a:tc>
                  <a:txBody>
                    <a:bodyPr/>
                    <a:lstStyle/>
                    <a:p>
                      <a:r>
                        <a:rPr lang="en-US" altLang="zh-CN" sz="900"/>
                        <a:t>Jun 2026</a:t>
                      </a:r>
                      <a:endParaRPr lang="zh-CN" altLang="en-US" sz="900"/>
                    </a:p>
                  </a:txBody>
                  <a:tcPr marL="68580" marR="68580" marT="34290" marB="34290"/>
                </a:tc>
                <a:tc>
                  <a:txBody>
                    <a:bodyPr/>
                    <a:lstStyle/>
                    <a:p>
                      <a:r>
                        <a:rPr lang="en-US" altLang="zh-CN" sz="900"/>
                        <a:t>Jun 2026</a:t>
                      </a:r>
                      <a:endParaRPr lang="zh-CN" altLang="en-US" sz="900"/>
                    </a:p>
                  </a:txBody>
                  <a:tcPr marL="68580" marR="68580" marT="34290" marB="34290"/>
                </a:tc>
                <a:extLst>
                  <a:ext uri="{0D108BD9-81ED-4DB2-BD59-A6C34878D82A}">
                    <a16:rowId xmlns:a16="http://schemas.microsoft.com/office/drawing/2014/main" val="1507687683"/>
                  </a:ext>
                </a:extLst>
              </a:tr>
              <a:tr h="278130">
                <a:tc>
                  <a:txBody>
                    <a:bodyPr/>
                    <a:lstStyle/>
                    <a:p>
                      <a:r>
                        <a:rPr lang="en-US" altLang="zh-CN" sz="900"/>
                        <a:t>Recruitment window****</a:t>
                      </a:r>
                      <a:endParaRPr lang="zh-CN" altLang="en-US" sz="900"/>
                    </a:p>
                  </a:txBody>
                  <a:tcPr marL="68580" marR="68580" marT="34290" marB="34290"/>
                </a:tc>
                <a:tc>
                  <a:txBody>
                    <a:bodyPr/>
                    <a:lstStyle/>
                    <a:p>
                      <a:r>
                        <a:rPr lang="en-US" altLang="zh-CN" sz="900"/>
                        <a:t>13 months </a:t>
                      </a:r>
                      <a:endParaRPr lang="zh-CN" altLang="en-US" sz="900"/>
                    </a:p>
                  </a:txBody>
                  <a:tcPr marL="68580" marR="68580" marT="34290" marB="34290"/>
                </a:tc>
                <a:tc>
                  <a:txBody>
                    <a:bodyPr/>
                    <a:lstStyle/>
                    <a:p>
                      <a:r>
                        <a:rPr lang="en-US" altLang="zh-CN" sz="900"/>
                        <a:t>3 months</a:t>
                      </a:r>
                      <a:endParaRPr lang="zh-CN" altLang="en-US" sz="900"/>
                    </a:p>
                  </a:txBody>
                  <a:tcPr marL="68580" marR="68580" marT="34290" marB="34290"/>
                </a:tc>
                <a:extLst>
                  <a:ext uri="{0D108BD9-81ED-4DB2-BD59-A6C34878D82A}">
                    <a16:rowId xmlns:a16="http://schemas.microsoft.com/office/drawing/2014/main" val="3993635941"/>
                  </a:ext>
                </a:extLst>
              </a:tr>
            </a:tbl>
          </a:graphicData>
        </a:graphic>
      </p:graphicFrame>
      <p:sp>
        <p:nvSpPr>
          <p:cNvPr id="5" name="文本框 4">
            <a:extLst>
              <a:ext uri="{FF2B5EF4-FFF2-40B4-BE49-F238E27FC236}">
                <a16:creationId xmlns:a16="http://schemas.microsoft.com/office/drawing/2014/main" id="{D0047062-1A3D-F8A5-4C85-7F736B06EA00}"/>
              </a:ext>
            </a:extLst>
          </p:cNvPr>
          <p:cNvSpPr txBox="1"/>
          <p:nvPr/>
        </p:nvSpPr>
        <p:spPr>
          <a:xfrm>
            <a:off x="1464976" y="4114451"/>
            <a:ext cx="6639538" cy="981038"/>
          </a:xfrm>
          <a:prstGeom prst="rect">
            <a:avLst/>
          </a:prstGeom>
          <a:noFill/>
        </p:spPr>
        <p:txBody>
          <a:bodyPr wrap="square" rtlCol="0">
            <a:spAutoFit/>
          </a:bodyPr>
          <a:lstStyle/>
          <a:p>
            <a:pPr defTabSz="685800">
              <a:defRPr/>
            </a:pPr>
            <a:r>
              <a:rPr lang="en-US" altLang="zh-CN" sz="825">
                <a:solidFill>
                  <a:prstClr val="black"/>
                </a:solidFill>
                <a:latin typeface="Boehringer Forward Text"/>
              </a:rPr>
              <a:t>Assumptions: </a:t>
            </a:r>
          </a:p>
          <a:p>
            <a:pPr defTabSz="685800">
              <a:defRPr/>
            </a:pPr>
            <a:r>
              <a:rPr lang="en-US" altLang="zh-CN" sz="825">
                <a:solidFill>
                  <a:prstClr val="black"/>
                </a:solidFill>
                <a:latin typeface="Boehringer Forward Text"/>
              </a:rPr>
              <a:t>*timeline pending global team confirmation </a:t>
            </a:r>
          </a:p>
          <a:p>
            <a:pPr defTabSz="685800">
              <a:defRPr/>
            </a:pPr>
            <a:r>
              <a:rPr lang="en-US" altLang="zh-CN" sz="825">
                <a:solidFill>
                  <a:srgbClr val="0070C0"/>
                </a:solidFill>
                <a:latin typeface="Boehringer Forward Text"/>
              </a:rPr>
              <a:t>**trial level EDC and vendor database update to accommodate safety run-in sample and data collection required and completed before </a:t>
            </a:r>
            <a:r>
              <a:rPr lang="en-US" altLang="zh-CN" sz="825" err="1">
                <a:solidFill>
                  <a:srgbClr val="0070C0"/>
                </a:solidFill>
                <a:latin typeface="Boehringer Forward Text"/>
              </a:rPr>
              <a:t>fSIV</a:t>
            </a:r>
            <a:endParaRPr lang="en-US" altLang="zh-CN" sz="825">
              <a:solidFill>
                <a:srgbClr val="0070C0"/>
              </a:solidFill>
              <a:latin typeface="Boehringer Forward Text"/>
            </a:endParaRPr>
          </a:p>
          <a:p>
            <a:pPr defTabSz="685800">
              <a:defRPr/>
            </a:pPr>
            <a:r>
              <a:rPr lang="en-US" altLang="zh-CN" sz="825">
                <a:solidFill>
                  <a:prstClr val="black"/>
                </a:solidFill>
                <a:latin typeface="Boehringer Forward Text"/>
              </a:rPr>
              <a:t>***safety run-in includes 2 dose levels and takes ~6 months. Data from patients enrolled in the safety run-in part cannot be used to support registration.</a:t>
            </a:r>
          </a:p>
          <a:p>
            <a:pPr defTabSz="685800">
              <a:defRPr/>
            </a:pPr>
            <a:r>
              <a:rPr lang="en-US" altLang="zh-CN" sz="825">
                <a:solidFill>
                  <a:prstClr val="black"/>
                </a:solidFill>
                <a:latin typeface="Boehringer Forward Text"/>
              </a:rPr>
              <a:t>**** subtracted 3 months of enrollment hold due to IFA</a:t>
            </a:r>
            <a:endParaRPr lang="zh-CN" altLang="en-US" sz="825">
              <a:solidFill>
                <a:prstClr val="black"/>
              </a:solidFill>
              <a:latin typeface="Boehringer Forward Text"/>
            </a:endParaRPr>
          </a:p>
        </p:txBody>
      </p:sp>
      <p:sp>
        <p:nvSpPr>
          <p:cNvPr id="2" name="文本框 1">
            <a:extLst>
              <a:ext uri="{FF2B5EF4-FFF2-40B4-BE49-F238E27FC236}">
                <a16:creationId xmlns:a16="http://schemas.microsoft.com/office/drawing/2014/main" id="{D9908958-80FA-1693-D9C2-29950CBBED61}"/>
              </a:ext>
            </a:extLst>
          </p:cNvPr>
          <p:cNvSpPr txBox="1"/>
          <p:nvPr/>
        </p:nvSpPr>
        <p:spPr bwMode="gray">
          <a:xfrm>
            <a:off x="6726128" y="731972"/>
            <a:ext cx="1997476" cy="553998"/>
          </a:xfrm>
          <a:prstGeom prst="rect">
            <a:avLst/>
          </a:prstGeom>
          <a:noFill/>
        </p:spPr>
        <p:txBody>
          <a:bodyPr wrap="square" lIns="0" tIns="0" rIns="0" bIns="0" rtlCol="0">
            <a:spAutoFit/>
          </a:bodyPr>
          <a:lstStyle/>
          <a:p>
            <a:pPr defTabSz="685800"/>
            <a:r>
              <a:rPr lang="en-US" altLang="zh-CN" sz="900">
                <a:solidFill>
                  <a:srgbClr val="C00000"/>
                </a:solidFill>
                <a:latin typeface="Boehringer Forward Text"/>
              </a:rPr>
              <a:t>Possibility not high but cannot be completely excluded; robust data package is important to support the request to waive safety run-in</a:t>
            </a:r>
            <a:endParaRPr lang="zh-CN" altLang="en-US" sz="900">
              <a:solidFill>
                <a:srgbClr val="C00000"/>
              </a:solidFill>
              <a:latin typeface="Boehringer Forward Text"/>
            </a:endParaRPr>
          </a:p>
        </p:txBody>
      </p:sp>
    </p:spTree>
    <p:extLst>
      <p:ext uri="{BB962C8B-B14F-4D97-AF65-F5344CB8AC3E}">
        <p14:creationId xmlns:p14="http://schemas.microsoft.com/office/powerpoint/2010/main" val="3942740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DA0605C-DE8C-7595-C531-9A6A63957C02}"/>
              </a:ext>
            </a:extLst>
          </p:cNvPr>
          <p:cNvSpPr>
            <a:spLocks noGrp="1"/>
          </p:cNvSpPr>
          <p:nvPr>
            <p:ph type="title"/>
          </p:nvPr>
        </p:nvSpPr>
        <p:spPr/>
        <p:txBody>
          <a:bodyPr/>
          <a:lstStyle/>
          <a:p>
            <a:r>
              <a:rPr lang="en-US" altLang="zh-CN"/>
              <a:t>BI764532, DLL3/CD3 </a:t>
            </a:r>
            <a:r>
              <a:rPr lang="en-US" altLang="zh-CN" err="1"/>
              <a:t>TcE</a:t>
            </a:r>
            <a:endParaRPr lang="zh-CN" altLang="en-US"/>
          </a:p>
        </p:txBody>
      </p:sp>
      <p:sp>
        <p:nvSpPr>
          <p:cNvPr id="2" name="文本占位符 1">
            <a:extLst>
              <a:ext uri="{FF2B5EF4-FFF2-40B4-BE49-F238E27FC236}">
                <a16:creationId xmlns:a16="http://schemas.microsoft.com/office/drawing/2014/main" id="{2AE8F0A3-EC29-BBCA-907C-D640FDC73618}"/>
              </a:ext>
            </a:extLst>
          </p:cNvPr>
          <p:cNvSpPr>
            <a:spLocks noGrp="1"/>
          </p:cNvSpPr>
          <p:nvPr>
            <p:ph type="subTitle" idx="14"/>
          </p:nvPr>
        </p:nvSpPr>
        <p:spPr/>
        <p:txBody>
          <a:bodyPr/>
          <a:lstStyle/>
          <a:p>
            <a:endParaRPr lang="zh-CN" altLang="en-US"/>
          </a:p>
        </p:txBody>
      </p:sp>
    </p:spTree>
    <p:extLst>
      <p:ext uri="{BB962C8B-B14F-4D97-AF65-F5344CB8AC3E}">
        <p14:creationId xmlns:p14="http://schemas.microsoft.com/office/powerpoint/2010/main" val="1657489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399C8E-5180-79A2-AD13-0EA9C6E22E13}"/>
              </a:ext>
            </a:extLst>
          </p:cNvPr>
          <p:cNvSpPr>
            <a:spLocks noGrp="1"/>
          </p:cNvSpPr>
          <p:nvPr>
            <p:ph type="title"/>
          </p:nvPr>
        </p:nvSpPr>
        <p:spPr/>
        <p:txBody>
          <a:bodyPr/>
          <a:lstStyle/>
          <a:p>
            <a:r>
              <a:rPr lang="en-US" altLang="zh-CN"/>
              <a:t> </a:t>
            </a:r>
            <a:endParaRPr lang="zh-CN" altLang="en-US"/>
          </a:p>
        </p:txBody>
      </p:sp>
      <p:graphicFrame>
        <p:nvGraphicFramePr>
          <p:cNvPr id="3" name="Table 3">
            <a:extLst>
              <a:ext uri="{FF2B5EF4-FFF2-40B4-BE49-F238E27FC236}">
                <a16:creationId xmlns:a16="http://schemas.microsoft.com/office/drawing/2014/main" id="{94E820F1-E289-29BF-A969-E06252FC994D}"/>
              </a:ext>
            </a:extLst>
          </p:cNvPr>
          <p:cNvGraphicFramePr>
            <a:graphicFrameLocks noGrp="1"/>
          </p:cNvGraphicFramePr>
          <p:nvPr/>
        </p:nvGraphicFramePr>
        <p:xfrm>
          <a:off x="964008" y="598202"/>
          <a:ext cx="7994200" cy="514350"/>
        </p:xfrm>
        <a:graphic>
          <a:graphicData uri="http://schemas.openxmlformats.org/drawingml/2006/table">
            <a:tbl>
              <a:tblPr firstRow="1" bandRow="1"/>
              <a:tblGrid>
                <a:gridCol w="399710">
                  <a:extLst>
                    <a:ext uri="{9D8B030D-6E8A-4147-A177-3AD203B41FA5}">
                      <a16:colId xmlns:a16="http://schemas.microsoft.com/office/drawing/2014/main" val="3091663135"/>
                    </a:ext>
                  </a:extLst>
                </a:gridCol>
                <a:gridCol w="399710">
                  <a:extLst>
                    <a:ext uri="{9D8B030D-6E8A-4147-A177-3AD203B41FA5}">
                      <a16:colId xmlns:a16="http://schemas.microsoft.com/office/drawing/2014/main" val="2003423086"/>
                    </a:ext>
                  </a:extLst>
                </a:gridCol>
                <a:gridCol w="399710">
                  <a:extLst>
                    <a:ext uri="{9D8B030D-6E8A-4147-A177-3AD203B41FA5}">
                      <a16:colId xmlns:a16="http://schemas.microsoft.com/office/drawing/2014/main" val="2466911814"/>
                    </a:ext>
                  </a:extLst>
                </a:gridCol>
                <a:gridCol w="399710">
                  <a:extLst>
                    <a:ext uri="{9D8B030D-6E8A-4147-A177-3AD203B41FA5}">
                      <a16:colId xmlns:a16="http://schemas.microsoft.com/office/drawing/2014/main" val="3023231563"/>
                    </a:ext>
                  </a:extLst>
                </a:gridCol>
                <a:gridCol w="399710">
                  <a:extLst>
                    <a:ext uri="{9D8B030D-6E8A-4147-A177-3AD203B41FA5}">
                      <a16:colId xmlns:a16="http://schemas.microsoft.com/office/drawing/2014/main" val="3411862845"/>
                    </a:ext>
                  </a:extLst>
                </a:gridCol>
                <a:gridCol w="399710">
                  <a:extLst>
                    <a:ext uri="{9D8B030D-6E8A-4147-A177-3AD203B41FA5}">
                      <a16:colId xmlns:a16="http://schemas.microsoft.com/office/drawing/2014/main" val="2851474774"/>
                    </a:ext>
                  </a:extLst>
                </a:gridCol>
                <a:gridCol w="399710">
                  <a:extLst>
                    <a:ext uri="{9D8B030D-6E8A-4147-A177-3AD203B41FA5}">
                      <a16:colId xmlns:a16="http://schemas.microsoft.com/office/drawing/2014/main" val="107595344"/>
                    </a:ext>
                  </a:extLst>
                </a:gridCol>
                <a:gridCol w="399710">
                  <a:extLst>
                    <a:ext uri="{9D8B030D-6E8A-4147-A177-3AD203B41FA5}">
                      <a16:colId xmlns:a16="http://schemas.microsoft.com/office/drawing/2014/main" val="1666999431"/>
                    </a:ext>
                  </a:extLst>
                </a:gridCol>
                <a:gridCol w="399710">
                  <a:extLst>
                    <a:ext uri="{9D8B030D-6E8A-4147-A177-3AD203B41FA5}">
                      <a16:colId xmlns:a16="http://schemas.microsoft.com/office/drawing/2014/main" val="3696607442"/>
                    </a:ext>
                  </a:extLst>
                </a:gridCol>
                <a:gridCol w="399710">
                  <a:extLst>
                    <a:ext uri="{9D8B030D-6E8A-4147-A177-3AD203B41FA5}">
                      <a16:colId xmlns:a16="http://schemas.microsoft.com/office/drawing/2014/main" val="223989776"/>
                    </a:ext>
                  </a:extLst>
                </a:gridCol>
                <a:gridCol w="399710">
                  <a:extLst>
                    <a:ext uri="{9D8B030D-6E8A-4147-A177-3AD203B41FA5}">
                      <a16:colId xmlns:a16="http://schemas.microsoft.com/office/drawing/2014/main" val="124731204"/>
                    </a:ext>
                  </a:extLst>
                </a:gridCol>
                <a:gridCol w="399710">
                  <a:extLst>
                    <a:ext uri="{9D8B030D-6E8A-4147-A177-3AD203B41FA5}">
                      <a16:colId xmlns:a16="http://schemas.microsoft.com/office/drawing/2014/main" val="3066978585"/>
                    </a:ext>
                  </a:extLst>
                </a:gridCol>
                <a:gridCol w="399710">
                  <a:extLst>
                    <a:ext uri="{9D8B030D-6E8A-4147-A177-3AD203B41FA5}">
                      <a16:colId xmlns:a16="http://schemas.microsoft.com/office/drawing/2014/main" val="1064917641"/>
                    </a:ext>
                  </a:extLst>
                </a:gridCol>
                <a:gridCol w="399710">
                  <a:extLst>
                    <a:ext uri="{9D8B030D-6E8A-4147-A177-3AD203B41FA5}">
                      <a16:colId xmlns:a16="http://schemas.microsoft.com/office/drawing/2014/main" val="4221117315"/>
                    </a:ext>
                  </a:extLst>
                </a:gridCol>
                <a:gridCol w="399710">
                  <a:extLst>
                    <a:ext uri="{9D8B030D-6E8A-4147-A177-3AD203B41FA5}">
                      <a16:colId xmlns:a16="http://schemas.microsoft.com/office/drawing/2014/main" val="3266065341"/>
                    </a:ext>
                  </a:extLst>
                </a:gridCol>
                <a:gridCol w="399710">
                  <a:extLst>
                    <a:ext uri="{9D8B030D-6E8A-4147-A177-3AD203B41FA5}">
                      <a16:colId xmlns:a16="http://schemas.microsoft.com/office/drawing/2014/main" val="2374051224"/>
                    </a:ext>
                  </a:extLst>
                </a:gridCol>
                <a:gridCol w="399710">
                  <a:extLst>
                    <a:ext uri="{9D8B030D-6E8A-4147-A177-3AD203B41FA5}">
                      <a16:colId xmlns:a16="http://schemas.microsoft.com/office/drawing/2014/main" val="1840388365"/>
                    </a:ext>
                  </a:extLst>
                </a:gridCol>
                <a:gridCol w="399710">
                  <a:extLst>
                    <a:ext uri="{9D8B030D-6E8A-4147-A177-3AD203B41FA5}">
                      <a16:colId xmlns:a16="http://schemas.microsoft.com/office/drawing/2014/main" val="267750830"/>
                    </a:ext>
                  </a:extLst>
                </a:gridCol>
                <a:gridCol w="399710">
                  <a:extLst>
                    <a:ext uri="{9D8B030D-6E8A-4147-A177-3AD203B41FA5}">
                      <a16:colId xmlns:a16="http://schemas.microsoft.com/office/drawing/2014/main" val="3966469970"/>
                    </a:ext>
                  </a:extLst>
                </a:gridCol>
                <a:gridCol w="399710">
                  <a:extLst>
                    <a:ext uri="{9D8B030D-6E8A-4147-A177-3AD203B41FA5}">
                      <a16:colId xmlns:a16="http://schemas.microsoft.com/office/drawing/2014/main" val="2522973146"/>
                    </a:ext>
                  </a:extLst>
                </a:gridCol>
              </a:tblGrid>
              <a:tr h="194310">
                <a:tc>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2022</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2023</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2024</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2024</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2025</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2026</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2028</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603824039"/>
                  </a:ext>
                </a:extLst>
              </a:tr>
              <a:tr h="32004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Q4</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rgbClr val="000000"/>
                          </a:solidFill>
                          <a:latin typeface="Arial" panose="020B0604020202020204" pitchFamily="34" charset="0"/>
                          <a:ea typeface="+mn-ea"/>
                          <a:cs typeface="Arial" panose="020B0604020202020204" pitchFamily="34" charset="0"/>
                        </a:rPr>
                        <a:t>Q1</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Q2</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Q3</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Q4</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rgbClr val="000000"/>
                          </a:solidFill>
                          <a:latin typeface="Arial" panose="020B0604020202020204" pitchFamily="34" charset="0"/>
                          <a:ea typeface="+mn-ea"/>
                          <a:cs typeface="Arial" panose="020B0604020202020204" pitchFamily="34" charset="0"/>
                        </a:rPr>
                        <a:t>Q1</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Q2</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Q3</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Q4</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rgbClr val="000000"/>
                          </a:solidFill>
                          <a:latin typeface="Arial" panose="020B0604020202020204" pitchFamily="34" charset="0"/>
                          <a:ea typeface="+mn-ea"/>
                          <a:cs typeface="Arial" panose="020B0604020202020204" pitchFamily="34" charset="0"/>
                        </a:rPr>
                        <a:t>Q1</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Q2</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Q3</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Q4</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rgbClr val="000000"/>
                          </a:solidFill>
                          <a:latin typeface="Arial" panose="020B0604020202020204" pitchFamily="34" charset="0"/>
                          <a:ea typeface="+mn-ea"/>
                          <a:cs typeface="Arial" panose="020B0604020202020204" pitchFamily="34" charset="0"/>
                        </a:rPr>
                        <a:t>Q1</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Q2</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Q3</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Q4</a:t>
                      </a: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H1</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H2</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tc>
                  <a:txBody>
                    <a:bodyPr/>
                    <a:lstStyle/>
                    <a:p>
                      <a:pPr marL="0" algn="ctr" defTabSz="914400" rtl="0" eaLnBrk="1" latinLnBrk="0" hangingPunct="1"/>
                      <a:r>
                        <a:rPr lang="en-US" altLang="zh-CN" sz="800" b="1" kern="1200">
                          <a:solidFill>
                            <a:srgbClr val="000000"/>
                          </a:solidFill>
                          <a:latin typeface="Arial" panose="020B0604020202020204" pitchFamily="34" charset="0"/>
                          <a:ea typeface="+mn-ea"/>
                          <a:cs typeface="Arial" panose="020B0604020202020204" pitchFamily="34" charset="0"/>
                        </a:rPr>
                        <a:t>H1</a:t>
                      </a:r>
                      <a:endParaRPr lang="zh-CN" altLang="en-US" sz="800" b="1" kern="1200">
                        <a:solidFill>
                          <a:srgbClr val="000000"/>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63E6CF"/>
                    </a:solidFill>
                  </a:tcPr>
                </a:tc>
                <a:extLst>
                  <a:ext uri="{0D108BD9-81ED-4DB2-BD59-A6C34878D82A}">
                    <a16:rowId xmlns:a16="http://schemas.microsoft.com/office/drawing/2014/main" val="2722476245"/>
                  </a:ext>
                </a:extLst>
              </a:tr>
            </a:tbl>
          </a:graphicData>
        </a:graphic>
      </p:graphicFrame>
      <p:cxnSp>
        <p:nvCxnSpPr>
          <p:cNvPr id="4" name="Straight Connector 147">
            <a:extLst>
              <a:ext uri="{FF2B5EF4-FFF2-40B4-BE49-F238E27FC236}">
                <a16:creationId xmlns:a16="http://schemas.microsoft.com/office/drawing/2014/main" id="{652F821F-ED7F-509E-F8F8-72C833A5FA16}"/>
              </a:ext>
            </a:extLst>
          </p:cNvPr>
          <p:cNvCxnSpPr>
            <a:cxnSpLocks/>
          </p:cNvCxnSpPr>
          <p:nvPr/>
        </p:nvCxnSpPr>
        <p:spPr bwMode="auto">
          <a:xfrm flipH="1">
            <a:off x="0" y="3185119"/>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6" name="Isosceles Triangle 1">
            <a:extLst>
              <a:ext uri="{FF2B5EF4-FFF2-40B4-BE49-F238E27FC236}">
                <a16:creationId xmlns:a16="http://schemas.microsoft.com/office/drawing/2014/main" id="{9813B1DA-9AA5-303A-23AE-708416EE0C47}"/>
              </a:ext>
            </a:extLst>
          </p:cNvPr>
          <p:cNvSpPr/>
          <p:nvPr/>
        </p:nvSpPr>
        <p:spPr>
          <a:xfrm rot="16200000" flipH="1">
            <a:off x="651989" y="768813"/>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685783"/>
            <a:endParaRPr lang="en-US" sz="1400" err="1">
              <a:solidFill>
                <a:prstClr val="black"/>
              </a:solidFill>
              <a:latin typeface="BISans"/>
            </a:endParaRPr>
          </a:p>
        </p:txBody>
      </p:sp>
      <p:sp>
        <p:nvSpPr>
          <p:cNvPr id="7" name="Isosceles Triangle 128">
            <a:extLst>
              <a:ext uri="{FF2B5EF4-FFF2-40B4-BE49-F238E27FC236}">
                <a16:creationId xmlns:a16="http://schemas.microsoft.com/office/drawing/2014/main" id="{EC857EDA-D20C-A6E6-3B8E-A34CB9F09D0E}"/>
              </a:ext>
            </a:extLst>
          </p:cNvPr>
          <p:cNvSpPr/>
          <p:nvPr/>
        </p:nvSpPr>
        <p:spPr>
          <a:xfrm rot="5400000">
            <a:off x="8802712" y="768495"/>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685783"/>
            <a:endParaRPr lang="en-US" sz="1400" err="1">
              <a:solidFill>
                <a:prstClr val="black"/>
              </a:solidFill>
              <a:latin typeface="BISans"/>
            </a:endParaRPr>
          </a:p>
        </p:txBody>
      </p:sp>
      <p:pic>
        <p:nvPicPr>
          <p:cNvPr id="8" name="Picture 4">
            <a:extLst>
              <a:ext uri="{FF2B5EF4-FFF2-40B4-BE49-F238E27FC236}">
                <a16:creationId xmlns:a16="http://schemas.microsoft.com/office/drawing/2014/main" id="{1A1F6232-1BE0-B20C-B7B3-D12613621CE8}"/>
              </a:ext>
            </a:extLst>
          </p:cNvPr>
          <p:cNvPicPr>
            <a:picLocks noChangeAspect="1"/>
          </p:cNvPicPr>
          <p:nvPr/>
        </p:nvPicPr>
        <p:blipFill>
          <a:blip r:embed="rId47">
            <a:extLst>
              <a:ext uri="{28A0092B-C50C-407E-A947-70E740481C1C}">
                <a14:useLocalDpi xmlns:a14="http://schemas.microsoft.com/office/drawing/2010/main" val="0"/>
              </a:ext>
            </a:extLst>
          </a:blip>
          <a:stretch>
            <a:fillRect/>
          </a:stretch>
        </p:blipFill>
        <p:spPr>
          <a:xfrm>
            <a:off x="-25783" y="632574"/>
            <a:ext cx="853514" cy="420660"/>
          </a:xfrm>
          <a:prstGeom prst="rect">
            <a:avLst/>
          </a:prstGeom>
        </p:spPr>
      </p:pic>
      <p:pic>
        <p:nvPicPr>
          <p:cNvPr id="9" name="Picture 64">
            <a:extLst>
              <a:ext uri="{FF2B5EF4-FFF2-40B4-BE49-F238E27FC236}">
                <a16:creationId xmlns:a16="http://schemas.microsoft.com/office/drawing/2014/main" id="{E0C44770-F4B2-6125-8E35-E2EBE20229B4}"/>
              </a:ext>
            </a:extLst>
          </p:cNvPr>
          <p:cNvPicPr>
            <a:picLocks noChangeAspect="1"/>
          </p:cNvPicPr>
          <p:nvPr/>
        </p:nvPicPr>
        <p:blipFill>
          <a:blip r:embed="rId48">
            <a:extLst>
              <a:ext uri="{28A0092B-C50C-407E-A947-70E740481C1C}">
                <a14:useLocalDpi xmlns:a14="http://schemas.microsoft.com/office/drawing/2010/main" val="0"/>
              </a:ext>
            </a:extLst>
          </a:blip>
          <a:stretch>
            <a:fillRect/>
          </a:stretch>
        </p:blipFill>
        <p:spPr>
          <a:xfrm>
            <a:off x="-25783" y="3193587"/>
            <a:ext cx="853514" cy="420660"/>
          </a:xfrm>
          <a:prstGeom prst="rect">
            <a:avLst/>
          </a:prstGeom>
        </p:spPr>
      </p:pic>
      <p:grpSp>
        <p:nvGrpSpPr>
          <p:cNvPr id="10" name="Group 62">
            <a:extLst>
              <a:ext uri="{FF2B5EF4-FFF2-40B4-BE49-F238E27FC236}">
                <a16:creationId xmlns:a16="http://schemas.microsoft.com/office/drawing/2014/main" id="{37EF8CD2-7D51-DBE0-0476-A9199020F2B3}"/>
              </a:ext>
            </a:extLst>
          </p:cNvPr>
          <p:cNvGrpSpPr/>
          <p:nvPr/>
        </p:nvGrpSpPr>
        <p:grpSpPr>
          <a:xfrm>
            <a:off x="3286407" y="965747"/>
            <a:ext cx="546747" cy="4086275"/>
            <a:chOff x="1155349" y="1057227"/>
            <a:chExt cx="546747" cy="4086273"/>
          </a:xfrm>
        </p:grpSpPr>
        <p:cxnSp>
          <p:nvCxnSpPr>
            <p:cNvPr id="11" name="Straight Connector 63">
              <a:extLst>
                <a:ext uri="{FF2B5EF4-FFF2-40B4-BE49-F238E27FC236}">
                  <a16:creationId xmlns:a16="http://schemas.microsoft.com/office/drawing/2014/main" id="{EF5176F8-3782-F405-87B7-1D9E112354A7}"/>
                </a:ext>
              </a:extLst>
            </p:cNvPr>
            <p:cNvCxnSpPr>
              <a:cxnSpLocks/>
            </p:cNvCxnSpPr>
            <p:nvPr/>
          </p:nvCxnSpPr>
          <p:spPr bwMode="auto">
            <a:xfrm flipV="1">
              <a:off x="1388672" y="1368527"/>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2" name="OTLSHAPE_T_e17f3958430f4cff8650518c93c7635e_StartDate">
              <a:extLst>
                <a:ext uri="{FF2B5EF4-FFF2-40B4-BE49-F238E27FC236}">
                  <a16:creationId xmlns:a16="http://schemas.microsoft.com/office/drawing/2014/main" id="{DD8521CC-83B5-0617-0AC9-84A4804657E0}"/>
                </a:ext>
              </a:extLst>
            </p:cNvPr>
            <p:cNvSpPr txBox="1"/>
            <p:nvPr>
              <p:custDataLst>
                <p:tags r:id="rId45"/>
              </p:custDataLst>
            </p:nvPr>
          </p:nvSpPr>
          <p:spPr>
            <a:xfrm>
              <a:off x="1155349" y="1057227"/>
              <a:ext cx="546747" cy="246221"/>
            </a:xfrm>
            <a:prstGeom prst="rect">
              <a:avLst/>
            </a:prstGeom>
            <a:noFill/>
            <a:ln w="12700">
              <a:noFill/>
            </a:ln>
          </p:spPr>
          <p:txBody>
            <a:bodyPr vert="horz" wrap="square" lIns="0" tIns="0" rIns="0" bIns="0" rtlCol="0" anchor="ctr" anchorCtr="0">
              <a:spAutoFit/>
            </a:bodyPr>
            <a:lstStyle/>
            <a:p>
              <a:pPr algn="ctr" defTabSz="685783"/>
              <a:r>
                <a:rPr lang="en-US" altLang="zh-CN" sz="800" b="1">
                  <a:solidFill>
                    <a:srgbClr val="FF0000"/>
                  </a:solidFill>
                  <a:latin typeface="Calibri" panose="020F0502020204030204" pitchFamily="34" charset="0"/>
                  <a:cs typeface="Calibri" panose="020F0502020204030204" pitchFamily="34" charset="0"/>
                </a:rPr>
                <a:t>We are here</a:t>
              </a:r>
              <a:endParaRPr lang="zh-CN" altLang="en-US" sz="800" b="1">
                <a:solidFill>
                  <a:srgbClr val="FF0000"/>
                </a:solidFill>
                <a:latin typeface="Calibri" panose="020F0502020204030204" pitchFamily="34" charset="0"/>
                <a:cs typeface="Calibri" panose="020F0502020204030204" pitchFamily="34" charset="0"/>
              </a:endParaRPr>
            </a:p>
          </p:txBody>
        </p:sp>
      </p:grpSp>
      <p:sp>
        <p:nvSpPr>
          <p:cNvPr id="13" name="标题 1">
            <a:extLst>
              <a:ext uri="{FF2B5EF4-FFF2-40B4-BE49-F238E27FC236}">
                <a16:creationId xmlns:a16="http://schemas.microsoft.com/office/drawing/2014/main" id="{07FB01B7-4CC5-9046-A59D-5F45D3A34CAE}"/>
              </a:ext>
            </a:extLst>
          </p:cNvPr>
          <p:cNvSpPr txBox="1">
            <a:spLocks/>
          </p:cNvSpPr>
          <p:nvPr/>
        </p:nvSpPr>
        <p:spPr bwMode="gray">
          <a:xfrm>
            <a:off x="359569" y="8626"/>
            <a:ext cx="8424863" cy="492443"/>
          </a:xfrm>
          <a:prstGeom prst="rect">
            <a:avLst/>
          </a:prstGeom>
        </p:spPr>
        <p:txBody>
          <a:bodyPr vert="horz" wrap="square" lIns="0" tIns="0" rIns="0" bIns="0" rtlCol="0" anchor="t" anchorCtr="0">
            <a:spAutoFit/>
          </a:bodyPr>
          <a:lstStyle>
            <a:lvl1pPr algn="l" defTabSz="685783" rtl="0" eaLnBrk="1" latinLnBrk="0" hangingPunct="1">
              <a:lnSpc>
                <a:spcPct val="100000"/>
              </a:lnSpc>
              <a:spcBef>
                <a:spcPct val="0"/>
              </a:spcBef>
              <a:buNone/>
              <a:defRPr sz="1875" b="1" kern="1200">
                <a:solidFill>
                  <a:schemeClr val="bg2"/>
                </a:solidFill>
                <a:latin typeface="+mj-lt"/>
                <a:ea typeface="+mj-ea"/>
                <a:cs typeface="+mj-cs"/>
              </a:defRPr>
            </a:lvl1pPr>
          </a:lstStyle>
          <a:p>
            <a:pPr defTabSz="685766"/>
            <a:r>
              <a:rPr lang="en-US" sz="1600" u="sng">
                <a:solidFill>
                  <a:srgbClr val="08312A"/>
                </a:solidFill>
                <a:latin typeface="Calibri" panose="020F0502020204030204" pitchFamily="34" charset="0"/>
                <a:cs typeface="Calibri" panose="020F0502020204030204" pitchFamily="34" charset="0"/>
              </a:rPr>
              <a:t>Ongoing:</a:t>
            </a:r>
            <a:br>
              <a:rPr lang="en-US" altLang="zh-CN" sz="1600">
                <a:solidFill>
                  <a:srgbClr val="08312A"/>
                </a:solidFill>
                <a:latin typeface="Boehringer Forward Head"/>
              </a:rPr>
            </a:br>
            <a:r>
              <a:rPr lang="en-US" altLang="zh-CN" sz="1600">
                <a:solidFill>
                  <a:srgbClr val="08312A"/>
                </a:solidFill>
                <a:latin typeface="Boehringer Forward Head"/>
              </a:rPr>
              <a:t>BI764532 (DLL3/CD3): 3L+SCLC / 2L+ </a:t>
            </a:r>
            <a:r>
              <a:rPr lang="en-US" altLang="zh-CN" sz="1600" err="1">
                <a:solidFill>
                  <a:srgbClr val="08312A"/>
                </a:solidFill>
                <a:latin typeface="Boehringer Forward Head"/>
              </a:rPr>
              <a:t>epNEC</a:t>
            </a:r>
            <a:r>
              <a:rPr lang="en-US" altLang="zh-CN" sz="1600">
                <a:solidFill>
                  <a:srgbClr val="08312A"/>
                </a:solidFill>
                <a:latin typeface="Boehringer Forward Head"/>
              </a:rPr>
              <a:t> / 2L+ LCNEC</a:t>
            </a:r>
            <a:endParaRPr lang="zh-CN" altLang="en-US" sz="1600" u="sng">
              <a:solidFill>
                <a:srgbClr val="08312A"/>
              </a:solidFill>
              <a:latin typeface="Boehringer Forward Head"/>
            </a:endParaRPr>
          </a:p>
        </p:txBody>
      </p:sp>
      <p:pic>
        <p:nvPicPr>
          <p:cNvPr id="14" name="Picture 82" descr="Traffic light - Simple English Wikipedia, the free ...">
            <a:extLst>
              <a:ext uri="{FF2B5EF4-FFF2-40B4-BE49-F238E27FC236}">
                <a16:creationId xmlns:a16="http://schemas.microsoft.com/office/drawing/2014/main" id="{89B7852D-2CCA-6100-84CE-308E0998B116}"/>
              </a:ext>
            </a:extLst>
          </p:cNvPr>
          <p:cNvPicPr>
            <a:picLocks noChangeAspect="1"/>
          </p:cNvPicPr>
          <p:nvPr/>
        </p:nvPicPr>
        <p:blipFill rotWithShape="1">
          <a:blip r:embed="rId49" cstate="print">
            <a:extLst>
              <a:ext uri="{28A0092B-C50C-407E-A947-70E740481C1C}">
                <a14:useLocalDpi xmlns:a14="http://schemas.microsoft.com/office/drawing/2010/main"/>
              </a:ext>
            </a:extLst>
          </a:blip>
          <a:srcRect/>
          <a:stretch/>
        </p:blipFill>
        <p:spPr>
          <a:xfrm rot="16200000" flipV="1">
            <a:off x="7990190" y="-379135"/>
            <a:ext cx="523878" cy="1294885"/>
          </a:xfrm>
          <a:prstGeom prst="rect">
            <a:avLst/>
          </a:prstGeom>
        </p:spPr>
      </p:pic>
      <p:sp>
        <p:nvSpPr>
          <p:cNvPr id="15" name="OTLSHAPE_T_e17f3958430f4cff8650518c93c7635e_Shape">
            <a:extLst>
              <a:ext uri="{FF2B5EF4-FFF2-40B4-BE49-F238E27FC236}">
                <a16:creationId xmlns:a16="http://schemas.microsoft.com/office/drawing/2014/main" id="{1BFD3DF5-A4F5-96F6-5BC8-B4EA90C1EC7F}"/>
              </a:ext>
            </a:extLst>
          </p:cNvPr>
          <p:cNvSpPr/>
          <p:nvPr>
            <p:custDataLst>
              <p:tags r:id="rId1"/>
            </p:custDataLst>
          </p:nvPr>
        </p:nvSpPr>
        <p:spPr bwMode="auto">
          <a:xfrm>
            <a:off x="2607760" y="1319456"/>
            <a:ext cx="1151815"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31"/>
            <a:r>
              <a:rPr lang="en-US" altLang="zh-CN" sz="675" b="1">
                <a:solidFill>
                  <a:prstClr val="black"/>
                </a:solidFill>
                <a:latin typeface="Calibri" panose="020F0502020204030204" pitchFamily="34" charset="0"/>
                <a:cs typeface="Calibri" panose="020F0502020204030204" pitchFamily="34" charset="0"/>
              </a:rPr>
              <a:t>Phase 2, N=120, </a:t>
            </a:r>
            <a:br>
              <a:rPr lang="en-US" altLang="zh-CN" sz="675" b="1">
                <a:solidFill>
                  <a:prstClr val="black"/>
                </a:solidFill>
                <a:latin typeface="Calibri" panose="020F0502020204030204" pitchFamily="34" charset="0"/>
                <a:cs typeface="Calibri" panose="020F0502020204030204" pitchFamily="34" charset="0"/>
              </a:rPr>
            </a:br>
            <a:r>
              <a:rPr lang="en-US" altLang="zh-CN" sz="675" b="1">
                <a:solidFill>
                  <a:prstClr val="black"/>
                </a:solidFill>
                <a:latin typeface="Calibri" panose="020F0502020204030204" pitchFamily="34" charset="0"/>
                <a:cs typeface="Calibri" panose="020F0502020204030204" pitchFamily="34" charset="0"/>
              </a:rPr>
              <a:t>SCLC, </a:t>
            </a:r>
            <a:r>
              <a:rPr lang="en-US" altLang="zh-CN" sz="675" b="1" err="1">
                <a:solidFill>
                  <a:prstClr val="black"/>
                </a:solidFill>
                <a:latin typeface="Calibri" panose="020F0502020204030204" pitchFamily="34" charset="0"/>
                <a:cs typeface="Calibri" panose="020F0502020204030204" pitchFamily="34" charset="0"/>
              </a:rPr>
              <a:t>epNEC</a:t>
            </a:r>
            <a:r>
              <a:rPr lang="en-US" altLang="zh-CN" sz="675" b="1">
                <a:solidFill>
                  <a:prstClr val="black"/>
                </a:solidFill>
                <a:latin typeface="Calibri" panose="020F0502020204030204" pitchFamily="34" charset="0"/>
                <a:cs typeface="Calibri" panose="020F0502020204030204" pitchFamily="34" charset="0"/>
              </a:rPr>
              <a:t>, LCNEC-Lung</a:t>
            </a:r>
          </a:p>
        </p:txBody>
      </p:sp>
      <p:sp>
        <p:nvSpPr>
          <p:cNvPr id="16" name="TextBox 77">
            <a:extLst>
              <a:ext uri="{FF2B5EF4-FFF2-40B4-BE49-F238E27FC236}">
                <a16:creationId xmlns:a16="http://schemas.microsoft.com/office/drawing/2014/main" id="{E8BE2D1B-F4D8-00E4-2256-13B93A16BD0A}"/>
              </a:ext>
            </a:extLst>
          </p:cNvPr>
          <p:cNvSpPr txBox="1"/>
          <p:nvPr/>
        </p:nvSpPr>
        <p:spPr>
          <a:xfrm>
            <a:off x="277193" y="1644907"/>
            <a:ext cx="519507" cy="246221"/>
          </a:xfrm>
          <a:prstGeom prst="rect">
            <a:avLst/>
          </a:prstGeom>
          <a:noFill/>
          <a:ln>
            <a:noFill/>
          </a:ln>
        </p:spPr>
        <p:txBody>
          <a:bodyPr wrap="square" lIns="0" tIns="0" rIns="0" bIns="0" rtlCol="0">
            <a:spAutoFit/>
          </a:bodyPr>
          <a:lstStyle/>
          <a:p>
            <a:pPr algn="ctr" defTabSz="685783"/>
            <a:r>
              <a:rPr lang="en-US" sz="800" b="1">
                <a:solidFill>
                  <a:srgbClr val="08312A"/>
                </a:solidFill>
                <a:latin typeface="Calibri" panose="020F0502020204030204" pitchFamily="34" charset="0"/>
                <a:cs typeface="Calibri" panose="020F0502020204030204" pitchFamily="34" charset="0"/>
              </a:rPr>
              <a:t>Ph2-1438.5</a:t>
            </a:r>
          </a:p>
          <a:p>
            <a:pPr algn="ctr" defTabSz="685783"/>
            <a:r>
              <a:rPr lang="en-US" sz="800" b="1">
                <a:solidFill>
                  <a:srgbClr val="08312A"/>
                </a:solidFill>
                <a:latin typeface="Calibri" panose="020F0502020204030204" pitchFamily="34" charset="0"/>
                <a:cs typeface="Calibri" panose="020F0502020204030204" pitchFamily="34" charset="0"/>
              </a:rPr>
              <a:t>Dareon-5</a:t>
            </a:r>
          </a:p>
        </p:txBody>
      </p:sp>
      <p:sp>
        <p:nvSpPr>
          <p:cNvPr id="17" name="OTLSHAPE_T_e17f3958430f4cff8650518c93c7635e_StartDate">
            <a:extLst>
              <a:ext uri="{FF2B5EF4-FFF2-40B4-BE49-F238E27FC236}">
                <a16:creationId xmlns:a16="http://schemas.microsoft.com/office/drawing/2014/main" id="{C2F15F65-5A96-595E-9173-5FEEB02BF632}"/>
              </a:ext>
            </a:extLst>
          </p:cNvPr>
          <p:cNvSpPr txBox="1"/>
          <p:nvPr>
            <p:custDataLst>
              <p:tags r:id="rId2"/>
            </p:custDataLst>
          </p:nvPr>
        </p:nvSpPr>
        <p:spPr>
          <a:xfrm>
            <a:off x="2378285" y="1217229"/>
            <a:ext cx="511967" cy="103875"/>
          </a:xfrm>
          <a:prstGeom prst="rect">
            <a:avLst/>
          </a:prstGeom>
          <a:noFill/>
        </p:spPr>
        <p:txBody>
          <a:bodyPr vert="horz" wrap="square" lIns="0" tIns="0" rIns="0" bIns="0" rtlCol="0" anchor="ctr" anchorCtr="0">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Oct 2023</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18" name="组合 17">
            <a:extLst>
              <a:ext uri="{FF2B5EF4-FFF2-40B4-BE49-F238E27FC236}">
                <a16:creationId xmlns:a16="http://schemas.microsoft.com/office/drawing/2014/main" id="{4A15FE75-79AF-2415-6BB3-6B818E77904D}"/>
              </a:ext>
            </a:extLst>
          </p:cNvPr>
          <p:cNvGrpSpPr/>
          <p:nvPr/>
        </p:nvGrpSpPr>
        <p:grpSpPr>
          <a:xfrm>
            <a:off x="2469198" y="1474528"/>
            <a:ext cx="293670" cy="292577"/>
            <a:chOff x="4548409" y="2165487"/>
            <a:chExt cx="391558" cy="390103"/>
          </a:xfrm>
        </p:grpSpPr>
        <p:sp>
          <p:nvSpPr>
            <p:cNvPr id="19" name="Star: 4 Points 143">
              <a:extLst>
                <a:ext uri="{FF2B5EF4-FFF2-40B4-BE49-F238E27FC236}">
                  <a16:creationId xmlns:a16="http://schemas.microsoft.com/office/drawing/2014/main" id="{4FF07EEB-9DCB-C589-90B0-FEA71FC06A4E}"/>
                </a:ext>
              </a:extLst>
            </p:cNvPr>
            <p:cNvSpPr/>
            <p:nvPr/>
          </p:nvSpPr>
          <p:spPr bwMode="auto">
            <a:xfrm>
              <a:off x="4646681" y="216548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20" name="Rectangle 100">
              <a:extLst>
                <a:ext uri="{FF2B5EF4-FFF2-40B4-BE49-F238E27FC236}">
                  <a16:creationId xmlns:a16="http://schemas.microsoft.com/office/drawing/2014/main" id="{93AD6ADC-6D2B-25A9-0C5B-6EE30BDB183A}"/>
                </a:ext>
              </a:extLst>
            </p:cNvPr>
            <p:cNvSpPr/>
            <p:nvPr/>
          </p:nvSpPr>
          <p:spPr>
            <a:xfrm>
              <a:off x="4548409" y="2293979"/>
              <a:ext cx="391558"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FPI</a:t>
              </a:r>
              <a:endParaRPr lang="zh-CN" altLang="en-US" sz="675" b="1">
                <a:solidFill>
                  <a:srgbClr val="44546A"/>
                </a:solidFill>
                <a:latin typeface="Calibri" panose="020F0502020204030204" pitchFamily="34" charset="0"/>
                <a:cs typeface="Calibri" panose="020F0502020204030204" pitchFamily="34" charset="0"/>
              </a:endParaRPr>
            </a:p>
          </p:txBody>
        </p:sp>
      </p:grpSp>
      <p:sp>
        <p:nvSpPr>
          <p:cNvPr id="21" name="TextBox 68">
            <a:extLst>
              <a:ext uri="{FF2B5EF4-FFF2-40B4-BE49-F238E27FC236}">
                <a16:creationId xmlns:a16="http://schemas.microsoft.com/office/drawing/2014/main" id="{423F87D8-F504-A992-170A-8D75B83DBEA3}"/>
              </a:ext>
            </a:extLst>
          </p:cNvPr>
          <p:cNvSpPr txBox="1"/>
          <p:nvPr/>
        </p:nvSpPr>
        <p:spPr>
          <a:xfrm>
            <a:off x="273646" y="3632884"/>
            <a:ext cx="519507" cy="246221"/>
          </a:xfrm>
          <a:prstGeom prst="rect">
            <a:avLst/>
          </a:prstGeom>
          <a:noFill/>
          <a:ln>
            <a:noFill/>
          </a:ln>
        </p:spPr>
        <p:txBody>
          <a:bodyPr wrap="square" lIns="0" tIns="0" rIns="0" bIns="0" rtlCol="0">
            <a:spAutoFit/>
          </a:bodyPr>
          <a:lstStyle/>
          <a:p>
            <a:pPr algn="ctr" defTabSz="685783"/>
            <a:r>
              <a:rPr lang="en-US" sz="800" b="1">
                <a:solidFill>
                  <a:srgbClr val="08312A"/>
                </a:solidFill>
                <a:latin typeface="Calibri" panose="020F0502020204030204" pitchFamily="34" charset="0"/>
                <a:cs typeface="Calibri" panose="020F0502020204030204" pitchFamily="34" charset="0"/>
              </a:rPr>
              <a:t>Ph2-1438.5</a:t>
            </a:r>
          </a:p>
          <a:p>
            <a:pPr algn="ctr" defTabSz="685783"/>
            <a:r>
              <a:rPr lang="en-US" sz="800" b="1">
                <a:solidFill>
                  <a:srgbClr val="08312A"/>
                </a:solidFill>
                <a:latin typeface="Calibri" panose="020F0502020204030204" pitchFamily="34" charset="0"/>
                <a:cs typeface="Calibri" panose="020F0502020204030204" pitchFamily="34" charset="0"/>
              </a:rPr>
              <a:t>Dareon-5</a:t>
            </a:r>
          </a:p>
        </p:txBody>
      </p:sp>
      <p:sp>
        <p:nvSpPr>
          <p:cNvPr id="22" name="OTLSHAPE_T_e17f3958430f4cff8650518c93c7635e_StartDate">
            <a:extLst>
              <a:ext uri="{FF2B5EF4-FFF2-40B4-BE49-F238E27FC236}">
                <a16:creationId xmlns:a16="http://schemas.microsoft.com/office/drawing/2014/main" id="{F61D8AD5-7C28-F2B4-F590-89694E18D6C2}"/>
              </a:ext>
            </a:extLst>
          </p:cNvPr>
          <p:cNvSpPr txBox="1"/>
          <p:nvPr>
            <p:custDataLst>
              <p:tags r:id="rId3"/>
            </p:custDataLst>
          </p:nvPr>
        </p:nvSpPr>
        <p:spPr>
          <a:xfrm>
            <a:off x="3276953" y="1211458"/>
            <a:ext cx="511967" cy="103875"/>
          </a:xfrm>
          <a:prstGeom prst="rect">
            <a:avLst/>
          </a:prstGeom>
          <a:noFill/>
        </p:spPr>
        <p:txBody>
          <a:bodyPr vert="horz" wrap="square" lIns="0" tIns="0" rIns="0" bIns="0" rtlCol="0" anchor="ctr" anchorCtr="0">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Apr/Jun</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24" name="组合 23">
            <a:extLst>
              <a:ext uri="{FF2B5EF4-FFF2-40B4-BE49-F238E27FC236}">
                <a16:creationId xmlns:a16="http://schemas.microsoft.com/office/drawing/2014/main" id="{C43B89D6-1611-26AA-7073-49F0C752FB3F}"/>
              </a:ext>
            </a:extLst>
          </p:cNvPr>
          <p:cNvGrpSpPr/>
          <p:nvPr/>
        </p:nvGrpSpPr>
        <p:grpSpPr>
          <a:xfrm>
            <a:off x="3295571" y="1474528"/>
            <a:ext cx="458780" cy="292577"/>
            <a:chOff x="4324306" y="2165487"/>
            <a:chExt cx="611704" cy="390103"/>
          </a:xfrm>
        </p:grpSpPr>
        <p:sp>
          <p:nvSpPr>
            <p:cNvPr id="25" name="Star: 4 Points 143">
              <a:extLst>
                <a:ext uri="{FF2B5EF4-FFF2-40B4-BE49-F238E27FC236}">
                  <a16:creationId xmlns:a16="http://schemas.microsoft.com/office/drawing/2014/main" id="{DAF3123D-4FDB-0E0E-F576-62EF2D3F9144}"/>
                </a:ext>
              </a:extLst>
            </p:cNvPr>
            <p:cNvSpPr/>
            <p:nvPr/>
          </p:nvSpPr>
          <p:spPr bwMode="auto">
            <a:xfrm>
              <a:off x="4646681" y="216548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26" name="Rectangle 100">
              <a:extLst>
                <a:ext uri="{FF2B5EF4-FFF2-40B4-BE49-F238E27FC236}">
                  <a16:creationId xmlns:a16="http://schemas.microsoft.com/office/drawing/2014/main" id="{989B7B91-A785-EF2B-6B78-12BF4FC97FBC}"/>
                </a:ext>
              </a:extLst>
            </p:cNvPr>
            <p:cNvSpPr/>
            <p:nvPr/>
          </p:nvSpPr>
          <p:spPr>
            <a:xfrm>
              <a:off x="4324306" y="2293979"/>
              <a:ext cx="611704"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IA1/IA2</a:t>
              </a:r>
              <a:endParaRPr lang="zh-CN" altLang="en-US" sz="675" b="1">
                <a:solidFill>
                  <a:srgbClr val="44546A"/>
                </a:solidFill>
                <a:latin typeface="Calibri" panose="020F0502020204030204" pitchFamily="34" charset="0"/>
                <a:cs typeface="Calibri" panose="020F0502020204030204" pitchFamily="34" charset="0"/>
              </a:endParaRPr>
            </a:p>
          </p:txBody>
        </p:sp>
      </p:grpSp>
      <p:grpSp>
        <p:nvGrpSpPr>
          <p:cNvPr id="27" name="组合 26">
            <a:extLst>
              <a:ext uri="{FF2B5EF4-FFF2-40B4-BE49-F238E27FC236}">
                <a16:creationId xmlns:a16="http://schemas.microsoft.com/office/drawing/2014/main" id="{8091BA40-124F-0AE0-F304-04AECC1B52A4}"/>
              </a:ext>
            </a:extLst>
          </p:cNvPr>
          <p:cNvGrpSpPr/>
          <p:nvPr/>
        </p:nvGrpSpPr>
        <p:grpSpPr>
          <a:xfrm>
            <a:off x="3646347" y="1174024"/>
            <a:ext cx="690029" cy="593078"/>
            <a:chOff x="6616700" y="1759332"/>
            <a:chExt cx="920037" cy="790771"/>
          </a:xfrm>
        </p:grpSpPr>
        <p:sp>
          <p:nvSpPr>
            <p:cNvPr id="28" name="OTLSHAPE_T_e17f3958430f4cff8650518c93c7635e_StartDate">
              <a:extLst>
                <a:ext uri="{FF2B5EF4-FFF2-40B4-BE49-F238E27FC236}">
                  <a16:creationId xmlns:a16="http://schemas.microsoft.com/office/drawing/2014/main" id="{F3FD560C-643E-856A-A715-682FF04D72D7}"/>
                </a:ext>
              </a:extLst>
            </p:cNvPr>
            <p:cNvSpPr txBox="1"/>
            <p:nvPr>
              <p:custDataLst>
                <p:tags r:id="rId44"/>
              </p:custDataLst>
            </p:nvPr>
          </p:nvSpPr>
          <p:spPr>
            <a:xfrm>
              <a:off x="6662384" y="1759332"/>
              <a:ext cx="874353"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Jun</a:t>
              </a:r>
              <a:r>
                <a:rPr lang="en-US" altLang="zh-CN" sz="675" b="1">
                  <a:solidFill>
                    <a:srgbClr val="44546A"/>
                  </a:solidFill>
                  <a:latin typeface="Calibri" panose="020F0502020204030204" pitchFamily="34" charset="0"/>
                  <a:cs typeface="Calibri" panose="020F0502020204030204" pitchFamily="34" charset="0"/>
                  <a:sym typeface="Wingdings" panose="05000000000000000000" pitchFamily="2" charset="2"/>
                </a:rPr>
                <a:t> Mar</a:t>
              </a:r>
              <a:r>
                <a:rPr lang="en-US" altLang="zh-CN" sz="675" b="1">
                  <a:solidFill>
                    <a:srgbClr val="44546A"/>
                  </a:solidFill>
                  <a:latin typeface="Calibri" panose="020F0502020204030204" pitchFamily="34" charset="0"/>
                  <a:cs typeface="Calibri" panose="020F0502020204030204" pitchFamily="34" charset="0"/>
                </a:rPr>
                <a:t> 2024</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29" name="组合 28">
              <a:extLst>
                <a:ext uri="{FF2B5EF4-FFF2-40B4-BE49-F238E27FC236}">
                  <a16:creationId xmlns:a16="http://schemas.microsoft.com/office/drawing/2014/main" id="{724117E5-A50A-68BC-0984-590F8B664584}"/>
                </a:ext>
              </a:extLst>
            </p:cNvPr>
            <p:cNvGrpSpPr/>
            <p:nvPr/>
          </p:nvGrpSpPr>
          <p:grpSpPr>
            <a:xfrm>
              <a:off x="6616700" y="2160000"/>
              <a:ext cx="387285" cy="390103"/>
              <a:chOff x="4594397" y="2165487"/>
              <a:chExt cx="387285" cy="390103"/>
            </a:xfrm>
          </p:grpSpPr>
          <p:sp>
            <p:nvSpPr>
              <p:cNvPr id="30" name="Rectangle 100">
                <a:extLst>
                  <a:ext uri="{FF2B5EF4-FFF2-40B4-BE49-F238E27FC236}">
                    <a16:creationId xmlns:a16="http://schemas.microsoft.com/office/drawing/2014/main" id="{2C1CD4B5-08D8-5779-C757-8856B59E6AA3}"/>
                  </a:ext>
                </a:extLst>
              </p:cNvPr>
              <p:cNvSpPr/>
              <p:nvPr/>
            </p:nvSpPr>
            <p:spPr>
              <a:xfrm>
                <a:off x="4594397" y="2293979"/>
                <a:ext cx="387285"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LPI</a:t>
                </a:r>
                <a:endParaRPr lang="zh-CN" altLang="en-US" sz="675" b="1">
                  <a:solidFill>
                    <a:srgbClr val="44546A"/>
                  </a:solidFill>
                  <a:latin typeface="Calibri" panose="020F0502020204030204" pitchFamily="34" charset="0"/>
                  <a:cs typeface="Calibri" panose="020F0502020204030204" pitchFamily="34" charset="0"/>
                </a:endParaRPr>
              </a:p>
            </p:txBody>
          </p:sp>
          <p:sp>
            <p:nvSpPr>
              <p:cNvPr id="31" name="Star: 4 Points 143">
                <a:extLst>
                  <a:ext uri="{FF2B5EF4-FFF2-40B4-BE49-F238E27FC236}">
                    <a16:creationId xmlns:a16="http://schemas.microsoft.com/office/drawing/2014/main" id="{65E8E554-F3E4-BDEA-DD90-B71B86114AAD}"/>
                  </a:ext>
                </a:extLst>
              </p:cNvPr>
              <p:cNvSpPr/>
              <p:nvPr/>
            </p:nvSpPr>
            <p:spPr bwMode="auto">
              <a:xfrm>
                <a:off x="4646681" y="216548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grpSp>
      </p:grpSp>
      <p:sp>
        <p:nvSpPr>
          <p:cNvPr id="39" name="OTLSHAPE_T_e17f3958430f4cff8650518c93c7635e_Shape">
            <a:extLst>
              <a:ext uri="{FF2B5EF4-FFF2-40B4-BE49-F238E27FC236}">
                <a16:creationId xmlns:a16="http://schemas.microsoft.com/office/drawing/2014/main" id="{43D2967F-86C1-4297-1BA9-D858166635D6}"/>
              </a:ext>
            </a:extLst>
          </p:cNvPr>
          <p:cNvSpPr/>
          <p:nvPr>
            <p:custDataLst>
              <p:tags r:id="rId4"/>
            </p:custDataLst>
          </p:nvPr>
        </p:nvSpPr>
        <p:spPr bwMode="auto">
          <a:xfrm>
            <a:off x="4061586" y="1737169"/>
            <a:ext cx="2163859"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31"/>
            <a:r>
              <a:rPr lang="en-US" altLang="zh-CN" sz="675" b="1">
                <a:solidFill>
                  <a:prstClr val="black"/>
                </a:solidFill>
                <a:latin typeface="Calibri" panose="020F0502020204030204" pitchFamily="34" charset="0"/>
                <a:cs typeface="Calibri" panose="020F0502020204030204" pitchFamily="34" charset="0"/>
              </a:rPr>
              <a:t>Expansion,  </a:t>
            </a:r>
            <a:r>
              <a:rPr lang="en-US" altLang="zh-CN" sz="675" b="1">
                <a:solidFill>
                  <a:prstClr val="black"/>
                </a:solidFill>
                <a:highlight>
                  <a:srgbClr val="FFFF00"/>
                </a:highlight>
                <a:latin typeface="Calibri" panose="020F0502020204030204" pitchFamily="34" charset="0"/>
                <a:cs typeface="Calibri" panose="020F0502020204030204" pitchFamily="34" charset="0"/>
              </a:rPr>
              <a:t>2L LCNEC-Lung</a:t>
            </a:r>
          </a:p>
        </p:txBody>
      </p:sp>
      <p:grpSp>
        <p:nvGrpSpPr>
          <p:cNvPr id="41" name="组合 40">
            <a:extLst>
              <a:ext uri="{FF2B5EF4-FFF2-40B4-BE49-F238E27FC236}">
                <a16:creationId xmlns:a16="http://schemas.microsoft.com/office/drawing/2014/main" id="{DA68F63A-D28A-E800-C408-4FAB2AF55F8A}"/>
              </a:ext>
            </a:extLst>
          </p:cNvPr>
          <p:cNvGrpSpPr/>
          <p:nvPr/>
        </p:nvGrpSpPr>
        <p:grpSpPr>
          <a:xfrm>
            <a:off x="5893627" y="1629168"/>
            <a:ext cx="655766" cy="541068"/>
            <a:chOff x="6323048" y="1799999"/>
            <a:chExt cx="874354" cy="721424"/>
          </a:xfrm>
        </p:grpSpPr>
        <p:sp>
          <p:nvSpPr>
            <p:cNvPr id="45" name="OTLSHAPE_T_e17f3958430f4cff8650518c93c7635e_StartDate">
              <a:extLst>
                <a:ext uri="{FF2B5EF4-FFF2-40B4-BE49-F238E27FC236}">
                  <a16:creationId xmlns:a16="http://schemas.microsoft.com/office/drawing/2014/main" id="{8FAD057D-DF40-EC41-F264-757978B6A094}"/>
                </a:ext>
              </a:extLst>
            </p:cNvPr>
            <p:cNvSpPr txBox="1"/>
            <p:nvPr>
              <p:custDataLst>
                <p:tags r:id="rId43"/>
              </p:custDataLst>
            </p:nvPr>
          </p:nvSpPr>
          <p:spPr>
            <a:xfrm>
              <a:off x="6323048" y="1799999"/>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Jan 2026</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46" name="组合 45">
              <a:extLst>
                <a:ext uri="{FF2B5EF4-FFF2-40B4-BE49-F238E27FC236}">
                  <a16:creationId xmlns:a16="http://schemas.microsoft.com/office/drawing/2014/main" id="{2777A1C3-51F4-F018-B47A-F648881DDE8E}"/>
                </a:ext>
              </a:extLst>
            </p:cNvPr>
            <p:cNvGrpSpPr/>
            <p:nvPr/>
          </p:nvGrpSpPr>
          <p:grpSpPr>
            <a:xfrm>
              <a:off x="6434988" y="2150764"/>
              <a:ext cx="663001" cy="370659"/>
              <a:chOff x="4412685" y="2156251"/>
              <a:chExt cx="663001" cy="370659"/>
            </a:xfrm>
          </p:grpSpPr>
          <p:sp>
            <p:nvSpPr>
              <p:cNvPr id="47" name="Star: 4 Points 143">
                <a:extLst>
                  <a:ext uri="{FF2B5EF4-FFF2-40B4-BE49-F238E27FC236}">
                    <a16:creationId xmlns:a16="http://schemas.microsoft.com/office/drawing/2014/main" id="{45D05601-0CD0-8FB9-3003-3F1A8844EF4A}"/>
                  </a:ext>
                </a:extLst>
              </p:cNvPr>
              <p:cNvSpPr/>
              <p:nvPr/>
            </p:nvSpPr>
            <p:spPr bwMode="auto">
              <a:xfrm>
                <a:off x="4646681" y="2156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48" name="Rectangle 100">
                <a:extLst>
                  <a:ext uri="{FF2B5EF4-FFF2-40B4-BE49-F238E27FC236}">
                    <a16:creationId xmlns:a16="http://schemas.microsoft.com/office/drawing/2014/main" id="{0699E5E1-E6EB-D02A-ED6F-B08FFFA9B3C2}"/>
                  </a:ext>
                </a:extLst>
              </p:cNvPr>
              <p:cNvSpPr/>
              <p:nvPr/>
            </p:nvSpPr>
            <p:spPr>
              <a:xfrm>
                <a:off x="4412685" y="2265299"/>
                <a:ext cx="663001"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NDA sub</a:t>
                </a:r>
                <a:endParaRPr lang="zh-CN" altLang="en-US" sz="675" b="1">
                  <a:solidFill>
                    <a:srgbClr val="44546A"/>
                  </a:solidFill>
                  <a:latin typeface="Calibri" panose="020F0502020204030204" pitchFamily="34" charset="0"/>
                  <a:cs typeface="Calibri" panose="020F0502020204030204" pitchFamily="34" charset="0"/>
                </a:endParaRPr>
              </a:p>
            </p:txBody>
          </p:sp>
        </p:grpSp>
      </p:grpSp>
      <p:grpSp>
        <p:nvGrpSpPr>
          <p:cNvPr id="42" name="组合 41">
            <a:extLst>
              <a:ext uri="{FF2B5EF4-FFF2-40B4-BE49-F238E27FC236}">
                <a16:creationId xmlns:a16="http://schemas.microsoft.com/office/drawing/2014/main" id="{4CE527C6-47E1-45FE-1BDF-80CD149F9244}"/>
              </a:ext>
            </a:extLst>
          </p:cNvPr>
          <p:cNvGrpSpPr/>
          <p:nvPr/>
        </p:nvGrpSpPr>
        <p:grpSpPr>
          <a:xfrm>
            <a:off x="6457554" y="1740004"/>
            <a:ext cx="655766" cy="430232"/>
            <a:chOff x="6323048" y="1947780"/>
            <a:chExt cx="874354" cy="573643"/>
          </a:xfrm>
        </p:grpSpPr>
        <p:sp>
          <p:nvSpPr>
            <p:cNvPr id="43" name="OTLSHAPE_T_e17f3958430f4cff8650518c93c7635e_StartDate">
              <a:extLst>
                <a:ext uri="{FF2B5EF4-FFF2-40B4-BE49-F238E27FC236}">
                  <a16:creationId xmlns:a16="http://schemas.microsoft.com/office/drawing/2014/main" id="{E9FA80B5-B424-953C-091D-2227838A80D5}"/>
                </a:ext>
              </a:extLst>
            </p:cNvPr>
            <p:cNvSpPr txBox="1"/>
            <p:nvPr>
              <p:custDataLst>
                <p:tags r:id="rId42"/>
              </p:custDataLst>
            </p:nvPr>
          </p:nvSpPr>
          <p:spPr>
            <a:xfrm>
              <a:off x="6323048" y="1947780"/>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FF0000"/>
                  </a:solidFill>
                  <a:latin typeface="Calibri" panose="020F0502020204030204" pitchFamily="34" charset="0"/>
                  <a:cs typeface="Calibri" panose="020F0502020204030204" pitchFamily="34" charset="0"/>
                </a:rPr>
                <a:t>May 2026</a:t>
              </a:r>
              <a:endParaRPr lang="zh-CN" altLang="en-US" sz="675" b="1">
                <a:solidFill>
                  <a:srgbClr val="FF0000"/>
                </a:solidFill>
                <a:latin typeface="Calibri" panose="020F0502020204030204" pitchFamily="34" charset="0"/>
                <a:cs typeface="Calibri" panose="020F0502020204030204" pitchFamily="34" charset="0"/>
              </a:endParaRPr>
            </a:p>
          </p:txBody>
        </p:sp>
        <p:sp>
          <p:nvSpPr>
            <p:cNvPr id="44" name="Rectangle 100">
              <a:extLst>
                <a:ext uri="{FF2B5EF4-FFF2-40B4-BE49-F238E27FC236}">
                  <a16:creationId xmlns:a16="http://schemas.microsoft.com/office/drawing/2014/main" id="{64F4C894-3417-B642-2DDB-B2957B977357}"/>
                </a:ext>
              </a:extLst>
            </p:cNvPr>
            <p:cNvSpPr/>
            <p:nvPr/>
          </p:nvSpPr>
          <p:spPr>
            <a:xfrm>
              <a:off x="6459191" y="2259812"/>
              <a:ext cx="633080"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NDA AA</a:t>
              </a:r>
              <a:endParaRPr lang="zh-CN" altLang="en-US" sz="675" b="1">
                <a:solidFill>
                  <a:srgbClr val="44546A"/>
                </a:solidFill>
                <a:latin typeface="Calibri" panose="020F0502020204030204" pitchFamily="34" charset="0"/>
                <a:cs typeface="Calibri" panose="020F0502020204030204" pitchFamily="34" charset="0"/>
              </a:endParaRPr>
            </a:p>
          </p:txBody>
        </p:sp>
      </p:grpSp>
      <p:grpSp>
        <p:nvGrpSpPr>
          <p:cNvPr id="34" name="组合 33">
            <a:extLst>
              <a:ext uri="{FF2B5EF4-FFF2-40B4-BE49-F238E27FC236}">
                <a16:creationId xmlns:a16="http://schemas.microsoft.com/office/drawing/2014/main" id="{413321FB-22BD-534A-5DF8-7AF2D2248CF7}"/>
              </a:ext>
            </a:extLst>
          </p:cNvPr>
          <p:cNvGrpSpPr/>
          <p:nvPr/>
        </p:nvGrpSpPr>
        <p:grpSpPr>
          <a:xfrm>
            <a:off x="3755149" y="1628161"/>
            <a:ext cx="655766" cy="542627"/>
            <a:chOff x="6359996" y="1803274"/>
            <a:chExt cx="874354" cy="723503"/>
          </a:xfrm>
        </p:grpSpPr>
        <p:sp>
          <p:nvSpPr>
            <p:cNvPr id="35" name="OTLSHAPE_T_e17f3958430f4cff8650518c93c7635e_StartDate">
              <a:extLst>
                <a:ext uri="{FF2B5EF4-FFF2-40B4-BE49-F238E27FC236}">
                  <a16:creationId xmlns:a16="http://schemas.microsoft.com/office/drawing/2014/main" id="{FA16AD32-6767-7FF7-11F2-2B04226A3626}"/>
                </a:ext>
              </a:extLst>
            </p:cNvPr>
            <p:cNvSpPr txBox="1"/>
            <p:nvPr>
              <p:custDataLst>
                <p:tags r:id="rId41"/>
              </p:custDataLst>
            </p:nvPr>
          </p:nvSpPr>
          <p:spPr>
            <a:xfrm>
              <a:off x="6359996" y="1803274"/>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Sep 2024</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36" name="组合 35">
              <a:extLst>
                <a:ext uri="{FF2B5EF4-FFF2-40B4-BE49-F238E27FC236}">
                  <a16:creationId xmlns:a16="http://schemas.microsoft.com/office/drawing/2014/main" id="{CC128366-F019-083F-A79A-0C9BE3D0AEB8}"/>
                </a:ext>
              </a:extLst>
            </p:cNvPr>
            <p:cNvGrpSpPr/>
            <p:nvPr/>
          </p:nvGrpSpPr>
          <p:grpSpPr>
            <a:xfrm>
              <a:off x="6570712" y="2154038"/>
              <a:ext cx="391559" cy="372739"/>
              <a:chOff x="4548409" y="2159525"/>
              <a:chExt cx="391559" cy="372739"/>
            </a:xfrm>
          </p:grpSpPr>
          <p:sp>
            <p:nvSpPr>
              <p:cNvPr id="37" name="Star: 4 Points 143">
                <a:extLst>
                  <a:ext uri="{FF2B5EF4-FFF2-40B4-BE49-F238E27FC236}">
                    <a16:creationId xmlns:a16="http://schemas.microsoft.com/office/drawing/2014/main" id="{9FE121DE-5F3D-7544-7201-B5A00C670F77}"/>
                  </a:ext>
                </a:extLst>
              </p:cNvPr>
              <p:cNvSpPr/>
              <p:nvPr/>
            </p:nvSpPr>
            <p:spPr bwMode="auto">
              <a:xfrm>
                <a:off x="4646681" y="21595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38" name="Rectangle 100">
                <a:extLst>
                  <a:ext uri="{FF2B5EF4-FFF2-40B4-BE49-F238E27FC236}">
                    <a16:creationId xmlns:a16="http://schemas.microsoft.com/office/drawing/2014/main" id="{E66CB3EA-1EB0-A2E7-2860-2D160AB1C3EF}"/>
                  </a:ext>
                </a:extLst>
              </p:cNvPr>
              <p:cNvSpPr/>
              <p:nvPr/>
            </p:nvSpPr>
            <p:spPr>
              <a:xfrm>
                <a:off x="4548409" y="2270653"/>
                <a:ext cx="391559"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FPI</a:t>
                </a:r>
                <a:endParaRPr lang="zh-CN" altLang="en-US" sz="675" b="1">
                  <a:solidFill>
                    <a:srgbClr val="44546A"/>
                  </a:solidFill>
                  <a:latin typeface="Calibri" panose="020F0502020204030204" pitchFamily="34" charset="0"/>
                  <a:cs typeface="Calibri" panose="020F0502020204030204" pitchFamily="34" charset="0"/>
                </a:endParaRPr>
              </a:p>
            </p:txBody>
          </p:sp>
        </p:grpSp>
      </p:grpSp>
      <p:sp>
        <p:nvSpPr>
          <p:cNvPr id="53" name="OTLSHAPE_T_e17f3958430f4cff8650518c93c7635e_Shape">
            <a:extLst>
              <a:ext uri="{FF2B5EF4-FFF2-40B4-BE49-F238E27FC236}">
                <a16:creationId xmlns:a16="http://schemas.microsoft.com/office/drawing/2014/main" id="{4152BECC-F220-3572-E00A-CE2E60754E63}"/>
              </a:ext>
            </a:extLst>
          </p:cNvPr>
          <p:cNvSpPr/>
          <p:nvPr>
            <p:custDataLst>
              <p:tags r:id="rId5"/>
            </p:custDataLst>
          </p:nvPr>
        </p:nvSpPr>
        <p:spPr bwMode="auto">
          <a:xfrm>
            <a:off x="3757870" y="1319455"/>
            <a:ext cx="1884902" cy="216000"/>
          </a:xfrm>
          <a:prstGeom prst="roundRect">
            <a:avLst/>
          </a:prstGeom>
          <a:pattFill prst="pct25">
            <a:fgClr>
              <a:srgbClr val="00B050"/>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31"/>
            <a:endParaRPr lang="en-US" altLang="zh-CN" sz="675" b="1">
              <a:solidFill>
                <a:prstClr val="black"/>
              </a:solidFill>
              <a:latin typeface="Calibri" panose="020F0502020204030204" pitchFamily="34" charset="0"/>
              <a:cs typeface="Calibri" panose="020F0502020204030204" pitchFamily="34" charset="0"/>
            </a:endParaRPr>
          </a:p>
        </p:txBody>
      </p:sp>
      <p:grpSp>
        <p:nvGrpSpPr>
          <p:cNvPr id="54" name="组合 53">
            <a:extLst>
              <a:ext uri="{FF2B5EF4-FFF2-40B4-BE49-F238E27FC236}">
                <a16:creationId xmlns:a16="http://schemas.microsoft.com/office/drawing/2014/main" id="{1C397D20-87DD-276B-F2A4-81A78E33A5E2}"/>
              </a:ext>
            </a:extLst>
          </p:cNvPr>
          <p:cNvGrpSpPr/>
          <p:nvPr/>
        </p:nvGrpSpPr>
        <p:grpSpPr>
          <a:xfrm>
            <a:off x="5332499" y="1211451"/>
            <a:ext cx="904846" cy="418569"/>
            <a:chOff x="8689406" y="1834675"/>
            <a:chExt cx="1206459" cy="558094"/>
          </a:xfrm>
        </p:grpSpPr>
        <p:sp>
          <p:nvSpPr>
            <p:cNvPr id="55" name="OTLSHAPE_T_e17f3958430f4cff8650518c93c7635e_StartDate">
              <a:extLst>
                <a:ext uri="{FF2B5EF4-FFF2-40B4-BE49-F238E27FC236}">
                  <a16:creationId xmlns:a16="http://schemas.microsoft.com/office/drawing/2014/main" id="{DD22BD2A-F3E3-5DA6-F515-6D21B2A73953}"/>
                </a:ext>
              </a:extLst>
            </p:cNvPr>
            <p:cNvSpPr txBox="1"/>
            <p:nvPr>
              <p:custDataLst>
                <p:tags r:id="rId40"/>
              </p:custDataLst>
            </p:nvPr>
          </p:nvSpPr>
          <p:spPr>
            <a:xfrm>
              <a:off x="8689406" y="1834675"/>
              <a:ext cx="874353"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Aug 2025</a:t>
              </a:r>
              <a:endParaRPr lang="zh-CN" altLang="en-US" sz="675" b="1">
                <a:solidFill>
                  <a:srgbClr val="44546A"/>
                </a:solidFill>
                <a:latin typeface="Calibri" panose="020F0502020204030204" pitchFamily="34" charset="0"/>
                <a:cs typeface="Calibri" panose="020F0502020204030204" pitchFamily="34" charset="0"/>
              </a:endParaRPr>
            </a:p>
          </p:txBody>
        </p:sp>
        <p:sp>
          <p:nvSpPr>
            <p:cNvPr id="56" name="Star: 4 Points 143">
              <a:extLst>
                <a:ext uri="{FF2B5EF4-FFF2-40B4-BE49-F238E27FC236}">
                  <a16:creationId xmlns:a16="http://schemas.microsoft.com/office/drawing/2014/main" id="{5E93B609-8AC7-8992-7183-68D57950EC38}"/>
                </a:ext>
              </a:extLst>
            </p:cNvPr>
            <p:cNvSpPr/>
            <p:nvPr/>
          </p:nvSpPr>
          <p:spPr bwMode="auto">
            <a:xfrm>
              <a:off x="8998394" y="21854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57" name="Rectangle 100">
              <a:extLst>
                <a:ext uri="{FF2B5EF4-FFF2-40B4-BE49-F238E27FC236}">
                  <a16:creationId xmlns:a16="http://schemas.microsoft.com/office/drawing/2014/main" id="{AF880126-52A8-2D15-497F-A0EB3314AFBF}"/>
                </a:ext>
              </a:extLst>
            </p:cNvPr>
            <p:cNvSpPr/>
            <p:nvPr/>
          </p:nvSpPr>
          <p:spPr>
            <a:xfrm>
              <a:off x="9123859" y="2131158"/>
              <a:ext cx="772006"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Key results</a:t>
              </a:r>
              <a:endParaRPr lang="zh-CN" altLang="en-US" sz="675" b="1">
                <a:solidFill>
                  <a:srgbClr val="44546A"/>
                </a:solidFill>
                <a:latin typeface="Calibri" panose="020F0502020204030204" pitchFamily="34" charset="0"/>
                <a:cs typeface="Calibri" panose="020F0502020204030204" pitchFamily="34" charset="0"/>
              </a:endParaRPr>
            </a:p>
          </p:txBody>
        </p:sp>
      </p:grpSp>
      <p:cxnSp>
        <p:nvCxnSpPr>
          <p:cNvPr id="58" name="连接符: 肘形 57">
            <a:extLst>
              <a:ext uri="{FF2B5EF4-FFF2-40B4-BE49-F238E27FC236}">
                <a16:creationId xmlns:a16="http://schemas.microsoft.com/office/drawing/2014/main" id="{BBF75F11-8159-BC91-E02B-7D99B6E8B4C8}"/>
              </a:ext>
            </a:extLst>
          </p:cNvPr>
          <p:cNvCxnSpPr>
            <a:cxnSpLocks/>
          </p:cNvCxnSpPr>
          <p:nvPr/>
        </p:nvCxnSpPr>
        <p:spPr>
          <a:xfrm rot="16200000" flipH="1">
            <a:off x="3796998" y="1580581"/>
            <a:ext cx="78064" cy="451112"/>
          </a:xfrm>
          <a:prstGeom prst="bentConnector2">
            <a:avLst/>
          </a:prstGeom>
          <a:ln w="12700">
            <a:solidFill>
              <a:schemeClr val="bg2"/>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五角星 55">
            <a:extLst>
              <a:ext uri="{FF2B5EF4-FFF2-40B4-BE49-F238E27FC236}">
                <a16:creationId xmlns:a16="http://schemas.microsoft.com/office/drawing/2014/main" id="{DBDF1E74-D32C-C344-56A2-72C46A30DFEF}"/>
              </a:ext>
            </a:extLst>
          </p:cNvPr>
          <p:cNvSpPr>
            <a:spLocks/>
          </p:cNvSpPr>
          <p:nvPr/>
        </p:nvSpPr>
        <p:spPr bwMode="auto">
          <a:xfrm>
            <a:off x="6729513" y="1888774"/>
            <a:ext cx="108000" cy="108000"/>
          </a:xfrm>
          <a:prstGeom prst="star5">
            <a:avLst/>
          </a:prstGeom>
          <a:noFill/>
          <a:ln w="9525" cap="flat" cmpd="sng" algn="ctr">
            <a:solidFill>
              <a:srgbClr val="C00000"/>
            </a:solidFill>
            <a:prstDash val="solid"/>
            <a:round/>
            <a:headEnd type="none" w="med" len="med"/>
            <a:tailEnd type="none" w="med" len="med"/>
          </a:ln>
          <a:effectLst/>
        </p:spPr>
        <p:txBody>
          <a:bodyPr lIns="0" tIns="0" rIns="0" bIns="0" anchor="ctr"/>
          <a:lstStyle/>
          <a:p>
            <a:pPr defTabSz="685783" eaLnBrk="0" hangingPunct="0">
              <a:defRPr/>
            </a:pPr>
            <a:endParaRPr lang="zh-CN" altLang="en-US">
              <a:solidFill>
                <a:srgbClr val="FF0000"/>
              </a:solidFill>
              <a:latin typeface="BISans"/>
            </a:endParaRPr>
          </a:p>
        </p:txBody>
      </p:sp>
      <p:sp>
        <p:nvSpPr>
          <p:cNvPr id="113" name="OTLSHAPE_T_e17f3958430f4cff8650518c93c7635e_Shape">
            <a:extLst>
              <a:ext uri="{FF2B5EF4-FFF2-40B4-BE49-F238E27FC236}">
                <a16:creationId xmlns:a16="http://schemas.microsoft.com/office/drawing/2014/main" id="{1C9FC4CB-CA74-5A50-2CAE-65FD5BD65141}"/>
              </a:ext>
            </a:extLst>
          </p:cNvPr>
          <p:cNvSpPr/>
          <p:nvPr>
            <p:custDataLst>
              <p:tags r:id="rId6"/>
            </p:custDataLst>
          </p:nvPr>
        </p:nvSpPr>
        <p:spPr bwMode="auto">
          <a:xfrm>
            <a:off x="2551420" y="3379631"/>
            <a:ext cx="1200026"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31"/>
            <a:r>
              <a:rPr lang="en-US" altLang="zh-CN" sz="600" b="1">
                <a:solidFill>
                  <a:prstClr val="black"/>
                </a:solidFill>
                <a:latin typeface="Calibri" panose="020F0502020204030204" pitchFamily="34" charset="0"/>
                <a:cs typeface="Calibri" panose="020F0502020204030204" pitchFamily="34" charset="0"/>
              </a:rPr>
              <a:t>CN recruit. win: 8-9M</a:t>
            </a:r>
          </a:p>
          <a:p>
            <a:pPr algn="ctr" defTabSz="914331"/>
            <a:r>
              <a:rPr lang="en-US" altLang="zh-CN" sz="600" b="1">
                <a:solidFill>
                  <a:prstClr val="black"/>
                </a:solidFill>
                <a:latin typeface="Calibri" panose="020F0502020204030204" pitchFamily="34" charset="0"/>
                <a:cs typeface="Calibri" panose="020F0502020204030204" pitchFamily="34" charset="0"/>
              </a:rPr>
              <a:t>N=18 (Mainland 12 + TW 6)</a:t>
            </a:r>
          </a:p>
        </p:txBody>
      </p:sp>
      <p:sp>
        <p:nvSpPr>
          <p:cNvPr id="114" name="OTLSHAPE_T_e17f3958430f4cff8650518c93c7635e_StartDate">
            <a:extLst>
              <a:ext uri="{FF2B5EF4-FFF2-40B4-BE49-F238E27FC236}">
                <a16:creationId xmlns:a16="http://schemas.microsoft.com/office/drawing/2014/main" id="{5033403D-34ED-934B-975D-D759DA649A05}"/>
              </a:ext>
            </a:extLst>
          </p:cNvPr>
          <p:cNvSpPr txBox="1"/>
          <p:nvPr>
            <p:custDataLst>
              <p:tags r:id="rId7"/>
            </p:custDataLst>
          </p:nvPr>
        </p:nvSpPr>
        <p:spPr>
          <a:xfrm>
            <a:off x="2335123" y="3268088"/>
            <a:ext cx="511967" cy="103875"/>
          </a:xfrm>
          <a:prstGeom prst="rect">
            <a:avLst/>
          </a:prstGeom>
          <a:noFill/>
        </p:spPr>
        <p:txBody>
          <a:bodyPr vert="horz" wrap="square" lIns="0" tIns="0" rIns="0" bIns="0" rtlCol="0" anchor="ctr" anchorCtr="0">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25</a:t>
            </a:r>
            <a:r>
              <a:rPr lang="en-US" altLang="zh-CN" sz="675" b="1" baseline="30000">
                <a:solidFill>
                  <a:srgbClr val="44546A"/>
                </a:solidFill>
                <a:latin typeface="Calibri" panose="020F0502020204030204" pitchFamily="34" charset="0"/>
                <a:cs typeface="Calibri" panose="020F0502020204030204" pitchFamily="34" charset="0"/>
              </a:rPr>
              <a:t>th</a:t>
            </a:r>
            <a:r>
              <a:rPr lang="en-US" altLang="zh-CN" sz="675" b="1">
                <a:solidFill>
                  <a:srgbClr val="44546A"/>
                </a:solidFill>
                <a:latin typeface="Calibri" panose="020F0502020204030204" pitchFamily="34" charset="0"/>
                <a:cs typeface="Calibri" panose="020F0502020204030204" pitchFamily="34" charset="0"/>
              </a:rPr>
              <a:t> Sep 2023</a:t>
            </a:r>
            <a:endParaRPr lang="zh-CN" altLang="en-US" sz="675" b="1">
              <a:solidFill>
                <a:srgbClr val="44546A"/>
              </a:solidFill>
              <a:latin typeface="Calibri" panose="020F0502020204030204" pitchFamily="34" charset="0"/>
              <a:cs typeface="Calibri" panose="020F0502020204030204" pitchFamily="34" charset="0"/>
            </a:endParaRPr>
          </a:p>
        </p:txBody>
      </p:sp>
      <p:sp>
        <p:nvSpPr>
          <p:cNvPr id="115" name="OTLSHAPE_T_e17f3958430f4cff8650518c93c7635e_Shape">
            <a:extLst>
              <a:ext uri="{FF2B5EF4-FFF2-40B4-BE49-F238E27FC236}">
                <a16:creationId xmlns:a16="http://schemas.microsoft.com/office/drawing/2014/main" id="{58BEC92A-2010-9058-F99A-05FA8A5E30A9}"/>
              </a:ext>
            </a:extLst>
          </p:cNvPr>
          <p:cNvSpPr/>
          <p:nvPr>
            <p:custDataLst>
              <p:tags r:id="rId8"/>
            </p:custDataLst>
          </p:nvPr>
        </p:nvSpPr>
        <p:spPr bwMode="auto">
          <a:xfrm>
            <a:off x="1931678" y="3379631"/>
            <a:ext cx="624486" cy="216000"/>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685783" eaLnBrk="0" fontAlgn="base" hangingPunct="0">
              <a:spcBef>
                <a:spcPct val="0"/>
              </a:spcBef>
              <a:spcAft>
                <a:spcPct val="0"/>
              </a:spcAft>
            </a:pPr>
            <a:r>
              <a:rPr lang="en-US" altLang="zh-CN" sz="525" b="1">
                <a:solidFill>
                  <a:prstClr val="black"/>
                </a:solidFill>
                <a:latin typeface="Calibri" panose="020F0502020204030204" pitchFamily="34" charset="0"/>
                <a:cs typeface="Calibri" panose="020F0502020204030204" pitchFamily="34" charset="0"/>
              </a:rPr>
              <a:t>CTA Review + EC + HGRAC + 1</a:t>
            </a:r>
            <a:r>
              <a:rPr lang="en-US" altLang="zh-CN" sz="525" b="1" baseline="30000">
                <a:solidFill>
                  <a:prstClr val="black"/>
                </a:solidFill>
                <a:latin typeface="Calibri" panose="020F0502020204030204" pitchFamily="34" charset="0"/>
                <a:cs typeface="Calibri" panose="020F0502020204030204" pitchFamily="34" charset="0"/>
              </a:rPr>
              <a:t>st</a:t>
            </a:r>
            <a:r>
              <a:rPr lang="en-US" altLang="zh-CN" sz="525" b="1">
                <a:solidFill>
                  <a:prstClr val="black"/>
                </a:solidFill>
                <a:latin typeface="Calibri" panose="020F0502020204030204" pitchFamily="34" charset="0"/>
                <a:cs typeface="Calibri" panose="020F0502020204030204" pitchFamily="34" charset="0"/>
              </a:rPr>
              <a:t> SIV (6M)</a:t>
            </a:r>
            <a:endParaRPr lang="zh-CN" altLang="en-US" sz="525" b="1">
              <a:solidFill>
                <a:prstClr val="black"/>
              </a:solidFill>
              <a:latin typeface="Calibri" panose="020F0502020204030204" pitchFamily="34" charset="0"/>
              <a:cs typeface="Calibri" panose="020F0502020204030204" pitchFamily="34" charset="0"/>
            </a:endParaRPr>
          </a:p>
        </p:txBody>
      </p:sp>
      <p:sp>
        <p:nvSpPr>
          <p:cNvPr id="116" name="OTLSHAPE_T_e17f3958430f4cff8650518c93c7635e_StartDate">
            <a:extLst>
              <a:ext uri="{FF2B5EF4-FFF2-40B4-BE49-F238E27FC236}">
                <a16:creationId xmlns:a16="http://schemas.microsoft.com/office/drawing/2014/main" id="{83AF3E1F-73CF-366C-86C2-634F6267CD32}"/>
              </a:ext>
            </a:extLst>
          </p:cNvPr>
          <p:cNvSpPr txBox="1"/>
          <p:nvPr>
            <p:custDataLst>
              <p:tags r:id="rId9"/>
            </p:custDataLst>
          </p:nvPr>
        </p:nvSpPr>
        <p:spPr>
          <a:xfrm>
            <a:off x="1693451" y="3268088"/>
            <a:ext cx="611001" cy="103875"/>
          </a:xfrm>
          <a:prstGeom prst="rect">
            <a:avLst/>
          </a:prstGeom>
          <a:noFill/>
        </p:spPr>
        <p:txBody>
          <a:bodyPr vert="horz" wrap="square" lIns="0" tIns="0" rIns="0" bIns="0" rtlCol="0" anchor="ctr" anchorCtr="0">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27</a:t>
            </a:r>
            <a:r>
              <a:rPr lang="en-US" altLang="zh-CN" sz="675" b="1" baseline="30000">
                <a:solidFill>
                  <a:srgbClr val="44546A"/>
                </a:solidFill>
                <a:latin typeface="Calibri" panose="020F0502020204030204" pitchFamily="34" charset="0"/>
                <a:cs typeface="Calibri" panose="020F0502020204030204" pitchFamily="34" charset="0"/>
              </a:rPr>
              <a:t>th</a:t>
            </a:r>
            <a:r>
              <a:rPr lang="en-US" altLang="zh-CN" sz="675" b="1">
                <a:solidFill>
                  <a:srgbClr val="44546A"/>
                </a:solidFill>
                <a:latin typeface="Calibri" panose="020F0502020204030204" pitchFamily="34" charset="0"/>
                <a:cs typeface="Calibri" panose="020F0502020204030204" pitchFamily="34" charset="0"/>
              </a:rPr>
              <a:t> Apr 2023</a:t>
            </a:r>
            <a:endParaRPr lang="zh-CN" altLang="en-US" sz="675" b="1">
              <a:solidFill>
                <a:srgbClr val="44546A"/>
              </a:solidFill>
              <a:latin typeface="Calibri" panose="020F0502020204030204" pitchFamily="34" charset="0"/>
              <a:cs typeface="Calibri" panose="020F0502020204030204" pitchFamily="34" charset="0"/>
            </a:endParaRPr>
          </a:p>
        </p:txBody>
      </p:sp>
      <p:sp>
        <p:nvSpPr>
          <p:cNvPr id="117" name="Star: 4 Points 143">
            <a:extLst>
              <a:ext uri="{FF2B5EF4-FFF2-40B4-BE49-F238E27FC236}">
                <a16:creationId xmlns:a16="http://schemas.microsoft.com/office/drawing/2014/main" id="{146E3B13-A897-D99D-FD85-91678570FCC0}"/>
              </a:ext>
            </a:extLst>
          </p:cNvPr>
          <p:cNvSpPr/>
          <p:nvPr/>
        </p:nvSpPr>
        <p:spPr bwMode="auto">
          <a:xfrm>
            <a:off x="2482996" y="354047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118" name="Rectangle 86">
            <a:extLst>
              <a:ext uri="{FF2B5EF4-FFF2-40B4-BE49-F238E27FC236}">
                <a16:creationId xmlns:a16="http://schemas.microsoft.com/office/drawing/2014/main" id="{C072FB85-89EA-109D-AC5A-9B8404EC0AD5}"/>
              </a:ext>
            </a:extLst>
          </p:cNvPr>
          <p:cNvSpPr/>
          <p:nvPr/>
        </p:nvSpPr>
        <p:spPr>
          <a:xfrm>
            <a:off x="2349948" y="3619087"/>
            <a:ext cx="404278" cy="196208"/>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1</a:t>
            </a:r>
            <a:r>
              <a:rPr lang="en-US" altLang="zh-CN" sz="675" b="1" baseline="30000">
                <a:solidFill>
                  <a:srgbClr val="44546A"/>
                </a:solidFill>
                <a:latin typeface="Calibri" panose="020F0502020204030204" pitchFamily="34" charset="0"/>
                <a:cs typeface="Calibri" panose="020F0502020204030204" pitchFamily="34" charset="0"/>
              </a:rPr>
              <a:t>st</a:t>
            </a:r>
            <a:r>
              <a:rPr lang="en-US" altLang="zh-CN" sz="675" b="1">
                <a:solidFill>
                  <a:srgbClr val="44546A"/>
                </a:solidFill>
                <a:latin typeface="Calibri" panose="020F0502020204030204" pitchFamily="34" charset="0"/>
                <a:cs typeface="Calibri" panose="020F0502020204030204" pitchFamily="34" charset="0"/>
              </a:rPr>
              <a:t> SIV</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119" name="Group 87">
            <a:extLst>
              <a:ext uri="{FF2B5EF4-FFF2-40B4-BE49-F238E27FC236}">
                <a16:creationId xmlns:a16="http://schemas.microsoft.com/office/drawing/2014/main" id="{9738A826-15BA-A8AB-562A-7725BC9738F2}"/>
              </a:ext>
            </a:extLst>
          </p:cNvPr>
          <p:cNvGrpSpPr/>
          <p:nvPr/>
        </p:nvGrpSpPr>
        <p:grpSpPr>
          <a:xfrm>
            <a:off x="1596753" y="3573565"/>
            <a:ext cx="696150" cy="170174"/>
            <a:chOff x="2642381" y="4792072"/>
            <a:chExt cx="696150" cy="170174"/>
          </a:xfrm>
        </p:grpSpPr>
        <p:sp>
          <p:nvSpPr>
            <p:cNvPr id="120" name="OTLSHAPE_M_39ea6ebc19a94c9fab6ef5006c31df58_Shape">
              <a:extLst>
                <a:ext uri="{FF2B5EF4-FFF2-40B4-BE49-F238E27FC236}">
                  <a16:creationId xmlns:a16="http://schemas.microsoft.com/office/drawing/2014/main" id="{937A9694-BFEC-BFA3-7BFB-2557AD221707}"/>
                </a:ext>
              </a:extLst>
            </p:cNvPr>
            <p:cNvSpPr/>
            <p:nvPr>
              <p:custDataLst>
                <p:tags r:id="rId38"/>
              </p:custDataLst>
            </p:nvPr>
          </p:nvSpPr>
          <p:spPr bwMode="auto">
            <a:xfrm rot="16200000">
              <a:off x="2958185" y="4799520"/>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sz="2700">
                <a:solidFill>
                  <a:prstClr val="black"/>
                </a:solidFill>
                <a:latin typeface="Calibri" panose="020F0502020204030204" pitchFamily="34" charset="0"/>
                <a:cs typeface="Calibri" panose="020F0502020204030204" pitchFamily="34" charset="0"/>
              </a:endParaRPr>
            </a:p>
          </p:txBody>
        </p:sp>
        <p:sp>
          <p:nvSpPr>
            <p:cNvPr id="121" name="OTLSHAPE_M_39ea6ebc19a94c9fab6ef5006c31df58_Title">
              <a:extLst>
                <a:ext uri="{FF2B5EF4-FFF2-40B4-BE49-F238E27FC236}">
                  <a16:creationId xmlns:a16="http://schemas.microsoft.com/office/drawing/2014/main" id="{10EDE770-9FCE-5512-ACE3-9240DF9916A6}"/>
                </a:ext>
              </a:extLst>
            </p:cNvPr>
            <p:cNvSpPr txBox="1"/>
            <p:nvPr>
              <p:custDataLst>
                <p:tags r:id="rId39"/>
              </p:custDataLst>
            </p:nvPr>
          </p:nvSpPr>
          <p:spPr>
            <a:xfrm>
              <a:off x="2642381" y="4858371"/>
              <a:ext cx="696150" cy="103875"/>
            </a:xfrm>
            <a:prstGeom prst="rect">
              <a:avLst/>
            </a:prstGeom>
            <a:noFill/>
          </p:spPr>
          <p:txBody>
            <a:bodyPr vert="horz" wrap="square" lIns="0" tIns="0" rIns="0" bIns="0" rtlCol="0" anchor="ctr" anchorCtr="0">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CTA Sub</a:t>
              </a:r>
              <a:endParaRPr lang="zh-CN" altLang="en-US" sz="675" b="1">
                <a:solidFill>
                  <a:srgbClr val="44546A"/>
                </a:solidFill>
                <a:latin typeface="Calibri" panose="020F0502020204030204" pitchFamily="34" charset="0"/>
                <a:cs typeface="Calibri" panose="020F0502020204030204" pitchFamily="34" charset="0"/>
              </a:endParaRPr>
            </a:p>
          </p:txBody>
        </p:sp>
      </p:grpSp>
      <p:sp>
        <p:nvSpPr>
          <p:cNvPr id="122" name="OTLSHAPE_T_e17f3958430f4cff8650518c93c7635e_Shape">
            <a:extLst>
              <a:ext uri="{FF2B5EF4-FFF2-40B4-BE49-F238E27FC236}">
                <a16:creationId xmlns:a16="http://schemas.microsoft.com/office/drawing/2014/main" id="{026EF5D2-6961-1A13-33EE-B9702E0B677B}"/>
              </a:ext>
            </a:extLst>
          </p:cNvPr>
          <p:cNvSpPr/>
          <p:nvPr>
            <p:custDataLst>
              <p:tags r:id="rId10"/>
            </p:custDataLst>
          </p:nvPr>
        </p:nvSpPr>
        <p:spPr bwMode="auto">
          <a:xfrm>
            <a:off x="1212719" y="3380735"/>
            <a:ext cx="718959" cy="216000"/>
          </a:xfrm>
          <a:prstGeom prst="roundRect">
            <a:avLst/>
          </a:prstGeom>
          <a:solidFill>
            <a:srgbClr val="0066CC">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685783" eaLnBrk="0" fontAlgn="base" hangingPunct="0">
              <a:spcBef>
                <a:spcPct val="0"/>
              </a:spcBef>
              <a:spcAft>
                <a:spcPct val="0"/>
              </a:spcAft>
            </a:pPr>
            <a:r>
              <a:rPr lang="en-US" altLang="zh-CN" sz="750" b="1">
                <a:solidFill>
                  <a:prstClr val="black"/>
                </a:solidFill>
                <a:latin typeface="Calibri" panose="020F0502020204030204" pitchFamily="34" charset="0"/>
                <a:cs typeface="Calibri" panose="020F0502020204030204" pitchFamily="34" charset="0"/>
              </a:rPr>
              <a:t>CTA prep</a:t>
            </a:r>
            <a:endParaRPr lang="zh-CN" altLang="en-US" sz="750" b="1">
              <a:solidFill>
                <a:prstClr val="black"/>
              </a:solidFill>
              <a:latin typeface="Calibri" panose="020F0502020204030204" pitchFamily="34" charset="0"/>
              <a:cs typeface="Calibri" panose="020F0502020204030204" pitchFamily="34" charset="0"/>
            </a:endParaRPr>
          </a:p>
        </p:txBody>
      </p:sp>
      <p:sp>
        <p:nvSpPr>
          <p:cNvPr id="123" name="OTLSHAPE_T_e17f3958430f4cff8650518c93c7635e_StartDate">
            <a:extLst>
              <a:ext uri="{FF2B5EF4-FFF2-40B4-BE49-F238E27FC236}">
                <a16:creationId xmlns:a16="http://schemas.microsoft.com/office/drawing/2014/main" id="{3245154A-B5BF-0AAA-8630-8D3485FD82DD}"/>
              </a:ext>
            </a:extLst>
          </p:cNvPr>
          <p:cNvSpPr txBox="1"/>
          <p:nvPr>
            <p:custDataLst>
              <p:tags r:id="rId11"/>
            </p:custDataLst>
          </p:nvPr>
        </p:nvSpPr>
        <p:spPr>
          <a:xfrm>
            <a:off x="881993" y="3268089"/>
            <a:ext cx="596122" cy="103875"/>
          </a:xfrm>
          <a:prstGeom prst="rect">
            <a:avLst/>
          </a:prstGeom>
          <a:noFill/>
        </p:spPr>
        <p:txBody>
          <a:bodyPr vert="horz" wrap="square" lIns="0" tIns="0" rIns="0" bIns="0" rtlCol="0" anchor="ctr" anchorCtr="0">
            <a:spAutoFit/>
          </a:bodyPr>
          <a:lstStyle/>
          <a:p>
            <a:pPr algn="ctr" defTabSz="685783"/>
            <a:r>
              <a:rPr lang="en-US" altLang="zh-CN" sz="675" b="1">
                <a:solidFill>
                  <a:srgbClr val="44546A"/>
                </a:solidFill>
                <a:latin typeface="Calibri" panose="020F0502020204030204" pitchFamily="34" charset="0"/>
              </a:rPr>
              <a:t>5</a:t>
            </a:r>
            <a:r>
              <a:rPr lang="en-US" altLang="zh-CN" sz="675" b="1" baseline="30000">
                <a:solidFill>
                  <a:srgbClr val="44546A"/>
                </a:solidFill>
                <a:latin typeface="Calibri" panose="020F0502020204030204" pitchFamily="34" charset="0"/>
              </a:rPr>
              <a:t>th</a:t>
            </a:r>
            <a:r>
              <a:rPr lang="en-US" altLang="zh-CN" sz="675" b="1">
                <a:solidFill>
                  <a:srgbClr val="44546A"/>
                </a:solidFill>
                <a:latin typeface="Calibri" panose="020F0502020204030204" pitchFamily="34" charset="0"/>
              </a:rPr>
              <a:t> Dec 2022</a:t>
            </a:r>
            <a:endParaRPr lang="zh-CN" altLang="en-US" sz="675" b="1">
              <a:solidFill>
                <a:srgbClr val="44546A"/>
              </a:solidFill>
              <a:latin typeface="Calibri" panose="020F0502020204030204" pitchFamily="34" charset="0"/>
            </a:endParaRPr>
          </a:p>
        </p:txBody>
      </p:sp>
      <p:sp>
        <p:nvSpPr>
          <p:cNvPr id="124" name="Rectangle 96">
            <a:extLst>
              <a:ext uri="{FF2B5EF4-FFF2-40B4-BE49-F238E27FC236}">
                <a16:creationId xmlns:a16="http://schemas.microsoft.com/office/drawing/2014/main" id="{4C6D2A8B-2732-C775-2043-8D7D49062198}"/>
              </a:ext>
            </a:extLst>
          </p:cNvPr>
          <p:cNvSpPr/>
          <p:nvPr/>
        </p:nvSpPr>
        <p:spPr>
          <a:xfrm>
            <a:off x="979563" y="3619087"/>
            <a:ext cx="460383" cy="196208"/>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rPr>
              <a:t>Kick-off</a:t>
            </a:r>
            <a:endParaRPr lang="zh-CN" altLang="en-US" sz="675" b="1">
              <a:solidFill>
                <a:srgbClr val="44546A"/>
              </a:solidFill>
              <a:latin typeface="Calibri" panose="020F0502020204030204" pitchFamily="34" charset="0"/>
            </a:endParaRPr>
          </a:p>
        </p:txBody>
      </p:sp>
      <p:sp>
        <p:nvSpPr>
          <p:cNvPr id="125" name="Star: 4 Points 143">
            <a:extLst>
              <a:ext uri="{FF2B5EF4-FFF2-40B4-BE49-F238E27FC236}">
                <a16:creationId xmlns:a16="http://schemas.microsoft.com/office/drawing/2014/main" id="{19D34B14-07A3-7690-9F38-737F85387938}"/>
              </a:ext>
            </a:extLst>
          </p:cNvPr>
          <p:cNvSpPr/>
          <p:nvPr/>
        </p:nvSpPr>
        <p:spPr bwMode="auto">
          <a:xfrm>
            <a:off x="1137009" y="353808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Verdana" charset="0"/>
            </a:endParaRPr>
          </a:p>
        </p:txBody>
      </p:sp>
      <p:sp>
        <p:nvSpPr>
          <p:cNvPr id="137" name="OTLSHAPE_T_e17f3958430f4cff8650518c93c7635e_Shape">
            <a:extLst>
              <a:ext uri="{FF2B5EF4-FFF2-40B4-BE49-F238E27FC236}">
                <a16:creationId xmlns:a16="http://schemas.microsoft.com/office/drawing/2014/main" id="{E555EB10-BDF9-14FE-3F33-B899C8C44CFD}"/>
              </a:ext>
            </a:extLst>
          </p:cNvPr>
          <p:cNvSpPr/>
          <p:nvPr>
            <p:custDataLst>
              <p:tags r:id="rId12"/>
            </p:custDataLst>
          </p:nvPr>
        </p:nvSpPr>
        <p:spPr bwMode="auto">
          <a:xfrm>
            <a:off x="4060800" y="3804957"/>
            <a:ext cx="2376000"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31"/>
            <a:r>
              <a:rPr lang="en-US" altLang="zh-CN" sz="675" b="1">
                <a:solidFill>
                  <a:prstClr val="black"/>
                </a:solidFill>
                <a:latin typeface="Calibri" panose="020F0502020204030204" pitchFamily="34" charset="0"/>
                <a:cs typeface="Calibri" panose="020F0502020204030204" pitchFamily="34" charset="0"/>
              </a:rPr>
              <a:t>Expansion, N=50, </a:t>
            </a:r>
            <a:r>
              <a:rPr lang="en-US" altLang="zh-CN" sz="675" b="1">
                <a:solidFill>
                  <a:prstClr val="black"/>
                </a:solidFill>
                <a:highlight>
                  <a:srgbClr val="FFFF00"/>
                </a:highlight>
                <a:latin typeface="Calibri" panose="020F0502020204030204" pitchFamily="34" charset="0"/>
                <a:cs typeface="Calibri" panose="020F0502020204030204" pitchFamily="34" charset="0"/>
              </a:rPr>
              <a:t>2L LCNEC-Lung</a:t>
            </a:r>
          </a:p>
        </p:txBody>
      </p:sp>
      <p:grpSp>
        <p:nvGrpSpPr>
          <p:cNvPr id="139" name="组合 138">
            <a:extLst>
              <a:ext uri="{FF2B5EF4-FFF2-40B4-BE49-F238E27FC236}">
                <a16:creationId xmlns:a16="http://schemas.microsoft.com/office/drawing/2014/main" id="{C43D777B-B042-9FA2-F196-EBC9E02303B4}"/>
              </a:ext>
            </a:extLst>
          </p:cNvPr>
          <p:cNvGrpSpPr/>
          <p:nvPr/>
        </p:nvGrpSpPr>
        <p:grpSpPr>
          <a:xfrm>
            <a:off x="6104913" y="3696956"/>
            <a:ext cx="655765" cy="541068"/>
            <a:chOff x="6609375" y="1799999"/>
            <a:chExt cx="874354" cy="721424"/>
          </a:xfrm>
        </p:grpSpPr>
        <p:sp>
          <p:nvSpPr>
            <p:cNvPr id="143" name="OTLSHAPE_T_e17f3958430f4cff8650518c93c7635e_StartDate">
              <a:extLst>
                <a:ext uri="{FF2B5EF4-FFF2-40B4-BE49-F238E27FC236}">
                  <a16:creationId xmlns:a16="http://schemas.microsoft.com/office/drawing/2014/main" id="{37FE70F0-89F3-DA08-4347-B2F1311369A7}"/>
                </a:ext>
              </a:extLst>
            </p:cNvPr>
            <p:cNvSpPr txBox="1"/>
            <p:nvPr>
              <p:custDataLst>
                <p:tags r:id="rId37"/>
              </p:custDataLst>
            </p:nvPr>
          </p:nvSpPr>
          <p:spPr>
            <a:xfrm>
              <a:off x="6609375" y="1799999"/>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Feb 2026</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144" name="组合 143">
              <a:extLst>
                <a:ext uri="{FF2B5EF4-FFF2-40B4-BE49-F238E27FC236}">
                  <a16:creationId xmlns:a16="http://schemas.microsoft.com/office/drawing/2014/main" id="{C810A86C-E74E-B426-EF4E-EF5E361373F2}"/>
                </a:ext>
              </a:extLst>
            </p:cNvPr>
            <p:cNvGrpSpPr/>
            <p:nvPr/>
          </p:nvGrpSpPr>
          <p:grpSpPr>
            <a:xfrm>
              <a:off x="6739783" y="2150764"/>
              <a:ext cx="663003" cy="370659"/>
              <a:chOff x="4717480" y="2156251"/>
              <a:chExt cx="663003" cy="370659"/>
            </a:xfrm>
          </p:grpSpPr>
          <p:sp>
            <p:nvSpPr>
              <p:cNvPr id="145" name="Star: 4 Points 143">
                <a:extLst>
                  <a:ext uri="{FF2B5EF4-FFF2-40B4-BE49-F238E27FC236}">
                    <a16:creationId xmlns:a16="http://schemas.microsoft.com/office/drawing/2014/main" id="{A102CA30-2C9A-EBC8-E84B-4E9D47AE89AB}"/>
                  </a:ext>
                </a:extLst>
              </p:cNvPr>
              <p:cNvSpPr/>
              <p:nvPr/>
            </p:nvSpPr>
            <p:spPr bwMode="auto">
              <a:xfrm>
                <a:off x="4942242" y="2156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146" name="Rectangle 100">
                <a:extLst>
                  <a:ext uri="{FF2B5EF4-FFF2-40B4-BE49-F238E27FC236}">
                    <a16:creationId xmlns:a16="http://schemas.microsoft.com/office/drawing/2014/main" id="{E5762090-66CD-F49B-ACE5-CE42BDAB1608}"/>
                  </a:ext>
                </a:extLst>
              </p:cNvPr>
              <p:cNvSpPr/>
              <p:nvPr/>
            </p:nvSpPr>
            <p:spPr>
              <a:xfrm>
                <a:off x="4717480" y="2265299"/>
                <a:ext cx="663003"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NDA sub</a:t>
                </a:r>
                <a:endParaRPr lang="zh-CN" altLang="en-US" sz="675" b="1">
                  <a:solidFill>
                    <a:srgbClr val="44546A"/>
                  </a:solidFill>
                  <a:latin typeface="Calibri" panose="020F0502020204030204" pitchFamily="34" charset="0"/>
                  <a:cs typeface="Calibri" panose="020F0502020204030204" pitchFamily="34" charset="0"/>
                </a:endParaRPr>
              </a:p>
            </p:txBody>
          </p:sp>
        </p:grpSp>
      </p:grpSp>
      <p:grpSp>
        <p:nvGrpSpPr>
          <p:cNvPr id="140" name="组合 139">
            <a:extLst>
              <a:ext uri="{FF2B5EF4-FFF2-40B4-BE49-F238E27FC236}">
                <a16:creationId xmlns:a16="http://schemas.microsoft.com/office/drawing/2014/main" id="{8504C6F6-0F5A-B056-7911-1E6D78141BF6}"/>
              </a:ext>
            </a:extLst>
          </p:cNvPr>
          <p:cNvGrpSpPr/>
          <p:nvPr/>
        </p:nvGrpSpPr>
        <p:grpSpPr>
          <a:xfrm>
            <a:off x="7843587" y="3821646"/>
            <a:ext cx="693293" cy="416378"/>
            <a:chOff x="7131992" y="1966252"/>
            <a:chExt cx="924391" cy="555171"/>
          </a:xfrm>
        </p:grpSpPr>
        <p:sp>
          <p:nvSpPr>
            <p:cNvPr id="141" name="OTLSHAPE_T_e17f3958430f4cff8650518c93c7635e_StartDate">
              <a:extLst>
                <a:ext uri="{FF2B5EF4-FFF2-40B4-BE49-F238E27FC236}">
                  <a16:creationId xmlns:a16="http://schemas.microsoft.com/office/drawing/2014/main" id="{7FCD75EF-739D-F45D-5E54-1BAB342EDF17}"/>
                </a:ext>
              </a:extLst>
            </p:cNvPr>
            <p:cNvSpPr txBox="1"/>
            <p:nvPr>
              <p:custDataLst>
                <p:tags r:id="rId36"/>
              </p:custDataLst>
            </p:nvPr>
          </p:nvSpPr>
          <p:spPr>
            <a:xfrm>
              <a:off x="7182028" y="1966252"/>
              <a:ext cx="874355" cy="138500"/>
            </a:xfrm>
            <a:prstGeom prst="rect">
              <a:avLst/>
            </a:prstGeom>
            <a:noFill/>
          </p:spPr>
          <p:txBody>
            <a:bodyPr vert="horz" wrap="square" lIns="0" tIns="0" rIns="0" bIns="0" rtlCol="0" anchor="ctr" anchorCtr="0">
              <a:spAutoFit/>
            </a:bodyPr>
            <a:lstStyle/>
            <a:p>
              <a:pPr algn="ctr" defTabSz="685766"/>
              <a:r>
                <a:rPr lang="en-US" altLang="zh-CN" sz="675" b="1">
                  <a:solidFill>
                    <a:srgbClr val="FF0000"/>
                  </a:solidFill>
                  <a:latin typeface="Calibri" panose="020F0502020204030204" pitchFamily="34" charset="0"/>
                  <a:cs typeface="Calibri" panose="020F0502020204030204" pitchFamily="34" charset="0"/>
                </a:rPr>
                <a:t>Feb 2027</a:t>
              </a:r>
              <a:endParaRPr lang="zh-CN" altLang="en-US" sz="675" b="1">
                <a:solidFill>
                  <a:srgbClr val="FF0000"/>
                </a:solidFill>
                <a:latin typeface="Calibri" panose="020F0502020204030204" pitchFamily="34" charset="0"/>
                <a:cs typeface="Calibri" panose="020F0502020204030204" pitchFamily="34" charset="0"/>
              </a:endParaRPr>
            </a:p>
          </p:txBody>
        </p:sp>
        <p:sp>
          <p:nvSpPr>
            <p:cNvPr id="142" name="Rectangle 100">
              <a:extLst>
                <a:ext uri="{FF2B5EF4-FFF2-40B4-BE49-F238E27FC236}">
                  <a16:creationId xmlns:a16="http://schemas.microsoft.com/office/drawing/2014/main" id="{81A22CE0-B45C-2C1E-FE55-B86B8532B208}"/>
                </a:ext>
              </a:extLst>
            </p:cNvPr>
            <p:cNvSpPr/>
            <p:nvPr/>
          </p:nvSpPr>
          <p:spPr>
            <a:xfrm>
              <a:off x="7131992" y="2259812"/>
              <a:ext cx="913071"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NDA app (AA)</a:t>
              </a:r>
              <a:endParaRPr lang="zh-CN" altLang="en-US" sz="675" b="1">
                <a:solidFill>
                  <a:srgbClr val="44546A"/>
                </a:solidFill>
                <a:latin typeface="Calibri" panose="020F0502020204030204" pitchFamily="34" charset="0"/>
                <a:cs typeface="Calibri" panose="020F0502020204030204" pitchFamily="34" charset="0"/>
              </a:endParaRPr>
            </a:p>
          </p:txBody>
        </p:sp>
      </p:grpSp>
      <p:grpSp>
        <p:nvGrpSpPr>
          <p:cNvPr id="132" name="组合 131">
            <a:extLst>
              <a:ext uri="{FF2B5EF4-FFF2-40B4-BE49-F238E27FC236}">
                <a16:creationId xmlns:a16="http://schemas.microsoft.com/office/drawing/2014/main" id="{A67D4E4E-267F-30BA-6C16-52D0D12210D8}"/>
              </a:ext>
            </a:extLst>
          </p:cNvPr>
          <p:cNvGrpSpPr/>
          <p:nvPr/>
        </p:nvGrpSpPr>
        <p:grpSpPr>
          <a:xfrm>
            <a:off x="3758617" y="3695950"/>
            <a:ext cx="655765" cy="542627"/>
            <a:chOff x="6359996" y="1803274"/>
            <a:chExt cx="874354" cy="723503"/>
          </a:xfrm>
        </p:grpSpPr>
        <p:sp>
          <p:nvSpPr>
            <p:cNvPr id="133" name="OTLSHAPE_T_e17f3958430f4cff8650518c93c7635e_StartDate">
              <a:extLst>
                <a:ext uri="{FF2B5EF4-FFF2-40B4-BE49-F238E27FC236}">
                  <a16:creationId xmlns:a16="http://schemas.microsoft.com/office/drawing/2014/main" id="{BB2C4590-FAF4-3536-8524-5AB5A75BD64E}"/>
                </a:ext>
              </a:extLst>
            </p:cNvPr>
            <p:cNvSpPr txBox="1"/>
            <p:nvPr>
              <p:custDataLst>
                <p:tags r:id="rId35"/>
              </p:custDataLst>
            </p:nvPr>
          </p:nvSpPr>
          <p:spPr>
            <a:xfrm>
              <a:off x="6359996" y="1803274"/>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Sep 2024</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134" name="组合 133">
              <a:extLst>
                <a:ext uri="{FF2B5EF4-FFF2-40B4-BE49-F238E27FC236}">
                  <a16:creationId xmlns:a16="http://schemas.microsoft.com/office/drawing/2014/main" id="{1DD01AF2-A6A6-9685-EB5D-B93B216D6A75}"/>
                </a:ext>
              </a:extLst>
            </p:cNvPr>
            <p:cNvGrpSpPr/>
            <p:nvPr/>
          </p:nvGrpSpPr>
          <p:grpSpPr>
            <a:xfrm>
              <a:off x="6570711" y="2154038"/>
              <a:ext cx="391561" cy="372739"/>
              <a:chOff x="4548408" y="2159525"/>
              <a:chExt cx="391561" cy="372739"/>
            </a:xfrm>
          </p:grpSpPr>
          <p:sp>
            <p:nvSpPr>
              <p:cNvPr id="135" name="Star: 4 Points 143">
                <a:extLst>
                  <a:ext uri="{FF2B5EF4-FFF2-40B4-BE49-F238E27FC236}">
                    <a16:creationId xmlns:a16="http://schemas.microsoft.com/office/drawing/2014/main" id="{954B2EF7-F733-786E-B185-48DB1EF9AAC7}"/>
                  </a:ext>
                </a:extLst>
              </p:cNvPr>
              <p:cNvSpPr/>
              <p:nvPr/>
            </p:nvSpPr>
            <p:spPr bwMode="auto">
              <a:xfrm>
                <a:off x="4646681" y="21595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136" name="Rectangle 100">
                <a:extLst>
                  <a:ext uri="{FF2B5EF4-FFF2-40B4-BE49-F238E27FC236}">
                    <a16:creationId xmlns:a16="http://schemas.microsoft.com/office/drawing/2014/main" id="{9F3A4674-3D4B-5912-FE66-00CBEC11EE37}"/>
                  </a:ext>
                </a:extLst>
              </p:cNvPr>
              <p:cNvSpPr/>
              <p:nvPr/>
            </p:nvSpPr>
            <p:spPr>
              <a:xfrm>
                <a:off x="4548408" y="2270653"/>
                <a:ext cx="391561"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FPI</a:t>
                </a:r>
                <a:endParaRPr lang="zh-CN" altLang="en-US" sz="675" b="1">
                  <a:solidFill>
                    <a:srgbClr val="44546A"/>
                  </a:solidFill>
                  <a:latin typeface="Calibri" panose="020F0502020204030204" pitchFamily="34" charset="0"/>
                  <a:cs typeface="Calibri" panose="020F0502020204030204" pitchFamily="34" charset="0"/>
                </a:endParaRPr>
              </a:p>
            </p:txBody>
          </p:sp>
        </p:grpSp>
      </p:grpSp>
      <p:sp>
        <p:nvSpPr>
          <p:cNvPr id="151" name="OTLSHAPE_T_e17f3958430f4cff8650518c93c7635e_Shape">
            <a:extLst>
              <a:ext uri="{FF2B5EF4-FFF2-40B4-BE49-F238E27FC236}">
                <a16:creationId xmlns:a16="http://schemas.microsoft.com/office/drawing/2014/main" id="{3EDEDB38-4DC9-0D39-467F-94A81E25583A}"/>
              </a:ext>
            </a:extLst>
          </p:cNvPr>
          <p:cNvSpPr/>
          <p:nvPr>
            <p:custDataLst>
              <p:tags r:id="rId13"/>
            </p:custDataLst>
          </p:nvPr>
        </p:nvSpPr>
        <p:spPr bwMode="auto">
          <a:xfrm>
            <a:off x="3761338" y="3379631"/>
            <a:ext cx="1884901" cy="216000"/>
          </a:xfrm>
          <a:prstGeom prst="roundRect">
            <a:avLst/>
          </a:prstGeom>
          <a:pattFill prst="pct25">
            <a:fgClr>
              <a:srgbClr val="00B050"/>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31"/>
            <a:endParaRPr lang="en-US" altLang="zh-CN" sz="675" b="1">
              <a:solidFill>
                <a:prstClr val="black"/>
              </a:solidFill>
              <a:latin typeface="Calibri" panose="020F0502020204030204" pitchFamily="34" charset="0"/>
              <a:cs typeface="Calibri" panose="020F0502020204030204" pitchFamily="34" charset="0"/>
            </a:endParaRPr>
          </a:p>
        </p:txBody>
      </p:sp>
      <p:grpSp>
        <p:nvGrpSpPr>
          <p:cNvPr id="152" name="组合 151">
            <a:extLst>
              <a:ext uri="{FF2B5EF4-FFF2-40B4-BE49-F238E27FC236}">
                <a16:creationId xmlns:a16="http://schemas.microsoft.com/office/drawing/2014/main" id="{1884D85F-464E-1FDA-C2F8-8E9F1266BDDD}"/>
              </a:ext>
            </a:extLst>
          </p:cNvPr>
          <p:cNvGrpSpPr/>
          <p:nvPr/>
        </p:nvGrpSpPr>
        <p:grpSpPr>
          <a:xfrm>
            <a:off x="5335957" y="3279239"/>
            <a:ext cx="904843" cy="418569"/>
            <a:chOff x="8689406" y="1834675"/>
            <a:chExt cx="1206458" cy="558094"/>
          </a:xfrm>
        </p:grpSpPr>
        <p:sp>
          <p:nvSpPr>
            <p:cNvPr id="153" name="OTLSHAPE_T_e17f3958430f4cff8650518c93c7635e_StartDate">
              <a:extLst>
                <a:ext uri="{FF2B5EF4-FFF2-40B4-BE49-F238E27FC236}">
                  <a16:creationId xmlns:a16="http://schemas.microsoft.com/office/drawing/2014/main" id="{14ED0A50-E645-DC5B-A17E-EA3662B70B6E}"/>
                </a:ext>
              </a:extLst>
            </p:cNvPr>
            <p:cNvSpPr txBox="1"/>
            <p:nvPr>
              <p:custDataLst>
                <p:tags r:id="rId34"/>
              </p:custDataLst>
            </p:nvPr>
          </p:nvSpPr>
          <p:spPr>
            <a:xfrm>
              <a:off x="8689406" y="1834675"/>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Aug 2025</a:t>
              </a:r>
              <a:endParaRPr lang="zh-CN" altLang="en-US" sz="675" b="1">
                <a:solidFill>
                  <a:srgbClr val="44546A"/>
                </a:solidFill>
                <a:latin typeface="Calibri" panose="020F0502020204030204" pitchFamily="34" charset="0"/>
                <a:cs typeface="Calibri" panose="020F0502020204030204" pitchFamily="34" charset="0"/>
              </a:endParaRPr>
            </a:p>
          </p:txBody>
        </p:sp>
        <p:sp>
          <p:nvSpPr>
            <p:cNvPr id="154" name="Star: 4 Points 143">
              <a:extLst>
                <a:ext uri="{FF2B5EF4-FFF2-40B4-BE49-F238E27FC236}">
                  <a16:creationId xmlns:a16="http://schemas.microsoft.com/office/drawing/2014/main" id="{993BB6CF-9648-5A73-2252-DBC661988A7D}"/>
                </a:ext>
              </a:extLst>
            </p:cNvPr>
            <p:cNvSpPr/>
            <p:nvPr/>
          </p:nvSpPr>
          <p:spPr bwMode="auto">
            <a:xfrm>
              <a:off x="8998394" y="21854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155" name="Rectangle 100">
              <a:extLst>
                <a:ext uri="{FF2B5EF4-FFF2-40B4-BE49-F238E27FC236}">
                  <a16:creationId xmlns:a16="http://schemas.microsoft.com/office/drawing/2014/main" id="{5FB9DC55-9E6D-246C-E38F-C60D177A0A30}"/>
                </a:ext>
              </a:extLst>
            </p:cNvPr>
            <p:cNvSpPr/>
            <p:nvPr/>
          </p:nvSpPr>
          <p:spPr>
            <a:xfrm>
              <a:off x="9123857" y="2131158"/>
              <a:ext cx="772007"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Key results</a:t>
              </a:r>
              <a:endParaRPr lang="zh-CN" altLang="en-US" sz="675" b="1">
                <a:solidFill>
                  <a:srgbClr val="44546A"/>
                </a:solidFill>
                <a:latin typeface="Calibri" panose="020F0502020204030204" pitchFamily="34" charset="0"/>
                <a:cs typeface="Calibri" panose="020F0502020204030204" pitchFamily="34" charset="0"/>
              </a:endParaRPr>
            </a:p>
          </p:txBody>
        </p:sp>
      </p:grpSp>
      <p:sp>
        <p:nvSpPr>
          <p:cNvPr id="157" name="五角星 55">
            <a:extLst>
              <a:ext uri="{FF2B5EF4-FFF2-40B4-BE49-F238E27FC236}">
                <a16:creationId xmlns:a16="http://schemas.microsoft.com/office/drawing/2014/main" id="{22A9891C-E4CC-4413-5BBF-D54CA74AFDDA}"/>
              </a:ext>
            </a:extLst>
          </p:cNvPr>
          <p:cNvSpPr>
            <a:spLocks/>
          </p:cNvSpPr>
          <p:nvPr/>
        </p:nvSpPr>
        <p:spPr bwMode="auto">
          <a:xfrm>
            <a:off x="8173848" y="3956562"/>
            <a:ext cx="108000" cy="108000"/>
          </a:xfrm>
          <a:prstGeom prst="star5">
            <a:avLst/>
          </a:prstGeom>
          <a:noFill/>
          <a:ln w="9525" cap="flat" cmpd="sng" algn="ctr">
            <a:solidFill>
              <a:srgbClr val="C00000"/>
            </a:solidFill>
            <a:prstDash val="solid"/>
            <a:round/>
            <a:headEnd type="none" w="med" len="med"/>
            <a:tailEnd type="none" w="med" len="med"/>
          </a:ln>
          <a:effectLst/>
        </p:spPr>
        <p:txBody>
          <a:bodyPr lIns="0" tIns="0" rIns="0" bIns="0" anchor="ctr"/>
          <a:lstStyle/>
          <a:p>
            <a:pPr defTabSz="685783" eaLnBrk="0" hangingPunct="0">
              <a:defRPr/>
            </a:pPr>
            <a:endParaRPr lang="zh-CN" altLang="en-US">
              <a:solidFill>
                <a:srgbClr val="FF0000"/>
              </a:solidFill>
              <a:latin typeface="BISans"/>
            </a:endParaRPr>
          </a:p>
        </p:txBody>
      </p:sp>
      <p:sp>
        <p:nvSpPr>
          <p:cNvPr id="158" name="OTLSHAPE_T_e17f3958430f4cff8650518c93c7635e_StartDate">
            <a:extLst>
              <a:ext uri="{FF2B5EF4-FFF2-40B4-BE49-F238E27FC236}">
                <a16:creationId xmlns:a16="http://schemas.microsoft.com/office/drawing/2014/main" id="{60F147B8-1BC4-E230-58F5-7AA159418555}"/>
              </a:ext>
            </a:extLst>
          </p:cNvPr>
          <p:cNvSpPr txBox="1"/>
          <p:nvPr>
            <p:custDataLst>
              <p:tags r:id="rId14"/>
            </p:custDataLst>
          </p:nvPr>
        </p:nvSpPr>
        <p:spPr>
          <a:xfrm>
            <a:off x="3280417" y="3272311"/>
            <a:ext cx="511967" cy="103875"/>
          </a:xfrm>
          <a:prstGeom prst="rect">
            <a:avLst/>
          </a:prstGeom>
          <a:noFill/>
        </p:spPr>
        <p:txBody>
          <a:bodyPr vert="horz" wrap="square" lIns="0" tIns="0" rIns="0" bIns="0" rtlCol="0" anchor="ctr" anchorCtr="0">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Apr/Jun </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159" name="组合 158">
            <a:extLst>
              <a:ext uri="{FF2B5EF4-FFF2-40B4-BE49-F238E27FC236}">
                <a16:creationId xmlns:a16="http://schemas.microsoft.com/office/drawing/2014/main" id="{B3E9B2AD-DBDD-304F-58FE-66C281E2CEBF}"/>
              </a:ext>
            </a:extLst>
          </p:cNvPr>
          <p:cNvGrpSpPr/>
          <p:nvPr/>
        </p:nvGrpSpPr>
        <p:grpSpPr>
          <a:xfrm>
            <a:off x="3338023" y="3535506"/>
            <a:ext cx="458780" cy="279913"/>
            <a:chOff x="4376935" y="2165487"/>
            <a:chExt cx="611704" cy="373216"/>
          </a:xfrm>
        </p:grpSpPr>
        <p:sp>
          <p:nvSpPr>
            <p:cNvPr id="160" name="Star: 4 Points 143">
              <a:extLst>
                <a:ext uri="{FF2B5EF4-FFF2-40B4-BE49-F238E27FC236}">
                  <a16:creationId xmlns:a16="http://schemas.microsoft.com/office/drawing/2014/main" id="{58B47892-AFF3-8894-34E2-28DD7B8FAF02}"/>
                </a:ext>
              </a:extLst>
            </p:cNvPr>
            <p:cNvSpPr/>
            <p:nvPr/>
          </p:nvSpPr>
          <p:spPr bwMode="auto">
            <a:xfrm>
              <a:off x="4646681" y="216548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161" name="Rectangle 100">
              <a:extLst>
                <a:ext uri="{FF2B5EF4-FFF2-40B4-BE49-F238E27FC236}">
                  <a16:creationId xmlns:a16="http://schemas.microsoft.com/office/drawing/2014/main" id="{75BF1FDD-1BE2-FDC8-2BA4-D0FCE133B7E2}"/>
                </a:ext>
              </a:extLst>
            </p:cNvPr>
            <p:cNvSpPr/>
            <p:nvPr/>
          </p:nvSpPr>
          <p:spPr>
            <a:xfrm>
              <a:off x="4376935" y="2277093"/>
              <a:ext cx="611704" cy="261610"/>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IA1/IA2</a:t>
              </a:r>
              <a:endParaRPr lang="zh-CN" altLang="en-US" sz="675" b="1">
                <a:solidFill>
                  <a:srgbClr val="44546A"/>
                </a:solidFill>
                <a:latin typeface="Calibri" panose="020F0502020204030204" pitchFamily="34" charset="0"/>
                <a:cs typeface="Calibri" panose="020F0502020204030204" pitchFamily="34" charset="0"/>
              </a:endParaRPr>
            </a:p>
          </p:txBody>
        </p:sp>
      </p:grpSp>
      <p:sp>
        <p:nvSpPr>
          <p:cNvPr id="174" name="文本框 173">
            <a:extLst>
              <a:ext uri="{FF2B5EF4-FFF2-40B4-BE49-F238E27FC236}">
                <a16:creationId xmlns:a16="http://schemas.microsoft.com/office/drawing/2014/main" id="{5D98C0FA-6B3C-789C-BE19-EAF650C6BAFB}"/>
              </a:ext>
            </a:extLst>
          </p:cNvPr>
          <p:cNvSpPr txBox="1"/>
          <p:nvPr/>
        </p:nvSpPr>
        <p:spPr>
          <a:xfrm>
            <a:off x="7770475" y="1185459"/>
            <a:ext cx="1211078" cy="892552"/>
          </a:xfrm>
          <a:prstGeom prst="rect">
            <a:avLst/>
          </a:prstGeom>
          <a:solidFill>
            <a:schemeClr val="bg1"/>
          </a:solidFill>
        </p:spPr>
        <p:txBody>
          <a:bodyPr wrap="square" rtlCol="0">
            <a:spAutoFit/>
          </a:bodyPr>
          <a:lstStyle>
            <a:defPPr>
              <a:defRPr lang="de-DE"/>
            </a:defPPr>
            <a:lvl1pPr defTabSz="685800">
              <a:defRPr sz="650" b="1">
                <a:solidFill>
                  <a:srgbClr val="000000"/>
                </a:solidFill>
                <a:latin typeface="BISansOpti" panose="02000503040000020004" pitchFamily="2" charset="0"/>
                <a:ea typeface="游ゴシック"/>
              </a:defRPr>
            </a:lvl1pPr>
          </a:lstStyle>
          <a:p>
            <a:pPr defTabSz="685783"/>
            <a:r>
              <a:rPr lang="en-US" altLang="zh-CN">
                <a:solidFill>
                  <a:srgbClr val="08312A"/>
                </a:solidFill>
              </a:rPr>
              <a:t>Abbreviations</a:t>
            </a:r>
            <a:br>
              <a:rPr lang="en-US" altLang="zh-CN">
                <a:solidFill>
                  <a:srgbClr val="08312A"/>
                </a:solidFill>
              </a:rPr>
            </a:br>
            <a:r>
              <a:rPr lang="en-US" altLang="zh-CN" b="0">
                <a:solidFill>
                  <a:srgbClr val="08312A"/>
                </a:solidFill>
              </a:rPr>
              <a:t>FPI: first patient in</a:t>
            </a:r>
          </a:p>
          <a:p>
            <a:pPr defTabSz="685783"/>
            <a:r>
              <a:rPr lang="en-US" altLang="zh-CN" b="0">
                <a:solidFill>
                  <a:srgbClr val="08312A"/>
                </a:solidFill>
              </a:rPr>
              <a:t>LPI: last patient in</a:t>
            </a:r>
          </a:p>
          <a:p>
            <a:pPr defTabSz="685783"/>
            <a:r>
              <a:rPr lang="en-US" altLang="zh-CN" b="0">
                <a:solidFill>
                  <a:srgbClr val="08312A"/>
                </a:solidFill>
              </a:rPr>
              <a:t>IA: interim analysis</a:t>
            </a:r>
          </a:p>
          <a:p>
            <a:pPr defTabSz="685783"/>
            <a:r>
              <a:rPr lang="en-US" altLang="zh-CN" b="0">
                <a:solidFill>
                  <a:srgbClr val="08312A"/>
                </a:solidFill>
              </a:rPr>
              <a:t>AA: accelerated approval</a:t>
            </a:r>
          </a:p>
          <a:p>
            <a:pPr defTabSz="685783"/>
            <a:r>
              <a:rPr lang="en-US" altLang="zh-CN" b="0">
                <a:solidFill>
                  <a:srgbClr val="08312A"/>
                </a:solidFill>
              </a:rPr>
              <a:t>sub.: submission</a:t>
            </a:r>
          </a:p>
          <a:p>
            <a:pPr defTabSz="685783"/>
            <a:r>
              <a:rPr lang="en-US" altLang="zh-CN" b="0">
                <a:solidFill>
                  <a:srgbClr val="08312A"/>
                </a:solidFill>
              </a:rPr>
              <a:t>AA.: accelerated approval</a:t>
            </a:r>
          </a:p>
          <a:p>
            <a:pPr defTabSz="685783"/>
            <a:r>
              <a:rPr lang="en-US" altLang="zh-CN" b="0">
                <a:solidFill>
                  <a:srgbClr val="08312A"/>
                </a:solidFill>
              </a:rPr>
              <a:t>SOD: start of development</a:t>
            </a:r>
          </a:p>
        </p:txBody>
      </p:sp>
      <p:grpSp>
        <p:nvGrpSpPr>
          <p:cNvPr id="198" name="组合 197">
            <a:extLst>
              <a:ext uri="{FF2B5EF4-FFF2-40B4-BE49-F238E27FC236}">
                <a16:creationId xmlns:a16="http://schemas.microsoft.com/office/drawing/2014/main" id="{829B97D8-1A06-BC24-7865-92A61508041D}"/>
              </a:ext>
            </a:extLst>
          </p:cNvPr>
          <p:cNvGrpSpPr/>
          <p:nvPr/>
        </p:nvGrpSpPr>
        <p:grpSpPr>
          <a:xfrm>
            <a:off x="4063846" y="2151217"/>
            <a:ext cx="3302760" cy="542627"/>
            <a:chOff x="4063842" y="2352105"/>
            <a:chExt cx="3302762" cy="542627"/>
          </a:xfrm>
        </p:grpSpPr>
        <p:grpSp>
          <p:nvGrpSpPr>
            <p:cNvPr id="176" name="组合 175">
              <a:extLst>
                <a:ext uri="{FF2B5EF4-FFF2-40B4-BE49-F238E27FC236}">
                  <a16:creationId xmlns:a16="http://schemas.microsoft.com/office/drawing/2014/main" id="{36C4CF8F-1BE1-48DC-CBE3-2781B4097F0B}"/>
                </a:ext>
              </a:extLst>
            </p:cNvPr>
            <p:cNvGrpSpPr/>
            <p:nvPr/>
          </p:nvGrpSpPr>
          <p:grpSpPr>
            <a:xfrm>
              <a:off x="4063842" y="2352105"/>
              <a:ext cx="3302762" cy="542627"/>
              <a:chOff x="6586286" y="2343600"/>
              <a:chExt cx="4403673" cy="723503"/>
            </a:xfrm>
          </p:grpSpPr>
          <p:grpSp>
            <p:nvGrpSpPr>
              <p:cNvPr id="177" name="组合 176">
                <a:extLst>
                  <a:ext uri="{FF2B5EF4-FFF2-40B4-BE49-F238E27FC236}">
                    <a16:creationId xmlns:a16="http://schemas.microsoft.com/office/drawing/2014/main" id="{58B1626B-33A2-21E3-EDA9-17797486F6C0}"/>
                  </a:ext>
                </a:extLst>
              </p:cNvPr>
              <p:cNvGrpSpPr/>
              <p:nvPr/>
            </p:nvGrpSpPr>
            <p:grpSpPr>
              <a:xfrm>
                <a:off x="6994868" y="2344943"/>
                <a:ext cx="3995091" cy="721424"/>
                <a:chOff x="6994868" y="1800000"/>
                <a:chExt cx="3995091" cy="721424"/>
              </a:xfrm>
            </p:grpSpPr>
            <p:sp>
              <p:nvSpPr>
                <p:cNvPr id="183" name="OTLSHAPE_T_e17f3958430f4cff8650518c93c7635e_Shape">
                  <a:extLst>
                    <a:ext uri="{FF2B5EF4-FFF2-40B4-BE49-F238E27FC236}">
                      <a16:creationId xmlns:a16="http://schemas.microsoft.com/office/drawing/2014/main" id="{4BB7F0D3-0B58-EF53-C58E-59F59D3AC932}"/>
                    </a:ext>
                  </a:extLst>
                </p:cNvPr>
                <p:cNvSpPr/>
                <p:nvPr>
                  <p:custDataLst>
                    <p:tags r:id="rId31"/>
                  </p:custDataLst>
                </p:nvPr>
              </p:nvSpPr>
              <p:spPr bwMode="auto">
                <a:xfrm>
                  <a:off x="6994868" y="1944000"/>
                  <a:ext cx="2885144" cy="288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31"/>
                  <a:r>
                    <a:rPr lang="en-US" altLang="zh-CN" sz="675" b="1">
                      <a:solidFill>
                        <a:prstClr val="black"/>
                      </a:solidFill>
                      <a:latin typeface="Calibri" panose="020F0502020204030204" pitchFamily="34" charset="0"/>
                      <a:cs typeface="Calibri" panose="020F0502020204030204" pitchFamily="34" charset="0"/>
                    </a:rPr>
                    <a:t>Expansion,  </a:t>
                  </a:r>
                  <a:r>
                    <a:rPr lang="en-US" altLang="zh-CN" sz="675" b="1">
                      <a:solidFill>
                        <a:prstClr val="black"/>
                      </a:solidFill>
                      <a:highlight>
                        <a:srgbClr val="FFFF00"/>
                      </a:highlight>
                      <a:latin typeface="Calibri" panose="020F0502020204030204" pitchFamily="34" charset="0"/>
                      <a:cs typeface="Calibri" panose="020F0502020204030204" pitchFamily="34" charset="0"/>
                    </a:rPr>
                    <a:t>3L SCLC</a:t>
                  </a:r>
                </a:p>
              </p:txBody>
            </p:sp>
            <p:grpSp>
              <p:nvGrpSpPr>
                <p:cNvPr id="185" name="组合 184">
                  <a:extLst>
                    <a:ext uri="{FF2B5EF4-FFF2-40B4-BE49-F238E27FC236}">
                      <a16:creationId xmlns:a16="http://schemas.microsoft.com/office/drawing/2014/main" id="{38551AC4-DA2D-F527-F65B-248EC2DAF07F}"/>
                    </a:ext>
                  </a:extLst>
                </p:cNvPr>
                <p:cNvGrpSpPr/>
                <p:nvPr/>
              </p:nvGrpSpPr>
              <p:grpSpPr>
                <a:xfrm>
                  <a:off x="9437587" y="1800000"/>
                  <a:ext cx="874354" cy="721424"/>
                  <a:chOff x="6988060" y="1799999"/>
                  <a:chExt cx="874354" cy="721424"/>
                </a:xfrm>
              </p:grpSpPr>
              <p:sp>
                <p:nvSpPr>
                  <p:cNvPr id="189" name="OTLSHAPE_T_e17f3958430f4cff8650518c93c7635e_StartDate">
                    <a:extLst>
                      <a:ext uri="{FF2B5EF4-FFF2-40B4-BE49-F238E27FC236}">
                        <a16:creationId xmlns:a16="http://schemas.microsoft.com/office/drawing/2014/main" id="{06885144-94F2-EF38-705C-56653AD89C25}"/>
                      </a:ext>
                    </a:extLst>
                  </p:cNvPr>
                  <p:cNvSpPr txBox="1"/>
                  <p:nvPr>
                    <p:custDataLst>
                      <p:tags r:id="rId33"/>
                    </p:custDataLst>
                  </p:nvPr>
                </p:nvSpPr>
                <p:spPr>
                  <a:xfrm>
                    <a:off x="6988060" y="1799999"/>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Mar 2026</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190" name="组合 189">
                    <a:extLst>
                      <a:ext uri="{FF2B5EF4-FFF2-40B4-BE49-F238E27FC236}">
                        <a16:creationId xmlns:a16="http://schemas.microsoft.com/office/drawing/2014/main" id="{89A60628-1A37-5327-2B94-9350F76D110A}"/>
                      </a:ext>
                    </a:extLst>
                  </p:cNvPr>
                  <p:cNvGrpSpPr/>
                  <p:nvPr/>
                </p:nvGrpSpPr>
                <p:grpSpPr>
                  <a:xfrm>
                    <a:off x="7099999" y="2150764"/>
                    <a:ext cx="663002" cy="370659"/>
                    <a:chOff x="5077696" y="2156251"/>
                    <a:chExt cx="663002" cy="370659"/>
                  </a:xfrm>
                </p:grpSpPr>
                <p:sp>
                  <p:nvSpPr>
                    <p:cNvPr id="191" name="Star: 4 Points 143">
                      <a:extLst>
                        <a:ext uri="{FF2B5EF4-FFF2-40B4-BE49-F238E27FC236}">
                          <a16:creationId xmlns:a16="http://schemas.microsoft.com/office/drawing/2014/main" id="{A1503507-D5CC-A8D1-9DB9-E275FD2D87FB}"/>
                        </a:ext>
                      </a:extLst>
                    </p:cNvPr>
                    <p:cNvSpPr/>
                    <p:nvPr/>
                  </p:nvSpPr>
                  <p:spPr bwMode="auto">
                    <a:xfrm>
                      <a:off x="5311692" y="2156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192" name="Rectangle 100">
                      <a:extLst>
                        <a:ext uri="{FF2B5EF4-FFF2-40B4-BE49-F238E27FC236}">
                          <a16:creationId xmlns:a16="http://schemas.microsoft.com/office/drawing/2014/main" id="{157A13AA-20A9-38C4-63E6-B592996798EB}"/>
                        </a:ext>
                      </a:extLst>
                    </p:cNvPr>
                    <p:cNvSpPr/>
                    <p:nvPr/>
                  </p:nvSpPr>
                  <p:spPr>
                    <a:xfrm>
                      <a:off x="5077696" y="2265299"/>
                      <a:ext cx="663002"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NDA sub</a:t>
                      </a:r>
                      <a:endParaRPr lang="zh-CN" altLang="en-US" sz="675" b="1">
                        <a:solidFill>
                          <a:srgbClr val="44546A"/>
                        </a:solidFill>
                        <a:latin typeface="Calibri" panose="020F0502020204030204" pitchFamily="34" charset="0"/>
                        <a:cs typeface="Calibri" panose="020F0502020204030204" pitchFamily="34" charset="0"/>
                      </a:endParaRPr>
                    </a:p>
                  </p:txBody>
                </p:sp>
              </p:grpSp>
            </p:grpSp>
            <p:grpSp>
              <p:nvGrpSpPr>
                <p:cNvPr id="186" name="组合 185">
                  <a:extLst>
                    <a:ext uri="{FF2B5EF4-FFF2-40B4-BE49-F238E27FC236}">
                      <a16:creationId xmlns:a16="http://schemas.microsoft.com/office/drawing/2014/main" id="{3F004CFF-B9E4-23CD-76F1-7FD35EDCEA49}"/>
                    </a:ext>
                  </a:extLst>
                </p:cNvPr>
                <p:cNvGrpSpPr/>
                <p:nvPr/>
              </p:nvGrpSpPr>
              <p:grpSpPr>
                <a:xfrm>
                  <a:off x="10115605" y="1975490"/>
                  <a:ext cx="874354" cy="545934"/>
                  <a:chOff x="7006539" y="1975489"/>
                  <a:chExt cx="874354" cy="545934"/>
                </a:xfrm>
              </p:grpSpPr>
              <p:sp>
                <p:nvSpPr>
                  <p:cNvPr id="187" name="OTLSHAPE_T_e17f3958430f4cff8650518c93c7635e_StartDate">
                    <a:extLst>
                      <a:ext uri="{FF2B5EF4-FFF2-40B4-BE49-F238E27FC236}">
                        <a16:creationId xmlns:a16="http://schemas.microsoft.com/office/drawing/2014/main" id="{EF8CCD3A-BBD4-C252-4A3B-785F5E3C3635}"/>
                      </a:ext>
                    </a:extLst>
                  </p:cNvPr>
                  <p:cNvSpPr txBox="1"/>
                  <p:nvPr>
                    <p:custDataLst>
                      <p:tags r:id="rId32"/>
                    </p:custDataLst>
                  </p:nvPr>
                </p:nvSpPr>
                <p:spPr>
                  <a:xfrm>
                    <a:off x="7006539" y="1975489"/>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FF0000"/>
                        </a:solidFill>
                        <a:latin typeface="Calibri" panose="020F0502020204030204" pitchFamily="34" charset="0"/>
                        <a:cs typeface="Calibri" panose="020F0502020204030204" pitchFamily="34" charset="0"/>
                      </a:rPr>
                      <a:t>Jul 2026</a:t>
                    </a:r>
                    <a:endParaRPr lang="zh-CN" altLang="en-US" sz="675" b="1">
                      <a:solidFill>
                        <a:srgbClr val="FF0000"/>
                      </a:solidFill>
                      <a:latin typeface="Calibri" panose="020F0502020204030204" pitchFamily="34" charset="0"/>
                      <a:cs typeface="Calibri" panose="020F0502020204030204" pitchFamily="34" charset="0"/>
                    </a:endParaRPr>
                  </a:p>
                </p:txBody>
              </p:sp>
              <p:sp>
                <p:nvSpPr>
                  <p:cNvPr id="188" name="Rectangle 100">
                    <a:extLst>
                      <a:ext uri="{FF2B5EF4-FFF2-40B4-BE49-F238E27FC236}">
                        <a16:creationId xmlns:a16="http://schemas.microsoft.com/office/drawing/2014/main" id="{8DF59C2D-3F23-D8CD-F55D-86407808FBCF}"/>
                      </a:ext>
                    </a:extLst>
                  </p:cNvPr>
                  <p:cNvSpPr/>
                  <p:nvPr/>
                </p:nvSpPr>
                <p:spPr>
                  <a:xfrm>
                    <a:off x="7142664" y="2259812"/>
                    <a:ext cx="633079"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NDA AA</a:t>
                    </a:r>
                    <a:endParaRPr lang="zh-CN" altLang="en-US" sz="675" b="1">
                      <a:solidFill>
                        <a:srgbClr val="44546A"/>
                      </a:solidFill>
                      <a:latin typeface="Calibri" panose="020F0502020204030204" pitchFamily="34" charset="0"/>
                      <a:cs typeface="Calibri" panose="020F0502020204030204" pitchFamily="34" charset="0"/>
                    </a:endParaRPr>
                  </a:p>
                </p:txBody>
              </p:sp>
            </p:grpSp>
          </p:grpSp>
          <p:grpSp>
            <p:nvGrpSpPr>
              <p:cNvPr id="178" name="组合 177">
                <a:extLst>
                  <a:ext uri="{FF2B5EF4-FFF2-40B4-BE49-F238E27FC236}">
                    <a16:creationId xmlns:a16="http://schemas.microsoft.com/office/drawing/2014/main" id="{DD86F3AE-A046-EA8A-44C2-EFC7B64CDBBA}"/>
                  </a:ext>
                </a:extLst>
              </p:cNvPr>
              <p:cNvGrpSpPr/>
              <p:nvPr/>
            </p:nvGrpSpPr>
            <p:grpSpPr>
              <a:xfrm>
                <a:off x="6586286" y="2343600"/>
                <a:ext cx="874354" cy="723503"/>
                <a:chOff x="6359996" y="1803274"/>
                <a:chExt cx="874354" cy="723503"/>
              </a:xfrm>
            </p:grpSpPr>
            <p:sp>
              <p:nvSpPr>
                <p:cNvPr id="179" name="OTLSHAPE_T_e17f3958430f4cff8650518c93c7635e_StartDate">
                  <a:extLst>
                    <a:ext uri="{FF2B5EF4-FFF2-40B4-BE49-F238E27FC236}">
                      <a16:creationId xmlns:a16="http://schemas.microsoft.com/office/drawing/2014/main" id="{2C81A73B-06AF-5D5D-573A-DBFE3CDC6D31}"/>
                    </a:ext>
                  </a:extLst>
                </p:cNvPr>
                <p:cNvSpPr txBox="1"/>
                <p:nvPr>
                  <p:custDataLst>
                    <p:tags r:id="rId30"/>
                  </p:custDataLst>
                </p:nvPr>
              </p:nvSpPr>
              <p:spPr>
                <a:xfrm>
                  <a:off x="6359996" y="1803274"/>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Nov 2024</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180" name="组合 179">
                  <a:extLst>
                    <a:ext uri="{FF2B5EF4-FFF2-40B4-BE49-F238E27FC236}">
                      <a16:creationId xmlns:a16="http://schemas.microsoft.com/office/drawing/2014/main" id="{6650390B-69E4-E1C2-069E-117658305A24}"/>
                    </a:ext>
                  </a:extLst>
                </p:cNvPr>
                <p:cNvGrpSpPr/>
                <p:nvPr/>
              </p:nvGrpSpPr>
              <p:grpSpPr>
                <a:xfrm>
                  <a:off x="6570712" y="2154038"/>
                  <a:ext cx="391559" cy="372739"/>
                  <a:chOff x="4548409" y="2159525"/>
                  <a:chExt cx="391559" cy="372739"/>
                </a:xfrm>
              </p:grpSpPr>
              <p:sp>
                <p:nvSpPr>
                  <p:cNvPr id="181" name="Star: 4 Points 143">
                    <a:extLst>
                      <a:ext uri="{FF2B5EF4-FFF2-40B4-BE49-F238E27FC236}">
                        <a16:creationId xmlns:a16="http://schemas.microsoft.com/office/drawing/2014/main" id="{F77E66B8-0686-5614-473F-6D578E7E6267}"/>
                      </a:ext>
                    </a:extLst>
                  </p:cNvPr>
                  <p:cNvSpPr/>
                  <p:nvPr/>
                </p:nvSpPr>
                <p:spPr bwMode="auto">
                  <a:xfrm>
                    <a:off x="4646681" y="21595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182" name="Rectangle 100">
                    <a:extLst>
                      <a:ext uri="{FF2B5EF4-FFF2-40B4-BE49-F238E27FC236}">
                        <a16:creationId xmlns:a16="http://schemas.microsoft.com/office/drawing/2014/main" id="{E529F760-00F8-5ED1-94F6-D3D1D3514101}"/>
                      </a:ext>
                    </a:extLst>
                  </p:cNvPr>
                  <p:cNvSpPr/>
                  <p:nvPr/>
                </p:nvSpPr>
                <p:spPr>
                  <a:xfrm>
                    <a:off x="4548409" y="2270653"/>
                    <a:ext cx="391559"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FPI</a:t>
                    </a:r>
                    <a:endParaRPr lang="zh-CN" altLang="en-US" sz="675" b="1">
                      <a:solidFill>
                        <a:srgbClr val="44546A"/>
                      </a:solidFill>
                      <a:latin typeface="Calibri" panose="020F0502020204030204" pitchFamily="34" charset="0"/>
                      <a:cs typeface="Calibri" panose="020F0502020204030204" pitchFamily="34" charset="0"/>
                    </a:endParaRPr>
                  </a:p>
                </p:txBody>
              </p:sp>
            </p:grpSp>
          </p:grpSp>
        </p:grpSp>
        <p:sp>
          <p:nvSpPr>
            <p:cNvPr id="197" name="五角星 55">
              <a:extLst>
                <a:ext uri="{FF2B5EF4-FFF2-40B4-BE49-F238E27FC236}">
                  <a16:creationId xmlns:a16="http://schemas.microsoft.com/office/drawing/2014/main" id="{BA633D81-F069-4F30-FA4E-659E1CE0E018}"/>
                </a:ext>
              </a:extLst>
            </p:cNvPr>
            <p:cNvSpPr>
              <a:spLocks/>
            </p:cNvSpPr>
            <p:nvPr/>
          </p:nvSpPr>
          <p:spPr bwMode="auto">
            <a:xfrm>
              <a:off x="6990051" y="2617200"/>
              <a:ext cx="108000" cy="108000"/>
            </a:xfrm>
            <a:prstGeom prst="star5">
              <a:avLst/>
            </a:prstGeom>
            <a:noFill/>
            <a:ln w="9525" cap="flat" cmpd="sng" algn="ctr">
              <a:solidFill>
                <a:srgbClr val="C00000"/>
              </a:solidFill>
              <a:prstDash val="solid"/>
              <a:round/>
              <a:headEnd type="none" w="med" len="med"/>
              <a:tailEnd type="none" w="med" len="med"/>
            </a:ln>
            <a:effectLst/>
          </p:spPr>
          <p:txBody>
            <a:bodyPr lIns="0" tIns="0" rIns="0" bIns="0" anchor="ctr"/>
            <a:lstStyle/>
            <a:p>
              <a:pPr defTabSz="685783" eaLnBrk="0" hangingPunct="0">
                <a:defRPr/>
              </a:pPr>
              <a:endParaRPr lang="zh-CN" altLang="en-US">
                <a:solidFill>
                  <a:srgbClr val="FF0000"/>
                </a:solidFill>
                <a:latin typeface="BISans"/>
              </a:endParaRPr>
            </a:p>
          </p:txBody>
        </p:sp>
      </p:grpSp>
      <p:grpSp>
        <p:nvGrpSpPr>
          <p:cNvPr id="222" name="组合 221">
            <a:extLst>
              <a:ext uri="{FF2B5EF4-FFF2-40B4-BE49-F238E27FC236}">
                <a16:creationId xmlns:a16="http://schemas.microsoft.com/office/drawing/2014/main" id="{A21D1B62-2C75-6BF5-7C1A-1191E5916E1F}"/>
              </a:ext>
            </a:extLst>
          </p:cNvPr>
          <p:cNvGrpSpPr/>
          <p:nvPr/>
        </p:nvGrpSpPr>
        <p:grpSpPr>
          <a:xfrm>
            <a:off x="4064401" y="2649337"/>
            <a:ext cx="3538291" cy="542626"/>
            <a:chOff x="4064400" y="2912577"/>
            <a:chExt cx="3538288" cy="542627"/>
          </a:xfrm>
        </p:grpSpPr>
        <p:sp>
          <p:nvSpPr>
            <p:cNvPr id="208" name="OTLSHAPE_T_e17f3958430f4cff8650518c93c7635e_Shape">
              <a:extLst>
                <a:ext uri="{FF2B5EF4-FFF2-40B4-BE49-F238E27FC236}">
                  <a16:creationId xmlns:a16="http://schemas.microsoft.com/office/drawing/2014/main" id="{A051F7FC-761A-CBF1-8FB0-7CDB61EA2259}"/>
                </a:ext>
              </a:extLst>
            </p:cNvPr>
            <p:cNvSpPr/>
            <p:nvPr>
              <p:custDataLst>
                <p:tags r:id="rId26"/>
              </p:custDataLst>
            </p:nvPr>
          </p:nvSpPr>
          <p:spPr bwMode="auto">
            <a:xfrm>
              <a:off x="4370837" y="3021588"/>
              <a:ext cx="2376000"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31"/>
              <a:r>
                <a:rPr lang="en-US" altLang="zh-CN" sz="675" b="1">
                  <a:solidFill>
                    <a:prstClr val="black"/>
                  </a:solidFill>
                  <a:latin typeface="Calibri" panose="020F0502020204030204" pitchFamily="34" charset="0"/>
                  <a:cs typeface="Calibri" panose="020F0502020204030204" pitchFamily="34" charset="0"/>
                </a:rPr>
                <a:t>Expansion,  </a:t>
              </a:r>
              <a:r>
                <a:rPr lang="en-US" altLang="zh-CN" sz="675" b="1">
                  <a:solidFill>
                    <a:prstClr val="black"/>
                  </a:solidFill>
                  <a:highlight>
                    <a:srgbClr val="FFFF00"/>
                  </a:highlight>
                  <a:latin typeface="Calibri" panose="020F0502020204030204" pitchFamily="34" charset="0"/>
                  <a:cs typeface="Calibri" panose="020F0502020204030204" pitchFamily="34" charset="0"/>
                </a:rPr>
                <a:t>2L </a:t>
              </a:r>
              <a:r>
                <a:rPr lang="en-US" altLang="zh-CN" sz="675" b="1" err="1">
                  <a:solidFill>
                    <a:prstClr val="black"/>
                  </a:solidFill>
                  <a:highlight>
                    <a:srgbClr val="FFFF00"/>
                  </a:highlight>
                  <a:latin typeface="Calibri" panose="020F0502020204030204" pitchFamily="34" charset="0"/>
                  <a:cs typeface="Calibri" panose="020F0502020204030204" pitchFamily="34" charset="0"/>
                </a:rPr>
                <a:t>epNEC</a:t>
              </a:r>
              <a:endParaRPr lang="en-US" altLang="zh-CN" sz="675" b="1">
                <a:solidFill>
                  <a:prstClr val="black"/>
                </a:solidFill>
                <a:highlight>
                  <a:srgbClr val="FFFF00"/>
                </a:highlight>
                <a:latin typeface="Calibri" panose="020F0502020204030204" pitchFamily="34" charset="0"/>
                <a:cs typeface="Calibri" panose="020F0502020204030204" pitchFamily="34" charset="0"/>
              </a:endParaRPr>
            </a:p>
          </p:txBody>
        </p:sp>
        <p:grpSp>
          <p:nvGrpSpPr>
            <p:cNvPr id="210" name="组合 209">
              <a:extLst>
                <a:ext uri="{FF2B5EF4-FFF2-40B4-BE49-F238E27FC236}">
                  <a16:creationId xmlns:a16="http://schemas.microsoft.com/office/drawing/2014/main" id="{B17D96B4-7A07-EF3A-E12D-4E1429635B35}"/>
                </a:ext>
              </a:extLst>
            </p:cNvPr>
            <p:cNvGrpSpPr/>
            <p:nvPr/>
          </p:nvGrpSpPr>
          <p:grpSpPr>
            <a:xfrm>
              <a:off x="6417631" y="2913587"/>
              <a:ext cx="655766" cy="541068"/>
              <a:chOff x="6997303" y="1799999"/>
              <a:chExt cx="874354" cy="721425"/>
            </a:xfrm>
          </p:grpSpPr>
          <p:sp>
            <p:nvSpPr>
              <p:cNvPr id="214" name="OTLSHAPE_T_e17f3958430f4cff8650518c93c7635e_StartDate">
                <a:extLst>
                  <a:ext uri="{FF2B5EF4-FFF2-40B4-BE49-F238E27FC236}">
                    <a16:creationId xmlns:a16="http://schemas.microsoft.com/office/drawing/2014/main" id="{BD54D8FA-56C1-B9F3-10E5-5981A02A829C}"/>
                  </a:ext>
                </a:extLst>
              </p:cNvPr>
              <p:cNvSpPr txBox="1"/>
              <p:nvPr>
                <p:custDataLst>
                  <p:tags r:id="rId29"/>
                </p:custDataLst>
              </p:nvPr>
            </p:nvSpPr>
            <p:spPr>
              <a:xfrm>
                <a:off x="6997303" y="1799999"/>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May 2026</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215" name="组合 214">
                <a:extLst>
                  <a:ext uri="{FF2B5EF4-FFF2-40B4-BE49-F238E27FC236}">
                    <a16:creationId xmlns:a16="http://schemas.microsoft.com/office/drawing/2014/main" id="{5C9AAC81-329D-B3D9-60B5-CF29FB3FA9F5}"/>
                  </a:ext>
                </a:extLst>
              </p:cNvPr>
              <p:cNvGrpSpPr/>
              <p:nvPr/>
            </p:nvGrpSpPr>
            <p:grpSpPr>
              <a:xfrm>
                <a:off x="7109235" y="2150764"/>
                <a:ext cx="663002" cy="370660"/>
                <a:chOff x="5086932" y="2156251"/>
                <a:chExt cx="663002" cy="370660"/>
              </a:xfrm>
            </p:grpSpPr>
            <p:sp>
              <p:nvSpPr>
                <p:cNvPr id="216" name="Star: 4 Points 143">
                  <a:extLst>
                    <a:ext uri="{FF2B5EF4-FFF2-40B4-BE49-F238E27FC236}">
                      <a16:creationId xmlns:a16="http://schemas.microsoft.com/office/drawing/2014/main" id="{A2B008BD-EB63-EEFD-6378-131B7F30FF63}"/>
                    </a:ext>
                  </a:extLst>
                </p:cNvPr>
                <p:cNvSpPr/>
                <p:nvPr/>
              </p:nvSpPr>
              <p:spPr bwMode="auto">
                <a:xfrm>
                  <a:off x="5320929" y="2156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217" name="Rectangle 100">
                  <a:extLst>
                    <a:ext uri="{FF2B5EF4-FFF2-40B4-BE49-F238E27FC236}">
                      <a16:creationId xmlns:a16="http://schemas.microsoft.com/office/drawing/2014/main" id="{B9B9A37E-60D4-59D7-87C6-0858B361237C}"/>
                    </a:ext>
                  </a:extLst>
                </p:cNvPr>
                <p:cNvSpPr/>
                <p:nvPr/>
              </p:nvSpPr>
              <p:spPr>
                <a:xfrm>
                  <a:off x="5086932" y="2265299"/>
                  <a:ext cx="663002" cy="261612"/>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NDA sub</a:t>
                  </a:r>
                  <a:endParaRPr lang="zh-CN" altLang="en-US" sz="675" b="1">
                    <a:solidFill>
                      <a:srgbClr val="44546A"/>
                    </a:solidFill>
                    <a:latin typeface="Calibri" panose="020F0502020204030204" pitchFamily="34" charset="0"/>
                    <a:cs typeface="Calibri" panose="020F0502020204030204" pitchFamily="34" charset="0"/>
                  </a:endParaRPr>
                </a:p>
              </p:txBody>
            </p:sp>
          </p:grpSp>
        </p:grpSp>
        <p:grpSp>
          <p:nvGrpSpPr>
            <p:cNvPr id="211" name="组合 210">
              <a:extLst>
                <a:ext uri="{FF2B5EF4-FFF2-40B4-BE49-F238E27FC236}">
                  <a16:creationId xmlns:a16="http://schemas.microsoft.com/office/drawing/2014/main" id="{AE64190B-4989-8CB2-C529-984B0FDE61AA}"/>
                </a:ext>
              </a:extLst>
            </p:cNvPr>
            <p:cNvGrpSpPr/>
            <p:nvPr/>
          </p:nvGrpSpPr>
          <p:grpSpPr>
            <a:xfrm>
              <a:off x="6946922" y="3024417"/>
              <a:ext cx="655766" cy="430236"/>
              <a:chOff x="7080431" y="1947775"/>
              <a:chExt cx="874354" cy="573649"/>
            </a:xfrm>
          </p:grpSpPr>
          <p:sp>
            <p:nvSpPr>
              <p:cNvPr id="212" name="OTLSHAPE_T_e17f3958430f4cff8650518c93c7635e_StartDate">
                <a:extLst>
                  <a:ext uri="{FF2B5EF4-FFF2-40B4-BE49-F238E27FC236}">
                    <a16:creationId xmlns:a16="http://schemas.microsoft.com/office/drawing/2014/main" id="{F09B33C7-C8E5-B697-97C5-B9DA1F4A92D2}"/>
                  </a:ext>
                </a:extLst>
              </p:cNvPr>
              <p:cNvSpPr txBox="1"/>
              <p:nvPr>
                <p:custDataLst>
                  <p:tags r:id="rId28"/>
                </p:custDataLst>
              </p:nvPr>
            </p:nvSpPr>
            <p:spPr>
              <a:xfrm>
                <a:off x="7080431" y="1947775"/>
                <a:ext cx="874354" cy="138501"/>
              </a:xfrm>
              <a:prstGeom prst="rect">
                <a:avLst/>
              </a:prstGeom>
              <a:noFill/>
            </p:spPr>
            <p:txBody>
              <a:bodyPr vert="horz" wrap="square" lIns="0" tIns="0" rIns="0" bIns="0" rtlCol="0" anchor="ctr" anchorCtr="0">
                <a:spAutoFit/>
              </a:bodyPr>
              <a:lstStyle/>
              <a:p>
                <a:pPr algn="ctr" defTabSz="685766"/>
                <a:r>
                  <a:rPr lang="en-US" altLang="zh-CN" sz="675" b="1">
                    <a:solidFill>
                      <a:srgbClr val="FF0000"/>
                    </a:solidFill>
                    <a:latin typeface="Calibri" panose="020F0502020204030204" pitchFamily="34" charset="0"/>
                    <a:cs typeface="Calibri" panose="020F0502020204030204" pitchFamily="34" charset="0"/>
                  </a:rPr>
                  <a:t>Sep 2026</a:t>
                </a:r>
                <a:endParaRPr lang="zh-CN" altLang="en-US" sz="675" b="1">
                  <a:solidFill>
                    <a:srgbClr val="FF0000"/>
                  </a:solidFill>
                  <a:latin typeface="Calibri" panose="020F0502020204030204" pitchFamily="34" charset="0"/>
                  <a:cs typeface="Calibri" panose="020F0502020204030204" pitchFamily="34" charset="0"/>
                </a:endParaRPr>
              </a:p>
            </p:txBody>
          </p:sp>
          <p:sp>
            <p:nvSpPr>
              <p:cNvPr id="213" name="Rectangle 100">
                <a:extLst>
                  <a:ext uri="{FF2B5EF4-FFF2-40B4-BE49-F238E27FC236}">
                    <a16:creationId xmlns:a16="http://schemas.microsoft.com/office/drawing/2014/main" id="{D801DD69-14B1-4AF9-B28A-F6D84284971D}"/>
                  </a:ext>
                </a:extLst>
              </p:cNvPr>
              <p:cNvSpPr/>
              <p:nvPr/>
            </p:nvSpPr>
            <p:spPr>
              <a:xfrm>
                <a:off x="7216568" y="2259812"/>
                <a:ext cx="633079" cy="261612"/>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NDA AA</a:t>
                </a:r>
                <a:endParaRPr lang="zh-CN" altLang="en-US" sz="675" b="1">
                  <a:solidFill>
                    <a:srgbClr val="44546A"/>
                  </a:solidFill>
                  <a:latin typeface="Calibri" panose="020F0502020204030204" pitchFamily="34" charset="0"/>
                  <a:cs typeface="Calibri" panose="020F0502020204030204" pitchFamily="34" charset="0"/>
                </a:endParaRPr>
              </a:p>
            </p:txBody>
          </p:sp>
        </p:grpSp>
        <p:grpSp>
          <p:nvGrpSpPr>
            <p:cNvPr id="203" name="组合 202">
              <a:extLst>
                <a:ext uri="{FF2B5EF4-FFF2-40B4-BE49-F238E27FC236}">
                  <a16:creationId xmlns:a16="http://schemas.microsoft.com/office/drawing/2014/main" id="{B21C6501-BEC4-A03F-7073-BE8CE3191064}"/>
                </a:ext>
              </a:extLst>
            </p:cNvPr>
            <p:cNvGrpSpPr/>
            <p:nvPr/>
          </p:nvGrpSpPr>
          <p:grpSpPr>
            <a:xfrm>
              <a:off x="4064400" y="2912577"/>
              <a:ext cx="655766" cy="542627"/>
              <a:chOff x="6359996" y="1803273"/>
              <a:chExt cx="874354" cy="723505"/>
            </a:xfrm>
          </p:grpSpPr>
          <p:sp>
            <p:nvSpPr>
              <p:cNvPr id="204" name="OTLSHAPE_T_e17f3958430f4cff8650518c93c7635e_StartDate">
                <a:extLst>
                  <a:ext uri="{FF2B5EF4-FFF2-40B4-BE49-F238E27FC236}">
                    <a16:creationId xmlns:a16="http://schemas.microsoft.com/office/drawing/2014/main" id="{CA2F7688-1C74-3863-1F42-27D1E91698BE}"/>
                  </a:ext>
                </a:extLst>
              </p:cNvPr>
              <p:cNvSpPr txBox="1"/>
              <p:nvPr>
                <p:custDataLst>
                  <p:tags r:id="rId27"/>
                </p:custDataLst>
              </p:nvPr>
            </p:nvSpPr>
            <p:spPr>
              <a:xfrm>
                <a:off x="6359996" y="1803273"/>
                <a:ext cx="874354" cy="138501"/>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Nov 2024</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205" name="组合 204">
                <a:extLst>
                  <a:ext uri="{FF2B5EF4-FFF2-40B4-BE49-F238E27FC236}">
                    <a16:creationId xmlns:a16="http://schemas.microsoft.com/office/drawing/2014/main" id="{292964AE-D834-CA98-2CDA-3459DA4A9A89}"/>
                  </a:ext>
                </a:extLst>
              </p:cNvPr>
              <p:cNvGrpSpPr/>
              <p:nvPr/>
            </p:nvGrpSpPr>
            <p:grpSpPr>
              <a:xfrm>
                <a:off x="6570711" y="2154038"/>
                <a:ext cx="391559" cy="372740"/>
                <a:chOff x="4548408" y="2159525"/>
                <a:chExt cx="391559" cy="372740"/>
              </a:xfrm>
            </p:grpSpPr>
            <p:sp>
              <p:nvSpPr>
                <p:cNvPr id="206" name="Star: 4 Points 143">
                  <a:extLst>
                    <a:ext uri="{FF2B5EF4-FFF2-40B4-BE49-F238E27FC236}">
                      <a16:creationId xmlns:a16="http://schemas.microsoft.com/office/drawing/2014/main" id="{6175C7FC-8FB2-8489-2785-C0D9C2E40DBE}"/>
                    </a:ext>
                  </a:extLst>
                </p:cNvPr>
                <p:cNvSpPr/>
                <p:nvPr/>
              </p:nvSpPr>
              <p:spPr bwMode="auto">
                <a:xfrm>
                  <a:off x="4646681" y="21595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207" name="Rectangle 100">
                  <a:extLst>
                    <a:ext uri="{FF2B5EF4-FFF2-40B4-BE49-F238E27FC236}">
                      <a16:creationId xmlns:a16="http://schemas.microsoft.com/office/drawing/2014/main" id="{75E0A1E0-3075-DD99-E29A-28FBBCD719CD}"/>
                    </a:ext>
                  </a:extLst>
                </p:cNvPr>
                <p:cNvSpPr/>
                <p:nvPr/>
              </p:nvSpPr>
              <p:spPr>
                <a:xfrm>
                  <a:off x="4548408" y="2270653"/>
                  <a:ext cx="391559" cy="261612"/>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FPI</a:t>
                  </a:r>
                  <a:endParaRPr lang="zh-CN" altLang="en-US" sz="675" b="1">
                    <a:solidFill>
                      <a:srgbClr val="44546A"/>
                    </a:solidFill>
                    <a:latin typeface="Calibri" panose="020F0502020204030204" pitchFamily="34" charset="0"/>
                    <a:cs typeface="Calibri" panose="020F0502020204030204" pitchFamily="34" charset="0"/>
                  </a:endParaRPr>
                </a:p>
              </p:txBody>
            </p:sp>
          </p:grpSp>
        </p:grpSp>
        <p:sp>
          <p:nvSpPr>
            <p:cNvPr id="201" name="五角星 55">
              <a:extLst>
                <a:ext uri="{FF2B5EF4-FFF2-40B4-BE49-F238E27FC236}">
                  <a16:creationId xmlns:a16="http://schemas.microsoft.com/office/drawing/2014/main" id="{A27F2A5B-6A10-1D47-EC2A-4BC36DFBD48E}"/>
                </a:ext>
              </a:extLst>
            </p:cNvPr>
            <p:cNvSpPr>
              <a:spLocks/>
            </p:cNvSpPr>
            <p:nvPr/>
          </p:nvSpPr>
          <p:spPr bwMode="auto">
            <a:xfrm>
              <a:off x="7253853" y="3177676"/>
              <a:ext cx="108000" cy="108000"/>
            </a:xfrm>
            <a:prstGeom prst="star5">
              <a:avLst/>
            </a:prstGeom>
            <a:noFill/>
            <a:ln w="9525" cap="flat" cmpd="sng" algn="ctr">
              <a:solidFill>
                <a:srgbClr val="C00000"/>
              </a:solidFill>
              <a:prstDash val="solid"/>
              <a:round/>
              <a:headEnd type="none" w="med" len="med"/>
              <a:tailEnd type="none" w="med" len="med"/>
            </a:ln>
            <a:effectLst/>
          </p:spPr>
          <p:txBody>
            <a:bodyPr lIns="0" tIns="0" rIns="0" bIns="0" anchor="ctr"/>
            <a:lstStyle/>
            <a:p>
              <a:pPr defTabSz="685783" eaLnBrk="0" hangingPunct="0">
                <a:defRPr/>
              </a:pPr>
              <a:endParaRPr lang="zh-CN" altLang="en-US">
                <a:solidFill>
                  <a:srgbClr val="FF0000"/>
                </a:solidFill>
                <a:latin typeface="BISans"/>
              </a:endParaRPr>
            </a:p>
          </p:txBody>
        </p:sp>
      </p:grpSp>
      <p:sp>
        <p:nvSpPr>
          <p:cNvPr id="232" name="OTLSHAPE_T_e17f3958430f4cff8650518c93c7635e_Shape">
            <a:extLst>
              <a:ext uri="{FF2B5EF4-FFF2-40B4-BE49-F238E27FC236}">
                <a16:creationId xmlns:a16="http://schemas.microsoft.com/office/drawing/2014/main" id="{76930A5F-1F17-99F2-7D03-1BFCFD573C1F}"/>
              </a:ext>
            </a:extLst>
          </p:cNvPr>
          <p:cNvSpPr/>
          <p:nvPr>
            <p:custDataLst>
              <p:tags r:id="rId15"/>
            </p:custDataLst>
          </p:nvPr>
        </p:nvSpPr>
        <p:spPr bwMode="auto">
          <a:xfrm>
            <a:off x="4370837" y="4269130"/>
            <a:ext cx="2232000"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31"/>
            <a:r>
              <a:rPr lang="en-US" altLang="zh-CN" sz="675" b="1">
                <a:solidFill>
                  <a:prstClr val="black"/>
                </a:solidFill>
                <a:latin typeface="Calibri" panose="020F0502020204030204" pitchFamily="34" charset="0"/>
                <a:cs typeface="Calibri" panose="020F0502020204030204" pitchFamily="34" charset="0"/>
              </a:rPr>
              <a:t>Expansion,  </a:t>
            </a:r>
            <a:r>
              <a:rPr lang="en-US" altLang="zh-CN" sz="675" b="1">
                <a:solidFill>
                  <a:prstClr val="black"/>
                </a:solidFill>
                <a:highlight>
                  <a:srgbClr val="FFFF00"/>
                </a:highlight>
                <a:latin typeface="Calibri" panose="020F0502020204030204" pitchFamily="34" charset="0"/>
                <a:cs typeface="Calibri" panose="020F0502020204030204" pitchFamily="34" charset="0"/>
              </a:rPr>
              <a:t>3L SCLC</a:t>
            </a:r>
          </a:p>
        </p:txBody>
      </p:sp>
      <p:grpSp>
        <p:nvGrpSpPr>
          <p:cNvPr id="234" name="组合 233">
            <a:extLst>
              <a:ext uri="{FF2B5EF4-FFF2-40B4-BE49-F238E27FC236}">
                <a16:creationId xmlns:a16="http://schemas.microsoft.com/office/drawing/2014/main" id="{21C5A660-D6C3-189C-B45D-6F9B3B132B77}"/>
              </a:ext>
            </a:extLst>
          </p:cNvPr>
          <p:cNvGrpSpPr/>
          <p:nvPr/>
        </p:nvGrpSpPr>
        <p:grpSpPr>
          <a:xfrm>
            <a:off x="6272152" y="4161130"/>
            <a:ext cx="655766" cy="541068"/>
            <a:chOff x="6323048" y="1799999"/>
            <a:chExt cx="874354" cy="721424"/>
          </a:xfrm>
        </p:grpSpPr>
        <p:sp>
          <p:nvSpPr>
            <p:cNvPr id="238" name="OTLSHAPE_T_e17f3958430f4cff8650518c93c7635e_StartDate">
              <a:extLst>
                <a:ext uri="{FF2B5EF4-FFF2-40B4-BE49-F238E27FC236}">
                  <a16:creationId xmlns:a16="http://schemas.microsoft.com/office/drawing/2014/main" id="{F8F21453-0A0D-20FE-FC8C-CA272925A16B}"/>
                </a:ext>
              </a:extLst>
            </p:cNvPr>
            <p:cNvSpPr txBox="1"/>
            <p:nvPr>
              <p:custDataLst>
                <p:tags r:id="rId25"/>
              </p:custDataLst>
            </p:nvPr>
          </p:nvSpPr>
          <p:spPr>
            <a:xfrm>
              <a:off x="6323048" y="1799999"/>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Apr 2026</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239" name="组合 238">
              <a:extLst>
                <a:ext uri="{FF2B5EF4-FFF2-40B4-BE49-F238E27FC236}">
                  <a16:creationId xmlns:a16="http://schemas.microsoft.com/office/drawing/2014/main" id="{47DF35D8-C357-453C-9A54-8ED80DFAACCF}"/>
                </a:ext>
              </a:extLst>
            </p:cNvPr>
            <p:cNvGrpSpPr/>
            <p:nvPr/>
          </p:nvGrpSpPr>
          <p:grpSpPr>
            <a:xfrm>
              <a:off x="6434987" y="2150764"/>
              <a:ext cx="663002" cy="370659"/>
              <a:chOff x="4412684" y="2156251"/>
              <a:chExt cx="663002" cy="370659"/>
            </a:xfrm>
          </p:grpSpPr>
          <p:sp>
            <p:nvSpPr>
              <p:cNvPr id="240" name="Star: 4 Points 143">
                <a:extLst>
                  <a:ext uri="{FF2B5EF4-FFF2-40B4-BE49-F238E27FC236}">
                    <a16:creationId xmlns:a16="http://schemas.microsoft.com/office/drawing/2014/main" id="{ACB38E05-C6AB-FC88-F9EB-2AB8DECD1191}"/>
                  </a:ext>
                </a:extLst>
              </p:cNvPr>
              <p:cNvSpPr/>
              <p:nvPr/>
            </p:nvSpPr>
            <p:spPr bwMode="auto">
              <a:xfrm>
                <a:off x="4646681" y="2156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241" name="Rectangle 100">
                <a:extLst>
                  <a:ext uri="{FF2B5EF4-FFF2-40B4-BE49-F238E27FC236}">
                    <a16:creationId xmlns:a16="http://schemas.microsoft.com/office/drawing/2014/main" id="{5759941C-08EA-3810-5CBC-E9FDC0828E91}"/>
                  </a:ext>
                </a:extLst>
              </p:cNvPr>
              <p:cNvSpPr/>
              <p:nvPr/>
            </p:nvSpPr>
            <p:spPr>
              <a:xfrm>
                <a:off x="4412684" y="2265299"/>
                <a:ext cx="663002"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NDA sub</a:t>
                </a:r>
                <a:endParaRPr lang="zh-CN" altLang="en-US" sz="675" b="1">
                  <a:solidFill>
                    <a:srgbClr val="44546A"/>
                  </a:solidFill>
                  <a:latin typeface="Calibri" panose="020F0502020204030204" pitchFamily="34" charset="0"/>
                  <a:cs typeface="Calibri" panose="020F0502020204030204" pitchFamily="34" charset="0"/>
                </a:endParaRPr>
              </a:p>
            </p:txBody>
          </p:sp>
        </p:grpSp>
      </p:grpSp>
      <p:grpSp>
        <p:nvGrpSpPr>
          <p:cNvPr id="235" name="组合 234">
            <a:extLst>
              <a:ext uri="{FF2B5EF4-FFF2-40B4-BE49-F238E27FC236}">
                <a16:creationId xmlns:a16="http://schemas.microsoft.com/office/drawing/2014/main" id="{677877EA-E2C2-B76B-5F7B-8505A84C4369}"/>
              </a:ext>
            </a:extLst>
          </p:cNvPr>
          <p:cNvGrpSpPr/>
          <p:nvPr/>
        </p:nvGrpSpPr>
        <p:grpSpPr>
          <a:xfrm>
            <a:off x="8131483" y="4292746"/>
            <a:ext cx="655766" cy="409451"/>
            <a:chOff x="6323048" y="1975488"/>
            <a:chExt cx="874354" cy="545935"/>
          </a:xfrm>
        </p:grpSpPr>
        <p:sp>
          <p:nvSpPr>
            <p:cNvPr id="236" name="OTLSHAPE_T_e17f3958430f4cff8650518c93c7635e_StartDate">
              <a:extLst>
                <a:ext uri="{FF2B5EF4-FFF2-40B4-BE49-F238E27FC236}">
                  <a16:creationId xmlns:a16="http://schemas.microsoft.com/office/drawing/2014/main" id="{EFC03A13-1C08-A24F-84B1-60FCE8C2779A}"/>
                </a:ext>
              </a:extLst>
            </p:cNvPr>
            <p:cNvSpPr txBox="1"/>
            <p:nvPr>
              <p:custDataLst>
                <p:tags r:id="rId24"/>
              </p:custDataLst>
            </p:nvPr>
          </p:nvSpPr>
          <p:spPr>
            <a:xfrm>
              <a:off x="6323048" y="1975488"/>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FF0000"/>
                  </a:solidFill>
                  <a:latin typeface="Calibri" panose="020F0502020204030204" pitchFamily="34" charset="0"/>
                  <a:cs typeface="Calibri" panose="020F0502020204030204" pitchFamily="34" charset="0"/>
                </a:rPr>
                <a:t>Apr 2027</a:t>
              </a:r>
              <a:endParaRPr lang="zh-CN" altLang="en-US" sz="675" b="1">
                <a:solidFill>
                  <a:srgbClr val="FF0000"/>
                </a:solidFill>
                <a:latin typeface="Calibri" panose="020F0502020204030204" pitchFamily="34" charset="0"/>
                <a:cs typeface="Calibri" panose="020F0502020204030204" pitchFamily="34" charset="0"/>
              </a:endParaRPr>
            </a:p>
          </p:txBody>
        </p:sp>
        <p:sp>
          <p:nvSpPr>
            <p:cNvPr id="237" name="Rectangle 100">
              <a:extLst>
                <a:ext uri="{FF2B5EF4-FFF2-40B4-BE49-F238E27FC236}">
                  <a16:creationId xmlns:a16="http://schemas.microsoft.com/office/drawing/2014/main" id="{24E5D197-9795-8449-9C77-4EF0C6DBF00A}"/>
                </a:ext>
              </a:extLst>
            </p:cNvPr>
            <p:cNvSpPr/>
            <p:nvPr/>
          </p:nvSpPr>
          <p:spPr>
            <a:xfrm>
              <a:off x="6459191" y="2259812"/>
              <a:ext cx="633080"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NDA AA</a:t>
              </a:r>
              <a:endParaRPr lang="zh-CN" altLang="en-US" sz="675" b="1">
                <a:solidFill>
                  <a:srgbClr val="44546A"/>
                </a:solidFill>
                <a:latin typeface="Calibri" panose="020F0502020204030204" pitchFamily="34" charset="0"/>
                <a:cs typeface="Calibri" panose="020F0502020204030204" pitchFamily="34" charset="0"/>
              </a:endParaRPr>
            </a:p>
          </p:txBody>
        </p:sp>
      </p:grpSp>
      <p:grpSp>
        <p:nvGrpSpPr>
          <p:cNvPr id="227" name="组合 226">
            <a:extLst>
              <a:ext uri="{FF2B5EF4-FFF2-40B4-BE49-F238E27FC236}">
                <a16:creationId xmlns:a16="http://schemas.microsoft.com/office/drawing/2014/main" id="{CBA6DA44-B514-A6EA-28EC-CFB055A20803}"/>
              </a:ext>
            </a:extLst>
          </p:cNvPr>
          <p:cNvGrpSpPr/>
          <p:nvPr/>
        </p:nvGrpSpPr>
        <p:grpSpPr>
          <a:xfrm>
            <a:off x="4064401" y="4160123"/>
            <a:ext cx="655766" cy="542627"/>
            <a:chOff x="6359996" y="1803274"/>
            <a:chExt cx="874354" cy="723503"/>
          </a:xfrm>
        </p:grpSpPr>
        <p:sp>
          <p:nvSpPr>
            <p:cNvPr id="228" name="OTLSHAPE_T_e17f3958430f4cff8650518c93c7635e_StartDate">
              <a:extLst>
                <a:ext uri="{FF2B5EF4-FFF2-40B4-BE49-F238E27FC236}">
                  <a16:creationId xmlns:a16="http://schemas.microsoft.com/office/drawing/2014/main" id="{884B3766-354F-2128-CABC-97C0CF4FF9DA}"/>
                </a:ext>
              </a:extLst>
            </p:cNvPr>
            <p:cNvSpPr txBox="1"/>
            <p:nvPr>
              <p:custDataLst>
                <p:tags r:id="rId23"/>
              </p:custDataLst>
            </p:nvPr>
          </p:nvSpPr>
          <p:spPr>
            <a:xfrm>
              <a:off x="6359996" y="1803274"/>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Nov 2024</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229" name="组合 228">
              <a:extLst>
                <a:ext uri="{FF2B5EF4-FFF2-40B4-BE49-F238E27FC236}">
                  <a16:creationId xmlns:a16="http://schemas.microsoft.com/office/drawing/2014/main" id="{49A50302-1184-F7E3-2FD2-7370570B4B22}"/>
                </a:ext>
              </a:extLst>
            </p:cNvPr>
            <p:cNvGrpSpPr/>
            <p:nvPr/>
          </p:nvGrpSpPr>
          <p:grpSpPr>
            <a:xfrm>
              <a:off x="6570711" y="2154038"/>
              <a:ext cx="391559" cy="372739"/>
              <a:chOff x="4548408" y="2159525"/>
              <a:chExt cx="391559" cy="372739"/>
            </a:xfrm>
          </p:grpSpPr>
          <p:sp>
            <p:nvSpPr>
              <p:cNvPr id="230" name="Star: 4 Points 143">
                <a:extLst>
                  <a:ext uri="{FF2B5EF4-FFF2-40B4-BE49-F238E27FC236}">
                    <a16:creationId xmlns:a16="http://schemas.microsoft.com/office/drawing/2014/main" id="{43D2AC5E-347A-CBA5-750D-9B63ABBC4837}"/>
                  </a:ext>
                </a:extLst>
              </p:cNvPr>
              <p:cNvSpPr/>
              <p:nvPr/>
            </p:nvSpPr>
            <p:spPr bwMode="auto">
              <a:xfrm>
                <a:off x="4646681" y="21595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231" name="Rectangle 100">
                <a:extLst>
                  <a:ext uri="{FF2B5EF4-FFF2-40B4-BE49-F238E27FC236}">
                    <a16:creationId xmlns:a16="http://schemas.microsoft.com/office/drawing/2014/main" id="{9E1AE0D7-C507-6DB1-D9CE-DF95C2723EFA}"/>
                  </a:ext>
                </a:extLst>
              </p:cNvPr>
              <p:cNvSpPr/>
              <p:nvPr/>
            </p:nvSpPr>
            <p:spPr>
              <a:xfrm>
                <a:off x="4548408" y="2270653"/>
                <a:ext cx="391559"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FPI</a:t>
                </a:r>
                <a:endParaRPr lang="zh-CN" altLang="en-US" sz="675" b="1">
                  <a:solidFill>
                    <a:srgbClr val="44546A"/>
                  </a:solidFill>
                  <a:latin typeface="Calibri" panose="020F0502020204030204" pitchFamily="34" charset="0"/>
                  <a:cs typeface="Calibri" panose="020F0502020204030204" pitchFamily="34" charset="0"/>
                </a:endParaRPr>
              </a:p>
            </p:txBody>
          </p:sp>
        </p:grpSp>
      </p:grpSp>
      <p:sp>
        <p:nvSpPr>
          <p:cNvPr id="225" name="五角星 55">
            <a:extLst>
              <a:ext uri="{FF2B5EF4-FFF2-40B4-BE49-F238E27FC236}">
                <a16:creationId xmlns:a16="http://schemas.microsoft.com/office/drawing/2014/main" id="{306C2D8D-C609-DBBD-1D35-0BDAB57ED1A3}"/>
              </a:ext>
            </a:extLst>
          </p:cNvPr>
          <p:cNvSpPr>
            <a:spLocks/>
          </p:cNvSpPr>
          <p:nvPr/>
        </p:nvSpPr>
        <p:spPr bwMode="auto">
          <a:xfrm>
            <a:off x="8417631" y="4425218"/>
            <a:ext cx="108000" cy="108000"/>
          </a:xfrm>
          <a:prstGeom prst="star5">
            <a:avLst/>
          </a:prstGeom>
          <a:noFill/>
          <a:ln w="9525" cap="flat" cmpd="sng" algn="ctr">
            <a:solidFill>
              <a:srgbClr val="C00000"/>
            </a:solidFill>
            <a:prstDash val="solid"/>
            <a:round/>
            <a:headEnd type="none" w="med" len="med"/>
            <a:tailEnd type="none" w="med" len="med"/>
          </a:ln>
          <a:effectLst/>
        </p:spPr>
        <p:txBody>
          <a:bodyPr lIns="0" tIns="0" rIns="0" bIns="0" anchor="ctr"/>
          <a:lstStyle/>
          <a:p>
            <a:pPr defTabSz="685783" eaLnBrk="0" hangingPunct="0">
              <a:defRPr/>
            </a:pPr>
            <a:endParaRPr lang="zh-CN" altLang="en-US">
              <a:solidFill>
                <a:srgbClr val="FF0000"/>
              </a:solidFill>
              <a:latin typeface="BISans"/>
            </a:endParaRPr>
          </a:p>
        </p:txBody>
      </p:sp>
      <p:sp>
        <p:nvSpPr>
          <p:cNvPr id="247" name="OTLSHAPE_T_e17f3958430f4cff8650518c93c7635e_Shape">
            <a:extLst>
              <a:ext uri="{FF2B5EF4-FFF2-40B4-BE49-F238E27FC236}">
                <a16:creationId xmlns:a16="http://schemas.microsoft.com/office/drawing/2014/main" id="{70E63EA9-A7E0-7709-822E-B044E60D3020}"/>
              </a:ext>
            </a:extLst>
          </p:cNvPr>
          <p:cNvSpPr/>
          <p:nvPr>
            <p:custDataLst>
              <p:tags r:id="rId16"/>
            </p:custDataLst>
          </p:nvPr>
        </p:nvSpPr>
        <p:spPr bwMode="auto">
          <a:xfrm>
            <a:off x="4370837" y="4767258"/>
            <a:ext cx="2484000"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31"/>
            <a:r>
              <a:rPr lang="en-US" altLang="zh-CN" sz="675" b="1">
                <a:solidFill>
                  <a:prstClr val="black"/>
                </a:solidFill>
                <a:latin typeface="Calibri" panose="020F0502020204030204" pitchFamily="34" charset="0"/>
                <a:cs typeface="Calibri" panose="020F0502020204030204" pitchFamily="34" charset="0"/>
              </a:rPr>
              <a:t>Expansion,  </a:t>
            </a:r>
            <a:r>
              <a:rPr lang="en-US" altLang="zh-CN" sz="675" b="1">
                <a:solidFill>
                  <a:prstClr val="black"/>
                </a:solidFill>
                <a:highlight>
                  <a:srgbClr val="FFFF00"/>
                </a:highlight>
                <a:latin typeface="Calibri" panose="020F0502020204030204" pitchFamily="34" charset="0"/>
                <a:cs typeface="Calibri" panose="020F0502020204030204" pitchFamily="34" charset="0"/>
              </a:rPr>
              <a:t>2L </a:t>
            </a:r>
            <a:r>
              <a:rPr lang="en-US" altLang="zh-CN" sz="675" b="1" err="1">
                <a:solidFill>
                  <a:prstClr val="black"/>
                </a:solidFill>
                <a:highlight>
                  <a:srgbClr val="FFFF00"/>
                </a:highlight>
                <a:latin typeface="Calibri" panose="020F0502020204030204" pitchFamily="34" charset="0"/>
                <a:cs typeface="Calibri" panose="020F0502020204030204" pitchFamily="34" charset="0"/>
              </a:rPr>
              <a:t>epNEC</a:t>
            </a:r>
            <a:endParaRPr lang="en-US" altLang="zh-CN" sz="675" b="1">
              <a:solidFill>
                <a:prstClr val="black"/>
              </a:solidFill>
              <a:highlight>
                <a:srgbClr val="FFFF00"/>
              </a:highlight>
              <a:latin typeface="Calibri" panose="020F0502020204030204" pitchFamily="34" charset="0"/>
              <a:cs typeface="Calibri" panose="020F0502020204030204" pitchFamily="34" charset="0"/>
            </a:endParaRPr>
          </a:p>
        </p:txBody>
      </p:sp>
      <p:grpSp>
        <p:nvGrpSpPr>
          <p:cNvPr id="249" name="组合 248">
            <a:extLst>
              <a:ext uri="{FF2B5EF4-FFF2-40B4-BE49-F238E27FC236}">
                <a16:creationId xmlns:a16="http://schemas.microsoft.com/office/drawing/2014/main" id="{19BDED31-B0C8-8F5A-0ABD-3E45EC3D4BCE}"/>
              </a:ext>
            </a:extLst>
          </p:cNvPr>
          <p:cNvGrpSpPr/>
          <p:nvPr/>
        </p:nvGrpSpPr>
        <p:grpSpPr>
          <a:xfrm>
            <a:off x="6514606" y="4659257"/>
            <a:ext cx="655766" cy="541068"/>
            <a:chOff x="6323048" y="1799999"/>
            <a:chExt cx="874354" cy="721424"/>
          </a:xfrm>
        </p:grpSpPr>
        <p:sp>
          <p:nvSpPr>
            <p:cNvPr id="259" name="OTLSHAPE_T_e17f3958430f4cff8650518c93c7635e_StartDate">
              <a:extLst>
                <a:ext uri="{FF2B5EF4-FFF2-40B4-BE49-F238E27FC236}">
                  <a16:creationId xmlns:a16="http://schemas.microsoft.com/office/drawing/2014/main" id="{2BB8AB28-3D46-8D84-1086-682C1D20E8CA}"/>
                </a:ext>
              </a:extLst>
            </p:cNvPr>
            <p:cNvSpPr txBox="1"/>
            <p:nvPr>
              <p:custDataLst>
                <p:tags r:id="rId22"/>
              </p:custDataLst>
            </p:nvPr>
          </p:nvSpPr>
          <p:spPr>
            <a:xfrm>
              <a:off x="6323048" y="1799999"/>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Jun 2026</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260" name="组合 259">
              <a:extLst>
                <a:ext uri="{FF2B5EF4-FFF2-40B4-BE49-F238E27FC236}">
                  <a16:creationId xmlns:a16="http://schemas.microsoft.com/office/drawing/2014/main" id="{31B0D114-C0DE-0D99-9CFA-45AE43B68A0E}"/>
                </a:ext>
              </a:extLst>
            </p:cNvPr>
            <p:cNvGrpSpPr/>
            <p:nvPr/>
          </p:nvGrpSpPr>
          <p:grpSpPr>
            <a:xfrm>
              <a:off x="6434987" y="2150764"/>
              <a:ext cx="663002" cy="370659"/>
              <a:chOff x="4412684" y="2156251"/>
              <a:chExt cx="663002" cy="370659"/>
            </a:xfrm>
          </p:grpSpPr>
          <p:sp>
            <p:nvSpPr>
              <p:cNvPr id="261" name="Star: 4 Points 143">
                <a:extLst>
                  <a:ext uri="{FF2B5EF4-FFF2-40B4-BE49-F238E27FC236}">
                    <a16:creationId xmlns:a16="http://schemas.microsoft.com/office/drawing/2014/main" id="{6FC64C71-4546-4F62-B028-BA2AAD39FAF4}"/>
                  </a:ext>
                </a:extLst>
              </p:cNvPr>
              <p:cNvSpPr/>
              <p:nvPr/>
            </p:nvSpPr>
            <p:spPr bwMode="auto">
              <a:xfrm>
                <a:off x="4646681" y="2156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262" name="Rectangle 100">
                <a:extLst>
                  <a:ext uri="{FF2B5EF4-FFF2-40B4-BE49-F238E27FC236}">
                    <a16:creationId xmlns:a16="http://schemas.microsoft.com/office/drawing/2014/main" id="{7AA9390A-352A-79B8-C968-70FC7C05939B}"/>
                  </a:ext>
                </a:extLst>
              </p:cNvPr>
              <p:cNvSpPr/>
              <p:nvPr/>
            </p:nvSpPr>
            <p:spPr>
              <a:xfrm>
                <a:off x="4412684" y="2265299"/>
                <a:ext cx="663002"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NDA sub</a:t>
                </a:r>
                <a:endParaRPr lang="zh-CN" altLang="en-US" sz="675" b="1">
                  <a:solidFill>
                    <a:srgbClr val="44546A"/>
                  </a:solidFill>
                  <a:latin typeface="Calibri" panose="020F0502020204030204" pitchFamily="34" charset="0"/>
                  <a:cs typeface="Calibri" panose="020F0502020204030204" pitchFamily="34" charset="0"/>
                </a:endParaRPr>
              </a:p>
            </p:txBody>
          </p:sp>
        </p:grpSp>
      </p:grpSp>
      <p:grpSp>
        <p:nvGrpSpPr>
          <p:cNvPr id="250" name="组合 249">
            <a:extLst>
              <a:ext uri="{FF2B5EF4-FFF2-40B4-BE49-F238E27FC236}">
                <a16:creationId xmlns:a16="http://schemas.microsoft.com/office/drawing/2014/main" id="{A798AD21-74B3-F30F-C373-A53DDA39AE12}"/>
              </a:ext>
            </a:extLst>
          </p:cNvPr>
          <p:cNvGrpSpPr/>
          <p:nvPr/>
        </p:nvGrpSpPr>
        <p:grpSpPr>
          <a:xfrm>
            <a:off x="8270028" y="4770095"/>
            <a:ext cx="655766" cy="430233"/>
            <a:chOff x="6323048" y="1947779"/>
            <a:chExt cx="874354" cy="573643"/>
          </a:xfrm>
        </p:grpSpPr>
        <p:sp>
          <p:nvSpPr>
            <p:cNvPr id="257" name="OTLSHAPE_T_e17f3958430f4cff8650518c93c7635e_StartDate">
              <a:extLst>
                <a:ext uri="{FF2B5EF4-FFF2-40B4-BE49-F238E27FC236}">
                  <a16:creationId xmlns:a16="http://schemas.microsoft.com/office/drawing/2014/main" id="{3214338A-8AEA-FA61-8C92-628B2928FBDA}"/>
                </a:ext>
              </a:extLst>
            </p:cNvPr>
            <p:cNvSpPr txBox="1"/>
            <p:nvPr>
              <p:custDataLst>
                <p:tags r:id="rId21"/>
              </p:custDataLst>
            </p:nvPr>
          </p:nvSpPr>
          <p:spPr>
            <a:xfrm>
              <a:off x="6323048" y="1947779"/>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FF0000"/>
                  </a:solidFill>
                  <a:latin typeface="Calibri" panose="020F0502020204030204" pitchFamily="34" charset="0"/>
                  <a:cs typeface="Calibri" panose="020F0502020204030204" pitchFamily="34" charset="0"/>
                </a:rPr>
                <a:t>Jun 2027</a:t>
              </a:r>
              <a:endParaRPr lang="zh-CN" altLang="en-US" sz="675" b="1">
                <a:solidFill>
                  <a:srgbClr val="FF0000"/>
                </a:solidFill>
                <a:latin typeface="Calibri" panose="020F0502020204030204" pitchFamily="34" charset="0"/>
                <a:cs typeface="Calibri" panose="020F0502020204030204" pitchFamily="34" charset="0"/>
              </a:endParaRPr>
            </a:p>
          </p:txBody>
        </p:sp>
        <p:sp>
          <p:nvSpPr>
            <p:cNvPr id="258" name="Rectangle 100">
              <a:extLst>
                <a:ext uri="{FF2B5EF4-FFF2-40B4-BE49-F238E27FC236}">
                  <a16:creationId xmlns:a16="http://schemas.microsoft.com/office/drawing/2014/main" id="{55BBE57A-09BE-8821-1A8F-F8039156D2D3}"/>
                </a:ext>
              </a:extLst>
            </p:cNvPr>
            <p:cNvSpPr/>
            <p:nvPr/>
          </p:nvSpPr>
          <p:spPr>
            <a:xfrm>
              <a:off x="6459191" y="2259812"/>
              <a:ext cx="633080" cy="261610"/>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NDA AA</a:t>
              </a:r>
              <a:endParaRPr lang="zh-CN" altLang="en-US" sz="675" b="1">
                <a:solidFill>
                  <a:srgbClr val="44546A"/>
                </a:solidFill>
                <a:latin typeface="Calibri" panose="020F0502020204030204" pitchFamily="34" charset="0"/>
                <a:cs typeface="Calibri" panose="020F0502020204030204" pitchFamily="34" charset="0"/>
              </a:endParaRPr>
            </a:p>
          </p:txBody>
        </p:sp>
      </p:grpSp>
      <p:grpSp>
        <p:nvGrpSpPr>
          <p:cNvPr id="251" name="组合 250">
            <a:extLst>
              <a:ext uri="{FF2B5EF4-FFF2-40B4-BE49-F238E27FC236}">
                <a16:creationId xmlns:a16="http://schemas.microsoft.com/office/drawing/2014/main" id="{A398F6F9-612A-9AB4-1D06-70172C288D83}"/>
              </a:ext>
            </a:extLst>
          </p:cNvPr>
          <p:cNvGrpSpPr/>
          <p:nvPr/>
        </p:nvGrpSpPr>
        <p:grpSpPr>
          <a:xfrm>
            <a:off x="4064401" y="4658251"/>
            <a:ext cx="655766" cy="542627"/>
            <a:chOff x="6359996" y="1803274"/>
            <a:chExt cx="874354" cy="723503"/>
          </a:xfrm>
        </p:grpSpPr>
        <p:sp>
          <p:nvSpPr>
            <p:cNvPr id="253" name="OTLSHAPE_T_e17f3958430f4cff8650518c93c7635e_StartDate">
              <a:extLst>
                <a:ext uri="{FF2B5EF4-FFF2-40B4-BE49-F238E27FC236}">
                  <a16:creationId xmlns:a16="http://schemas.microsoft.com/office/drawing/2014/main" id="{88EFB86A-077F-335E-B898-C09718FCEF27}"/>
                </a:ext>
              </a:extLst>
            </p:cNvPr>
            <p:cNvSpPr txBox="1"/>
            <p:nvPr>
              <p:custDataLst>
                <p:tags r:id="rId20"/>
              </p:custDataLst>
            </p:nvPr>
          </p:nvSpPr>
          <p:spPr>
            <a:xfrm>
              <a:off x="6359996" y="1803274"/>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Nov 2024</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254" name="组合 253">
              <a:extLst>
                <a:ext uri="{FF2B5EF4-FFF2-40B4-BE49-F238E27FC236}">
                  <a16:creationId xmlns:a16="http://schemas.microsoft.com/office/drawing/2014/main" id="{C239F4A4-66B3-B173-D2C4-544A8BFD62B7}"/>
                </a:ext>
              </a:extLst>
            </p:cNvPr>
            <p:cNvGrpSpPr/>
            <p:nvPr/>
          </p:nvGrpSpPr>
          <p:grpSpPr>
            <a:xfrm>
              <a:off x="6570711" y="2154038"/>
              <a:ext cx="391559" cy="372739"/>
              <a:chOff x="4548408" y="2159525"/>
              <a:chExt cx="391559" cy="372739"/>
            </a:xfrm>
          </p:grpSpPr>
          <p:sp>
            <p:nvSpPr>
              <p:cNvPr id="255" name="Star: 4 Points 143">
                <a:extLst>
                  <a:ext uri="{FF2B5EF4-FFF2-40B4-BE49-F238E27FC236}">
                    <a16:creationId xmlns:a16="http://schemas.microsoft.com/office/drawing/2014/main" id="{9BF6C0E0-E4B5-B814-3E17-27AB1CFAC635}"/>
                  </a:ext>
                </a:extLst>
              </p:cNvPr>
              <p:cNvSpPr/>
              <p:nvPr/>
            </p:nvSpPr>
            <p:spPr bwMode="auto">
              <a:xfrm>
                <a:off x="4646681" y="21595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256" name="Rectangle 100">
                <a:extLst>
                  <a:ext uri="{FF2B5EF4-FFF2-40B4-BE49-F238E27FC236}">
                    <a16:creationId xmlns:a16="http://schemas.microsoft.com/office/drawing/2014/main" id="{31B09E3E-20BE-693D-3300-1ADE6FB9F7B4}"/>
                  </a:ext>
                </a:extLst>
              </p:cNvPr>
              <p:cNvSpPr/>
              <p:nvPr/>
            </p:nvSpPr>
            <p:spPr>
              <a:xfrm>
                <a:off x="4548408" y="2270653"/>
                <a:ext cx="391559"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FPI</a:t>
                </a:r>
                <a:endParaRPr lang="zh-CN" altLang="en-US" sz="675" b="1">
                  <a:solidFill>
                    <a:srgbClr val="44546A"/>
                  </a:solidFill>
                  <a:latin typeface="Calibri" panose="020F0502020204030204" pitchFamily="34" charset="0"/>
                  <a:cs typeface="Calibri" panose="020F0502020204030204" pitchFamily="34" charset="0"/>
                </a:endParaRPr>
              </a:p>
            </p:txBody>
          </p:sp>
        </p:grpSp>
      </p:grpSp>
      <p:sp>
        <p:nvSpPr>
          <p:cNvPr id="252" name="五角星 55">
            <a:extLst>
              <a:ext uri="{FF2B5EF4-FFF2-40B4-BE49-F238E27FC236}">
                <a16:creationId xmlns:a16="http://schemas.microsoft.com/office/drawing/2014/main" id="{03F35F8D-B999-35C6-8FA4-3F7EACF21BD8}"/>
              </a:ext>
            </a:extLst>
          </p:cNvPr>
          <p:cNvSpPr>
            <a:spLocks/>
          </p:cNvSpPr>
          <p:nvPr/>
        </p:nvSpPr>
        <p:spPr bwMode="auto">
          <a:xfrm>
            <a:off x="8563103" y="4923346"/>
            <a:ext cx="108000" cy="108000"/>
          </a:xfrm>
          <a:prstGeom prst="star5">
            <a:avLst/>
          </a:prstGeom>
          <a:noFill/>
          <a:ln w="9525" cap="flat" cmpd="sng" algn="ctr">
            <a:solidFill>
              <a:srgbClr val="C00000"/>
            </a:solidFill>
            <a:prstDash val="solid"/>
            <a:round/>
            <a:headEnd type="none" w="med" len="med"/>
            <a:tailEnd type="none" w="med" len="med"/>
          </a:ln>
          <a:effectLst/>
        </p:spPr>
        <p:txBody>
          <a:bodyPr lIns="0" tIns="0" rIns="0" bIns="0" anchor="ctr"/>
          <a:lstStyle/>
          <a:p>
            <a:pPr defTabSz="685783" eaLnBrk="0" hangingPunct="0">
              <a:defRPr/>
            </a:pPr>
            <a:endParaRPr lang="zh-CN" altLang="en-US">
              <a:solidFill>
                <a:srgbClr val="FF0000"/>
              </a:solidFill>
              <a:latin typeface="BISans"/>
            </a:endParaRPr>
          </a:p>
        </p:txBody>
      </p:sp>
      <p:sp>
        <p:nvSpPr>
          <p:cNvPr id="23" name="文本框 22">
            <a:extLst>
              <a:ext uri="{FF2B5EF4-FFF2-40B4-BE49-F238E27FC236}">
                <a16:creationId xmlns:a16="http://schemas.microsoft.com/office/drawing/2014/main" id="{E719617C-9FAF-5A6E-5F6F-DEC759196477}"/>
              </a:ext>
            </a:extLst>
          </p:cNvPr>
          <p:cNvSpPr txBox="1"/>
          <p:nvPr/>
        </p:nvSpPr>
        <p:spPr bwMode="gray">
          <a:xfrm>
            <a:off x="7706293" y="2274196"/>
            <a:ext cx="862151" cy="207301"/>
          </a:xfrm>
          <a:prstGeom prst="rect">
            <a:avLst/>
          </a:prstGeom>
          <a:solidFill>
            <a:srgbClr val="E0E1F6"/>
          </a:solidFill>
        </p:spPr>
        <p:txBody>
          <a:bodyPr wrap="square" lIns="0" tIns="0" rIns="0" bIns="0" rtlCol="0">
            <a:spAutoFit/>
          </a:bodyPr>
          <a:lstStyle/>
          <a:p>
            <a:pPr defTabSz="685800">
              <a:lnSpc>
                <a:spcPct val="140000"/>
              </a:lnSpc>
            </a:pPr>
            <a:r>
              <a:rPr lang="en-US" altLang="zh-CN" sz="1050">
                <a:solidFill>
                  <a:prstClr val="black"/>
                </a:solidFill>
                <a:latin typeface="Boehringer Forward Text"/>
              </a:rPr>
              <a:t>4-month shift</a:t>
            </a:r>
            <a:endParaRPr lang="zh-CN" altLang="en-US" sz="1050">
              <a:solidFill>
                <a:prstClr val="black"/>
              </a:solidFill>
              <a:latin typeface="Boehringer Forward Text"/>
            </a:endParaRPr>
          </a:p>
        </p:txBody>
      </p:sp>
      <p:sp>
        <p:nvSpPr>
          <p:cNvPr id="224" name="文本框 223">
            <a:extLst>
              <a:ext uri="{FF2B5EF4-FFF2-40B4-BE49-F238E27FC236}">
                <a16:creationId xmlns:a16="http://schemas.microsoft.com/office/drawing/2014/main" id="{CCC8D413-4BCC-6CD6-308A-C07DF7339292}"/>
              </a:ext>
            </a:extLst>
          </p:cNvPr>
          <p:cNvSpPr txBox="1"/>
          <p:nvPr/>
        </p:nvSpPr>
        <p:spPr bwMode="gray">
          <a:xfrm>
            <a:off x="7706293" y="3514325"/>
            <a:ext cx="862151" cy="207301"/>
          </a:xfrm>
          <a:prstGeom prst="rect">
            <a:avLst/>
          </a:prstGeom>
          <a:solidFill>
            <a:srgbClr val="E0E1F6"/>
          </a:solidFill>
        </p:spPr>
        <p:txBody>
          <a:bodyPr wrap="square" lIns="0" tIns="0" rIns="0" bIns="0" rtlCol="0">
            <a:spAutoFit/>
          </a:bodyPr>
          <a:lstStyle/>
          <a:p>
            <a:pPr defTabSz="685800">
              <a:lnSpc>
                <a:spcPct val="140000"/>
              </a:lnSpc>
            </a:pPr>
            <a:r>
              <a:rPr lang="en-US" altLang="zh-CN" sz="1050">
                <a:solidFill>
                  <a:prstClr val="black"/>
                </a:solidFill>
                <a:latin typeface="Boehringer Forward Text"/>
              </a:rPr>
              <a:t>4-month shift</a:t>
            </a:r>
            <a:endParaRPr lang="zh-CN" altLang="en-US" sz="1050">
              <a:solidFill>
                <a:prstClr val="black"/>
              </a:solidFill>
              <a:latin typeface="Boehringer Forward Text"/>
            </a:endParaRPr>
          </a:p>
        </p:txBody>
      </p:sp>
      <p:sp>
        <p:nvSpPr>
          <p:cNvPr id="5" name="文本框 4">
            <a:extLst>
              <a:ext uri="{FF2B5EF4-FFF2-40B4-BE49-F238E27FC236}">
                <a16:creationId xmlns:a16="http://schemas.microsoft.com/office/drawing/2014/main" id="{526F568A-28FF-435A-3C92-305353D9C750}"/>
              </a:ext>
            </a:extLst>
          </p:cNvPr>
          <p:cNvSpPr txBox="1"/>
          <p:nvPr/>
        </p:nvSpPr>
        <p:spPr>
          <a:xfrm>
            <a:off x="81771" y="1939649"/>
            <a:ext cx="3528000" cy="646986"/>
          </a:xfrm>
          <a:prstGeom prst="roundRect">
            <a:avLst/>
          </a:prstGeom>
          <a:noFill/>
          <a:ln>
            <a:solidFill>
              <a:srgbClr val="FF0000"/>
            </a:solidFill>
          </a:ln>
        </p:spPr>
        <p:txBody>
          <a:bodyPr wrap="square" rtlCol="0">
            <a:spAutoFit/>
          </a:bodyPr>
          <a:lstStyle/>
          <a:p>
            <a:pPr marL="72000" lvl="1" indent="-72000">
              <a:buFont typeface="Arial" panose="020B0604020202020204" pitchFamily="34" charset="0"/>
              <a:buChar char="•"/>
            </a:pPr>
            <a:r>
              <a:rPr lang="en-US" altLang="zh-CN" sz="800" b="1">
                <a:cs typeface="Calibri" panose="020F0502020204030204" pitchFamily="34" charset="0"/>
              </a:rPr>
              <a:t>1st IA data available 18 Apr.</a:t>
            </a:r>
          </a:p>
          <a:p>
            <a:pPr marL="72000" lvl="1" indent="-72000">
              <a:buFont typeface="Arial" panose="020B0604020202020204" pitchFamily="34" charset="0"/>
              <a:buChar char="•"/>
            </a:pPr>
            <a:r>
              <a:rPr lang="en-US" altLang="zh-CN" sz="800" b="1">
                <a:cs typeface="Calibri" panose="020F0502020204030204" pitchFamily="34" charset="0"/>
              </a:rPr>
              <a:t>2nd IA: 31 May, FDA dose justification Aug 2024.</a:t>
            </a:r>
          </a:p>
          <a:p>
            <a:pPr marL="72000" lvl="1" indent="-72000">
              <a:buFont typeface="Arial" panose="020B0604020202020204" pitchFamily="34" charset="0"/>
              <a:buChar char="•"/>
            </a:pPr>
            <a:r>
              <a:rPr lang="en-US" altLang="zh-CN" sz="800" b="1">
                <a:cs typeface="Calibri" panose="020F0502020204030204" pitchFamily="34" charset="0"/>
              </a:rPr>
              <a:t>Global is preparing 4 phase III trials (2L SCLC, 1L SCLC, 1L </a:t>
            </a:r>
            <a:r>
              <a:rPr lang="en-US" altLang="zh-CN" sz="800" b="1" err="1">
                <a:cs typeface="Calibri" panose="020F0502020204030204" pitchFamily="34" charset="0"/>
              </a:rPr>
              <a:t>epNEC</a:t>
            </a:r>
            <a:r>
              <a:rPr lang="en-US" altLang="zh-CN" sz="800" b="1">
                <a:cs typeface="Calibri" panose="020F0502020204030204" pitchFamily="34" charset="0"/>
              </a:rPr>
              <a:t>, LS-SCLC)</a:t>
            </a:r>
          </a:p>
        </p:txBody>
      </p:sp>
      <p:grpSp>
        <p:nvGrpSpPr>
          <p:cNvPr id="226" name="组合 225">
            <a:extLst>
              <a:ext uri="{FF2B5EF4-FFF2-40B4-BE49-F238E27FC236}">
                <a16:creationId xmlns:a16="http://schemas.microsoft.com/office/drawing/2014/main" id="{AC7B21F0-811A-8CB6-FED2-6D95C590E910}"/>
              </a:ext>
            </a:extLst>
          </p:cNvPr>
          <p:cNvGrpSpPr/>
          <p:nvPr/>
        </p:nvGrpSpPr>
        <p:grpSpPr>
          <a:xfrm>
            <a:off x="5407929" y="1630268"/>
            <a:ext cx="655766" cy="541068"/>
            <a:chOff x="6323048" y="1799999"/>
            <a:chExt cx="874354" cy="721424"/>
          </a:xfrm>
        </p:grpSpPr>
        <p:sp>
          <p:nvSpPr>
            <p:cNvPr id="233" name="OTLSHAPE_T_e17f3958430f4cff8650518c93c7635e_StartDate">
              <a:extLst>
                <a:ext uri="{FF2B5EF4-FFF2-40B4-BE49-F238E27FC236}">
                  <a16:creationId xmlns:a16="http://schemas.microsoft.com/office/drawing/2014/main" id="{FD00679C-398F-1C12-7B75-671882A1A782}"/>
                </a:ext>
              </a:extLst>
            </p:cNvPr>
            <p:cNvSpPr txBox="1"/>
            <p:nvPr>
              <p:custDataLst>
                <p:tags r:id="rId19"/>
              </p:custDataLst>
            </p:nvPr>
          </p:nvSpPr>
          <p:spPr>
            <a:xfrm>
              <a:off x="6323048" y="1799999"/>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Sep 2025</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242" name="组合 241">
              <a:extLst>
                <a:ext uri="{FF2B5EF4-FFF2-40B4-BE49-F238E27FC236}">
                  <a16:creationId xmlns:a16="http://schemas.microsoft.com/office/drawing/2014/main" id="{9B20D52C-3C95-C190-6E91-E2286D828302}"/>
                </a:ext>
              </a:extLst>
            </p:cNvPr>
            <p:cNvGrpSpPr/>
            <p:nvPr/>
          </p:nvGrpSpPr>
          <p:grpSpPr>
            <a:xfrm>
              <a:off x="6380483" y="2150764"/>
              <a:ext cx="772008" cy="370659"/>
              <a:chOff x="4358180" y="2156251"/>
              <a:chExt cx="772008" cy="370659"/>
            </a:xfrm>
          </p:grpSpPr>
          <p:sp>
            <p:nvSpPr>
              <p:cNvPr id="243" name="Star: 4 Points 143">
                <a:extLst>
                  <a:ext uri="{FF2B5EF4-FFF2-40B4-BE49-F238E27FC236}">
                    <a16:creationId xmlns:a16="http://schemas.microsoft.com/office/drawing/2014/main" id="{8369A15C-2C2C-DC1D-29DC-75E7E40576D8}"/>
                  </a:ext>
                </a:extLst>
              </p:cNvPr>
              <p:cNvSpPr/>
              <p:nvPr/>
            </p:nvSpPr>
            <p:spPr bwMode="auto">
              <a:xfrm>
                <a:off x="4646681" y="2156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244" name="Rectangle 100">
                <a:extLst>
                  <a:ext uri="{FF2B5EF4-FFF2-40B4-BE49-F238E27FC236}">
                    <a16:creationId xmlns:a16="http://schemas.microsoft.com/office/drawing/2014/main" id="{DC508012-3D94-C4EC-3EDA-6DD6B72429A6}"/>
                  </a:ext>
                </a:extLst>
              </p:cNvPr>
              <p:cNvSpPr/>
              <p:nvPr/>
            </p:nvSpPr>
            <p:spPr>
              <a:xfrm>
                <a:off x="4358180" y="2265299"/>
                <a:ext cx="772008"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Key results</a:t>
                </a:r>
                <a:endParaRPr lang="zh-CN" altLang="en-US" sz="675" b="1">
                  <a:solidFill>
                    <a:srgbClr val="44546A"/>
                  </a:solidFill>
                  <a:latin typeface="Calibri" panose="020F0502020204030204" pitchFamily="34" charset="0"/>
                  <a:cs typeface="Calibri" panose="020F0502020204030204" pitchFamily="34" charset="0"/>
                </a:endParaRPr>
              </a:p>
            </p:txBody>
          </p:sp>
        </p:grpSp>
      </p:grpSp>
      <p:grpSp>
        <p:nvGrpSpPr>
          <p:cNvPr id="245" name="组合 244">
            <a:extLst>
              <a:ext uri="{FF2B5EF4-FFF2-40B4-BE49-F238E27FC236}">
                <a16:creationId xmlns:a16="http://schemas.microsoft.com/office/drawing/2014/main" id="{634D403A-8836-A3AF-DAE4-588433763116}"/>
              </a:ext>
            </a:extLst>
          </p:cNvPr>
          <p:cNvGrpSpPr/>
          <p:nvPr/>
        </p:nvGrpSpPr>
        <p:grpSpPr>
          <a:xfrm>
            <a:off x="5639421" y="2151653"/>
            <a:ext cx="655766" cy="541068"/>
            <a:chOff x="6323048" y="1799999"/>
            <a:chExt cx="874354" cy="721424"/>
          </a:xfrm>
        </p:grpSpPr>
        <p:sp>
          <p:nvSpPr>
            <p:cNvPr id="246" name="OTLSHAPE_T_e17f3958430f4cff8650518c93c7635e_StartDate">
              <a:extLst>
                <a:ext uri="{FF2B5EF4-FFF2-40B4-BE49-F238E27FC236}">
                  <a16:creationId xmlns:a16="http://schemas.microsoft.com/office/drawing/2014/main" id="{84B0D144-6BB1-6A14-AC2E-F578A256FA44}"/>
                </a:ext>
              </a:extLst>
            </p:cNvPr>
            <p:cNvSpPr txBox="1"/>
            <p:nvPr>
              <p:custDataLst>
                <p:tags r:id="rId18"/>
              </p:custDataLst>
            </p:nvPr>
          </p:nvSpPr>
          <p:spPr>
            <a:xfrm>
              <a:off x="6323048" y="1799999"/>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Nov 2025</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248" name="组合 247">
              <a:extLst>
                <a:ext uri="{FF2B5EF4-FFF2-40B4-BE49-F238E27FC236}">
                  <a16:creationId xmlns:a16="http://schemas.microsoft.com/office/drawing/2014/main" id="{EE41035F-CC8E-C235-8AAF-BEF57D2E5463}"/>
                </a:ext>
              </a:extLst>
            </p:cNvPr>
            <p:cNvGrpSpPr/>
            <p:nvPr/>
          </p:nvGrpSpPr>
          <p:grpSpPr>
            <a:xfrm>
              <a:off x="6380483" y="2150764"/>
              <a:ext cx="772008" cy="370659"/>
              <a:chOff x="4358180" y="2156251"/>
              <a:chExt cx="772008" cy="370659"/>
            </a:xfrm>
          </p:grpSpPr>
          <p:sp>
            <p:nvSpPr>
              <p:cNvPr id="32" name="Star: 4 Points 143">
                <a:extLst>
                  <a:ext uri="{FF2B5EF4-FFF2-40B4-BE49-F238E27FC236}">
                    <a16:creationId xmlns:a16="http://schemas.microsoft.com/office/drawing/2014/main" id="{A02D029F-CE67-D841-55A7-DFE57112BE16}"/>
                  </a:ext>
                </a:extLst>
              </p:cNvPr>
              <p:cNvSpPr/>
              <p:nvPr/>
            </p:nvSpPr>
            <p:spPr bwMode="auto">
              <a:xfrm>
                <a:off x="4646681" y="2156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33" name="Rectangle 100">
                <a:extLst>
                  <a:ext uri="{FF2B5EF4-FFF2-40B4-BE49-F238E27FC236}">
                    <a16:creationId xmlns:a16="http://schemas.microsoft.com/office/drawing/2014/main" id="{2EF30D15-0A97-DB06-01E8-01FDFA31709A}"/>
                  </a:ext>
                </a:extLst>
              </p:cNvPr>
              <p:cNvSpPr/>
              <p:nvPr/>
            </p:nvSpPr>
            <p:spPr>
              <a:xfrm>
                <a:off x="4358180" y="2265299"/>
                <a:ext cx="772008"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Key results</a:t>
                </a:r>
                <a:endParaRPr lang="zh-CN" altLang="en-US" sz="675" b="1">
                  <a:solidFill>
                    <a:srgbClr val="44546A"/>
                  </a:solidFill>
                  <a:latin typeface="Calibri" panose="020F0502020204030204" pitchFamily="34" charset="0"/>
                  <a:cs typeface="Calibri" panose="020F0502020204030204" pitchFamily="34" charset="0"/>
                </a:endParaRPr>
              </a:p>
            </p:txBody>
          </p:sp>
        </p:grpSp>
      </p:grpSp>
      <p:grpSp>
        <p:nvGrpSpPr>
          <p:cNvPr id="40" name="组合 39">
            <a:extLst>
              <a:ext uri="{FF2B5EF4-FFF2-40B4-BE49-F238E27FC236}">
                <a16:creationId xmlns:a16="http://schemas.microsoft.com/office/drawing/2014/main" id="{62B45EA9-A20B-3A24-B810-15223AEFE89B}"/>
              </a:ext>
            </a:extLst>
          </p:cNvPr>
          <p:cNvGrpSpPr/>
          <p:nvPr/>
        </p:nvGrpSpPr>
        <p:grpSpPr>
          <a:xfrm>
            <a:off x="5921273" y="2651707"/>
            <a:ext cx="655766" cy="541068"/>
            <a:chOff x="6323048" y="1799999"/>
            <a:chExt cx="874354" cy="721424"/>
          </a:xfrm>
        </p:grpSpPr>
        <p:sp>
          <p:nvSpPr>
            <p:cNvPr id="49" name="OTLSHAPE_T_e17f3958430f4cff8650518c93c7635e_StartDate">
              <a:extLst>
                <a:ext uri="{FF2B5EF4-FFF2-40B4-BE49-F238E27FC236}">
                  <a16:creationId xmlns:a16="http://schemas.microsoft.com/office/drawing/2014/main" id="{9FA1EADB-E656-E414-D7A5-ED88D29D7EC3}"/>
                </a:ext>
              </a:extLst>
            </p:cNvPr>
            <p:cNvSpPr txBox="1"/>
            <p:nvPr>
              <p:custDataLst>
                <p:tags r:id="rId17"/>
              </p:custDataLst>
            </p:nvPr>
          </p:nvSpPr>
          <p:spPr>
            <a:xfrm>
              <a:off x="6323048" y="1799999"/>
              <a:ext cx="874354" cy="138500"/>
            </a:xfrm>
            <a:prstGeom prst="rect">
              <a:avLst/>
            </a:prstGeom>
            <a:noFill/>
          </p:spPr>
          <p:txBody>
            <a:bodyPr vert="horz" wrap="square" lIns="0" tIns="0" rIns="0" bIns="0" rtlCol="0" anchor="ctr" anchorCtr="0">
              <a:spAutoFit/>
            </a:bodyPr>
            <a:lstStyle/>
            <a:p>
              <a:pPr algn="ctr" defTabSz="685766"/>
              <a:r>
                <a:rPr lang="en-US" altLang="zh-CN" sz="675" b="1">
                  <a:solidFill>
                    <a:srgbClr val="44546A"/>
                  </a:solidFill>
                  <a:latin typeface="Calibri" panose="020F0502020204030204" pitchFamily="34" charset="0"/>
                  <a:cs typeface="Calibri" panose="020F0502020204030204" pitchFamily="34" charset="0"/>
                </a:rPr>
                <a:t>Jan 2026</a:t>
              </a:r>
              <a:endParaRPr lang="zh-CN" altLang="en-US" sz="675" b="1">
                <a:solidFill>
                  <a:srgbClr val="44546A"/>
                </a:solidFill>
                <a:latin typeface="Calibri" panose="020F0502020204030204" pitchFamily="34" charset="0"/>
                <a:cs typeface="Calibri" panose="020F0502020204030204" pitchFamily="34" charset="0"/>
              </a:endParaRPr>
            </a:p>
          </p:txBody>
        </p:sp>
        <p:grpSp>
          <p:nvGrpSpPr>
            <p:cNvPr id="50" name="组合 49">
              <a:extLst>
                <a:ext uri="{FF2B5EF4-FFF2-40B4-BE49-F238E27FC236}">
                  <a16:creationId xmlns:a16="http://schemas.microsoft.com/office/drawing/2014/main" id="{360B7897-2334-C332-A201-55780B39EA1C}"/>
                </a:ext>
              </a:extLst>
            </p:cNvPr>
            <p:cNvGrpSpPr/>
            <p:nvPr/>
          </p:nvGrpSpPr>
          <p:grpSpPr>
            <a:xfrm>
              <a:off x="6380483" y="2150764"/>
              <a:ext cx="772008" cy="370659"/>
              <a:chOff x="4358180" y="2156251"/>
              <a:chExt cx="772008" cy="370659"/>
            </a:xfrm>
          </p:grpSpPr>
          <p:sp>
            <p:nvSpPr>
              <p:cNvPr id="51" name="Star: 4 Points 143">
                <a:extLst>
                  <a:ext uri="{FF2B5EF4-FFF2-40B4-BE49-F238E27FC236}">
                    <a16:creationId xmlns:a16="http://schemas.microsoft.com/office/drawing/2014/main" id="{15759034-2ACE-FADF-9BA3-4650B216F2A2}"/>
                  </a:ext>
                </a:extLst>
              </p:cNvPr>
              <p:cNvSpPr/>
              <p:nvPr/>
            </p:nvSpPr>
            <p:spPr bwMode="auto">
              <a:xfrm>
                <a:off x="4646681" y="2156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66" eaLnBrk="0" fontAlgn="base" hangingPunct="0">
                  <a:spcBef>
                    <a:spcPct val="0"/>
                  </a:spcBef>
                  <a:spcAft>
                    <a:spcPct val="0"/>
                  </a:spcAft>
                </a:pPr>
                <a:endParaRPr lang="zh-CN" altLang="en-US">
                  <a:solidFill>
                    <a:prstClr val="black"/>
                  </a:solidFill>
                  <a:latin typeface="Calibri" panose="020F0502020204030204" pitchFamily="34" charset="0"/>
                  <a:cs typeface="Calibri" panose="020F0502020204030204" pitchFamily="34" charset="0"/>
                </a:endParaRPr>
              </a:p>
            </p:txBody>
          </p:sp>
          <p:sp>
            <p:nvSpPr>
              <p:cNvPr id="52" name="Rectangle 100">
                <a:extLst>
                  <a:ext uri="{FF2B5EF4-FFF2-40B4-BE49-F238E27FC236}">
                    <a16:creationId xmlns:a16="http://schemas.microsoft.com/office/drawing/2014/main" id="{05926A78-626A-8413-1A3D-4985153396F4}"/>
                  </a:ext>
                </a:extLst>
              </p:cNvPr>
              <p:cNvSpPr/>
              <p:nvPr/>
            </p:nvSpPr>
            <p:spPr>
              <a:xfrm>
                <a:off x="4358180" y="2265299"/>
                <a:ext cx="772008" cy="261611"/>
              </a:xfrm>
              <a:prstGeom prst="rect">
                <a:avLst/>
              </a:prstGeom>
            </p:spPr>
            <p:txBody>
              <a:bodyPr wrap="none">
                <a:spAutoFit/>
              </a:bodyPr>
              <a:lstStyle/>
              <a:p>
                <a:pPr algn="ctr" defTabSz="685783"/>
                <a:r>
                  <a:rPr lang="en-US" altLang="zh-CN" sz="675" b="1">
                    <a:solidFill>
                      <a:srgbClr val="44546A"/>
                    </a:solidFill>
                    <a:latin typeface="Calibri" panose="020F0502020204030204" pitchFamily="34" charset="0"/>
                    <a:cs typeface="Calibri" panose="020F0502020204030204" pitchFamily="34" charset="0"/>
                  </a:rPr>
                  <a:t>Key results</a:t>
                </a:r>
                <a:endParaRPr lang="zh-CN" altLang="en-US" sz="675" b="1">
                  <a:solidFill>
                    <a:srgbClr val="44546A"/>
                  </a:solidFill>
                  <a:latin typeface="Calibri" panose="020F0502020204030204" pitchFamily="34" charset="0"/>
                  <a:cs typeface="Calibri" panose="020F0502020204030204" pitchFamily="34" charset="0"/>
                </a:endParaRPr>
              </a:p>
            </p:txBody>
          </p:sp>
        </p:grpSp>
      </p:grpSp>
      <p:cxnSp>
        <p:nvCxnSpPr>
          <p:cNvPr id="264" name="连接符: 肘形 263">
            <a:extLst>
              <a:ext uri="{FF2B5EF4-FFF2-40B4-BE49-F238E27FC236}">
                <a16:creationId xmlns:a16="http://schemas.microsoft.com/office/drawing/2014/main" id="{72BC0897-70C2-7106-7172-54F16E8DC0C8}"/>
              </a:ext>
            </a:extLst>
          </p:cNvPr>
          <p:cNvCxnSpPr>
            <a:cxnSpLocks/>
          </p:cNvCxnSpPr>
          <p:nvPr/>
        </p:nvCxnSpPr>
        <p:spPr>
          <a:xfrm>
            <a:off x="3612462" y="1847135"/>
            <a:ext cx="694125" cy="540000"/>
          </a:xfrm>
          <a:prstGeom prst="bentConnector3">
            <a:avLst>
              <a:gd name="adj1" fmla="val -229"/>
            </a:avLst>
          </a:prstGeom>
          <a:ln w="12700">
            <a:solidFill>
              <a:schemeClr val="bg2"/>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68" name="连接符: 肘形 267">
            <a:extLst>
              <a:ext uri="{FF2B5EF4-FFF2-40B4-BE49-F238E27FC236}">
                <a16:creationId xmlns:a16="http://schemas.microsoft.com/office/drawing/2014/main" id="{96B4126A-EBC7-C031-2179-7390E5DF08DC}"/>
              </a:ext>
            </a:extLst>
          </p:cNvPr>
          <p:cNvCxnSpPr>
            <a:cxnSpLocks/>
          </p:cNvCxnSpPr>
          <p:nvPr/>
        </p:nvCxnSpPr>
        <p:spPr>
          <a:xfrm>
            <a:off x="3609269" y="2414914"/>
            <a:ext cx="694125" cy="468000"/>
          </a:xfrm>
          <a:prstGeom prst="bentConnector3">
            <a:avLst>
              <a:gd name="adj1" fmla="val -229"/>
            </a:avLst>
          </a:prstGeom>
          <a:ln w="12700">
            <a:solidFill>
              <a:schemeClr val="bg2"/>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69" name="连接符: 肘形 268">
            <a:extLst>
              <a:ext uri="{FF2B5EF4-FFF2-40B4-BE49-F238E27FC236}">
                <a16:creationId xmlns:a16="http://schemas.microsoft.com/office/drawing/2014/main" id="{FB96B724-8E5A-D6E3-D03B-082904074008}"/>
              </a:ext>
            </a:extLst>
          </p:cNvPr>
          <p:cNvCxnSpPr>
            <a:cxnSpLocks/>
          </p:cNvCxnSpPr>
          <p:nvPr/>
        </p:nvCxnSpPr>
        <p:spPr>
          <a:xfrm rot="16200000" flipH="1">
            <a:off x="3791479" y="3677774"/>
            <a:ext cx="78064" cy="451112"/>
          </a:xfrm>
          <a:prstGeom prst="bentConnector2">
            <a:avLst/>
          </a:prstGeom>
          <a:ln w="12700">
            <a:solidFill>
              <a:schemeClr val="bg2"/>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70" name="连接符: 肘形 269">
            <a:extLst>
              <a:ext uri="{FF2B5EF4-FFF2-40B4-BE49-F238E27FC236}">
                <a16:creationId xmlns:a16="http://schemas.microsoft.com/office/drawing/2014/main" id="{18E36C86-20BE-1333-A8A9-CA1D75D88AAF}"/>
              </a:ext>
            </a:extLst>
          </p:cNvPr>
          <p:cNvCxnSpPr>
            <a:cxnSpLocks/>
          </p:cNvCxnSpPr>
          <p:nvPr/>
        </p:nvCxnSpPr>
        <p:spPr>
          <a:xfrm>
            <a:off x="3606943" y="3944328"/>
            <a:ext cx="694125" cy="432000"/>
          </a:xfrm>
          <a:prstGeom prst="bentConnector3">
            <a:avLst>
              <a:gd name="adj1" fmla="val -229"/>
            </a:avLst>
          </a:prstGeom>
          <a:ln w="12700">
            <a:solidFill>
              <a:schemeClr val="bg2"/>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71" name="连接符: 肘形 270">
            <a:extLst>
              <a:ext uri="{FF2B5EF4-FFF2-40B4-BE49-F238E27FC236}">
                <a16:creationId xmlns:a16="http://schemas.microsoft.com/office/drawing/2014/main" id="{7BE39355-8B52-2227-A388-1A80D34BEA98}"/>
              </a:ext>
            </a:extLst>
          </p:cNvPr>
          <p:cNvCxnSpPr>
            <a:cxnSpLocks/>
          </p:cNvCxnSpPr>
          <p:nvPr/>
        </p:nvCxnSpPr>
        <p:spPr>
          <a:xfrm>
            <a:off x="3603750" y="4400277"/>
            <a:ext cx="694125" cy="468000"/>
          </a:xfrm>
          <a:prstGeom prst="bentConnector3">
            <a:avLst>
              <a:gd name="adj1" fmla="val -229"/>
            </a:avLst>
          </a:prstGeom>
          <a:ln w="12700">
            <a:solidFill>
              <a:schemeClr val="bg2"/>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DF7A1461-85AA-8AA0-6B99-F8B317C86D96}"/>
              </a:ext>
            </a:extLst>
          </p:cNvPr>
          <p:cNvSpPr txBox="1"/>
          <p:nvPr/>
        </p:nvSpPr>
        <p:spPr>
          <a:xfrm>
            <a:off x="87156" y="4018210"/>
            <a:ext cx="3253493" cy="919401"/>
          </a:xfrm>
          <a:prstGeom prst="roundRect">
            <a:avLst/>
          </a:prstGeom>
          <a:solidFill>
            <a:schemeClr val="bg1"/>
          </a:solidFill>
          <a:ln>
            <a:solidFill>
              <a:srgbClr val="FF0000"/>
            </a:solidFill>
          </a:ln>
        </p:spPr>
        <p:txBody>
          <a:bodyPr wrap="square" rtlCol="0">
            <a:spAutoFit/>
          </a:bodyPr>
          <a:lstStyle/>
          <a:p>
            <a:pPr marL="72000" indent="-72000">
              <a:buFont typeface="Arial" panose="020B0604020202020204" pitchFamily="34" charset="0"/>
              <a:buChar char="•"/>
              <a:defRPr/>
            </a:pPr>
            <a:r>
              <a:rPr lang="en-US" altLang="zh-CN" sz="800" b="1">
                <a:solidFill>
                  <a:prstClr val="black"/>
                </a:solidFill>
                <a:cs typeface="Calibri" panose="020F0502020204030204" pitchFamily="34" charset="0"/>
              </a:rPr>
              <a:t>CTP amendment v3 </a:t>
            </a:r>
            <a:r>
              <a:rPr lang="en-US" altLang="zh-CN" sz="800">
                <a:solidFill>
                  <a:prstClr val="black"/>
                </a:solidFill>
                <a:cs typeface="Calibri" panose="020F0502020204030204" pitchFamily="34" charset="0"/>
              </a:rPr>
              <a:t>– substantial and Type II HAI</a:t>
            </a:r>
          </a:p>
          <a:p>
            <a:pPr marL="279450" lvl="1" indent="-171450">
              <a:buFont typeface="Wingdings" panose="05000000000000000000" pitchFamily="2" charset="2"/>
              <a:buChar char="Ø"/>
              <a:defRPr/>
            </a:pPr>
            <a:r>
              <a:rPr lang="en-US" altLang="zh-CN" sz="800">
                <a:solidFill>
                  <a:prstClr val="black"/>
                </a:solidFill>
                <a:cs typeface="Calibri" panose="020F0502020204030204" pitchFamily="34" charset="0"/>
              </a:rPr>
              <a:t>CHN1 EC amendment submission/approval for CTP 3.0 planned in Mar / Apr 2024</a:t>
            </a:r>
          </a:p>
          <a:p>
            <a:pPr marL="279450" lvl="1" indent="-171450">
              <a:buFont typeface="Wingdings" panose="05000000000000000000" pitchFamily="2" charset="2"/>
              <a:buChar char="Ø"/>
              <a:defRPr/>
            </a:pPr>
            <a:r>
              <a:rPr lang="en-US" altLang="zh-CN" sz="800">
                <a:solidFill>
                  <a:prstClr val="black"/>
                </a:solidFill>
                <a:cs typeface="Calibri" panose="020F0502020204030204" pitchFamily="34" charset="0"/>
              </a:rPr>
              <a:t>HGRAC amendment approval for CTP 3.0 planned in Jun/Jul 2024 → We will restart the enrollment per the decision from global team.​ </a:t>
            </a:r>
          </a:p>
        </p:txBody>
      </p:sp>
    </p:spTree>
    <p:extLst>
      <p:ext uri="{BB962C8B-B14F-4D97-AF65-F5344CB8AC3E}">
        <p14:creationId xmlns:p14="http://schemas.microsoft.com/office/powerpoint/2010/main" val="2828716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0B5201D-B3D6-EB54-09E0-5140F95F9576}"/>
              </a:ext>
            </a:extLst>
          </p:cNvPr>
          <p:cNvSpPr>
            <a:spLocks noGrp="1"/>
          </p:cNvSpPr>
          <p:nvPr>
            <p:ph type="title"/>
          </p:nvPr>
        </p:nvSpPr>
        <p:spPr>
          <a:xfrm>
            <a:off x="359567" y="1059657"/>
            <a:ext cx="6186705" cy="1349896"/>
          </a:xfrm>
        </p:spPr>
        <p:txBody>
          <a:bodyPr/>
          <a:lstStyle/>
          <a:p>
            <a:r>
              <a:rPr lang="en-US" altLang="zh-CN"/>
              <a:t>Zongertinib (BI 1810631, HER2 TKI)</a:t>
            </a:r>
            <a:endParaRPr lang="zh-CN" altLang="en-US"/>
          </a:p>
        </p:txBody>
      </p:sp>
      <p:sp>
        <p:nvSpPr>
          <p:cNvPr id="2" name="文本占位符 1">
            <a:extLst>
              <a:ext uri="{FF2B5EF4-FFF2-40B4-BE49-F238E27FC236}">
                <a16:creationId xmlns:a16="http://schemas.microsoft.com/office/drawing/2014/main" id="{2AE8F0A3-EC29-BBCA-907C-D640FDC73618}"/>
              </a:ext>
            </a:extLst>
          </p:cNvPr>
          <p:cNvSpPr>
            <a:spLocks noGrp="1"/>
          </p:cNvSpPr>
          <p:nvPr>
            <p:ph type="subTitle" idx="14"/>
          </p:nvPr>
        </p:nvSpPr>
        <p:spPr/>
        <p:txBody>
          <a:bodyPr/>
          <a:lstStyle/>
          <a:p>
            <a:endParaRPr lang="zh-CN" altLang="en-US"/>
          </a:p>
        </p:txBody>
      </p:sp>
    </p:spTree>
    <p:extLst>
      <p:ext uri="{BB962C8B-B14F-4D97-AF65-F5344CB8AC3E}">
        <p14:creationId xmlns:p14="http://schemas.microsoft.com/office/powerpoint/2010/main" val="2163837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 name="Table 23">
            <a:extLst>
              <a:ext uri="{FF2B5EF4-FFF2-40B4-BE49-F238E27FC236}">
                <a16:creationId xmlns:a16="http://schemas.microsoft.com/office/drawing/2014/main" id="{F8AA53AD-9C6D-D223-8C42-D666BB20ADB2}"/>
              </a:ext>
            </a:extLst>
          </p:cNvPr>
          <p:cNvGraphicFramePr>
            <a:graphicFrameLocks noGrp="1"/>
          </p:cNvGraphicFramePr>
          <p:nvPr/>
        </p:nvGraphicFramePr>
        <p:xfrm>
          <a:off x="45029" y="667759"/>
          <a:ext cx="8775760" cy="4366510"/>
        </p:xfrm>
        <a:graphic>
          <a:graphicData uri="http://schemas.openxmlformats.org/drawingml/2006/table">
            <a:tbl>
              <a:tblPr firstRow="1" bandRow="1">
                <a:tableStyleId>{5940675A-B579-460E-94D1-54222C63F5DA}</a:tableStyleId>
              </a:tblPr>
              <a:tblGrid>
                <a:gridCol w="304470">
                  <a:extLst>
                    <a:ext uri="{9D8B030D-6E8A-4147-A177-3AD203B41FA5}">
                      <a16:colId xmlns:a16="http://schemas.microsoft.com/office/drawing/2014/main" val="2950099595"/>
                    </a:ext>
                  </a:extLst>
                </a:gridCol>
                <a:gridCol w="652436">
                  <a:extLst>
                    <a:ext uri="{9D8B030D-6E8A-4147-A177-3AD203B41FA5}">
                      <a16:colId xmlns:a16="http://schemas.microsoft.com/office/drawing/2014/main" val="2093768595"/>
                    </a:ext>
                  </a:extLst>
                </a:gridCol>
                <a:gridCol w="237729">
                  <a:extLst>
                    <a:ext uri="{9D8B030D-6E8A-4147-A177-3AD203B41FA5}">
                      <a16:colId xmlns:a16="http://schemas.microsoft.com/office/drawing/2014/main" val="547950254"/>
                    </a:ext>
                  </a:extLst>
                </a:gridCol>
                <a:gridCol w="434957">
                  <a:extLst>
                    <a:ext uri="{9D8B030D-6E8A-4147-A177-3AD203B41FA5}">
                      <a16:colId xmlns:a16="http://schemas.microsoft.com/office/drawing/2014/main" val="319875597"/>
                    </a:ext>
                  </a:extLst>
                </a:gridCol>
                <a:gridCol w="434957">
                  <a:extLst>
                    <a:ext uri="{9D8B030D-6E8A-4147-A177-3AD203B41FA5}">
                      <a16:colId xmlns:a16="http://schemas.microsoft.com/office/drawing/2014/main" val="1295835060"/>
                    </a:ext>
                  </a:extLst>
                </a:gridCol>
                <a:gridCol w="539346">
                  <a:extLst>
                    <a:ext uri="{9D8B030D-6E8A-4147-A177-3AD203B41FA5}">
                      <a16:colId xmlns:a16="http://schemas.microsoft.com/office/drawing/2014/main" val="138219848"/>
                    </a:ext>
                  </a:extLst>
                </a:gridCol>
                <a:gridCol w="341199">
                  <a:extLst>
                    <a:ext uri="{9D8B030D-6E8A-4147-A177-3AD203B41FA5}">
                      <a16:colId xmlns:a16="http://schemas.microsoft.com/office/drawing/2014/main" val="3015238208"/>
                    </a:ext>
                  </a:extLst>
                </a:gridCol>
                <a:gridCol w="218603">
                  <a:extLst>
                    <a:ext uri="{9D8B030D-6E8A-4147-A177-3AD203B41FA5}">
                      <a16:colId xmlns:a16="http://schemas.microsoft.com/office/drawing/2014/main" val="1324439861"/>
                    </a:ext>
                  </a:extLst>
                </a:gridCol>
                <a:gridCol w="539346">
                  <a:extLst>
                    <a:ext uri="{9D8B030D-6E8A-4147-A177-3AD203B41FA5}">
                      <a16:colId xmlns:a16="http://schemas.microsoft.com/office/drawing/2014/main" val="3995415652"/>
                    </a:ext>
                  </a:extLst>
                </a:gridCol>
                <a:gridCol w="539346">
                  <a:extLst>
                    <a:ext uri="{9D8B030D-6E8A-4147-A177-3AD203B41FA5}">
                      <a16:colId xmlns:a16="http://schemas.microsoft.com/office/drawing/2014/main" val="1321731655"/>
                    </a:ext>
                  </a:extLst>
                </a:gridCol>
                <a:gridCol w="539346">
                  <a:extLst>
                    <a:ext uri="{9D8B030D-6E8A-4147-A177-3AD203B41FA5}">
                      <a16:colId xmlns:a16="http://schemas.microsoft.com/office/drawing/2014/main" val="3429131579"/>
                    </a:ext>
                  </a:extLst>
                </a:gridCol>
                <a:gridCol w="539346">
                  <a:extLst>
                    <a:ext uri="{9D8B030D-6E8A-4147-A177-3AD203B41FA5}">
                      <a16:colId xmlns:a16="http://schemas.microsoft.com/office/drawing/2014/main" val="635750852"/>
                    </a:ext>
                  </a:extLst>
                </a:gridCol>
                <a:gridCol w="539346">
                  <a:extLst>
                    <a:ext uri="{9D8B030D-6E8A-4147-A177-3AD203B41FA5}">
                      <a16:colId xmlns:a16="http://schemas.microsoft.com/office/drawing/2014/main" val="4204178456"/>
                    </a:ext>
                  </a:extLst>
                </a:gridCol>
                <a:gridCol w="539346">
                  <a:extLst>
                    <a:ext uri="{9D8B030D-6E8A-4147-A177-3AD203B41FA5}">
                      <a16:colId xmlns:a16="http://schemas.microsoft.com/office/drawing/2014/main" val="2547853564"/>
                    </a:ext>
                  </a:extLst>
                </a:gridCol>
                <a:gridCol w="539346">
                  <a:extLst>
                    <a:ext uri="{9D8B030D-6E8A-4147-A177-3AD203B41FA5}">
                      <a16:colId xmlns:a16="http://schemas.microsoft.com/office/drawing/2014/main" val="1546209999"/>
                    </a:ext>
                  </a:extLst>
                </a:gridCol>
                <a:gridCol w="539346">
                  <a:extLst>
                    <a:ext uri="{9D8B030D-6E8A-4147-A177-3AD203B41FA5}">
                      <a16:colId xmlns:a16="http://schemas.microsoft.com/office/drawing/2014/main" val="2978411772"/>
                    </a:ext>
                  </a:extLst>
                </a:gridCol>
                <a:gridCol w="539346">
                  <a:extLst>
                    <a:ext uri="{9D8B030D-6E8A-4147-A177-3AD203B41FA5}">
                      <a16:colId xmlns:a16="http://schemas.microsoft.com/office/drawing/2014/main" val="2825206401"/>
                    </a:ext>
                  </a:extLst>
                </a:gridCol>
                <a:gridCol w="539346">
                  <a:extLst>
                    <a:ext uri="{9D8B030D-6E8A-4147-A177-3AD203B41FA5}">
                      <a16:colId xmlns:a16="http://schemas.microsoft.com/office/drawing/2014/main" val="2549368800"/>
                    </a:ext>
                  </a:extLst>
                </a:gridCol>
                <a:gridCol w="218603">
                  <a:extLst>
                    <a:ext uri="{9D8B030D-6E8A-4147-A177-3AD203B41FA5}">
                      <a16:colId xmlns:a16="http://schemas.microsoft.com/office/drawing/2014/main" val="506161789"/>
                    </a:ext>
                  </a:extLst>
                </a:gridCol>
              </a:tblGrid>
              <a:tr h="228600">
                <a:tc rowSpan="2" gridSpan="2">
                  <a:txBody>
                    <a:bodyPr/>
                    <a:lstStyle/>
                    <a:p>
                      <a:pPr marL="0" marR="0" lvl="0" indent="0" algn="l" defTabSz="685783" rtl="0" eaLnBrk="1" fontAlgn="auto" latinLnBrk="0" hangingPunct="1">
                        <a:lnSpc>
                          <a:spcPts val="1200"/>
                        </a:lnSpc>
                        <a:spcBef>
                          <a:spcPts val="0"/>
                        </a:spcBef>
                        <a:spcAft>
                          <a:spcPts val="0"/>
                        </a:spcAft>
                        <a:buClrTx/>
                        <a:buSzTx/>
                        <a:buFontTx/>
                        <a:buNone/>
                        <a:tabLst/>
                        <a:defRPr/>
                      </a:pPr>
                      <a:r>
                        <a:rPr lang="en-US" altLang="zh-CN" sz="700" b="1" kern="1200">
                          <a:solidFill>
                            <a:srgbClr val="076D7E"/>
                          </a:solidFill>
                          <a:latin typeface="BISansOpti"/>
                          <a:ea typeface="+mn-ea"/>
                          <a:cs typeface="+mn-cs"/>
                        </a:rPr>
                        <a:t>Beamion LUNG-1</a:t>
                      </a:r>
                    </a:p>
                    <a:p>
                      <a:pPr marL="0" marR="0" lvl="0" indent="0" algn="l" defTabSz="685783" rtl="0" eaLnBrk="1" fontAlgn="auto" latinLnBrk="0" hangingPunct="1">
                        <a:lnSpc>
                          <a:spcPts val="1200"/>
                        </a:lnSpc>
                        <a:spcBef>
                          <a:spcPts val="0"/>
                        </a:spcBef>
                        <a:spcAft>
                          <a:spcPts val="0"/>
                        </a:spcAft>
                        <a:buClrTx/>
                        <a:buSzTx/>
                        <a:buFontTx/>
                        <a:buNone/>
                        <a:tabLst/>
                        <a:defRPr/>
                      </a:pPr>
                      <a:r>
                        <a:rPr lang="en-US" altLang="zh-CN" sz="800" b="1" kern="1200">
                          <a:solidFill>
                            <a:srgbClr val="076D7E"/>
                          </a:solidFill>
                          <a:latin typeface="BISansOpti"/>
                          <a:ea typeface="+mn-ea"/>
                          <a:cs typeface="+mn-cs"/>
                        </a:rPr>
                        <a:t>(1479.1 )</a:t>
                      </a:r>
                    </a:p>
                  </a:txBody>
                  <a:tcPr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tcPr>
                </a:tc>
                <a:tc rowSpan="2" hMerge="1">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altLang="zh-CN" sz="800" b="1">
                          <a:solidFill>
                            <a:srgbClr val="0070C0"/>
                          </a:solidFill>
                          <a:latin typeface="Calibri" panose="020F0502020204030204" pitchFamily="34" charset="0"/>
                          <a:cs typeface="Calibri" panose="020F0502020204030204" pitchFamily="34" charset="0"/>
                        </a:rPr>
                        <a:t>1479.1 </a:t>
                      </a:r>
                    </a:p>
                    <a:p>
                      <a:pPr marL="0" marR="0" lvl="0" indent="0" algn="l" defTabSz="685783" rtl="0" eaLnBrk="1" fontAlgn="auto" latinLnBrk="0" hangingPunct="1">
                        <a:lnSpc>
                          <a:spcPct val="100000"/>
                        </a:lnSpc>
                        <a:spcBef>
                          <a:spcPts val="0"/>
                        </a:spcBef>
                        <a:spcAft>
                          <a:spcPts val="0"/>
                        </a:spcAft>
                        <a:buClrTx/>
                        <a:buSzTx/>
                        <a:buFontTx/>
                        <a:buNone/>
                        <a:tabLst/>
                        <a:defRPr/>
                      </a:pPr>
                      <a:r>
                        <a:rPr lang="en-US" altLang="zh-CN" sz="800" b="1" err="1">
                          <a:solidFill>
                            <a:srgbClr val="0066CC"/>
                          </a:solidFill>
                          <a:latin typeface="Calibri" panose="020F0502020204030204" pitchFamily="34" charset="0"/>
                          <a:cs typeface="Calibri" panose="020F0502020204030204" pitchFamily="34" charset="0"/>
                        </a:rPr>
                        <a:t>Beamion</a:t>
                      </a:r>
                      <a:r>
                        <a:rPr lang="en-US" altLang="zh-CN" sz="800" b="1">
                          <a:solidFill>
                            <a:srgbClr val="0066CC"/>
                          </a:solidFill>
                          <a:latin typeface="Calibri" panose="020F0502020204030204" pitchFamily="34" charset="0"/>
                          <a:cs typeface="Calibri" panose="020F0502020204030204" pitchFamily="34" charset="0"/>
                        </a:rPr>
                        <a:t> Lung 1</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pPr algn="ctr"/>
                      <a:endParaRPr lang="en-US" sz="600" kern="1200">
                        <a:solidFill>
                          <a:srgbClr val="336699"/>
                        </a:solidFill>
                        <a:latin typeface="BISansOpti"/>
                        <a:ea typeface="+mn-ea"/>
                        <a:cs typeface="+mn-cs"/>
                      </a:endParaRPr>
                    </a:p>
                  </a:txBody>
                  <a:tcPr>
                    <a:lnL w="19050" cap="flat" cmpd="sng" algn="ctr">
                      <a:noFill/>
                      <a:prstDash val="solid"/>
                      <a:round/>
                      <a:headEnd type="none" w="med" len="med"/>
                      <a:tailEnd type="none" w="med" len="med"/>
                    </a:lnL>
                    <a:lnR w="1905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9050" cap="flat" cmpd="sng" algn="ctr">
                      <a:solidFill>
                        <a:schemeClr val="bg2"/>
                      </a:solidFill>
                      <a:prstDash val="solid"/>
                      <a:round/>
                      <a:headEnd type="none" w="med" len="med"/>
                      <a:tailEnd type="none" w="med" len="med"/>
                    </a:lnBlToTr>
                    <a:solidFill>
                      <a:schemeClr val="bg1"/>
                    </a:solidFill>
                  </a:tcPr>
                </a:tc>
                <a:tc gridSpan="2">
                  <a:txBody>
                    <a:bodyPr/>
                    <a:lstStyle/>
                    <a:p>
                      <a:pPr algn="ctr"/>
                      <a:r>
                        <a:rPr lang="en-US" sz="800" b="1" kern="1200">
                          <a:solidFill>
                            <a:schemeClr val="bg1"/>
                          </a:solidFill>
                          <a:latin typeface="Boehringer Forward Text" panose="02000500000000020000" pitchFamily="2" charset="0"/>
                          <a:ea typeface="+mn-ea"/>
                          <a:cs typeface="+mn-cs"/>
                        </a:rPr>
                        <a:t>2022</a:t>
                      </a:r>
                    </a:p>
                  </a:txBody>
                  <a:tcPr>
                    <a:lnL w="19050" cap="flat" cmpd="sng" algn="ctr">
                      <a:solidFill>
                        <a:schemeClr val="bg2"/>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9050" cap="flat" cmpd="sng" algn="ctr">
                      <a:noFill/>
                      <a:prstDash val="solid"/>
                      <a:round/>
                      <a:headEnd type="none" w="med" len="med"/>
                      <a:tailEnd type="none" w="med" len="med"/>
                    </a:lnTlToBr>
                    <a:solidFill>
                      <a:schemeClr val="bg2"/>
                    </a:solidFill>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gridSpan="5">
                  <a:txBody>
                    <a:bodyPr/>
                    <a:lstStyle/>
                    <a:p>
                      <a:pPr algn="ctr"/>
                      <a:r>
                        <a:rPr lang="en-US" sz="800" b="1" kern="1200">
                          <a:solidFill>
                            <a:schemeClr val="bg1"/>
                          </a:solidFill>
                          <a:latin typeface="Boehringer Forward Text" panose="02000500000000020000" pitchFamily="2" charset="0"/>
                          <a:ea typeface="+mn-ea"/>
                          <a:cs typeface="+mn-cs"/>
                        </a:rPr>
                        <a:t>2023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9050" cap="flat" cmpd="sng" algn="ctr">
                      <a:noFill/>
                      <a:prstDash val="solid"/>
                      <a:round/>
                      <a:headEnd type="none" w="med" len="med"/>
                      <a:tailEnd type="none" w="med" len="med"/>
                    </a:lnTlToBr>
                    <a:solidFill>
                      <a:schemeClr val="bg2"/>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800" b="1" kern="1200">
                          <a:solidFill>
                            <a:schemeClr val="bg1"/>
                          </a:solidFill>
                          <a:latin typeface="Boehringer Forward Text" panose="02000500000000020000" pitchFamily="2" charset="0"/>
                          <a:ea typeface="+mn-ea"/>
                          <a:cs typeface="+mn-cs"/>
                        </a:rPr>
                        <a:t>2024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9050" cap="flat" cmpd="sng" algn="ctr">
                      <a:noFill/>
                      <a:prstDash val="solid"/>
                      <a:round/>
                      <a:headEnd type="none" w="med" len="med"/>
                      <a:tailEnd type="none" w="med" len="med"/>
                    </a:lnTlToBr>
                    <a:solidFill>
                      <a:schemeClr val="bg2"/>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800" b="1" kern="1200">
                          <a:solidFill>
                            <a:schemeClr val="bg1"/>
                          </a:solidFill>
                          <a:latin typeface="Boehringer Forward Text" panose="02000500000000020000" pitchFamily="2" charset="0"/>
                          <a:ea typeface="+mn-ea"/>
                          <a:cs typeface="+mn-cs"/>
                        </a:rPr>
                        <a:t>2025</a:t>
                      </a:r>
                    </a:p>
                  </a:txBody>
                  <a:tcPr>
                    <a:lnL w="12700" cap="flat" cmpd="sng" algn="ctr">
                      <a:solidFill>
                        <a:schemeClr val="bg1">
                          <a:lumMod val="85000"/>
                        </a:schemeClr>
                      </a:solidFill>
                      <a:prstDash val="solid"/>
                      <a:round/>
                      <a:headEnd type="none" w="med" len="med"/>
                      <a:tailEnd type="none" w="med" len="med"/>
                    </a:lnL>
                    <a:lnR w="19050" cap="flat" cmpd="sng" algn="ctr">
                      <a:solidFill>
                        <a:schemeClr val="bg2"/>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9050" cap="flat" cmpd="sng" algn="ctr">
                      <a:noFill/>
                      <a:prstDash val="solid"/>
                      <a:round/>
                      <a:headEnd type="none" w="med" len="med"/>
                      <a:tailEnd type="none" w="med" len="med"/>
                    </a:lnTlToBr>
                    <a:solidFill>
                      <a:schemeClr val="bg2"/>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endParaRPr lang="en-US" sz="600" kern="1200">
                        <a:solidFill>
                          <a:srgbClr val="336699"/>
                        </a:solidFill>
                        <a:latin typeface="BISansOpti"/>
                        <a:ea typeface="+mn-ea"/>
                        <a:cs typeface="+mn-cs"/>
                      </a:endParaRPr>
                    </a:p>
                  </a:txBody>
                  <a:tcPr>
                    <a:lnL w="19050" cap="flat" cmpd="sng" algn="ctr">
                      <a:solidFill>
                        <a:schemeClr val="bg2"/>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9050" cap="flat" cmpd="sng" algn="ctr">
                      <a:solidFill>
                        <a:schemeClr val="bg2"/>
                      </a:solidFill>
                      <a:prstDash val="solid"/>
                      <a:round/>
                      <a:headEnd type="none" w="med" len="med"/>
                      <a:tailEnd type="none" w="med" len="med"/>
                    </a:lnTlToBr>
                    <a:noFill/>
                  </a:tcPr>
                </a:tc>
                <a:extLst>
                  <a:ext uri="{0D108BD9-81ED-4DB2-BD59-A6C34878D82A}">
                    <a16:rowId xmlns:a16="http://schemas.microsoft.com/office/drawing/2014/main" val="2476937554"/>
                  </a:ext>
                </a:extLst>
              </a:tr>
              <a:tr h="228600">
                <a:tc gridSpan="2" vMerge="1">
                  <a:txBody>
                    <a:bodyPr/>
                    <a:lstStyle/>
                    <a:p>
                      <a:endParaRPr lang="en-US"/>
                    </a:p>
                  </a:txBody>
                  <a:tcPr/>
                </a:tc>
                <a:tc hMerge="1" vMerge="1">
                  <a:txBody>
                    <a:bodyPr/>
                    <a:lstStyle/>
                    <a:p>
                      <a:pPr algn="l" defTabSz="685783"/>
                      <a:endParaRPr lang="en-US" altLang="zh-CN" sz="800" b="1">
                        <a:solidFill>
                          <a:srgbClr val="0070C0"/>
                        </a:solidFill>
                        <a:latin typeface="Calibri" panose="020F0502020204030204" pitchFamily="34" charset="0"/>
                        <a:cs typeface="Calibri" panose="020F050202020403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sz="600" kern="1200">
                        <a:solidFill>
                          <a:srgbClr val="336699"/>
                        </a:solidFill>
                        <a:latin typeface="BISansOpti"/>
                        <a:ea typeface="+mn-ea"/>
                        <a:cs typeface="+mn-cs"/>
                      </a:endParaRPr>
                    </a:p>
                  </a:txBody>
                  <a:tcPr>
                    <a:lnL w="19050" cap="flat" cmpd="sng" algn="ctr">
                      <a:no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9050" cap="flat" cmpd="sng" algn="ctr">
                      <a:solidFill>
                        <a:schemeClr val="bg2"/>
                      </a:solidFill>
                      <a:prstDash val="solid"/>
                      <a:round/>
                      <a:headEnd type="none" w="med" len="med"/>
                      <a:tailEnd type="none" w="med" len="med"/>
                    </a:lnTlToBr>
                    <a:lnBlToTr w="19050" cap="flat" cmpd="sng" algn="ctr">
                      <a:noFill/>
                      <a:prstDash val="solid"/>
                      <a:round/>
                      <a:headEnd type="none" w="med" len="med"/>
                      <a:tailEnd type="none" w="med" len="med"/>
                    </a:lnBlToTr>
                    <a:solidFill>
                      <a:schemeClr val="bg1"/>
                    </a:solidFill>
                  </a:tcPr>
                </a:tc>
                <a:tc>
                  <a:txBody>
                    <a:bodyPr/>
                    <a:lstStyle/>
                    <a:p>
                      <a:pPr algn="ctr"/>
                      <a:r>
                        <a:rPr lang="en-US" sz="600" kern="1200">
                          <a:solidFill>
                            <a:schemeClr val="tx1"/>
                          </a:solidFill>
                          <a:latin typeface="Boehringer Forward Text" panose="02000500000000020000" pitchFamily="2" charset="0"/>
                          <a:ea typeface="+mn-ea"/>
                          <a:cs typeface="+mn-cs"/>
                        </a:rPr>
                        <a:t>H1</a:t>
                      </a:r>
                    </a:p>
                  </a:txBody>
                  <a:tcPr anchor="ctr">
                    <a:lnL w="19050" cap="flat" cmpd="sng" algn="ctr">
                      <a:solidFill>
                        <a:schemeClr val="bg2"/>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a:txBody>
                    <a:bodyPr/>
                    <a:lstStyle/>
                    <a:p>
                      <a:pPr algn="ctr"/>
                      <a:r>
                        <a:rPr lang="en-US" sz="600" kern="1200">
                          <a:solidFill>
                            <a:schemeClr val="tx1"/>
                          </a:solidFill>
                          <a:latin typeface="Boehringer Forward Text" panose="02000500000000020000" pitchFamily="2" charset="0"/>
                          <a:ea typeface="+mn-ea"/>
                          <a:cs typeface="+mn-cs"/>
                        </a:rPr>
                        <a:t>H2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600" kern="1200">
                          <a:solidFill>
                            <a:schemeClr val="tx1"/>
                          </a:solidFill>
                          <a:latin typeface="Boehringer Forward Text" panose="02000500000000020000" pitchFamily="2" charset="0"/>
                          <a:ea typeface="+mn-ea"/>
                          <a:cs typeface="+mn-cs"/>
                        </a:rPr>
                        <a:t>Q1</a:t>
                      </a:r>
                      <a:endParaRPr lang="zh-CN" altLang="en-US" sz="600" kern="1200">
                        <a:solidFill>
                          <a:schemeClr val="tx1"/>
                        </a:solidFill>
                        <a:latin typeface="Boehringer Forward Text" panose="02000500000000020000" pitchFamily="2" charset="0"/>
                        <a:ea typeface="+mn-ea"/>
                        <a:cs typeface="+mn-cs"/>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gridSpan="2">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tx1"/>
                          </a:solidFill>
                          <a:latin typeface="Boehringer Forward Text" panose="02000500000000020000" pitchFamily="2" charset="0"/>
                          <a:ea typeface="+mn-ea"/>
                          <a:cs typeface="+mn-cs"/>
                        </a:rPr>
                        <a:t>Q2</a:t>
                      </a:r>
                      <a:endParaRPr lang="zh-CN" altLang="en-US" sz="600" kern="1200">
                        <a:solidFill>
                          <a:schemeClr val="tx1"/>
                        </a:solidFill>
                        <a:latin typeface="Boehringer Forward Text" panose="02000500000000020000" pitchFamily="2" charset="0"/>
                        <a:ea typeface="+mn-ea"/>
                        <a:cs typeface="+mn-cs"/>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800" b="1">
                        <a:solidFill>
                          <a:srgbClr val="000000"/>
                        </a:solidFill>
                        <a:latin typeface="Calibri" panose="020F0502020204030204" pitchFamily="34" charset="0"/>
                        <a:cs typeface="Calibri" panose="020F0502020204030204" pitchFamily="34" charset="0"/>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rgbClr val="7AA9E7"/>
                    </a:solidFill>
                  </a:tcPr>
                </a:tc>
                <a:tc>
                  <a:txBody>
                    <a:bodyPr/>
                    <a:lstStyle/>
                    <a:p>
                      <a:pPr algn="ctr"/>
                      <a:r>
                        <a:rPr lang="en-US" altLang="zh-CN" sz="600" kern="1200">
                          <a:solidFill>
                            <a:schemeClr val="tx1"/>
                          </a:solidFill>
                          <a:latin typeface="Boehringer Forward Text" panose="02000500000000020000" pitchFamily="2" charset="0"/>
                          <a:ea typeface="+mn-ea"/>
                          <a:cs typeface="+mn-cs"/>
                        </a:rPr>
                        <a:t>Q3</a:t>
                      </a:r>
                      <a:endParaRPr lang="zh-CN" altLang="en-US" sz="600" kern="1200">
                        <a:solidFill>
                          <a:schemeClr val="tx1"/>
                        </a:solidFill>
                        <a:latin typeface="Boehringer Forward Text" panose="02000500000000020000" pitchFamily="2" charset="0"/>
                        <a:ea typeface="+mn-ea"/>
                        <a:cs typeface="+mn-cs"/>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600" kern="1200">
                          <a:solidFill>
                            <a:schemeClr val="tx1"/>
                          </a:solidFill>
                          <a:latin typeface="Boehringer Forward Text" panose="02000500000000020000" pitchFamily="2" charset="0"/>
                          <a:ea typeface="+mn-ea"/>
                          <a:cs typeface="+mn-cs"/>
                        </a:rPr>
                        <a:t>Q4</a:t>
                      </a:r>
                      <a:endParaRPr lang="zh-CN" altLang="en-US" sz="600" kern="1200">
                        <a:solidFill>
                          <a:schemeClr val="tx1"/>
                        </a:solidFill>
                        <a:latin typeface="Boehringer Forward Text" panose="02000500000000020000" pitchFamily="2" charset="0"/>
                        <a:ea typeface="+mn-ea"/>
                        <a:cs typeface="+mn-cs"/>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600" kern="1200">
                          <a:solidFill>
                            <a:schemeClr val="tx1"/>
                          </a:solidFill>
                          <a:latin typeface="Boehringer Forward Text" panose="02000500000000020000" pitchFamily="2" charset="0"/>
                          <a:ea typeface="+mn-ea"/>
                          <a:cs typeface="+mn-cs"/>
                        </a:rPr>
                        <a:t>Q1</a:t>
                      </a:r>
                      <a:endParaRPr lang="zh-CN" altLang="en-US" sz="600" kern="1200">
                        <a:solidFill>
                          <a:schemeClr val="tx1"/>
                        </a:solidFill>
                        <a:latin typeface="Boehringer Forward Text" panose="02000500000000020000" pitchFamily="2" charset="0"/>
                        <a:ea typeface="+mn-ea"/>
                        <a:cs typeface="+mn-cs"/>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tx1"/>
                          </a:solidFill>
                          <a:latin typeface="Boehringer Forward Text" panose="02000500000000020000" pitchFamily="2" charset="0"/>
                          <a:ea typeface="+mn-ea"/>
                          <a:cs typeface="+mn-cs"/>
                        </a:rPr>
                        <a:t>Q2</a:t>
                      </a:r>
                      <a:endParaRPr lang="zh-CN" altLang="en-US" sz="600" kern="1200">
                        <a:solidFill>
                          <a:schemeClr val="tx1"/>
                        </a:solidFill>
                        <a:latin typeface="Boehringer Forward Text" panose="02000500000000020000" pitchFamily="2" charset="0"/>
                        <a:ea typeface="+mn-ea"/>
                        <a:cs typeface="+mn-cs"/>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a:txBody>
                    <a:bodyPr/>
                    <a:lstStyle/>
                    <a:p>
                      <a:pPr algn="ctr"/>
                      <a:r>
                        <a:rPr lang="en-US" altLang="zh-CN" sz="600" kern="1200">
                          <a:solidFill>
                            <a:schemeClr val="tx1"/>
                          </a:solidFill>
                          <a:latin typeface="Boehringer Forward Text" panose="02000500000000020000" pitchFamily="2" charset="0"/>
                          <a:ea typeface="+mn-ea"/>
                          <a:cs typeface="+mn-cs"/>
                        </a:rPr>
                        <a:t>Q3</a:t>
                      </a:r>
                      <a:endParaRPr lang="zh-CN" altLang="en-US" sz="600" kern="1200">
                        <a:solidFill>
                          <a:schemeClr val="tx1"/>
                        </a:solidFill>
                        <a:latin typeface="Boehringer Forward Text" panose="02000500000000020000" pitchFamily="2" charset="0"/>
                        <a:ea typeface="+mn-ea"/>
                        <a:cs typeface="+mn-cs"/>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600" kern="1200">
                          <a:solidFill>
                            <a:schemeClr val="tx1"/>
                          </a:solidFill>
                          <a:latin typeface="Boehringer Forward Text" panose="02000500000000020000" pitchFamily="2" charset="0"/>
                          <a:ea typeface="+mn-ea"/>
                          <a:cs typeface="+mn-cs"/>
                        </a:rPr>
                        <a:t>Q4</a:t>
                      </a:r>
                      <a:endParaRPr lang="zh-CN" altLang="en-US" sz="600" kern="1200">
                        <a:solidFill>
                          <a:schemeClr val="tx1"/>
                        </a:solidFill>
                        <a:latin typeface="Boehringer Forward Text" panose="02000500000000020000" pitchFamily="2" charset="0"/>
                        <a:ea typeface="+mn-ea"/>
                        <a:cs typeface="+mn-cs"/>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600" kern="1200">
                          <a:solidFill>
                            <a:schemeClr val="tx1"/>
                          </a:solidFill>
                          <a:latin typeface="Boehringer Forward Text" panose="02000500000000020000" pitchFamily="2" charset="0"/>
                          <a:ea typeface="+mn-ea"/>
                          <a:cs typeface="+mn-cs"/>
                        </a:rPr>
                        <a:t>Q1</a:t>
                      </a:r>
                      <a:endParaRPr lang="zh-CN" altLang="en-US" sz="600" kern="1200">
                        <a:solidFill>
                          <a:schemeClr val="tx1"/>
                        </a:solidFill>
                        <a:latin typeface="Boehringer Forward Text" panose="02000500000000020000" pitchFamily="2" charset="0"/>
                        <a:ea typeface="+mn-ea"/>
                        <a:cs typeface="+mn-cs"/>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600" kern="1200">
                          <a:solidFill>
                            <a:schemeClr val="tx1"/>
                          </a:solidFill>
                          <a:latin typeface="Boehringer Forward Text" panose="02000500000000020000" pitchFamily="2" charset="0"/>
                          <a:ea typeface="+mn-ea"/>
                          <a:cs typeface="+mn-cs"/>
                        </a:rPr>
                        <a:t>Q2</a:t>
                      </a:r>
                      <a:endParaRPr lang="zh-CN" altLang="en-US" sz="600" kern="1200">
                        <a:solidFill>
                          <a:schemeClr val="tx1"/>
                        </a:solidFill>
                        <a:latin typeface="Boehringer Forward Text" panose="02000500000000020000" pitchFamily="2" charset="0"/>
                        <a:ea typeface="+mn-ea"/>
                        <a:cs typeface="+mn-cs"/>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a:txBody>
                    <a:bodyPr/>
                    <a:lstStyle/>
                    <a:p>
                      <a:pPr algn="ctr"/>
                      <a:r>
                        <a:rPr lang="en-US" altLang="zh-CN" sz="600" kern="1200">
                          <a:solidFill>
                            <a:schemeClr val="tx1"/>
                          </a:solidFill>
                          <a:latin typeface="Boehringer Forward Text" panose="02000500000000020000" pitchFamily="2" charset="0"/>
                          <a:ea typeface="+mn-ea"/>
                          <a:cs typeface="+mn-cs"/>
                        </a:rPr>
                        <a:t>Q3</a:t>
                      </a:r>
                      <a:endParaRPr lang="zh-CN" altLang="en-US" sz="600" kern="1200">
                        <a:solidFill>
                          <a:schemeClr val="tx1"/>
                        </a:solidFill>
                        <a:latin typeface="Boehringer Forward Text" panose="02000500000000020000" pitchFamily="2" charset="0"/>
                        <a:ea typeface="+mn-ea"/>
                        <a:cs typeface="+mn-cs"/>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600" kern="1200">
                          <a:solidFill>
                            <a:schemeClr val="tx1"/>
                          </a:solidFill>
                          <a:latin typeface="Boehringer Forward Text" panose="02000500000000020000" pitchFamily="2" charset="0"/>
                          <a:ea typeface="+mn-ea"/>
                          <a:cs typeface="+mn-cs"/>
                        </a:rPr>
                        <a:t>Q4</a:t>
                      </a:r>
                      <a:endParaRPr lang="zh-CN" altLang="en-US" sz="600" kern="1200">
                        <a:solidFill>
                          <a:schemeClr val="tx1"/>
                        </a:solidFill>
                        <a:latin typeface="Boehringer Forward Text" panose="02000500000000020000" pitchFamily="2" charset="0"/>
                        <a:ea typeface="+mn-ea"/>
                        <a:cs typeface="+mn-cs"/>
                      </a:endParaRPr>
                    </a:p>
                  </a:txBody>
                  <a:tcPr marL="68580" marR="68580" marT="34290" marB="34290" anchor="ctr">
                    <a:lnL w="12700" cap="flat" cmpd="sng" algn="ctr">
                      <a:solidFill>
                        <a:schemeClr val="bg1">
                          <a:lumMod val="85000"/>
                        </a:schemeClr>
                      </a:solidFill>
                      <a:prstDash val="solid"/>
                      <a:round/>
                      <a:headEnd type="none" w="med" len="med"/>
                      <a:tailEnd type="none" w="med" len="med"/>
                    </a:lnL>
                    <a:lnR w="1905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chemeClr val="bg2">
                        <a:lumMod val="50000"/>
                        <a:lumOff val="50000"/>
                      </a:schemeClr>
                    </a:solidFill>
                  </a:tcPr>
                </a:tc>
                <a:tc>
                  <a:txBody>
                    <a:bodyPr/>
                    <a:lstStyle/>
                    <a:p>
                      <a:pPr algn="r"/>
                      <a:endParaRPr lang="en-US" sz="600" kern="1200">
                        <a:solidFill>
                          <a:srgbClr val="336699"/>
                        </a:solidFill>
                        <a:latin typeface="BISansOpti"/>
                        <a:ea typeface="+mn-ea"/>
                        <a:cs typeface="+mn-cs"/>
                      </a:endParaRPr>
                    </a:p>
                  </a:txBody>
                  <a:tcPr>
                    <a:lnL w="19050" cap="flat" cmpd="sng" algn="ctr">
                      <a:solidFill>
                        <a:schemeClr val="bg2"/>
                      </a:solidFill>
                      <a:prstDash val="solid"/>
                      <a:round/>
                      <a:headEnd type="none" w="med" len="med"/>
                      <a:tailEnd type="none" w="med" len="med"/>
                    </a:lnL>
                    <a:lnR w="31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9050" cap="flat" cmpd="sng" algn="ctr">
                      <a:solidFill>
                        <a:schemeClr val="bg2"/>
                      </a:solidFill>
                      <a:prstDash val="solid"/>
                      <a:round/>
                      <a:headEnd type="none" w="med" len="med"/>
                      <a:tailEnd type="none" w="med" len="med"/>
                    </a:lnBlToTr>
                    <a:noFill/>
                  </a:tcPr>
                </a:tc>
                <a:extLst>
                  <a:ext uri="{0D108BD9-81ED-4DB2-BD59-A6C34878D82A}">
                    <a16:rowId xmlns:a16="http://schemas.microsoft.com/office/drawing/2014/main" val="2595960948"/>
                  </a:ext>
                </a:extLst>
              </a:tr>
              <a:tr h="228600">
                <a:tc rowSpan="7">
                  <a:txBody>
                    <a:bodyPr/>
                    <a:lstStyle/>
                    <a:p>
                      <a:pPr lvl="0" algn="ctr" defTabSz="685783"/>
                      <a:r>
                        <a:rPr lang="en-US" altLang="zh-CN" sz="800" b="1" kern="1200">
                          <a:solidFill>
                            <a:schemeClr val="bg1"/>
                          </a:solidFill>
                          <a:latin typeface="BISansOpti"/>
                          <a:ea typeface="+mn-ea"/>
                          <a:cs typeface="+mn-cs"/>
                        </a:rPr>
                        <a:t>Global</a:t>
                      </a:r>
                    </a:p>
                  </a:txBody>
                  <a:tcPr vert="vert27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1"/>
                      </a:solidFill>
                      <a:prstDash val="solid"/>
                      <a:round/>
                      <a:headEnd type="none" w="med" len="med"/>
                      <a:tailEnd type="none" w="med" len="med"/>
                    </a:lnB>
                    <a:lnTlToBr w="19050" cap="flat" cmpd="sng" algn="ctr">
                      <a:noFill/>
                      <a:prstDash val="solid"/>
                      <a:round/>
                      <a:headEnd type="none" w="med" len="med"/>
                      <a:tailEnd type="none" w="med" len="med"/>
                    </a:lnTlToBr>
                    <a:solidFill>
                      <a:schemeClr val="bg2"/>
                    </a:solidFill>
                  </a:tcPr>
                </a:tc>
                <a:tc>
                  <a:txBody>
                    <a:bodyPr/>
                    <a:lstStyle/>
                    <a:p>
                      <a:pPr algn="l" defTabSz="685783"/>
                      <a:r>
                        <a:rPr lang="en-US" sz="700" b="1" kern="1200">
                          <a:solidFill>
                            <a:schemeClr val="bg1"/>
                          </a:solidFill>
                          <a:latin typeface="BISansOpti"/>
                          <a:ea typeface="+mn-ea"/>
                          <a:cs typeface="+mn-cs"/>
                        </a:rPr>
                        <a:t>Phase </a:t>
                      </a:r>
                      <a:r>
                        <a:rPr lang="en-US" sz="700" b="1" kern="1200" err="1">
                          <a:solidFill>
                            <a:schemeClr val="bg1"/>
                          </a:solidFill>
                          <a:latin typeface="BISansOpti"/>
                          <a:ea typeface="+mn-ea"/>
                          <a:cs typeface="+mn-cs"/>
                        </a:rPr>
                        <a:t>Ia</a:t>
                      </a:r>
                      <a:endParaRPr lang="en-US" altLang="zh-CN" sz="700" b="1" kern="1200">
                        <a:solidFill>
                          <a:schemeClr val="bg1"/>
                        </a:solidFill>
                        <a:latin typeface="BISansOpti"/>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9050" cap="flat" cmpd="sng" algn="ctr">
                      <a:noFill/>
                      <a:prstDash val="solid"/>
                      <a:round/>
                      <a:headEnd type="none" w="med" len="med"/>
                      <a:tailEnd type="none" w="med" len="med"/>
                    </a:lnTlToBr>
                    <a:solidFill>
                      <a:srgbClr val="86251B"/>
                    </a:solidFill>
                  </a:tcPr>
                </a:tc>
                <a:tc rowSpan="7">
                  <a:txBody>
                    <a:bodyPr/>
                    <a:lstStyle/>
                    <a:p>
                      <a:pPr algn="l" defTabSz="685783"/>
                      <a:endParaRPr lang="en-US" altLang="zh-CN" sz="600" kern="1200">
                        <a:solidFill>
                          <a:srgbClr val="336699"/>
                        </a:solidFill>
                        <a:latin typeface="BISansOpti"/>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9050" cap="flat" cmpd="sng" algn="ctr">
                      <a:noFill/>
                      <a:prstDash val="solid"/>
                      <a:round/>
                      <a:headEnd type="none" w="med" len="med"/>
                      <a:tailEnd type="none" w="med" len="med"/>
                    </a:lnTlToBr>
                    <a:noFill/>
                  </a:tcPr>
                </a:tc>
                <a:tc gridSpan="2">
                  <a:txBody>
                    <a:bodyPr/>
                    <a:lstStyle/>
                    <a:p>
                      <a:endParaRPr lang="en-US" sz="600" kern="1200">
                        <a:solidFill>
                          <a:srgbClr val="336699"/>
                        </a:solidFill>
                        <a:latin typeface="BISansOpti"/>
                        <a:ea typeface="+mn-ea"/>
                        <a:cs typeface="+mn-cs"/>
                      </a:endParaRPr>
                    </a:p>
                  </a:txBody>
                  <a:tcPr>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gridSpan="2">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rowSpan="7">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3175"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593937780"/>
                  </a:ext>
                </a:extLst>
              </a:tr>
              <a:tr h="182880">
                <a:tc vMerge="1">
                  <a:txBody>
                    <a:bodyPr/>
                    <a:lstStyle/>
                    <a:p>
                      <a:pPr lvl="1" algn="ctr" defTabSz="685783"/>
                      <a:endParaRPr lang="en-US" altLang="zh-CN" sz="800" b="1">
                        <a:solidFill>
                          <a:schemeClr val="bg1"/>
                        </a:solidFill>
                        <a:latin typeface="Calibri" panose="020F0502020204030204" pitchFamily="34" charset="0"/>
                        <a:cs typeface="Calibri" panose="020F0502020204030204" pitchFamily="34" charset="0"/>
                      </a:endParaRPr>
                    </a:p>
                  </a:txBody>
                  <a:tcPr vert="vert270" anchor="ctr">
                    <a:lnL w="12700" cap="flat" cmpd="sng" algn="ctr">
                      <a:solidFill>
                        <a:schemeClr val="bg1">
                          <a:lumMod val="85000"/>
                        </a:schemeClr>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rgbClr val="336597"/>
                    </a:solidFill>
                  </a:tcPr>
                </a:tc>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700" b="1" kern="1200">
                          <a:solidFill>
                            <a:schemeClr val="bg1"/>
                          </a:solidFill>
                          <a:latin typeface="BISansOpti"/>
                          <a:ea typeface="+mn-ea"/>
                          <a:cs typeface="+mn-cs"/>
                        </a:rPr>
                        <a:t>Phase </a:t>
                      </a:r>
                      <a:r>
                        <a:rPr lang="en-US" sz="700" b="1" kern="1200" err="1">
                          <a:solidFill>
                            <a:schemeClr val="bg1"/>
                          </a:solidFill>
                          <a:latin typeface="BISansOpti"/>
                          <a:ea typeface="+mn-ea"/>
                          <a:cs typeface="+mn-cs"/>
                        </a:rPr>
                        <a:t>Ib</a:t>
                      </a:r>
                      <a:endParaRPr lang="en-US" altLang="zh-CN" sz="700" b="1" kern="1200">
                        <a:solidFill>
                          <a:schemeClr val="bg1"/>
                        </a:solidFill>
                        <a:latin typeface="BISansOpti"/>
                        <a:ea typeface="+mn-ea"/>
                        <a:cs typeface="+mn-cs"/>
                      </a:endParaRP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solidFill>
                      <a:srgbClr val="076D7E"/>
                    </a:solidFill>
                  </a:tcPr>
                </a:tc>
                <a:tc vMerge="1">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lang="en-US" altLang="zh-CN" sz="800" b="1">
                        <a:solidFill>
                          <a:schemeClr val="bg1"/>
                        </a:solidFill>
                        <a:latin typeface="Calibri" panose="020F0502020204030204" pitchFamily="34" charset="0"/>
                        <a:cs typeface="Calibri" panose="020F0502020204030204" pitchFamily="34" charset="0"/>
                      </a:endParaRPr>
                    </a:p>
                  </a:txBody>
                  <a:tcPr anchor="ctr">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solidFill>
                      <a:srgbClr val="336699"/>
                    </a:solidFill>
                  </a:tcPr>
                </a:tc>
                <a:tc gridSpan="2">
                  <a:txBody>
                    <a:bodyPr/>
                    <a:lstStyle/>
                    <a:p>
                      <a:endParaRPr lang="en-US" sz="600" kern="1200">
                        <a:solidFill>
                          <a:srgbClr val="336699"/>
                        </a:solidFill>
                        <a:latin typeface="BISansOpti"/>
                        <a:ea typeface="+mn-ea"/>
                        <a:cs typeface="+mn-cs"/>
                      </a:endParaRPr>
                    </a:p>
                  </a:txBody>
                  <a:tcPr>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gridSpan="2">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1016972596"/>
                  </a:ext>
                </a:extLst>
              </a:tr>
              <a:tr h="365760">
                <a:tc vMerge="1">
                  <a:txBody>
                    <a:bodyPr/>
                    <a:lstStyle/>
                    <a:p>
                      <a:pPr lvl="1" algn="ctr" defTabSz="685783"/>
                      <a:endParaRPr lang="en-US" altLang="zh-CN" sz="800" b="1">
                        <a:solidFill>
                          <a:schemeClr val="bg1"/>
                        </a:solidFill>
                        <a:latin typeface="Calibri" panose="020F0502020204030204" pitchFamily="34" charset="0"/>
                        <a:cs typeface="Calibri" panose="020F0502020204030204" pitchFamily="34" charset="0"/>
                      </a:endParaRPr>
                    </a:p>
                  </a:txBody>
                  <a:tcPr vert="vert270" anchor="ctr">
                    <a:lnL w="12700" cap="flat" cmpd="sng" algn="ctr">
                      <a:solidFill>
                        <a:schemeClr val="bg1">
                          <a:lumMod val="85000"/>
                        </a:schemeClr>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rgbClr val="336597"/>
                    </a:solidFill>
                  </a:tcPr>
                </a:tc>
                <a:tc>
                  <a:txBody>
                    <a:bodyPr/>
                    <a:lstStyle/>
                    <a:p>
                      <a:pPr marL="91440" lvl="1" algn="l"/>
                      <a:r>
                        <a:rPr lang="en-US" sz="700" kern="1200">
                          <a:solidFill>
                            <a:schemeClr val="tx1"/>
                          </a:solidFill>
                          <a:latin typeface="BISansOpti"/>
                          <a:ea typeface="+mn-ea"/>
                          <a:cs typeface="+mn-cs"/>
                        </a:rPr>
                        <a:t>Cohort 1 </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12700" cap="flat" cmpd="sng" algn="ctr">
                      <a:solidFill>
                        <a:srgbClr val="336699"/>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9050" cap="flat" cmpd="sng" algn="ctr">
                      <a:noFill/>
                      <a:prstDash val="solid"/>
                      <a:round/>
                      <a:headEnd type="none" w="med" len="med"/>
                      <a:tailEnd type="none" w="med" len="med"/>
                    </a:lnTlToBr>
                    <a:noFill/>
                  </a:tcPr>
                </a:tc>
                <a:tc vMerge="1">
                  <a:txBody>
                    <a:bodyPr/>
                    <a:lstStyle/>
                    <a:p>
                      <a:pPr marL="91440" lvl="1" algn="l"/>
                      <a:endParaRPr lang="en-US" sz="800" b="1">
                        <a:solidFill>
                          <a:schemeClr val="tx1"/>
                        </a:solidFill>
                        <a:latin typeface="Calibri" panose="020F0502020204030204" pitchFamily="34" charset="0"/>
                        <a:cs typeface="Calibri" panose="020F0502020204030204" pitchFamily="34" charset="0"/>
                      </a:endParaRPr>
                    </a:p>
                  </a:txBody>
                  <a:tcPr anchor="ctr">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noFill/>
                  </a:tcPr>
                </a:tc>
                <a:tc gridSpan="3">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lang="en-US" sz="600" kern="1200">
                        <a:solidFill>
                          <a:srgbClr val="336699"/>
                        </a:solidFill>
                        <a:latin typeface="BISansOpti"/>
                        <a:ea typeface="+mn-ea"/>
                        <a:cs typeface="+mn-cs"/>
                      </a:endParaRPr>
                    </a:p>
                  </a:txBody>
                  <a:tcPr marL="45720" anchor="ctr">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gridSpan="2">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noFill/>
                  </a:tcPr>
                </a:tc>
                <a:tc v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1584220654"/>
                  </a:ext>
                </a:extLst>
              </a:tr>
              <a:tr h="409083">
                <a:tc vMerge="1">
                  <a:txBody>
                    <a:bodyPr/>
                    <a:lstStyle/>
                    <a:p>
                      <a:pPr lvl="1" algn="ctr" defTabSz="685783"/>
                      <a:endParaRPr lang="en-US" altLang="zh-CN" sz="800" b="1">
                        <a:solidFill>
                          <a:schemeClr val="bg1"/>
                        </a:solidFill>
                        <a:latin typeface="Calibri" panose="020F0502020204030204" pitchFamily="34" charset="0"/>
                        <a:cs typeface="Calibri" panose="020F0502020204030204" pitchFamily="34" charset="0"/>
                      </a:endParaRPr>
                    </a:p>
                  </a:txBody>
                  <a:tcPr vert="vert270" anchor="ctr">
                    <a:lnL w="12700" cap="flat" cmpd="sng" algn="ctr">
                      <a:solidFill>
                        <a:schemeClr val="bg1">
                          <a:lumMod val="85000"/>
                        </a:schemeClr>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rgbClr val="336597"/>
                    </a:solidFill>
                  </a:tcPr>
                </a:tc>
                <a:tc>
                  <a:txBody>
                    <a:bodyPr/>
                    <a:lstStyle/>
                    <a:p>
                      <a:pPr marL="91440" lvl="1" algn="l"/>
                      <a:r>
                        <a:rPr lang="en-US" sz="700" kern="1200">
                          <a:solidFill>
                            <a:schemeClr val="tx1"/>
                          </a:solidFill>
                          <a:latin typeface="BISansOpti"/>
                          <a:ea typeface="+mn-ea"/>
                          <a:cs typeface="+mn-cs"/>
                        </a:rPr>
                        <a:t>Cohort 2</a:t>
                      </a:r>
                    </a:p>
                  </a:txBody>
                  <a:tcPr anchor="ctr">
                    <a:lnL w="952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pPr marL="91440" lvl="1" algn="l"/>
                      <a:endParaRPr lang="en-US" sz="800" b="1">
                        <a:solidFill>
                          <a:schemeClr val="tx1"/>
                        </a:solidFill>
                        <a:latin typeface="Calibri" panose="020F0502020204030204" pitchFamily="34" charset="0"/>
                        <a:cs typeface="Calibri" panose="020F0502020204030204" pitchFamily="34" charset="0"/>
                      </a:endParaRPr>
                    </a:p>
                  </a:txBody>
                  <a:tcPr anchor="ctr">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tcPr>
                </a:tc>
                <a:tc gridSpan="3">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lang="en-US" sz="600" kern="1200">
                        <a:solidFill>
                          <a:srgbClr val="336699"/>
                        </a:solidFill>
                        <a:latin typeface="BISansOpti"/>
                        <a:ea typeface="+mn-ea"/>
                        <a:cs typeface="+mn-cs"/>
                      </a:endParaRPr>
                    </a:p>
                  </a:txBody>
                  <a:tcPr marL="45720">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tcPr>
                </a:tc>
                <a:tc hMerge="1">
                  <a:txBody>
                    <a:bodyPr/>
                    <a:lstStyle/>
                    <a:p>
                      <a:endParaRPr lang="en-US" sz="800">
                        <a:latin typeface="Calibri" panose="020F0502020204030204" pitchFamily="34" charset="0"/>
                        <a:cs typeface="Calibri" panose="020F0502020204030204" pitchFamily="34" charset="0"/>
                      </a:endParaRPr>
                    </a:p>
                  </a:txBody>
                  <a:tcPr marL="45720">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gridSpan="2">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1146982406"/>
                  </a:ext>
                </a:extLst>
              </a:tr>
              <a:tr h="256032">
                <a:tc vMerge="1">
                  <a:txBody>
                    <a:bodyPr/>
                    <a:lstStyle/>
                    <a:p>
                      <a:endParaRPr lang="en-US"/>
                    </a:p>
                  </a:txBody>
                  <a:tcPr/>
                </a:tc>
                <a:tc>
                  <a:txBody>
                    <a:bodyPr/>
                    <a:lstStyle/>
                    <a:p>
                      <a:pPr marL="91440" lvl="1" algn="l"/>
                      <a:r>
                        <a:rPr lang="en-US" sz="700" kern="1200">
                          <a:solidFill>
                            <a:schemeClr val="tx1"/>
                          </a:solidFill>
                          <a:latin typeface="BISansOpti"/>
                          <a:ea typeface="+mn-ea"/>
                          <a:cs typeface="+mn-cs"/>
                        </a:rPr>
                        <a:t>Cohort 3 </a:t>
                      </a:r>
                    </a:p>
                  </a:txBody>
                  <a:tcPr marR="0" anchor="ctr">
                    <a:lnL w="952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a:p>
                  </a:txBody>
                  <a:tcPr/>
                </a:tc>
                <a:tc gridSpan="3">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lang="en-US" sz="600" kern="1200">
                        <a:solidFill>
                          <a:srgbClr val="336699"/>
                        </a:solidFill>
                        <a:latin typeface="BISansOpti"/>
                        <a:ea typeface="+mn-ea"/>
                        <a:cs typeface="+mn-cs"/>
                      </a:endParaRPr>
                    </a:p>
                  </a:txBody>
                  <a:tcPr marL="45720">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tcPr>
                </a:tc>
                <a:tc hMerge="1">
                  <a:txBody>
                    <a:bodyPr/>
                    <a:lstStyle/>
                    <a:p>
                      <a:endParaRPr lang="en-US"/>
                    </a:p>
                  </a:txBody>
                  <a:tcPr/>
                </a:tc>
                <a:tc gridSpan="2">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a:p>
                  </a:txBody>
                  <a:tcPr/>
                </a:tc>
                <a:extLst>
                  <a:ext uri="{0D108BD9-81ED-4DB2-BD59-A6C34878D82A}">
                    <a16:rowId xmlns:a16="http://schemas.microsoft.com/office/drawing/2014/main" val="2233336129"/>
                  </a:ext>
                </a:extLst>
              </a:tr>
              <a:tr h="256032">
                <a:tc vMerge="1">
                  <a:txBody>
                    <a:bodyPr/>
                    <a:lstStyle/>
                    <a:p>
                      <a:pPr lvl="1" algn="ctr" defTabSz="685783"/>
                      <a:endParaRPr lang="en-US" altLang="zh-CN" sz="800" b="1">
                        <a:solidFill>
                          <a:schemeClr val="bg1"/>
                        </a:solidFill>
                        <a:latin typeface="Calibri" panose="020F0502020204030204" pitchFamily="34" charset="0"/>
                        <a:cs typeface="Calibri" panose="020F0502020204030204" pitchFamily="34" charset="0"/>
                      </a:endParaRPr>
                    </a:p>
                  </a:txBody>
                  <a:tcPr vert="vert270" anchor="ctr">
                    <a:lnL w="12700" cap="flat" cmpd="sng" algn="ctr">
                      <a:solidFill>
                        <a:schemeClr val="bg1">
                          <a:lumMod val="85000"/>
                        </a:schemeClr>
                      </a:solidFill>
                      <a:prstDash val="solid"/>
                      <a:round/>
                      <a:headEnd type="none" w="med" len="med"/>
                      <a:tailEnd type="none" w="med" len="med"/>
                    </a:lnL>
                    <a:lnR w="12700" cap="flat" cmpd="sng" algn="ctr">
                      <a:solidFill>
                        <a:srgbClr val="336699"/>
                      </a:solidFill>
                      <a:prstDash val="solid"/>
                      <a:round/>
                      <a:headEnd type="none" w="med" len="med"/>
                      <a:tailEnd type="none" w="med" len="med"/>
                    </a:lnR>
                    <a:lnT w="9525" cap="flat" cmpd="sng" algn="ctr">
                      <a:solidFill>
                        <a:schemeClr val="accent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rgbClr val="336597"/>
                    </a:solidFill>
                  </a:tcPr>
                </a:tc>
                <a:tc>
                  <a:txBody>
                    <a:bodyPr/>
                    <a:lstStyle/>
                    <a:p>
                      <a:pPr marL="91440" marR="0" lvl="1" indent="0" algn="l" defTabSz="914378" rtl="0" eaLnBrk="1" fontAlgn="auto" latinLnBrk="0" hangingPunct="1">
                        <a:lnSpc>
                          <a:spcPct val="100000"/>
                        </a:lnSpc>
                        <a:spcBef>
                          <a:spcPts val="0"/>
                        </a:spcBef>
                        <a:spcAft>
                          <a:spcPts val="0"/>
                        </a:spcAft>
                        <a:buClrTx/>
                        <a:buSzTx/>
                        <a:buFontTx/>
                        <a:buNone/>
                        <a:tabLst/>
                        <a:defRPr/>
                      </a:pPr>
                      <a:r>
                        <a:rPr lang="en-US" sz="700" kern="1200">
                          <a:solidFill>
                            <a:schemeClr val="tx1"/>
                          </a:solidFill>
                          <a:latin typeface="BISansOpti"/>
                          <a:ea typeface="+mn-ea"/>
                          <a:cs typeface="+mn-cs"/>
                        </a:rPr>
                        <a:t>Cohort 4</a:t>
                      </a:r>
                    </a:p>
                  </a:txBody>
                  <a:tcPr anchor="ctr">
                    <a:lnL w="12700" cap="flat" cmpd="sng" algn="ctr">
                      <a:solidFill>
                        <a:srgbClr val="336699"/>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pPr marL="91440" marR="0" lvl="1" indent="0" algn="l" defTabSz="914378" rtl="0" eaLnBrk="1" fontAlgn="auto" latinLnBrk="0" hangingPunct="1">
                        <a:lnSpc>
                          <a:spcPct val="100000"/>
                        </a:lnSpc>
                        <a:spcBef>
                          <a:spcPts val="0"/>
                        </a:spcBef>
                        <a:spcAft>
                          <a:spcPts val="0"/>
                        </a:spcAft>
                        <a:buClrTx/>
                        <a:buSzTx/>
                        <a:buFontTx/>
                        <a:buNone/>
                        <a:tabLst/>
                        <a:defRPr/>
                      </a:pPr>
                      <a:endParaRPr lang="en-US" sz="800" b="1">
                        <a:solidFill>
                          <a:schemeClr val="tx1"/>
                        </a:solidFill>
                        <a:latin typeface="Calibri" panose="020F0502020204030204" pitchFamily="34" charset="0"/>
                        <a:cs typeface="Calibri" panose="020F0502020204030204" pitchFamily="34" charset="0"/>
                      </a:endParaRPr>
                    </a:p>
                  </a:txBody>
                  <a:tcPr anchor="ctr">
                    <a:lnL w="12700" cap="flat" cmpd="sng" algn="ctr">
                      <a:solidFill>
                        <a:schemeClr val="accent1"/>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tcPr>
                </a:tc>
                <a:tc gridSpan="5">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lang="en-US" sz="600" kern="1200">
                        <a:solidFill>
                          <a:srgbClr val="336699"/>
                        </a:solidFill>
                        <a:latin typeface="BISansOpti"/>
                        <a:ea typeface="+mn-ea"/>
                        <a:cs typeface="+mn-cs"/>
                      </a:endParaRPr>
                    </a:p>
                  </a:txBody>
                  <a:tcPr marL="4572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tcPr>
                </a:tc>
                <a:tc hMerge="1">
                  <a:txBody>
                    <a:bodyPr/>
                    <a:lstStyle/>
                    <a:p>
                      <a:endParaRPr lang="en-US"/>
                    </a:p>
                  </a:txBody>
                  <a:tcPr>
                    <a:lnL w="12700" cmpd="sng">
                      <a:noFill/>
                    </a:lnL>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lang="en-US" sz="800">
                        <a:solidFill>
                          <a:schemeClr val="tx1"/>
                        </a:solidFill>
                        <a:latin typeface="Calibri" panose="020F0502020204030204" pitchFamily="34" charset="0"/>
                        <a:cs typeface="Calibri" panose="020F0502020204030204" pitchFamily="34" charset="0"/>
                      </a:endParaRPr>
                    </a:p>
                  </a:txBody>
                  <a:tcPr marL="45720">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140778982"/>
                  </a:ext>
                </a:extLst>
              </a:tr>
              <a:tr h="256032">
                <a:tc vMerge="1">
                  <a:txBody>
                    <a:bodyPr/>
                    <a:lstStyle/>
                    <a:p>
                      <a:pPr lvl="1" algn="ctr" defTabSz="685783"/>
                      <a:endParaRPr lang="en-US" altLang="zh-CN" sz="800" b="1">
                        <a:solidFill>
                          <a:schemeClr val="bg1"/>
                        </a:solidFill>
                        <a:latin typeface="Calibri" panose="020F0502020204030204" pitchFamily="34" charset="0"/>
                        <a:cs typeface="Calibri" panose="020F0502020204030204" pitchFamily="34" charset="0"/>
                      </a:endParaRPr>
                    </a:p>
                  </a:txBody>
                  <a:tcPr vert="vert270" anchor="ctr">
                    <a:lnL w="12700" cap="flat" cmpd="sng" algn="ctr">
                      <a:solidFill>
                        <a:schemeClr val="bg1">
                          <a:lumMod val="85000"/>
                        </a:schemeClr>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solidFill>
                      <a:srgbClr val="336597"/>
                    </a:solidFill>
                  </a:tcPr>
                </a:tc>
                <a:tc>
                  <a:txBody>
                    <a:bodyPr/>
                    <a:lstStyle/>
                    <a:p>
                      <a:pPr marL="91440" marR="0" lvl="1" indent="0" algn="l" defTabSz="914378" rtl="0" eaLnBrk="1" fontAlgn="auto" latinLnBrk="0" hangingPunct="1">
                        <a:lnSpc>
                          <a:spcPct val="100000"/>
                        </a:lnSpc>
                        <a:spcBef>
                          <a:spcPts val="0"/>
                        </a:spcBef>
                        <a:spcAft>
                          <a:spcPts val="0"/>
                        </a:spcAft>
                        <a:buClrTx/>
                        <a:buSzTx/>
                        <a:buFontTx/>
                        <a:buNone/>
                        <a:tabLst/>
                        <a:defRPr/>
                      </a:pPr>
                      <a:r>
                        <a:rPr lang="en-US" sz="700" kern="1200">
                          <a:solidFill>
                            <a:schemeClr val="tx1"/>
                          </a:solidFill>
                          <a:latin typeface="BISansOpti"/>
                          <a:ea typeface="+mn-ea"/>
                          <a:cs typeface="+mn-cs"/>
                        </a:rPr>
                        <a:t>Cohort 5</a:t>
                      </a:r>
                    </a:p>
                  </a:txBody>
                  <a:tcPr anchor="ctr">
                    <a:lnL w="952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pPr marL="91440" marR="0" lvl="1" indent="0" algn="l" defTabSz="914378" rtl="0" eaLnBrk="1" fontAlgn="auto" latinLnBrk="0" hangingPunct="1">
                        <a:lnSpc>
                          <a:spcPct val="100000"/>
                        </a:lnSpc>
                        <a:spcBef>
                          <a:spcPts val="0"/>
                        </a:spcBef>
                        <a:spcAft>
                          <a:spcPts val="0"/>
                        </a:spcAft>
                        <a:buClrTx/>
                        <a:buSzTx/>
                        <a:buFontTx/>
                        <a:buNone/>
                        <a:tabLst/>
                        <a:defRPr/>
                      </a:pPr>
                      <a:endParaRPr lang="en-US" sz="800" b="1">
                        <a:solidFill>
                          <a:schemeClr val="tx1"/>
                        </a:solidFill>
                        <a:latin typeface="Calibri" panose="020F0502020204030204" pitchFamily="34" charset="0"/>
                        <a:cs typeface="Calibri" panose="020F0502020204030204" pitchFamily="34" charset="0"/>
                      </a:endParaRPr>
                    </a:p>
                  </a:txBody>
                  <a:tcPr anchor="ctr">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tcPr>
                </a:tc>
                <a:tc gridSpan="5">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lang="en-US" sz="600" kern="1200">
                        <a:solidFill>
                          <a:srgbClr val="336699"/>
                        </a:solidFill>
                        <a:latin typeface="BISansOpti"/>
                        <a:ea typeface="+mn-ea"/>
                        <a:cs typeface="+mn-cs"/>
                      </a:endParaRPr>
                    </a:p>
                  </a:txBody>
                  <a:tcPr marL="45720">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lang="en-US" sz="800">
                        <a:solidFill>
                          <a:schemeClr val="tx1"/>
                        </a:solidFill>
                        <a:latin typeface="BISans" panose="02000503040000020004" pitchFamily="2" charset="0"/>
                      </a:endParaRPr>
                    </a:p>
                  </a:txBody>
                  <a:tcPr marL="45720">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538440680"/>
                  </a:ext>
                </a:extLst>
              </a:tr>
              <a:tr h="274320">
                <a:tc gridSpan="18">
                  <a:txBody>
                    <a:bodyPr/>
                    <a:lstStyle/>
                    <a:p>
                      <a:pPr algn="ctr" defTabSz="685783"/>
                      <a:endParaRPr lang="en-US" altLang="zh-CN" sz="600" kern="1200">
                        <a:solidFill>
                          <a:srgbClr val="336699"/>
                        </a:solidFill>
                        <a:latin typeface="BISansOpti"/>
                        <a:ea typeface="+mn-ea"/>
                        <a:cs typeface="+mn-cs"/>
                      </a:endParaRPr>
                    </a:p>
                  </a:txBody>
                  <a:tcPr vert="vert270" anchor="ctr">
                    <a:lnL w="12700" cap="flat" cmpd="sng" algn="ctr">
                      <a:noFill/>
                      <a:prstDash val="solid"/>
                      <a:round/>
                      <a:headEnd type="none" w="med" len="med"/>
                      <a:tailEnd type="none" w="med" len="med"/>
                    </a:lnL>
                    <a:lnR w="19050" cap="flat" cmpd="sng" algn="ctr">
                      <a:noFill/>
                      <a:prstDash val="sysDot"/>
                      <a:round/>
                      <a:headEnd type="none" w="med" len="med"/>
                      <a:tailEnd type="none" w="med" len="med"/>
                    </a:lnR>
                    <a:lnT w="9525" cap="flat" cmpd="sng" algn="ctr">
                      <a:solidFill>
                        <a:schemeClr val="accent1"/>
                      </a:solidFill>
                      <a:prstDash val="solid"/>
                      <a:round/>
                      <a:headEnd type="none" w="med" len="med"/>
                      <a:tailEnd type="none" w="med" len="med"/>
                    </a:lnT>
                    <a:lnB w="19050" cap="flat" cmpd="sng" algn="ctr">
                      <a:noFill/>
                      <a:prstDash val="sysDot"/>
                      <a:round/>
                      <a:headEnd type="none" w="med" len="med"/>
                      <a:tailEnd type="none" w="med" len="med"/>
                    </a:lnB>
                    <a:lnTlToBr w="19050" cap="flat" cmpd="sng" algn="ctr">
                      <a:noFill/>
                      <a:prstDash val="solid"/>
                      <a:round/>
                      <a:headEnd type="none" w="med" len="med"/>
                      <a:tailEnd type="none" w="med" len="med"/>
                    </a:lnTlToBr>
                  </a:tcPr>
                </a:tc>
                <a:tc hMerge="1">
                  <a:txBody>
                    <a:bodyPr/>
                    <a:lstStyle/>
                    <a:p>
                      <a:pPr algn="l" defTabSz="685783"/>
                      <a:endParaRPr lang="en-US" altLang="zh-CN" sz="100" b="1">
                        <a:solidFill>
                          <a:srgbClr val="0070C0"/>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noFill/>
                      <a:prstDash val="solid"/>
                      <a:round/>
                      <a:headEnd type="none" w="med" len="med"/>
                      <a:tailEnd type="none" w="med" len="med"/>
                    </a:lnL>
                    <a:lnT w="12700" cmpd="sng">
                      <a:noFill/>
                    </a:lnT>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mpd="sng">
                      <a:noFill/>
                    </a:lnL>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100">
                        <a:latin typeface="Calibri" panose="020F0502020204030204" pitchFamily="34" charset="0"/>
                        <a:cs typeface="Calibri" panose="020F0502020204030204" pitchFamily="34"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rgbClr val="999900"/>
                      </a:solidFill>
                      <a:prstDash val="sysDot"/>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rowSpan="8">
                  <a:txBody>
                    <a:bodyPr/>
                    <a:lstStyle/>
                    <a:p>
                      <a:endParaRPr lang="en-US" sz="600" kern="1200">
                        <a:solidFill>
                          <a:srgbClr val="336699"/>
                        </a:solidFill>
                        <a:latin typeface="BISansOpti"/>
                        <a:ea typeface="+mn-ea"/>
                        <a:cs typeface="+mn-cs"/>
                      </a:endParaRPr>
                    </a:p>
                  </a:txBody>
                  <a:tcPr>
                    <a:lnL w="19050" cap="flat" cmpd="sng" algn="ctr">
                      <a:noFill/>
                      <a:prstDash val="sysDot"/>
                      <a:round/>
                      <a:headEnd type="none" w="med" len="med"/>
                      <a:tailEnd type="none" w="med" len="med"/>
                    </a:lnL>
                    <a:lnR w="19050" cap="flat" cmpd="sng" algn="ctr">
                      <a:noFill/>
                      <a:prstDash val="sysDot"/>
                      <a:round/>
                      <a:headEnd type="none" w="med" len="med"/>
                      <a:tailEnd type="none" w="med" len="med"/>
                    </a:lnR>
                    <a:lnT w="19050" cap="flat" cmpd="sng" algn="ctr">
                      <a:noFill/>
                      <a:prstDash val="sysDot"/>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234577709"/>
                  </a:ext>
                </a:extLst>
              </a:tr>
              <a:tr h="274320">
                <a:tc rowSpan="7">
                  <a:txBody>
                    <a:bodyPr/>
                    <a:lstStyle/>
                    <a:p>
                      <a:pPr lvl="0" algn="ctr" defTabSz="685783"/>
                      <a:r>
                        <a:rPr lang="en-US" altLang="zh-CN" sz="800" b="1" kern="1200">
                          <a:solidFill>
                            <a:schemeClr val="bg1"/>
                          </a:solidFill>
                          <a:latin typeface="BISansOpti"/>
                          <a:ea typeface="+mn-ea"/>
                          <a:cs typeface="+mn-cs"/>
                        </a:rPr>
                        <a:t>China</a:t>
                      </a:r>
                    </a:p>
                  </a:txBody>
                  <a:tcPr vert="vert270" anchor="ctr">
                    <a:lnL w="1270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chemeClr val="accent1"/>
                      </a:solidFill>
                      <a:prstDash val="solid"/>
                      <a:round/>
                      <a:headEnd type="none" w="med" len="med"/>
                      <a:tailEnd type="none" w="med" len="med"/>
                    </a:lnB>
                    <a:lnTlToBr w="19050" cap="flat" cmpd="sng" algn="ctr">
                      <a:noFill/>
                      <a:prstDash val="solid"/>
                      <a:round/>
                      <a:headEnd type="none" w="med" len="med"/>
                      <a:tailEnd type="none" w="med" len="med"/>
                    </a:lnTlToBr>
                    <a:solidFill>
                      <a:srgbClr val="08312A"/>
                    </a:solidFill>
                  </a:tcPr>
                </a:tc>
                <a:tc>
                  <a:txBody>
                    <a:bodyPr/>
                    <a:lstStyle/>
                    <a:p>
                      <a:pPr algn="l" defTabSz="685783"/>
                      <a:r>
                        <a:rPr lang="en-US" sz="700" b="1" kern="1200">
                          <a:solidFill>
                            <a:schemeClr val="bg1"/>
                          </a:solidFill>
                          <a:latin typeface="BISansOpti"/>
                          <a:ea typeface="+mn-ea"/>
                          <a:cs typeface="+mn-cs"/>
                        </a:rPr>
                        <a:t>Phase </a:t>
                      </a:r>
                      <a:r>
                        <a:rPr lang="en-US" sz="700" b="1" kern="1200" err="1">
                          <a:solidFill>
                            <a:schemeClr val="bg1"/>
                          </a:solidFill>
                          <a:latin typeface="BISansOpti"/>
                          <a:ea typeface="+mn-ea"/>
                          <a:cs typeface="+mn-cs"/>
                        </a:rPr>
                        <a:t>Ia</a:t>
                      </a:r>
                      <a:endParaRPr lang="en-US" altLang="zh-CN" sz="700" b="1" kern="1200">
                        <a:solidFill>
                          <a:schemeClr val="bg1"/>
                        </a:solidFill>
                        <a:latin typeface="BISansOpti"/>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9050" cap="flat" cmpd="sng" algn="ctr">
                      <a:noFill/>
                      <a:prstDash val="solid"/>
                      <a:round/>
                      <a:headEnd type="none" w="med" len="med"/>
                      <a:tailEnd type="none" w="med" len="med"/>
                    </a:lnTlToBr>
                    <a:solidFill>
                      <a:srgbClr val="86251B"/>
                    </a:solidFill>
                  </a:tcPr>
                </a:tc>
                <a:tc rowSpan="7">
                  <a:txBody>
                    <a:bodyPr/>
                    <a:lstStyle/>
                    <a:p>
                      <a:pPr algn="l" defTabSz="685783"/>
                      <a:endParaRPr lang="en-US" altLang="zh-CN" sz="600" kern="1200">
                        <a:solidFill>
                          <a:srgbClr val="336699"/>
                        </a:solidFill>
                        <a:latin typeface="BISansOpti"/>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noFill/>
                  </a:tcPr>
                </a:tc>
                <a:tc gridSpan="2">
                  <a:txBody>
                    <a:bodyPr/>
                    <a:lstStyle/>
                    <a:p>
                      <a:endParaRPr lang="en-US" sz="600" kern="1200">
                        <a:solidFill>
                          <a:srgbClr val="336699"/>
                        </a:solidFill>
                        <a:latin typeface="BISansOpti"/>
                        <a:ea typeface="+mn-ea"/>
                        <a:cs typeface="+mn-cs"/>
                      </a:endParaRPr>
                    </a:p>
                  </a:txBody>
                  <a:tcPr>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tcPr>
                </a:tc>
                <a:tc gridSpan="2">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9050" cap="flat" cmpd="sng" algn="ctr">
                      <a:noFill/>
                      <a:prstDash val="sysDot"/>
                      <a:round/>
                      <a:headEnd type="none" w="med" len="med"/>
                      <a:tailEnd type="none" w="med" len="med"/>
                    </a:lnR>
                    <a:lnT w="19050" cap="flat" cmpd="sng" algn="ctr">
                      <a:noFill/>
                      <a:prstDash val="sysDot"/>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1941630707"/>
                  </a:ext>
                </a:extLst>
              </a:tr>
              <a:tr h="228600">
                <a:tc vMerge="1">
                  <a:txBody>
                    <a:bodyPr/>
                    <a:lstStyle/>
                    <a:p>
                      <a:endParaRPr lang="en-US"/>
                    </a:p>
                  </a:txBody>
                  <a:tcPr/>
                </a:tc>
                <a:tc>
                  <a:txBody>
                    <a:bodyPr/>
                    <a:lstStyle/>
                    <a:p>
                      <a:pPr algn="l" defTabSz="685783">
                        <a:lnSpc>
                          <a:spcPts val="800"/>
                        </a:lnSpc>
                      </a:pPr>
                      <a:r>
                        <a:rPr lang="en-US" altLang="zh-CN" sz="700" b="1" kern="1200">
                          <a:solidFill>
                            <a:schemeClr val="bg1"/>
                          </a:solidFill>
                          <a:latin typeface="BISansOpti"/>
                          <a:ea typeface="+mn-ea"/>
                          <a:cs typeface="+mn-cs"/>
                        </a:rPr>
                        <a:t>Phase </a:t>
                      </a:r>
                      <a:r>
                        <a:rPr lang="en-US" altLang="zh-CN" sz="700" b="1" kern="1200" err="1">
                          <a:solidFill>
                            <a:schemeClr val="bg1"/>
                          </a:solidFill>
                          <a:latin typeface="BISansOpti"/>
                          <a:ea typeface="+mn-ea"/>
                          <a:cs typeface="+mn-cs"/>
                        </a:rPr>
                        <a:t>Ib</a:t>
                      </a:r>
                      <a:endParaRPr lang="en-US" altLang="zh-CN" sz="700" b="1" kern="1200">
                        <a:solidFill>
                          <a:schemeClr val="bg1"/>
                        </a:solidFill>
                        <a:latin typeface="BISansOpti"/>
                        <a:ea typeface="+mn-ea"/>
                        <a:cs typeface="+mn-cs"/>
                      </a:endParaRPr>
                    </a:p>
                  </a:txBody>
                  <a:tcPr marT="0" marB="0" anchor="ctr">
                    <a:lnL w="9525" cap="flat" cmpd="sng" algn="ctr">
                      <a:solidFill>
                        <a:schemeClr val="accent1"/>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solidFill>
                      <a:srgbClr val="076D7E"/>
                    </a:solidFill>
                  </a:tcPr>
                </a:tc>
                <a:tc vMerge="1">
                  <a:txBody>
                    <a:bodyPr/>
                    <a:lstStyle/>
                    <a:p>
                      <a:pPr algn="l" defTabSz="685783"/>
                      <a:endParaRPr lang="en-US" altLang="zh-CN" sz="800" b="1">
                        <a:solidFill>
                          <a:schemeClr val="bg1"/>
                        </a:solidFill>
                        <a:latin typeface="Calibri" panose="020F0502020204030204" pitchFamily="34" charset="0"/>
                        <a:cs typeface="Calibri" panose="020F0502020204030204" pitchFamily="34" charset="0"/>
                      </a:endParaRPr>
                    </a:p>
                  </a:txBody>
                  <a:tcPr anchor="ctr">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solidFill>
                      <a:srgbClr val="336699"/>
                    </a:solidFill>
                  </a:tcPr>
                </a:tc>
                <a:tc gridSpan="2">
                  <a:txBody>
                    <a:bodyPr/>
                    <a:lstStyle/>
                    <a:p>
                      <a:endParaRPr lang="en-US" sz="600" kern="1200">
                        <a:solidFill>
                          <a:srgbClr val="336699"/>
                        </a:solidFill>
                        <a:latin typeface="BISansOpti"/>
                        <a:ea typeface="+mn-ea"/>
                        <a:cs typeface="+mn-cs"/>
                      </a:endParaRPr>
                    </a:p>
                  </a:txBody>
                  <a:tcPr>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tcPr>
                </a:tc>
                <a:tc gridSpan="2">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9050" cap="flat" cmpd="sng" algn="ctr">
                      <a:noFill/>
                      <a:prstDash val="sysDot"/>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57571411"/>
                  </a:ext>
                </a:extLst>
              </a:tr>
              <a:tr h="320040">
                <a:tc vMerge="1">
                  <a:txBody>
                    <a:bodyPr/>
                    <a:lstStyle/>
                    <a:p>
                      <a:pPr algn="l"/>
                      <a:endParaRPr lang="en-US" sz="800" b="1">
                        <a:solidFill>
                          <a:srgbClr val="0070C0"/>
                        </a:solidFill>
                        <a:latin typeface="Calibri" panose="020F0502020204030204" pitchFamily="34" charset="0"/>
                        <a:cs typeface="Calibri" panose="020F050202020403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91440" lvl="1" algn="r"/>
                      <a:r>
                        <a:rPr lang="en-US" sz="700" kern="1200">
                          <a:solidFill>
                            <a:schemeClr val="tx1"/>
                          </a:solidFill>
                          <a:latin typeface="BISansOpti"/>
                          <a:ea typeface="+mn-ea"/>
                          <a:cs typeface="+mn-cs"/>
                        </a:rPr>
                        <a:t>Cohort 1 </a:t>
                      </a:r>
                    </a:p>
                  </a:txBody>
                  <a:tcPr anchor="ctr">
                    <a:lnL w="952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rgbClr val="336699"/>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pPr marL="91440" lvl="1" algn="l"/>
                      <a:endParaRPr lang="en-US" sz="800" b="1">
                        <a:solidFill>
                          <a:schemeClr val="tx1"/>
                        </a:solidFill>
                        <a:latin typeface="Calibri" panose="020F0502020204030204" pitchFamily="34" charset="0"/>
                        <a:cs typeface="Calibri" panose="020F0502020204030204" pitchFamily="34" charset="0"/>
                      </a:endParaRPr>
                    </a:p>
                  </a:txBody>
                  <a:tcPr anchor="ctr">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tcPr>
                </a:tc>
                <a:tc gridSpan="2">
                  <a:txBody>
                    <a:bodyPr/>
                    <a:lstStyle/>
                    <a:p>
                      <a:endParaRPr lang="en-US" sz="600" kern="1200">
                        <a:solidFill>
                          <a:srgbClr val="336699"/>
                        </a:solidFill>
                        <a:latin typeface="BISansOpti"/>
                        <a:ea typeface="+mn-ea"/>
                        <a:cs typeface="+mn-cs"/>
                      </a:endParaRPr>
                    </a:p>
                  </a:txBody>
                  <a:tcPr>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tcPr>
                </a:tc>
                <a:tc gridSpan="2">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9050" cap="flat" cmpd="sng" algn="ctr">
                      <a:noFill/>
                      <a:prstDash val="sysDot"/>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4191610418"/>
                  </a:ext>
                </a:extLst>
              </a:tr>
              <a:tr h="182880">
                <a:tc vMerge="1">
                  <a:txBody>
                    <a:bodyPr/>
                    <a:lstStyle/>
                    <a:p>
                      <a:pPr algn="l"/>
                      <a:endParaRPr lang="en-US" sz="800" b="1">
                        <a:solidFill>
                          <a:srgbClr val="0070C0"/>
                        </a:solidFill>
                        <a:latin typeface="Calibri" panose="020F0502020204030204" pitchFamily="34" charset="0"/>
                        <a:cs typeface="Calibri" panose="020F050202020403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91440" lvl="1" algn="r"/>
                      <a:r>
                        <a:rPr lang="en-US" sz="700" kern="1200">
                          <a:solidFill>
                            <a:schemeClr val="tx1"/>
                          </a:solidFill>
                          <a:latin typeface="BISansOpti"/>
                          <a:ea typeface="+mn-ea"/>
                          <a:cs typeface="+mn-cs"/>
                        </a:rPr>
                        <a:t>Cohort 2</a:t>
                      </a:r>
                    </a:p>
                  </a:txBody>
                  <a:tcPr anchor="ctr">
                    <a:lnL w="952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pPr marL="91440" lvl="1" algn="l"/>
                      <a:endParaRPr lang="en-US" sz="800" b="1">
                        <a:solidFill>
                          <a:schemeClr val="tx1"/>
                        </a:solidFill>
                        <a:latin typeface="Calibri" panose="020F0502020204030204" pitchFamily="34" charset="0"/>
                        <a:cs typeface="Calibri" panose="020F0502020204030204" pitchFamily="34" charset="0"/>
                      </a:endParaRPr>
                    </a:p>
                  </a:txBody>
                  <a:tcPr anchor="ctr">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tcPr>
                </a:tc>
                <a:tc gridSpan="2">
                  <a:txBody>
                    <a:bodyPr/>
                    <a:lstStyle/>
                    <a:p>
                      <a:endParaRPr lang="en-US" sz="600" kern="1200">
                        <a:solidFill>
                          <a:srgbClr val="336699"/>
                        </a:solidFill>
                        <a:latin typeface="BISansOpti"/>
                        <a:ea typeface="+mn-ea"/>
                        <a:cs typeface="+mn-cs"/>
                      </a:endParaRPr>
                    </a:p>
                  </a:txBody>
                  <a:tcPr>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tcPr>
                </a:tc>
                <a:tc gridSpan="2">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9050" cap="flat" cmpd="sng" algn="ctr">
                      <a:noFill/>
                      <a:prstDash val="sysDot"/>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015928383"/>
                  </a:ext>
                </a:extLst>
              </a:tr>
              <a:tr h="248011">
                <a:tc vMerge="1">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lang="en-US" sz="800" b="1">
                        <a:solidFill>
                          <a:srgbClr val="0070C0"/>
                        </a:solidFill>
                        <a:latin typeface="Calibri" panose="020F0502020204030204" pitchFamily="34" charset="0"/>
                        <a:cs typeface="Calibri" panose="020F050202020403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91440" marR="0" lvl="0" indent="0" algn="l" defTabSz="914378" rtl="0" eaLnBrk="1" fontAlgn="auto" latinLnBrk="0" hangingPunct="1">
                        <a:lnSpc>
                          <a:spcPct val="100000"/>
                        </a:lnSpc>
                        <a:spcBef>
                          <a:spcPts val="0"/>
                        </a:spcBef>
                        <a:spcAft>
                          <a:spcPts val="0"/>
                        </a:spcAft>
                        <a:buClrTx/>
                        <a:buSzTx/>
                        <a:buFontTx/>
                        <a:buNone/>
                        <a:tabLst/>
                        <a:defRPr/>
                      </a:pPr>
                      <a:r>
                        <a:rPr lang="en-US" sz="700" kern="1200">
                          <a:solidFill>
                            <a:schemeClr val="tx1"/>
                          </a:solidFill>
                          <a:latin typeface="BISansOpti"/>
                          <a:ea typeface="+mn-ea"/>
                          <a:cs typeface="+mn-cs"/>
                        </a:rPr>
                        <a:t>      Cohort 3 </a:t>
                      </a:r>
                    </a:p>
                  </a:txBody>
                  <a:tcPr marL="0" marR="0" anchor="ctr">
                    <a:lnL w="952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9050" cap="flat" cmpd="sng" algn="ctr">
                      <a:noFill/>
                      <a:prstDash val="solid"/>
                      <a:round/>
                      <a:headEnd type="none" w="med" len="med"/>
                      <a:tailEnd type="none" w="med" len="med"/>
                    </a:lnTlToBr>
                    <a:solidFill>
                      <a:schemeClr val="bg1"/>
                    </a:solidFill>
                  </a:tcPr>
                </a:tc>
                <a:tc vMerge="1">
                  <a:txBody>
                    <a:bodyPr/>
                    <a:lstStyle/>
                    <a:p>
                      <a:pPr marL="91440" marR="0" lvl="1" indent="0" algn="l" defTabSz="914378" rtl="0" eaLnBrk="1" fontAlgn="auto" latinLnBrk="0" hangingPunct="1">
                        <a:lnSpc>
                          <a:spcPct val="100000"/>
                        </a:lnSpc>
                        <a:spcBef>
                          <a:spcPts val="0"/>
                        </a:spcBef>
                        <a:spcAft>
                          <a:spcPts val="0"/>
                        </a:spcAft>
                        <a:buClrTx/>
                        <a:buSzTx/>
                        <a:buFontTx/>
                        <a:buNone/>
                        <a:tabLst/>
                        <a:defRPr/>
                      </a:pPr>
                      <a:endParaRPr lang="en-US" sz="800" b="1">
                        <a:solidFill>
                          <a:schemeClr val="tx1"/>
                        </a:solidFill>
                        <a:latin typeface="Calibri" panose="020F0502020204030204" pitchFamily="34" charset="0"/>
                        <a:cs typeface="Calibri" panose="020F0502020204030204" pitchFamily="34" charset="0"/>
                      </a:endParaRPr>
                    </a:p>
                  </a:txBody>
                  <a:tcPr marR="0" anchor="ctr">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tcPr>
                </a:tc>
                <a:tc gridSpan="2">
                  <a:txBody>
                    <a:bodyPr/>
                    <a:lstStyle/>
                    <a:p>
                      <a:endParaRPr lang="en-US" sz="600" kern="1200">
                        <a:solidFill>
                          <a:srgbClr val="336699"/>
                        </a:solidFill>
                        <a:latin typeface="BISansOpti"/>
                        <a:ea typeface="+mn-ea"/>
                        <a:cs typeface="+mn-cs"/>
                      </a:endParaRPr>
                    </a:p>
                  </a:txBody>
                  <a:tcPr>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tcPr>
                </a:tc>
                <a:tc gridSpan="2">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9050" cap="flat" cmpd="sng" algn="ctr">
                      <a:noFill/>
                      <a:prstDash val="sysDot"/>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3295182066"/>
                  </a:ext>
                </a:extLst>
              </a:tr>
              <a:tr h="0">
                <a:tc vMerge="1">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lang="en-US" sz="800" b="1">
                        <a:solidFill>
                          <a:srgbClr val="0070C0"/>
                        </a:solidFill>
                        <a:latin typeface="Calibri" panose="020F0502020204030204" pitchFamily="34" charset="0"/>
                        <a:cs typeface="Calibri" panose="020F050202020403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91440" marR="0" lvl="1" indent="0" algn="r" defTabSz="914378" rtl="0" eaLnBrk="1" fontAlgn="auto" latinLnBrk="0" hangingPunct="1">
                        <a:lnSpc>
                          <a:spcPct val="100000"/>
                        </a:lnSpc>
                        <a:spcBef>
                          <a:spcPts val="0"/>
                        </a:spcBef>
                        <a:spcAft>
                          <a:spcPts val="0"/>
                        </a:spcAft>
                        <a:buClrTx/>
                        <a:buSzTx/>
                        <a:buFontTx/>
                        <a:buNone/>
                        <a:tabLst/>
                        <a:defRPr/>
                      </a:pPr>
                      <a:r>
                        <a:rPr lang="en-US" sz="700" kern="1200">
                          <a:solidFill>
                            <a:schemeClr val="tx1"/>
                          </a:solidFill>
                          <a:latin typeface="BISansOpti"/>
                          <a:ea typeface="+mn-ea"/>
                          <a:cs typeface="+mn-cs"/>
                        </a:rPr>
                        <a:t>Cohort 4</a:t>
                      </a:r>
                    </a:p>
                  </a:txBody>
                  <a:tcPr anchor="ctr">
                    <a:lnL w="952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9050" cap="flat" cmpd="sng" algn="ctr">
                      <a:noFill/>
                      <a:prstDash val="solid"/>
                      <a:round/>
                      <a:headEnd type="none" w="med" len="med"/>
                      <a:tailEnd type="none" w="med" len="med"/>
                    </a:lnTlToBr>
                    <a:solidFill>
                      <a:schemeClr val="bg1"/>
                    </a:solidFill>
                  </a:tcPr>
                </a:tc>
                <a:tc vMerge="1">
                  <a:txBody>
                    <a:bodyPr/>
                    <a:lstStyle/>
                    <a:p>
                      <a:pPr marL="91440" marR="0" lvl="1" indent="0" algn="l" defTabSz="914378" rtl="0" eaLnBrk="1" fontAlgn="auto" latinLnBrk="0" hangingPunct="1">
                        <a:lnSpc>
                          <a:spcPct val="100000"/>
                        </a:lnSpc>
                        <a:spcBef>
                          <a:spcPts val="0"/>
                        </a:spcBef>
                        <a:spcAft>
                          <a:spcPts val="0"/>
                        </a:spcAft>
                        <a:buClrTx/>
                        <a:buSzTx/>
                        <a:buFontTx/>
                        <a:buNone/>
                        <a:tabLst/>
                        <a:defRPr/>
                      </a:pPr>
                      <a:endParaRPr lang="en-US" sz="800" b="1">
                        <a:solidFill>
                          <a:schemeClr val="tx1"/>
                        </a:solidFill>
                        <a:latin typeface="Calibri" panose="020F0502020204030204" pitchFamily="34" charset="0"/>
                        <a:cs typeface="Calibri" panose="020F0502020204030204" pitchFamily="34" charset="0"/>
                      </a:endParaRPr>
                    </a:p>
                  </a:txBody>
                  <a:tcPr anchor="ctr">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tcPr>
                </a:tc>
                <a:tc gridSpan="2">
                  <a:txBody>
                    <a:bodyPr/>
                    <a:lstStyle/>
                    <a:p>
                      <a:endParaRPr lang="en-US" sz="600" kern="1200">
                        <a:solidFill>
                          <a:srgbClr val="336699"/>
                        </a:solidFill>
                        <a:latin typeface="BISansOpti"/>
                        <a:ea typeface="+mn-ea"/>
                        <a:cs typeface="+mn-cs"/>
                      </a:endParaRPr>
                    </a:p>
                  </a:txBody>
                  <a:tcPr>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tcPr>
                </a:tc>
                <a:tc gridSpan="2">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9050" cap="flat" cmpd="sng" algn="ctr">
                      <a:noFill/>
                      <a:prstDash val="sysDot"/>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rgbClr val="FFFFFF">
                          <a:alpha val="0"/>
                        </a:srgbClr>
                      </a:solid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962542947"/>
                  </a:ext>
                </a:extLst>
              </a:tr>
              <a:tr h="0">
                <a:tc vMerge="1">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lang="en-US" sz="800" b="1">
                        <a:solidFill>
                          <a:srgbClr val="0070C0"/>
                        </a:solidFill>
                        <a:latin typeface="Calibri" panose="020F0502020204030204" pitchFamily="34" charset="0"/>
                        <a:cs typeface="Calibri" panose="020F0502020204030204" pitchFamily="34" charset="0"/>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91440" marR="0" lvl="0" indent="0" algn="r" defTabSz="914378" rtl="0" eaLnBrk="1" fontAlgn="auto" latinLnBrk="0" hangingPunct="1">
                        <a:lnSpc>
                          <a:spcPct val="100000"/>
                        </a:lnSpc>
                        <a:spcBef>
                          <a:spcPts val="0"/>
                        </a:spcBef>
                        <a:spcAft>
                          <a:spcPts val="0"/>
                        </a:spcAft>
                        <a:buClrTx/>
                        <a:buSzTx/>
                        <a:buFontTx/>
                        <a:buNone/>
                        <a:tabLst/>
                        <a:defRPr/>
                      </a:pPr>
                      <a:r>
                        <a:rPr lang="en-US" altLang="zh-CN" sz="700" kern="1200">
                          <a:solidFill>
                            <a:schemeClr val="tx1"/>
                          </a:solidFill>
                          <a:latin typeface="BISansOpti"/>
                          <a:ea typeface="+mn-ea"/>
                          <a:cs typeface="+mn-cs"/>
                        </a:rPr>
                        <a:t>Cohort 5</a:t>
                      </a:r>
                      <a:endParaRPr lang="en-US" sz="700" kern="1200">
                        <a:solidFill>
                          <a:schemeClr val="tx1"/>
                        </a:solidFill>
                        <a:latin typeface="BISansOpti"/>
                        <a:ea typeface="+mn-ea"/>
                        <a:cs typeface="+mn-cs"/>
                      </a:endParaRPr>
                    </a:p>
                  </a:txBody>
                  <a:tcPr anchor="ctr">
                    <a:lnL w="952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9050" cap="flat" cmpd="sng" algn="ctr">
                      <a:noFill/>
                      <a:prstDash val="solid"/>
                      <a:round/>
                      <a:headEnd type="none" w="med" len="med"/>
                      <a:tailEnd type="none" w="med" len="med"/>
                    </a:lnTlToBr>
                    <a:solidFill>
                      <a:schemeClr val="bg1"/>
                    </a:solidFill>
                  </a:tcPr>
                </a:tc>
                <a:tc vMerge="1">
                  <a:txBody>
                    <a:bodyPr/>
                    <a:lstStyle/>
                    <a:p>
                      <a:pPr marL="91440" marR="0" lvl="0" indent="0" algn="l" defTabSz="914378" rtl="0" eaLnBrk="1" fontAlgn="auto" latinLnBrk="0" hangingPunct="1">
                        <a:lnSpc>
                          <a:spcPct val="100000"/>
                        </a:lnSpc>
                        <a:spcBef>
                          <a:spcPts val="0"/>
                        </a:spcBef>
                        <a:spcAft>
                          <a:spcPts val="0"/>
                        </a:spcAft>
                        <a:buClrTx/>
                        <a:buSzTx/>
                        <a:buFontTx/>
                        <a:buNone/>
                        <a:tabLst/>
                        <a:defRPr/>
                      </a:pPr>
                      <a:endParaRPr lang="en-US" sz="800" b="1">
                        <a:solidFill>
                          <a:schemeClr val="tx1"/>
                        </a:solidFill>
                        <a:latin typeface="Calibri" panose="020F0502020204030204" pitchFamily="34" charset="0"/>
                        <a:cs typeface="Calibri" panose="020F0502020204030204" pitchFamily="34" charset="0"/>
                      </a:endParaRPr>
                    </a:p>
                  </a:txBody>
                  <a:tcPr anchor="ctr">
                    <a:lnL w="12700" cap="flat" cmpd="sng" algn="ctr">
                      <a:solidFill>
                        <a:srgbClr val="336699"/>
                      </a:solidFill>
                      <a:prstDash val="solid"/>
                      <a:round/>
                      <a:headEnd type="none" w="med" len="med"/>
                      <a:tailEnd type="none" w="med" len="med"/>
                    </a:lnL>
                    <a:lnR w="12700" cap="flat" cmpd="sng" algn="ctr">
                      <a:solidFill>
                        <a:srgbClr val="336699"/>
                      </a:solidFill>
                      <a:prstDash val="solid"/>
                      <a:round/>
                      <a:headEnd type="none" w="med" len="med"/>
                      <a:tailEnd type="none" w="med" len="med"/>
                    </a:lnR>
                    <a:lnT w="12700" cap="flat" cmpd="sng" algn="ctr">
                      <a:solidFill>
                        <a:srgbClr val="336699"/>
                      </a:solidFill>
                      <a:prstDash val="solid"/>
                      <a:round/>
                      <a:headEnd type="none" w="med" len="med"/>
                      <a:tailEnd type="none" w="med" len="med"/>
                    </a:lnT>
                    <a:lnB w="12700" cap="flat" cmpd="sng" algn="ctr">
                      <a:solidFill>
                        <a:srgbClr val="336699"/>
                      </a:solidFill>
                      <a:prstDash val="solid"/>
                      <a:round/>
                      <a:headEnd type="none" w="med" len="med"/>
                      <a:tailEnd type="none" w="med" len="med"/>
                    </a:lnB>
                    <a:lnTlToBr w="19050" cap="flat" cmpd="sng" algn="ctr">
                      <a:noFill/>
                      <a:prstDash val="solid"/>
                      <a:round/>
                      <a:headEnd type="none" w="med" len="med"/>
                      <a:tailEnd type="none" w="med" len="med"/>
                    </a:lnTlToBr>
                  </a:tcPr>
                </a:tc>
                <a:tc gridSpan="2">
                  <a:txBody>
                    <a:bodyPr/>
                    <a:lstStyle/>
                    <a:p>
                      <a:endParaRPr lang="en-US" sz="600" kern="1200">
                        <a:solidFill>
                          <a:srgbClr val="336699"/>
                        </a:solidFill>
                        <a:latin typeface="BISansOpti"/>
                        <a:ea typeface="+mn-ea"/>
                        <a:cs typeface="+mn-cs"/>
                      </a:endParaRPr>
                    </a:p>
                  </a:txBody>
                  <a:tcPr>
                    <a:lnL w="12700" cap="flat" cmpd="sng" algn="ctr">
                      <a:no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a:p>
                  </a:txBody>
                  <a:tcPr>
                    <a:lnL w="12700" cap="flat" cmpd="sng" algn="ctr">
                      <a:solidFill>
                        <a:srgbClr val="FFFFFF">
                          <a:alpha val="0"/>
                        </a:srgbClr>
                      </a:solidFill>
                      <a:prstDash val="solid"/>
                      <a:round/>
                      <a:headEnd type="none" w="med" len="med"/>
                      <a:tailEnd type="none" w="med" len="med"/>
                    </a:lnL>
                  </a:tcPr>
                </a:tc>
                <a:tc gridSpan="2">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h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2700" cap="flat" cmpd="sng" algn="ctr">
                      <a:solidFill>
                        <a:srgbClr val="FFFFFF">
                          <a:alpha val="0"/>
                        </a:srgbClr>
                      </a:solidFill>
                      <a:prstDash val="solid"/>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a:txBody>
                    <a:bodyPr/>
                    <a:lstStyle/>
                    <a:p>
                      <a:endParaRPr lang="en-US" sz="600" kern="1200">
                        <a:solidFill>
                          <a:srgbClr val="336699"/>
                        </a:solidFill>
                        <a:latin typeface="BISansOpti"/>
                        <a:ea typeface="+mn-ea"/>
                        <a:cs typeface="+mn-cs"/>
                      </a:endParaRPr>
                    </a:p>
                  </a:txBody>
                  <a:tcPr>
                    <a:lnL w="12700" cap="flat" cmpd="sng" algn="ctr">
                      <a:solidFill>
                        <a:srgbClr val="FFFFFF">
                          <a:alpha val="0"/>
                        </a:srgbClr>
                      </a:solidFill>
                      <a:prstDash val="solid"/>
                      <a:round/>
                      <a:headEnd type="none" w="med" len="med"/>
                      <a:tailEnd type="none" w="med" len="med"/>
                    </a:lnL>
                    <a:lnR w="19050" cap="flat" cmpd="sng" algn="ctr">
                      <a:noFill/>
                      <a:prstDash val="sysDot"/>
                      <a:round/>
                      <a:headEnd type="none" w="med" len="med"/>
                      <a:tailEnd type="none" w="med" len="med"/>
                    </a:lnR>
                    <a:lnT w="12700" cap="flat" cmpd="sng" algn="ctr">
                      <a:solidFill>
                        <a:srgbClr val="FFFFFF">
                          <a:alpha val="0"/>
                        </a:srgbClr>
                      </a:solidFill>
                      <a:prstDash val="solid"/>
                      <a:round/>
                      <a:headEnd type="none" w="med" len="med"/>
                      <a:tailEnd type="none" w="med" len="med"/>
                    </a:lnT>
                    <a:lnB w="19050" cap="flat" cmpd="sng" algn="ctr">
                      <a:noFill/>
                      <a:prstDash val="solid"/>
                      <a:round/>
                      <a:headEnd type="none" w="med" len="med"/>
                      <a:tailEnd type="none" w="med" len="med"/>
                    </a:lnB>
                    <a:lnTlToBr w="19050" cap="flat" cmpd="sng" algn="ctr">
                      <a:noFill/>
                      <a:prstDash val="solid"/>
                      <a:round/>
                      <a:headEnd type="none" w="med" len="med"/>
                      <a:tailEnd type="none" w="med" len="med"/>
                    </a:lnTlToBr>
                  </a:tcPr>
                </a:tc>
                <a:tc vMerge="1">
                  <a:txBody>
                    <a:bodyPr/>
                    <a:lstStyle/>
                    <a:p>
                      <a:endParaRPr lang="en-US" sz="800">
                        <a:latin typeface="Calibri" panose="020F0502020204030204" pitchFamily="34" charset="0"/>
                        <a:cs typeface="Calibri" panose="020F0502020204030204" pitchFamily="34" charset="0"/>
                      </a:endParaRPr>
                    </a:p>
                  </a:txBody>
                  <a:tcPr>
                    <a:lnL w="12700" cap="flat" cmpd="sng" algn="ctr">
                      <a:solidFill>
                        <a:srgbClr val="FFFFFF">
                          <a:alpha val="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9050" cap="flat" cmpd="sng" algn="ctr">
                      <a:no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610574770"/>
                  </a:ext>
                </a:extLst>
              </a:tr>
            </a:tbl>
          </a:graphicData>
        </a:graphic>
      </p:graphicFrame>
      <p:sp>
        <p:nvSpPr>
          <p:cNvPr id="6" name="矩形: 圆角 5">
            <a:extLst>
              <a:ext uri="{FF2B5EF4-FFF2-40B4-BE49-F238E27FC236}">
                <a16:creationId xmlns:a16="http://schemas.microsoft.com/office/drawing/2014/main" id="{587AAD8A-B9EB-F503-6DC9-8D574ABA8F50}"/>
              </a:ext>
            </a:extLst>
          </p:cNvPr>
          <p:cNvSpPr/>
          <p:nvPr/>
        </p:nvSpPr>
        <p:spPr bwMode="gray">
          <a:xfrm>
            <a:off x="5561730" y="1421407"/>
            <a:ext cx="1862923" cy="534484"/>
          </a:xfrm>
          <a:prstGeom prst="roundRect">
            <a:avLst/>
          </a:prstGeom>
          <a:noFill/>
          <a:ln w="28575">
            <a:solidFill>
              <a:srgbClr val="C5C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cxnSp>
        <p:nvCxnSpPr>
          <p:cNvPr id="80" name="Straight Connector 79">
            <a:extLst>
              <a:ext uri="{FF2B5EF4-FFF2-40B4-BE49-F238E27FC236}">
                <a16:creationId xmlns:a16="http://schemas.microsoft.com/office/drawing/2014/main" id="{B07FAD34-2FC6-6B2E-7614-F3FBA0DF93EC}"/>
              </a:ext>
            </a:extLst>
          </p:cNvPr>
          <p:cNvCxnSpPr>
            <a:cxnSpLocks/>
          </p:cNvCxnSpPr>
          <p:nvPr/>
        </p:nvCxnSpPr>
        <p:spPr bwMode="auto">
          <a:xfrm flipH="1">
            <a:off x="11430" y="3147893"/>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 name="标题 1">
            <a:extLst>
              <a:ext uri="{FF2B5EF4-FFF2-40B4-BE49-F238E27FC236}">
                <a16:creationId xmlns:a16="http://schemas.microsoft.com/office/drawing/2014/main" id="{10EB12F8-5375-55E9-7615-B3D222CEB45B}"/>
              </a:ext>
            </a:extLst>
          </p:cNvPr>
          <p:cNvSpPr txBox="1">
            <a:spLocks/>
          </p:cNvSpPr>
          <p:nvPr/>
        </p:nvSpPr>
        <p:spPr bwMode="gray">
          <a:xfrm>
            <a:off x="213132" y="125605"/>
            <a:ext cx="8408850" cy="492443"/>
          </a:xfrm>
          <a:prstGeom prst="rect">
            <a:avLst/>
          </a:prstGeom>
        </p:spPr>
        <p:txBody>
          <a:bodyPr vert="horz" wrap="square" lIns="0" tIns="0" rIns="0" bIns="0" rtlCol="0" anchor="t" anchorCtr="0">
            <a:spAutoFit/>
          </a:bodyPr>
          <a:lst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en-US" altLang="zh-CN" sz="1600" b="1" i="0" u="sng" strike="noStrike" kern="1200" cap="none" spc="0" normalizeH="0" baseline="0" noProof="0">
                <a:ln>
                  <a:noFill/>
                </a:ln>
                <a:solidFill>
                  <a:srgbClr val="08312A"/>
                </a:solidFill>
                <a:effectLst/>
                <a:uLnTx/>
                <a:uFillTx/>
                <a:latin typeface="Boehringer Forward Head"/>
                <a:ea typeface="+mj-ea"/>
                <a:cs typeface="+mj-cs"/>
              </a:rPr>
              <a:t>Ongoing:</a:t>
            </a:r>
            <a:br>
              <a:rPr kumimoji="0" lang="en-US" altLang="zh-CN" sz="1600" b="1" i="0" u="none" strike="noStrike" kern="1200" cap="none" spc="0" normalizeH="0" baseline="0" noProof="0">
                <a:ln>
                  <a:noFill/>
                </a:ln>
                <a:solidFill>
                  <a:srgbClr val="08312A"/>
                </a:solidFill>
                <a:effectLst/>
                <a:uLnTx/>
                <a:uFillTx/>
                <a:latin typeface="Boehringer Forward Head"/>
                <a:ea typeface="+mj-ea"/>
                <a:cs typeface="+mj-cs"/>
              </a:rPr>
            </a:br>
            <a:r>
              <a:rPr kumimoji="0" lang="en-US" altLang="zh-CN" sz="1600" b="1" i="0" u="none" strike="noStrike" kern="1200" cap="none" spc="0" normalizeH="0" baseline="0" noProof="0">
                <a:ln>
                  <a:noFill/>
                </a:ln>
                <a:solidFill>
                  <a:srgbClr val="08312A"/>
                </a:solidFill>
                <a:effectLst/>
                <a:uLnTx/>
                <a:uFillTx/>
                <a:latin typeface="Boehringer Forward Head"/>
                <a:ea typeface="+mj-ea"/>
                <a:cs typeface="+mj-cs"/>
              </a:rPr>
              <a:t>Zongertinib (HER2 TKI): 2L and 1L Non Small Cell Lung Cancer (NSCLC)</a:t>
            </a:r>
            <a:endParaRPr kumimoji="0" lang="zh-CN" altLang="en-US" sz="1600" b="1" i="0" u="none" strike="noStrike" kern="1200" cap="none" spc="0" normalizeH="0" baseline="0" noProof="0">
              <a:ln>
                <a:noFill/>
              </a:ln>
              <a:solidFill>
                <a:srgbClr val="08312A"/>
              </a:solidFill>
              <a:effectLst/>
              <a:uLnTx/>
              <a:uFillTx/>
              <a:latin typeface="Boehringer Forward Head"/>
              <a:ea typeface="+mj-ea"/>
              <a:cs typeface="+mj-cs"/>
            </a:endParaRPr>
          </a:p>
        </p:txBody>
      </p:sp>
      <p:pic>
        <p:nvPicPr>
          <p:cNvPr id="3" name="Picture 2" descr="Traffic light - Simple English Wikipedia, the free ...">
            <a:extLst>
              <a:ext uri="{FF2B5EF4-FFF2-40B4-BE49-F238E27FC236}">
                <a16:creationId xmlns:a16="http://schemas.microsoft.com/office/drawing/2014/main" id="{86D1B326-1420-22E6-C54F-05D37A4049B0}"/>
              </a:ext>
            </a:extLst>
          </p:cNvPr>
          <p:cNvPicPr>
            <a:picLocks noChangeAspect="1"/>
          </p:cNvPicPr>
          <p:nvPr/>
        </p:nvPicPr>
        <p:blipFill rotWithShape="1">
          <a:blip r:embed="rId15" cstate="print">
            <a:extLst>
              <a:ext uri="{28A0092B-C50C-407E-A947-70E740481C1C}">
                <a14:useLocalDpi xmlns:a14="http://schemas.microsoft.com/office/drawing/2010/main"/>
              </a:ext>
            </a:extLst>
          </a:blip>
          <a:srcRect/>
          <a:stretch/>
        </p:blipFill>
        <p:spPr>
          <a:xfrm rot="16200000" flipV="1">
            <a:off x="7896963" y="-309609"/>
            <a:ext cx="523878" cy="1294885"/>
          </a:xfrm>
          <a:prstGeom prst="rect">
            <a:avLst/>
          </a:prstGeom>
        </p:spPr>
      </p:pic>
      <p:grpSp>
        <p:nvGrpSpPr>
          <p:cNvPr id="7" name="Group 6">
            <a:extLst>
              <a:ext uri="{FF2B5EF4-FFF2-40B4-BE49-F238E27FC236}">
                <a16:creationId xmlns:a16="http://schemas.microsoft.com/office/drawing/2014/main" id="{3398FB6A-075C-DC3D-DCE6-890CA0E03B0D}"/>
              </a:ext>
            </a:extLst>
          </p:cNvPr>
          <p:cNvGrpSpPr/>
          <p:nvPr/>
        </p:nvGrpSpPr>
        <p:grpSpPr>
          <a:xfrm>
            <a:off x="57230" y="1535684"/>
            <a:ext cx="268337" cy="268337"/>
            <a:chOff x="68424" y="1741597"/>
            <a:chExt cx="268337" cy="268337"/>
          </a:xfrm>
        </p:grpSpPr>
        <p:sp>
          <p:nvSpPr>
            <p:cNvPr id="8" name="Oval 4">
              <a:extLst>
                <a:ext uri="{FF2B5EF4-FFF2-40B4-BE49-F238E27FC236}">
                  <a16:creationId xmlns:a16="http://schemas.microsoft.com/office/drawing/2014/main" id="{03C0D68D-8006-8CD0-D6B1-E74A91687680}"/>
                </a:ext>
              </a:extLst>
            </p:cNvPr>
            <p:cNvSpPr>
              <a:spLocks noChangeAspect="1"/>
            </p:cNvSpPr>
            <p:nvPr/>
          </p:nvSpPr>
          <p:spPr>
            <a:xfrm>
              <a:off x="68424" y="1741597"/>
              <a:ext cx="268337" cy="268337"/>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pic>
          <p:nvPicPr>
            <p:cNvPr id="12" name="Picture 6" descr="Image result for world circle png">
              <a:extLst>
                <a:ext uri="{FF2B5EF4-FFF2-40B4-BE49-F238E27FC236}">
                  <a16:creationId xmlns:a16="http://schemas.microsoft.com/office/drawing/2014/main" id="{9BAB7CDB-68EC-2C88-D71B-EA88908BFA43}"/>
                </a:ext>
              </a:extLst>
            </p:cNvPr>
            <p:cNvPicPr>
              <a:picLocks noChangeAspect="1" noChangeArrowheads="1"/>
            </p:cNvPicPr>
            <p:nvPr/>
          </p:nvPicPr>
          <p:blipFill rotWithShape="1">
            <a:blip r:embed="rId16" cstate="print">
              <a:extLst>
                <a:ext uri="{28A0092B-C50C-407E-A947-70E740481C1C}">
                  <a14:useLocalDpi xmlns:a14="http://schemas.microsoft.com/office/drawing/2010/main" val="0"/>
                </a:ext>
              </a:extLst>
            </a:blip>
            <a:srcRect l="4094" t="4010" r="4094" b="4010"/>
            <a:stretch/>
          </p:blipFill>
          <p:spPr bwMode="auto">
            <a:xfrm>
              <a:off x="90462" y="1763325"/>
              <a:ext cx="224260" cy="2248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a:extLst>
              <a:ext uri="{FF2B5EF4-FFF2-40B4-BE49-F238E27FC236}">
                <a16:creationId xmlns:a16="http://schemas.microsoft.com/office/drawing/2014/main" id="{262E041F-D82B-384B-B9B2-B0A1D0FCB728}"/>
              </a:ext>
            </a:extLst>
          </p:cNvPr>
          <p:cNvGrpSpPr>
            <a:grpSpLocks noChangeAspect="1"/>
          </p:cNvGrpSpPr>
          <p:nvPr/>
        </p:nvGrpSpPr>
        <p:grpSpPr>
          <a:xfrm>
            <a:off x="57230" y="3516578"/>
            <a:ext cx="268337" cy="268337"/>
            <a:chOff x="87758" y="4551370"/>
            <a:chExt cx="447229" cy="447229"/>
          </a:xfrm>
        </p:grpSpPr>
        <p:sp>
          <p:nvSpPr>
            <p:cNvPr id="14" name="Oval 134">
              <a:extLst>
                <a:ext uri="{FF2B5EF4-FFF2-40B4-BE49-F238E27FC236}">
                  <a16:creationId xmlns:a16="http://schemas.microsoft.com/office/drawing/2014/main" id="{1A4B0D45-456A-7BDF-A2BB-D47045CE9EDF}"/>
                </a:ext>
              </a:extLst>
            </p:cNvPr>
            <p:cNvSpPr/>
            <p:nvPr/>
          </p:nvSpPr>
          <p:spPr>
            <a:xfrm>
              <a:off x="87758" y="4551370"/>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pic>
          <p:nvPicPr>
            <p:cNvPr id="15" name="Picture 2" descr="Image result for China flag circle png">
              <a:extLst>
                <a:ext uri="{FF2B5EF4-FFF2-40B4-BE49-F238E27FC236}">
                  <a16:creationId xmlns:a16="http://schemas.microsoft.com/office/drawing/2014/main" id="{05CF259C-B651-DF5F-3240-9D435D84305B}"/>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23974" y="4587586"/>
              <a:ext cx="374799" cy="374797"/>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Rectangle 15">
            <a:extLst>
              <a:ext uri="{FF2B5EF4-FFF2-40B4-BE49-F238E27FC236}">
                <a16:creationId xmlns:a16="http://schemas.microsoft.com/office/drawing/2014/main" id="{B0A95BD2-74F1-6BB5-4EB2-30665BAF9102}"/>
              </a:ext>
            </a:extLst>
          </p:cNvPr>
          <p:cNvSpPr/>
          <p:nvPr/>
        </p:nvSpPr>
        <p:spPr>
          <a:xfrm>
            <a:off x="3736977" y="2631181"/>
            <a:ext cx="1830320" cy="183600"/>
          </a:xfrm>
          <a:prstGeom prst="rect">
            <a:avLst/>
          </a:prstGeom>
          <a:solidFill>
            <a:schemeClr val="bg1"/>
          </a:solidFill>
          <a:ln w="127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Active brain lesions (N=30)</a:t>
            </a:r>
          </a:p>
        </p:txBody>
      </p:sp>
      <p:sp>
        <p:nvSpPr>
          <p:cNvPr id="17" name="TextBox 16">
            <a:extLst>
              <a:ext uri="{FF2B5EF4-FFF2-40B4-BE49-F238E27FC236}">
                <a16:creationId xmlns:a16="http://schemas.microsoft.com/office/drawing/2014/main" id="{1A643A9C-78FB-396B-D7B7-30072D13A7AC}"/>
              </a:ext>
            </a:extLst>
          </p:cNvPr>
          <p:cNvSpPr txBox="1"/>
          <p:nvPr/>
        </p:nvSpPr>
        <p:spPr>
          <a:xfrm>
            <a:off x="4010367" y="1460754"/>
            <a:ext cx="492122"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LPI: 29Dec’23</a:t>
            </a:r>
          </a:p>
        </p:txBody>
      </p:sp>
      <p:sp>
        <p:nvSpPr>
          <p:cNvPr id="18" name="TextBox 17">
            <a:extLst>
              <a:ext uri="{FF2B5EF4-FFF2-40B4-BE49-F238E27FC236}">
                <a16:creationId xmlns:a16="http://schemas.microsoft.com/office/drawing/2014/main" id="{7EF21644-F8F9-9115-5644-4C13EE5349B0}"/>
              </a:ext>
            </a:extLst>
          </p:cNvPr>
          <p:cNvSpPr txBox="1"/>
          <p:nvPr/>
        </p:nvSpPr>
        <p:spPr>
          <a:xfrm>
            <a:off x="2161702" y="1608738"/>
            <a:ext cx="419987"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FPI: Mar’23</a:t>
            </a:r>
          </a:p>
        </p:txBody>
      </p:sp>
      <p:grpSp>
        <p:nvGrpSpPr>
          <p:cNvPr id="19" name="Group 18">
            <a:extLst>
              <a:ext uri="{FF2B5EF4-FFF2-40B4-BE49-F238E27FC236}">
                <a16:creationId xmlns:a16="http://schemas.microsoft.com/office/drawing/2014/main" id="{431D03E2-C833-FDFF-3376-68376F47750B}"/>
              </a:ext>
            </a:extLst>
          </p:cNvPr>
          <p:cNvGrpSpPr/>
          <p:nvPr/>
        </p:nvGrpSpPr>
        <p:grpSpPr>
          <a:xfrm>
            <a:off x="2624828" y="1571153"/>
            <a:ext cx="1645920" cy="284094"/>
            <a:chOff x="2407312" y="1638180"/>
            <a:chExt cx="1645920" cy="284094"/>
          </a:xfrm>
          <a:noFill/>
        </p:grpSpPr>
        <p:sp>
          <p:nvSpPr>
            <p:cNvPr id="20" name="Rectangle 19">
              <a:extLst>
                <a:ext uri="{FF2B5EF4-FFF2-40B4-BE49-F238E27FC236}">
                  <a16:creationId xmlns:a16="http://schemas.microsoft.com/office/drawing/2014/main" id="{D4A09083-16B9-33EF-A1BE-0FEF531B85E9}"/>
                </a:ext>
              </a:extLst>
            </p:cNvPr>
            <p:cNvSpPr/>
            <p:nvPr/>
          </p:nvSpPr>
          <p:spPr>
            <a:xfrm>
              <a:off x="2407312" y="1638180"/>
              <a:ext cx="1645920" cy="182880"/>
            </a:xfrm>
            <a:prstGeom prst="rect">
              <a:avLst/>
            </a:prstGeom>
            <a:grp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76D7E"/>
                  </a:solidFill>
                  <a:effectLst>
                    <a:outerShdw blurRad="38100" dist="38100" dir="2700000" algn="tl">
                      <a:srgbClr val="000000">
                        <a:alpha val="43137"/>
                      </a:srgbClr>
                    </a:outerShdw>
                  </a:effectLst>
                  <a:uLnTx/>
                  <a:uFillTx/>
                  <a:latin typeface="Calibri" panose="020F0502020204030204" pitchFamily="34" charset="0"/>
                  <a:ea typeface="+mn-ea"/>
                  <a:cs typeface="Calibri" panose="020F0502020204030204" pitchFamily="34" charset="0"/>
                </a:rPr>
                <a:t>2L NSCLC </a:t>
              </a: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(N=136 | 70 at 120 mg)</a:t>
              </a:r>
            </a:p>
          </p:txBody>
        </p:sp>
        <p:sp>
          <p:nvSpPr>
            <p:cNvPr id="21" name="TextBox 20">
              <a:extLst>
                <a:ext uri="{FF2B5EF4-FFF2-40B4-BE49-F238E27FC236}">
                  <a16:creationId xmlns:a16="http://schemas.microsoft.com/office/drawing/2014/main" id="{4C8DDEC9-38FE-7B64-4EEF-012DE08E66D8}"/>
                </a:ext>
              </a:extLst>
            </p:cNvPr>
            <p:cNvSpPr txBox="1"/>
            <p:nvPr/>
          </p:nvSpPr>
          <p:spPr>
            <a:xfrm>
              <a:off x="3108960" y="1814552"/>
              <a:ext cx="133113" cy="107722"/>
            </a:xfrm>
            <a:prstGeom prst="rect">
              <a:avLst/>
            </a:prstGeom>
            <a:grpFill/>
            <a:ln>
              <a:solidFill>
                <a:srgbClr val="FF9900"/>
              </a:solidFill>
              <a:prstDash val="sysDash"/>
            </a:ln>
          </p:spPr>
          <p:txBody>
            <a:bodyPr wrap="none" lIns="18288" tIns="0" rIns="18288"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1471CF"/>
                  </a:solidFill>
                  <a:effectLst/>
                  <a:uLnTx/>
                  <a:uFillTx/>
                  <a:latin typeface="Calibri" panose="020F0502020204030204" pitchFamily="34" charset="0"/>
                  <a:ea typeface="+mn-ea"/>
                  <a:cs typeface="Calibri" panose="020F0502020204030204" pitchFamily="34" charset="0"/>
                </a:rPr>
                <a:t>FA</a:t>
              </a:r>
            </a:p>
          </p:txBody>
        </p:sp>
        <p:sp>
          <p:nvSpPr>
            <p:cNvPr id="22" name="TextBox 21">
              <a:extLst>
                <a:ext uri="{FF2B5EF4-FFF2-40B4-BE49-F238E27FC236}">
                  <a16:creationId xmlns:a16="http://schemas.microsoft.com/office/drawing/2014/main" id="{FFCFDFF1-EA5B-48F7-529A-BFE4D4B23DA1}"/>
                </a:ext>
              </a:extLst>
            </p:cNvPr>
            <p:cNvSpPr txBox="1"/>
            <p:nvPr/>
          </p:nvSpPr>
          <p:spPr>
            <a:xfrm>
              <a:off x="3403294" y="1814552"/>
              <a:ext cx="160365" cy="107722"/>
            </a:xfrm>
            <a:prstGeom prst="rect">
              <a:avLst/>
            </a:prstGeom>
            <a:grpFill/>
            <a:ln>
              <a:solidFill>
                <a:srgbClr val="1471CF"/>
              </a:solidFill>
              <a:prstDash val="sysDash"/>
            </a:ln>
          </p:spPr>
          <p:txBody>
            <a:bodyPr wrap="none" lIns="18288" tIns="0" rIns="18288"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1471CF"/>
                  </a:solidFill>
                  <a:effectLst/>
                  <a:uLnTx/>
                  <a:uFillTx/>
                  <a:latin typeface="Calibri" panose="020F0502020204030204" pitchFamily="34" charset="0"/>
                  <a:ea typeface="+mn-ea"/>
                  <a:cs typeface="Calibri" panose="020F0502020204030204" pitchFamily="34" charset="0"/>
                </a:rPr>
                <a:t>IA1</a:t>
              </a:r>
            </a:p>
          </p:txBody>
        </p:sp>
        <p:sp>
          <p:nvSpPr>
            <p:cNvPr id="23" name="TextBox 22">
              <a:extLst>
                <a:ext uri="{FF2B5EF4-FFF2-40B4-BE49-F238E27FC236}">
                  <a16:creationId xmlns:a16="http://schemas.microsoft.com/office/drawing/2014/main" id="{4C483226-9BBA-87B2-03B2-6A36B9ED3AFA}"/>
                </a:ext>
              </a:extLst>
            </p:cNvPr>
            <p:cNvSpPr txBox="1"/>
            <p:nvPr/>
          </p:nvSpPr>
          <p:spPr>
            <a:xfrm>
              <a:off x="3775688" y="1814552"/>
              <a:ext cx="160365" cy="107722"/>
            </a:xfrm>
            <a:prstGeom prst="rect">
              <a:avLst/>
            </a:prstGeom>
            <a:grpFill/>
            <a:ln>
              <a:solidFill>
                <a:srgbClr val="1471CF"/>
              </a:solidFill>
              <a:prstDash val="sysDash"/>
            </a:ln>
          </p:spPr>
          <p:txBody>
            <a:bodyPr wrap="none" lIns="18288" tIns="0" rIns="18288"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1471CF"/>
                  </a:solidFill>
                  <a:effectLst/>
                  <a:uLnTx/>
                  <a:uFillTx/>
                  <a:latin typeface="Calibri" panose="020F0502020204030204" pitchFamily="34" charset="0"/>
                  <a:ea typeface="+mn-ea"/>
                  <a:cs typeface="Calibri" panose="020F0502020204030204" pitchFamily="34" charset="0"/>
                </a:rPr>
                <a:t>IA2</a:t>
              </a:r>
            </a:p>
          </p:txBody>
        </p:sp>
      </p:grpSp>
      <p:sp>
        <p:nvSpPr>
          <p:cNvPr id="25" name="Rectangle 24">
            <a:extLst>
              <a:ext uri="{FF2B5EF4-FFF2-40B4-BE49-F238E27FC236}">
                <a16:creationId xmlns:a16="http://schemas.microsoft.com/office/drawing/2014/main" id="{030456D4-CF0B-339A-ADD2-01546A557C29}"/>
              </a:ext>
            </a:extLst>
          </p:cNvPr>
          <p:cNvSpPr/>
          <p:nvPr/>
        </p:nvSpPr>
        <p:spPr>
          <a:xfrm>
            <a:off x="3647057" y="2106932"/>
            <a:ext cx="1920240" cy="182880"/>
          </a:xfrm>
          <a:prstGeom prst="rect">
            <a:avLst/>
          </a:prstGeom>
          <a:solidFill>
            <a:schemeClr val="bg1"/>
          </a:solidFill>
          <a:ln w="12700">
            <a:solidFill>
              <a:srgbClr val="C5C3EE"/>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76D7E"/>
                </a:solidFill>
                <a:effectLst>
                  <a:outerShdw blurRad="38100" dist="38100" dir="2700000" algn="tl">
                    <a:srgbClr val="000000">
                      <a:alpha val="43137"/>
                    </a:srgbClr>
                  </a:outerShdw>
                </a:effectLst>
                <a:uLnTx/>
                <a:uFillTx/>
                <a:latin typeface="Calibri" panose="020F0502020204030204" pitchFamily="34" charset="0"/>
                <a:ea typeface="+mn-ea"/>
                <a:cs typeface="Calibri" panose="020F0502020204030204" pitchFamily="34" charset="0"/>
              </a:rPr>
              <a:t>1L NSCLC </a:t>
            </a: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(N=70)</a:t>
            </a:r>
            <a:endParaRPr kumimoji="0" lang="en-US" sz="800" b="0" i="0" u="none" strike="noStrike" kern="1200" cap="none" spc="0" normalizeH="0" baseline="0" noProof="0">
              <a:ln>
                <a:noFill/>
              </a:ln>
              <a:solidFill>
                <a:srgbClr val="000000"/>
              </a:solidFill>
              <a:effectLst/>
              <a:uLnTx/>
              <a:uFillTx/>
              <a:latin typeface="BISansOpti"/>
              <a:ea typeface="+mn-ea"/>
              <a:cs typeface="+mn-cs"/>
            </a:endParaRPr>
          </a:p>
        </p:txBody>
      </p:sp>
      <p:sp>
        <p:nvSpPr>
          <p:cNvPr id="27" name="TextBox 26">
            <a:extLst>
              <a:ext uri="{FF2B5EF4-FFF2-40B4-BE49-F238E27FC236}">
                <a16:creationId xmlns:a16="http://schemas.microsoft.com/office/drawing/2014/main" id="{46035DF3-8FCD-10F7-0F1C-4361A72B18FA}"/>
              </a:ext>
            </a:extLst>
          </p:cNvPr>
          <p:cNvSpPr txBox="1"/>
          <p:nvPr/>
        </p:nvSpPr>
        <p:spPr>
          <a:xfrm>
            <a:off x="3200732" y="2141395"/>
            <a:ext cx="400751"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FPI: Sep’23</a:t>
            </a:r>
          </a:p>
        </p:txBody>
      </p:sp>
      <p:sp>
        <p:nvSpPr>
          <p:cNvPr id="28" name="TextBox 27">
            <a:extLst>
              <a:ext uri="{FF2B5EF4-FFF2-40B4-BE49-F238E27FC236}">
                <a16:creationId xmlns:a16="http://schemas.microsoft.com/office/drawing/2014/main" id="{29EE032C-B6A2-4956-80CE-0CEB9DEF0A49}"/>
              </a:ext>
            </a:extLst>
          </p:cNvPr>
          <p:cNvSpPr txBox="1"/>
          <p:nvPr/>
        </p:nvSpPr>
        <p:spPr>
          <a:xfrm>
            <a:off x="5603395" y="2144906"/>
            <a:ext cx="403957"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LPI: Aug’24</a:t>
            </a:r>
          </a:p>
        </p:txBody>
      </p:sp>
      <p:grpSp>
        <p:nvGrpSpPr>
          <p:cNvPr id="29" name="Group 28">
            <a:extLst>
              <a:ext uri="{FF2B5EF4-FFF2-40B4-BE49-F238E27FC236}">
                <a16:creationId xmlns:a16="http://schemas.microsoft.com/office/drawing/2014/main" id="{A0FBB36C-D2A9-9965-DB81-DB561814E951}"/>
              </a:ext>
            </a:extLst>
          </p:cNvPr>
          <p:cNvGrpSpPr/>
          <p:nvPr/>
        </p:nvGrpSpPr>
        <p:grpSpPr>
          <a:xfrm>
            <a:off x="6846733" y="1433574"/>
            <a:ext cx="545341" cy="549258"/>
            <a:chOff x="6007328" y="1329029"/>
            <a:chExt cx="545341" cy="549258"/>
          </a:xfrm>
        </p:grpSpPr>
        <p:sp>
          <p:nvSpPr>
            <p:cNvPr id="30" name="Rectangle 29">
              <a:extLst>
                <a:ext uri="{FF2B5EF4-FFF2-40B4-BE49-F238E27FC236}">
                  <a16:creationId xmlns:a16="http://schemas.microsoft.com/office/drawing/2014/main" id="{4B787E25-FEB6-DCB7-CCDA-D9FDEB4456C9}"/>
                </a:ext>
              </a:extLst>
            </p:cNvPr>
            <p:cNvSpPr/>
            <p:nvPr/>
          </p:nvSpPr>
          <p:spPr>
            <a:xfrm>
              <a:off x="6007328" y="1478177"/>
              <a:ext cx="545341" cy="400110"/>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AA</a:t>
              </a:r>
            </a:p>
            <a:p>
              <a:pPr marL="0" marR="0" lvl="0" indent="0" algn="ctr" defTabSz="914378" rtl="0" eaLnBrk="1" fontAlgn="auto" latinLnBrk="0" hangingPunct="1">
                <a:lnSpc>
                  <a:spcPts val="800"/>
                </a:lnSpc>
                <a:spcBef>
                  <a:spcPts val="0"/>
                </a:spcBef>
                <a:spcAft>
                  <a:spcPts val="0"/>
                </a:spcAft>
                <a:buClrTx/>
                <a:buSzTx/>
                <a:buFontTx/>
                <a:buNone/>
                <a:tabLst/>
                <a:defRPr/>
              </a:pPr>
              <a:r>
                <a:rPr lang="en-US" altLang="zh-CN" sz="750" b="1" strike="sngStrike">
                  <a:solidFill>
                    <a:srgbClr val="44546A"/>
                  </a:solidFill>
                  <a:latin typeface="Calibri" panose="020F0502020204030204" pitchFamily="34" charset="0"/>
                  <a:cs typeface="Calibri" panose="020F0502020204030204" pitchFamily="34" charset="0"/>
                </a:rPr>
                <a:t>02Feb</a:t>
              </a:r>
              <a:r>
                <a:rPr kumimoji="0" lang="en-US" altLang="zh-CN" sz="75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’25</a:t>
              </a:r>
            </a:p>
            <a:p>
              <a:pPr marL="0" marR="0" lvl="0" indent="0" algn="ctr" defTabSz="914378" rtl="0" eaLnBrk="1" fontAlgn="auto" latinLnBrk="0" hangingPunct="1">
                <a:lnSpc>
                  <a:spcPts val="8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14Apr’25</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1" name="OTLSHAPE_M_3370ef36f72d45bf9a95515fc63c0f41_Shape">
              <a:extLst>
                <a:ext uri="{FF2B5EF4-FFF2-40B4-BE49-F238E27FC236}">
                  <a16:creationId xmlns:a16="http://schemas.microsoft.com/office/drawing/2014/main" id="{AF5FC86D-80CE-F7E1-4D73-A16B27EB454F}"/>
                </a:ext>
              </a:extLst>
            </p:cNvPr>
            <p:cNvSpPr>
              <a:spLocks noChangeAspect="1"/>
            </p:cNvSpPr>
            <p:nvPr>
              <p:custDataLst>
                <p:tags r:id="rId12"/>
              </p:custDataLst>
            </p:nvPr>
          </p:nvSpPr>
          <p:spPr>
            <a:xfrm>
              <a:off x="6187144" y="1329029"/>
              <a:ext cx="164592" cy="182880"/>
            </a:xfrm>
            <a:prstGeom prst="star5">
              <a:avLst>
                <a:gd name="adj" fmla="val 25000"/>
                <a:gd name="hf" fmla="val 105146"/>
                <a:gd name="vf" fmla="val 110557"/>
              </a:avLst>
            </a:prstGeom>
            <a:solidFill>
              <a:srgbClr val="00B05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ISansOpti"/>
                <a:ea typeface="+mn-ea"/>
                <a:cs typeface="+mn-cs"/>
              </a:endParaRPr>
            </a:p>
          </p:txBody>
        </p:sp>
      </p:grpSp>
      <p:grpSp>
        <p:nvGrpSpPr>
          <p:cNvPr id="32" name="Group 31">
            <a:extLst>
              <a:ext uri="{FF2B5EF4-FFF2-40B4-BE49-F238E27FC236}">
                <a16:creationId xmlns:a16="http://schemas.microsoft.com/office/drawing/2014/main" id="{9E73A92A-77F9-BE35-C588-BF67CCCFE4FA}"/>
              </a:ext>
            </a:extLst>
          </p:cNvPr>
          <p:cNvGrpSpPr/>
          <p:nvPr/>
        </p:nvGrpSpPr>
        <p:grpSpPr>
          <a:xfrm>
            <a:off x="6096276" y="1442554"/>
            <a:ext cx="556563" cy="534996"/>
            <a:chOff x="5309310" y="1343292"/>
            <a:chExt cx="556563" cy="534996"/>
          </a:xfrm>
        </p:grpSpPr>
        <p:sp>
          <p:nvSpPr>
            <p:cNvPr id="33" name="Rectangle 32">
              <a:extLst>
                <a:ext uri="{FF2B5EF4-FFF2-40B4-BE49-F238E27FC236}">
                  <a16:creationId xmlns:a16="http://schemas.microsoft.com/office/drawing/2014/main" id="{44078596-69CD-C546-C30F-35F82B2A32BE}"/>
                </a:ext>
              </a:extLst>
            </p:cNvPr>
            <p:cNvSpPr/>
            <p:nvPr/>
          </p:nvSpPr>
          <p:spPr>
            <a:xfrm>
              <a:off x="5309310" y="1478178"/>
              <a:ext cx="556563" cy="400110"/>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p>
            <a:p>
              <a:pPr marL="0" marR="0" lvl="0" indent="0" algn="ctr" defTabSz="914378" rtl="0" eaLnBrk="1" fontAlgn="auto" latinLnBrk="0" hangingPunct="1">
                <a:lnSpc>
                  <a:spcPts val="800"/>
                </a:lnSpc>
                <a:spcBef>
                  <a:spcPts val="0"/>
                </a:spcBef>
                <a:spcAft>
                  <a:spcPts val="0"/>
                </a:spcAft>
                <a:buClrTx/>
                <a:buSzTx/>
                <a:buFontTx/>
                <a:buNone/>
                <a:tabLst/>
                <a:defRPr/>
              </a:pPr>
              <a:r>
                <a:rPr lang="en-US" altLang="zh-CN" sz="750" b="1" strike="sngStrike">
                  <a:solidFill>
                    <a:srgbClr val="44546A"/>
                  </a:solidFill>
                  <a:latin typeface="Calibri" panose="020F0502020204030204" pitchFamily="34" charset="0"/>
                  <a:cs typeface="Calibri" panose="020F0502020204030204" pitchFamily="34" charset="0"/>
                </a:rPr>
                <a:t>04Oct</a:t>
              </a:r>
              <a:r>
                <a:rPr kumimoji="0" lang="zh-CN" altLang="en-US" sz="75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t>
              </a:r>
              <a:r>
                <a:rPr kumimoji="0" lang="en-US" altLang="zh-CN" sz="75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24</a:t>
              </a:r>
            </a:p>
            <a:p>
              <a:pPr marL="0" marR="0" lvl="0" indent="0" algn="ctr" defTabSz="914378" rtl="0" eaLnBrk="1" fontAlgn="auto" latinLnBrk="0" hangingPunct="1">
                <a:lnSpc>
                  <a:spcPts val="8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16Dec’24</a:t>
              </a:r>
              <a:endParaRPr kumimoji="0" lang="en-US" altLang="zh-CN" sz="750" b="1" i="0" u="non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4" name="OTLSHAPE_M_4315c04ef6244ea3a2c8fb75205cc353_Shape">
              <a:extLst>
                <a:ext uri="{FF2B5EF4-FFF2-40B4-BE49-F238E27FC236}">
                  <a16:creationId xmlns:a16="http://schemas.microsoft.com/office/drawing/2014/main" id="{6A56CD95-FDB4-BBF8-0236-4EC01AD00B4E}"/>
                </a:ext>
              </a:extLst>
            </p:cNvPr>
            <p:cNvSpPr>
              <a:spLocks noChangeAspect="1"/>
            </p:cNvSpPr>
            <p:nvPr>
              <p:custDataLst>
                <p:tags r:id="rId11"/>
              </p:custDataLst>
            </p:nvPr>
          </p:nvSpPr>
          <p:spPr>
            <a:xfrm>
              <a:off x="5516179" y="1343292"/>
              <a:ext cx="128016" cy="142240"/>
            </a:xfrm>
            <a:prstGeom prst="diamond">
              <a:avLst/>
            </a:prstGeom>
            <a:solidFill>
              <a:srgbClr val="00B0F0"/>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000000"/>
                </a:solidFill>
                <a:effectLst/>
                <a:uLnTx/>
                <a:uFillTx/>
                <a:latin typeface="BISansOpti"/>
                <a:ea typeface="+mn-ea"/>
                <a:cs typeface="+mn-cs"/>
              </a:endParaRPr>
            </a:p>
          </p:txBody>
        </p:sp>
      </p:grpSp>
      <p:grpSp>
        <p:nvGrpSpPr>
          <p:cNvPr id="35" name="Group 34">
            <a:extLst>
              <a:ext uri="{FF2B5EF4-FFF2-40B4-BE49-F238E27FC236}">
                <a16:creationId xmlns:a16="http://schemas.microsoft.com/office/drawing/2014/main" id="{1F12C595-91FE-E7E2-B2BA-98284B48F001}"/>
              </a:ext>
            </a:extLst>
          </p:cNvPr>
          <p:cNvGrpSpPr/>
          <p:nvPr/>
        </p:nvGrpSpPr>
        <p:grpSpPr>
          <a:xfrm>
            <a:off x="5570702" y="1461159"/>
            <a:ext cx="545342" cy="516486"/>
            <a:chOff x="5314918" y="1361802"/>
            <a:chExt cx="545342" cy="516486"/>
          </a:xfrm>
        </p:grpSpPr>
        <p:sp>
          <p:nvSpPr>
            <p:cNvPr id="36" name="Rectangle 35">
              <a:extLst>
                <a:ext uri="{FF2B5EF4-FFF2-40B4-BE49-F238E27FC236}">
                  <a16:creationId xmlns:a16="http://schemas.microsoft.com/office/drawing/2014/main" id="{D426A7E9-F5EF-79AF-C6A2-5BD276BFB05C}"/>
                </a:ext>
              </a:extLst>
            </p:cNvPr>
            <p:cNvSpPr/>
            <p:nvPr/>
          </p:nvSpPr>
          <p:spPr>
            <a:xfrm>
              <a:off x="5314918" y="1478178"/>
              <a:ext cx="545342" cy="400110"/>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TLR</a:t>
              </a:r>
            </a:p>
            <a:p>
              <a:pPr marL="0" marR="0" lvl="0" indent="0" algn="ctr" defTabSz="914378" rtl="0" eaLnBrk="1" fontAlgn="auto" latinLnBrk="0" hangingPunct="1">
                <a:lnSpc>
                  <a:spcPts val="800"/>
                </a:lnSpc>
                <a:spcBef>
                  <a:spcPts val="0"/>
                </a:spcBef>
                <a:spcAft>
                  <a:spcPts val="0"/>
                </a:spcAft>
                <a:buClrTx/>
                <a:buSzTx/>
                <a:buFontTx/>
                <a:buNone/>
                <a:tabLst/>
                <a:defRPr/>
              </a:pPr>
              <a:r>
                <a:rPr lang="en-US" altLang="zh-CN" sz="750" b="1" strike="sngStrike">
                  <a:solidFill>
                    <a:srgbClr val="44546A"/>
                  </a:solidFill>
                  <a:latin typeface="Calibri" panose="020F0502020204030204" pitchFamily="34" charset="0"/>
                  <a:cs typeface="Calibri" panose="020F0502020204030204" pitchFamily="34" charset="0"/>
                </a:rPr>
                <a:t>05Jun</a:t>
              </a:r>
              <a:r>
                <a:rPr kumimoji="0" lang="zh-CN" altLang="en-US" sz="75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t>
              </a:r>
              <a:r>
                <a:rPr kumimoji="0" lang="en-US" altLang="zh-CN" sz="75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24</a:t>
              </a:r>
            </a:p>
            <a:p>
              <a:pPr marL="0" marR="0" lvl="0" indent="0" algn="ctr" defTabSz="914378" rtl="0" eaLnBrk="1" fontAlgn="auto" latinLnBrk="0" hangingPunct="1">
                <a:lnSpc>
                  <a:spcPts val="8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10Sep’24</a:t>
              </a:r>
              <a:endPar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7" name="OTLSHAPE_M_4315c04ef6244ea3a2c8fb75205cc353_Shape">
              <a:extLst>
                <a:ext uri="{FF2B5EF4-FFF2-40B4-BE49-F238E27FC236}">
                  <a16:creationId xmlns:a16="http://schemas.microsoft.com/office/drawing/2014/main" id="{5F0E1CC0-70B2-5E2C-1DF3-3D48127EB422}"/>
                </a:ext>
              </a:extLst>
            </p:cNvPr>
            <p:cNvSpPr>
              <a:spLocks noChangeAspect="1"/>
            </p:cNvSpPr>
            <p:nvPr>
              <p:custDataLst>
                <p:tags r:id="rId10"/>
              </p:custDataLst>
            </p:nvPr>
          </p:nvSpPr>
          <p:spPr>
            <a:xfrm>
              <a:off x="5516179" y="1361802"/>
              <a:ext cx="128016" cy="142240"/>
            </a:xfrm>
            <a:prstGeom prst="diamond">
              <a:avLst/>
            </a:prstGeom>
            <a:solidFill>
              <a:srgbClr val="00B0F0"/>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000000"/>
                </a:solidFill>
                <a:effectLst/>
                <a:uLnTx/>
                <a:uFillTx/>
                <a:latin typeface="BISansOpti"/>
                <a:ea typeface="+mn-ea"/>
                <a:cs typeface="+mn-cs"/>
              </a:endParaRPr>
            </a:p>
          </p:txBody>
        </p:sp>
      </p:grpSp>
      <p:sp>
        <p:nvSpPr>
          <p:cNvPr id="38" name="Rectangle 37">
            <a:extLst>
              <a:ext uri="{FF2B5EF4-FFF2-40B4-BE49-F238E27FC236}">
                <a16:creationId xmlns:a16="http://schemas.microsoft.com/office/drawing/2014/main" id="{456F02E3-01D5-E543-75F4-A5A796B12781}"/>
              </a:ext>
            </a:extLst>
          </p:cNvPr>
          <p:cNvSpPr/>
          <p:nvPr/>
        </p:nvSpPr>
        <p:spPr>
          <a:xfrm>
            <a:off x="3766669" y="4212823"/>
            <a:ext cx="1800627" cy="164592"/>
          </a:xfrm>
          <a:prstGeom prst="rect">
            <a:avLst/>
          </a:prstGeom>
          <a:solidFill>
            <a:schemeClr val="bg1"/>
          </a:solidFill>
          <a:ln w="127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Cohort 3 </a:t>
            </a: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(N=3)</a:t>
            </a:r>
            <a:endParaRPr kumimoji="0" lang="en-US" sz="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39" name="Rectangle 38">
            <a:extLst>
              <a:ext uri="{FF2B5EF4-FFF2-40B4-BE49-F238E27FC236}">
                <a16:creationId xmlns:a16="http://schemas.microsoft.com/office/drawing/2014/main" id="{04A8CD4C-8373-EF23-8BD6-02355D01DBE7}"/>
              </a:ext>
            </a:extLst>
          </p:cNvPr>
          <p:cNvSpPr/>
          <p:nvPr/>
        </p:nvSpPr>
        <p:spPr>
          <a:xfrm>
            <a:off x="3949549" y="4427306"/>
            <a:ext cx="1617747" cy="165600"/>
          </a:xfrm>
          <a:prstGeom prst="rect">
            <a:avLst/>
          </a:prstGeom>
          <a:solidFill>
            <a:schemeClr val="bg1"/>
          </a:solidFill>
          <a:ln w="127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Cohort 4 (N=2)</a:t>
            </a:r>
          </a:p>
        </p:txBody>
      </p:sp>
      <p:sp>
        <p:nvSpPr>
          <p:cNvPr id="40" name="Rectangle 39">
            <a:extLst>
              <a:ext uri="{FF2B5EF4-FFF2-40B4-BE49-F238E27FC236}">
                <a16:creationId xmlns:a16="http://schemas.microsoft.com/office/drawing/2014/main" id="{129B0E5A-E7E6-72E3-AC0A-6FE1D0BF0625}"/>
              </a:ext>
            </a:extLst>
          </p:cNvPr>
          <p:cNvSpPr/>
          <p:nvPr/>
        </p:nvSpPr>
        <p:spPr>
          <a:xfrm>
            <a:off x="3949549" y="4668227"/>
            <a:ext cx="1617747" cy="165600"/>
          </a:xfrm>
          <a:prstGeom prst="rect">
            <a:avLst/>
          </a:prstGeom>
          <a:solidFill>
            <a:schemeClr val="bg1"/>
          </a:solid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Cohort 5 (N=3)</a:t>
            </a:r>
          </a:p>
        </p:txBody>
      </p:sp>
      <p:sp>
        <p:nvSpPr>
          <p:cNvPr id="42" name="TextBox 41">
            <a:extLst>
              <a:ext uri="{FF2B5EF4-FFF2-40B4-BE49-F238E27FC236}">
                <a16:creationId xmlns:a16="http://schemas.microsoft.com/office/drawing/2014/main" id="{DABBC13B-2438-4A04-531D-7079E33E0D2A}"/>
              </a:ext>
            </a:extLst>
          </p:cNvPr>
          <p:cNvSpPr txBox="1"/>
          <p:nvPr/>
        </p:nvSpPr>
        <p:spPr>
          <a:xfrm>
            <a:off x="2769153" y="3541847"/>
            <a:ext cx="419987"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FPI: Mar’23</a:t>
            </a:r>
          </a:p>
        </p:txBody>
      </p:sp>
      <p:sp>
        <p:nvSpPr>
          <p:cNvPr id="43" name="Rectangle 42">
            <a:extLst>
              <a:ext uri="{FF2B5EF4-FFF2-40B4-BE49-F238E27FC236}">
                <a16:creationId xmlns:a16="http://schemas.microsoft.com/office/drawing/2014/main" id="{2B2C025A-E85A-9F00-7EB0-2E7EC8715CF2}"/>
              </a:ext>
            </a:extLst>
          </p:cNvPr>
          <p:cNvSpPr/>
          <p:nvPr/>
        </p:nvSpPr>
        <p:spPr>
          <a:xfrm>
            <a:off x="2774816" y="3646070"/>
            <a:ext cx="1391494" cy="180818"/>
          </a:xfrm>
          <a:prstGeom prst="rect">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 bIns="45720"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76D7E"/>
                </a:solidFill>
                <a:effectLst>
                  <a:outerShdw blurRad="38100" dist="38100" dir="2700000" algn="tl">
                    <a:srgbClr val="000000">
                      <a:alpha val="43137"/>
                    </a:srgbClr>
                  </a:outerShdw>
                </a:effectLst>
                <a:uLnTx/>
                <a:uFillTx/>
                <a:latin typeface="Calibri" panose="020F0502020204030204" pitchFamily="34" charset="0"/>
                <a:ea typeface="+mn-ea"/>
                <a:cs typeface="Calibri" panose="020F0502020204030204" pitchFamily="34" charset="0"/>
              </a:rPr>
              <a:t>2L NSCLC </a:t>
            </a: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a:t>
            </a:r>
            <a:r>
              <a:rPr kumimoji="0" lang="en-US" altLang="zh-CN"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33 | 18 at 120mg)</a:t>
            </a:r>
            <a:endPar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4" name="Rectangle 43">
            <a:extLst>
              <a:ext uri="{FF2B5EF4-FFF2-40B4-BE49-F238E27FC236}">
                <a16:creationId xmlns:a16="http://schemas.microsoft.com/office/drawing/2014/main" id="{541E44FD-B116-E0B1-0042-0E9C31BB123C}"/>
              </a:ext>
            </a:extLst>
          </p:cNvPr>
          <p:cNvSpPr/>
          <p:nvPr/>
        </p:nvSpPr>
        <p:spPr>
          <a:xfrm>
            <a:off x="3680169" y="3966201"/>
            <a:ext cx="1887127" cy="164592"/>
          </a:xfrm>
          <a:prstGeom prst="rect">
            <a:avLst/>
          </a:prstGeom>
          <a:solidFill>
            <a:schemeClr val="bg1"/>
          </a:solidFill>
          <a:ln w="12700">
            <a:solidFill>
              <a:srgbClr val="C5C3EE"/>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76D7E"/>
                </a:solidFill>
                <a:effectLst>
                  <a:outerShdw blurRad="38100" dist="38100" dir="2700000" algn="tl">
                    <a:srgbClr val="000000">
                      <a:alpha val="43137"/>
                    </a:srgbClr>
                  </a:outerShdw>
                </a:effectLst>
                <a:uLnTx/>
                <a:uFillTx/>
                <a:latin typeface="Calibri" panose="020F0502020204030204" pitchFamily="34" charset="0"/>
                <a:ea typeface="+mn-ea"/>
                <a:cs typeface="Calibri" panose="020F0502020204030204" pitchFamily="34" charset="0"/>
              </a:rPr>
              <a:t>1L NSCLC </a:t>
            </a: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(N=11)</a:t>
            </a:r>
            <a:endParaRPr kumimoji="0" lang="en-US" sz="800" b="0" i="0" u="none" strike="noStrike" kern="1200" cap="none" spc="0" normalizeH="0" baseline="0" noProof="0">
              <a:ln>
                <a:noFill/>
              </a:ln>
              <a:solidFill>
                <a:srgbClr val="000000"/>
              </a:solidFill>
              <a:effectLst/>
              <a:uLnTx/>
              <a:uFillTx/>
              <a:latin typeface="BISansOpti"/>
              <a:ea typeface="+mn-ea"/>
              <a:cs typeface="+mn-cs"/>
            </a:endParaRPr>
          </a:p>
        </p:txBody>
      </p:sp>
      <p:grpSp>
        <p:nvGrpSpPr>
          <p:cNvPr id="45" name="Group 44">
            <a:extLst>
              <a:ext uri="{FF2B5EF4-FFF2-40B4-BE49-F238E27FC236}">
                <a16:creationId xmlns:a16="http://schemas.microsoft.com/office/drawing/2014/main" id="{F0E2B289-5F02-85AF-9AA7-AD254A2884A7}"/>
              </a:ext>
            </a:extLst>
          </p:cNvPr>
          <p:cNvGrpSpPr/>
          <p:nvPr/>
        </p:nvGrpSpPr>
        <p:grpSpPr>
          <a:xfrm>
            <a:off x="8513506" y="3311919"/>
            <a:ext cx="505267" cy="569883"/>
            <a:chOff x="6027364" y="1329029"/>
            <a:chExt cx="505267" cy="569883"/>
          </a:xfrm>
        </p:grpSpPr>
        <p:sp>
          <p:nvSpPr>
            <p:cNvPr id="46" name="Rectangle 45">
              <a:extLst>
                <a:ext uri="{FF2B5EF4-FFF2-40B4-BE49-F238E27FC236}">
                  <a16:creationId xmlns:a16="http://schemas.microsoft.com/office/drawing/2014/main" id="{DCDF7C48-10C3-68EB-5538-C158096EED34}"/>
                </a:ext>
              </a:extLst>
            </p:cNvPr>
            <p:cNvSpPr/>
            <p:nvPr/>
          </p:nvSpPr>
          <p:spPr>
            <a:xfrm>
              <a:off x="6027364" y="1498802"/>
              <a:ext cx="505267" cy="400110"/>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NDA AA</a:t>
              </a:r>
              <a:endPar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a:p>
              <a:pPr marL="0" marR="0" lvl="0" indent="0" algn="ctr" defTabSz="914378" rtl="0" eaLnBrk="1" fontAlgn="auto" latinLnBrk="0" hangingPunct="1">
                <a:lnSpc>
                  <a:spcPts val="800"/>
                </a:lnSpc>
                <a:spcBef>
                  <a:spcPts val="0"/>
                </a:spcBef>
                <a:spcAft>
                  <a:spcPts val="0"/>
                </a:spcAft>
                <a:buClrTx/>
                <a:buSzTx/>
                <a:buFontTx/>
                <a:buNone/>
                <a:tabLst/>
                <a:defRPr/>
              </a:pPr>
              <a:r>
                <a:rPr lang="en-US" altLang="zh-CN" sz="750" b="1" strike="sngStrike">
                  <a:solidFill>
                    <a:srgbClr val="44546A"/>
                  </a:solidFill>
                  <a:latin typeface="Calibri" panose="020F0502020204030204" pitchFamily="34" charset="0"/>
                  <a:cs typeface="Calibri" panose="020F0502020204030204" pitchFamily="34" charset="0"/>
                </a:rPr>
                <a:t>Dec’25</a:t>
              </a:r>
            </a:p>
            <a:p>
              <a:pPr marL="0" marR="0" lvl="0" indent="0" algn="ctr" defTabSz="914378" rtl="0" eaLnBrk="1" fontAlgn="auto" latinLnBrk="0" hangingPunct="1">
                <a:lnSpc>
                  <a:spcPts val="8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Jan</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’26</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47" name="OTLSHAPE_M_3370ef36f72d45bf9a95515fc63c0f41_Shape">
              <a:extLst>
                <a:ext uri="{FF2B5EF4-FFF2-40B4-BE49-F238E27FC236}">
                  <a16:creationId xmlns:a16="http://schemas.microsoft.com/office/drawing/2014/main" id="{D2B81A79-B124-7D2F-DE4C-4B1FD9A05F0E}"/>
                </a:ext>
              </a:extLst>
            </p:cNvPr>
            <p:cNvSpPr>
              <a:spLocks noChangeAspect="1"/>
            </p:cNvSpPr>
            <p:nvPr>
              <p:custDataLst>
                <p:tags r:id="rId9"/>
              </p:custDataLst>
            </p:nvPr>
          </p:nvSpPr>
          <p:spPr>
            <a:xfrm>
              <a:off x="6187144" y="1329029"/>
              <a:ext cx="164592" cy="182880"/>
            </a:xfrm>
            <a:prstGeom prst="star5">
              <a:avLst>
                <a:gd name="adj" fmla="val 25000"/>
                <a:gd name="hf" fmla="val 105146"/>
                <a:gd name="vf" fmla="val 110557"/>
              </a:avLst>
            </a:prstGeom>
            <a:solidFill>
              <a:srgbClr val="00B05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000000"/>
                </a:solidFill>
                <a:effectLst/>
                <a:uLnTx/>
                <a:uFillTx/>
                <a:latin typeface="BISansOpti"/>
                <a:ea typeface="+mn-ea"/>
                <a:cs typeface="+mn-cs"/>
              </a:endParaRPr>
            </a:p>
          </p:txBody>
        </p:sp>
      </p:grpSp>
      <p:grpSp>
        <p:nvGrpSpPr>
          <p:cNvPr id="48" name="Group 47">
            <a:extLst>
              <a:ext uri="{FF2B5EF4-FFF2-40B4-BE49-F238E27FC236}">
                <a16:creationId xmlns:a16="http://schemas.microsoft.com/office/drawing/2014/main" id="{93DA2F33-5063-CD8D-DB05-EF76F1F11530}"/>
              </a:ext>
            </a:extLst>
          </p:cNvPr>
          <p:cNvGrpSpPr/>
          <p:nvPr/>
        </p:nvGrpSpPr>
        <p:grpSpPr>
          <a:xfrm>
            <a:off x="6336257" y="3354483"/>
            <a:ext cx="556563" cy="534996"/>
            <a:chOff x="5309311" y="1343292"/>
            <a:chExt cx="556563" cy="534996"/>
          </a:xfrm>
        </p:grpSpPr>
        <p:sp>
          <p:nvSpPr>
            <p:cNvPr id="49" name="Rectangle 48">
              <a:extLst>
                <a:ext uri="{FF2B5EF4-FFF2-40B4-BE49-F238E27FC236}">
                  <a16:creationId xmlns:a16="http://schemas.microsoft.com/office/drawing/2014/main" id="{E9D11AFD-A649-CA8F-3DB2-69D6128A21F7}"/>
                </a:ext>
              </a:extLst>
            </p:cNvPr>
            <p:cNvSpPr/>
            <p:nvPr/>
          </p:nvSpPr>
          <p:spPr>
            <a:xfrm>
              <a:off x="5309311" y="1478178"/>
              <a:ext cx="556563" cy="400110"/>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p>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Dec‘24</a:t>
              </a:r>
            </a:p>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Jan</a:t>
              </a:r>
              <a:r>
                <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25</a:t>
              </a:r>
            </a:p>
          </p:txBody>
        </p:sp>
        <p:sp>
          <p:nvSpPr>
            <p:cNvPr id="50" name="OTLSHAPE_M_4315c04ef6244ea3a2c8fb75205cc353_Shape">
              <a:extLst>
                <a:ext uri="{FF2B5EF4-FFF2-40B4-BE49-F238E27FC236}">
                  <a16:creationId xmlns:a16="http://schemas.microsoft.com/office/drawing/2014/main" id="{61AA2983-2FFE-B877-4B61-529294A3C91A}"/>
                </a:ext>
              </a:extLst>
            </p:cNvPr>
            <p:cNvSpPr>
              <a:spLocks noChangeAspect="1"/>
            </p:cNvSpPr>
            <p:nvPr>
              <p:custDataLst>
                <p:tags r:id="rId8"/>
              </p:custDataLst>
            </p:nvPr>
          </p:nvSpPr>
          <p:spPr>
            <a:xfrm>
              <a:off x="5516179" y="1343292"/>
              <a:ext cx="128016" cy="142240"/>
            </a:xfrm>
            <a:prstGeom prst="diamond">
              <a:avLst/>
            </a:prstGeom>
            <a:solidFill>
              <a:srgbClr val="00B0F0"/>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000000"/>
                </a:solidFill>
                <a:effectLst/>
                <a:uLnTx/>
                <a:uFillTx/>
                <a:latin typeface="BISansOpti"/>
                <a:ea typeface="+mn-ea"/>
                <a:cs typeface="+mn-cs"/>
              </a:endParaRPr>
            </a:p>
          </p:txBody>
        </p:sp>
      </p:grpSp>
      <p:sp>
        <p:nvSpPr>
          <p:cNvPr id="51" name="Rectangle 50">
            <a:extLst>
              <a:ext uri="{FF2B5EF4-FFF2-40B4-BE49-F238E27FC236}">
                <a16:creationId xmlns:a16="http://schemas.microsoft.com/office/drawing/2014/main" id="{AE4E5189-5E3D-A3A5-F39D-E40B176ABCB6}"/>
              </a:ext>
            </a:extLst>
          </p:cNvPr>
          <p:cNvSpPr/>
          <p:nvPr/>
        </p:nvSpPr>
        <p:spPr>
          <a:xfrm>
            <a:off x="1576950" y="3289019"/>
            <a:ext cx="4434840" cy="164592"/>
          </a:xfrm>
          <a:prstGeom prst="rect">
            <a:avLst/>
          </a:prstGeom>
          <a:solidFill>
            <a:schemeClr val="accent5">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Ph1a Dose Escalation</a:t>
            </a:r>
          </a:p>
        </p:txBody>
      </p:sp>
      <p:sp>
        <p:nvSpPr>
          <p:cNvPr id="53" name="TextBox 52">
            <a:extLst>
              <a:ext uri="{FF2B5EF4-FFF2-40B4-BE49-F238E27FC236}">
                <a16:creationId xmlns:a16="http://schemas.microsoft.com/office/drawing/2014/main" id="{A085CC73-DE73-31C3-B076-FE6D440A0FF7}"/>
              </a:ext>
            </a:extLst>
          </p:cNvPr>
          <p:cNvSpPr txBox="1"/>
          <p:nvPr/>
        </p:nvSpPr>
        <p:spPr>
          <a:xfrm>
            <a:off x="1147772" y="3312084"/>
            <a:ext cx="405560" cy="10772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SIV: Feb’22</a:t>
            </a:r>
          </a:p>
        </p:txBody>
      </p:sp>
      <p:sp>
        <p:nvSpPr>
          <p:cNvPr id="54" name="Rectangle 53">
            <a:extLst>
              <a:ext uri="{FF2B5EF4-FFF2-40B4-BE49-F238E27FC236}">
                <a16:creationId xmlns:a16="http://schemas.microsoft.com/office/drawing/2014/main" id="{55EB8F2E-322E-CDCE-22FD-4D2FBDFFE321}"/>
              </a:ext>
            </a:extLst>
          </p:cNvPr>
          <p:cNvSpPr/>
          <p:nvPr/>
        </p:nvSpPr>
        <p:spPr>
          <a:xfrm>
            <a:off x="1793136" y="3646070"/>
            <a:ext cx="640080" cy="182880"/>
          </a:xfrm>
          <a:prstGeom prst="rect">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27432" tIns="45720" rIns="27432" bIns="45720" rtlCol="0" anchor="ctr"/>
          <a:lstStyle/>
          <a:p>
            <a:pPr marL="0" marR="0" lvl="0" indent="0" algn="ctr" defTabSz="685783" rtl="0" eaLnBrk="0" fontAlgn="base" latinLnBrk="0" hangingPunct="0">
              <a:lnSpc>
                <a:spcPts val="700"/>
              </a:lnSpc>
              <a:spcBef>
                <a:spcPct val="0"/>
              </a:spcBef>
              <a:spcAft>
                <a:spcPct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CTA-EC-HGRAC-SIV (4m)</a:t>
            </a:r>
            <a:endParaRPr kumimoji="0" lang="zh-CN" alt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5" name="TextBox 54">
            <a:extLst>
              <a:ext uri="{FF2B5EF4-FFF2-40B4-BE49-F238E27FC236}">
                <a16:creationId xmlns:a16="http://schemas.microsoft.com/office/drawing/2014/main" id="{AD7DF63A-6847-68E9-1CF1-39EAB2463FD7}"/>
              </a:ext>
            </a:extLst>
          </p:cNvPr>
          <p:cNvSpPr txBox="1"/>
          <p:nvPr/>
        </p:nvSpPr>
        <p:spPr>
          <a:xfrm>
            <a:off x="1828163" y="3543824"/>
            <a:ext cx="545021"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Sep’22 - </a:t>
            </a:r>
            <a:r>
              <a:rPr kumimoji="0" lang="en-US" altLang="zh-CN"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Jan</a:t>
            </a:r>
            <a:r>
              <a:rPr kumimoji="0" 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’23</a:t>
            </a:r>
          </a:p>
        </p:txBody>
      </p:sp>
      <p:cxnSp>
        <p:nvCxnSpPr>
          <p:cNvPr id="56" name="Straight Connector 55">
            <a:extLst>
              <a:ext uri="{FF2B5EF4-FFF2-40B4-BE49-F238E27FC236}">
                <a16:creationId xmlns:a16="http://schemas.microsoft.com/office/drawing/2014/main" id="{BE01B06D-FB39-A8C0-BE57-67EE433082D2}"/>
              </a:ext>
            </a:extLst>
          </p:cNvPr>
          <p:cNvCxnSpPr>
            <a:cxnSpLocks/>
          </p:cNvCxnSpPr>
          <p:nvPr/>
        </p:nvCxnSpPr>
        <p:spPr>
          <a:xfrm>
            <a:off x="2461774" y="3736346"/>
            <a:ext cx="274320" cy="737"/>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6FB45AF3-EAB6-72BC-78DD-296EE5033D5B}"/>
              </a:ext>
            </a:extLst>
          </p:cNvPr>
          <p:cNvSpPr/>
          <p:nvPr/>
        </p:nvSpPr>
        <p:spPr>
          <a:xfrm>
            <a:off x="3647057" y="2881601"/>
            <a:ext cx="1920239" cy="183600"/>
          </a:xfrm>
          <a:prstGeom prst="rect">
            <a:avLst/>
          </a:prstGeom>
          <a:solidFill>
            <a:schemeClr val="bg1"/>
          </a:solid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HER2 ADC pretreated (N=30)</a:t>
            </a:r>
          </a:p>
        </p:txBody>
      </p:sp>
      <p:sp>
        <p:nvSpPr>
          <p:cNvPr id="58" name="Rectangle 57">
            <a:extLst>
              <a:ext uri="{FF2B5EF4-FFF2-40B4-BE49-F238E27FC236}">
                <a16:creationId xmlns:a16="http://schemas.microsoft.com/office/drawing/2014/main" id="{0625D1C5-C431-502D-939B-9C4FD7FF34EA}"/>
              </a:ext>
            </a:extLst>
          </p:cNvPr>
          <p:cNvSpPr/>
          <p:nvPr/>
        </p:nvSpPr>
        <p:spPr>
          <a:xfrm>
            <a:off x="3647057" y="2377536"/>
            <a:ext cx="1920240" cy="183600"/>
          </a:xfrm>
          <a:prstGeom prst="rect">
            <a:avLst/>
          </a:prstGeom>
          <a:solidFill>
            <a:schemeClr val="bg1"/>
          </a:solidFill>
          <a:ln w="127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non-</a:t>
            </a:r>
            <a:r>
              <a:rPr kumimoji="0" lang="en-US" sz="800" b="0"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TKDm</a:t>
            </a:r>
            <a:r>
              <a:rPr kumimoji="0" 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NSCLC (N=30)</a:t>
            </a:r>
            <a:endParaRPr kumimoji="0" lang="en-US" sz="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9" name="TextBox 58">
            <a:extLst>
              <a:ext uri="{FF2B5EF4-FFF2-40B4-BE49-F238E27FC236}">
                <a16:creationId xmlns:a16="http://schemas.microsoft.com/office/drawing/2014/main" id="{7D51949B-048F-3C8B-3C90-A268E63B6732}"/>
              </a:ext>
            </a:extLst>
          </p:cNvPr>
          <p:cNvSpPr txBox="1"/>
          <p:nvPr/>
        </p:nvSpPr>
        <p:spPr>
          <a:xfrm>
            <a:off x="3126051" y="4014573"/>
            <a:ext cx="490519"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FPI: 15Sep’23</a:t>
            </a:r>
          </a:p>
        </p:txBody>
      </p:sp>
      <p:sp>
        <p:nvSpPr>
          <p:cNvPr id="61" name="OTLSHAPE_T_e17f3958430f4cff8650518c93c7635e_Shape">
            <a:extLst>
              <a:ext uri="{FF2B5EF4-FFF2-40B4-BE49-F238E27FC236}">
                <a16:creationId xmlns:a16="http://schemas.microsoft.com/office/drawing/2014/main" id="{E955A652-F531-8D9C-3C6B-09DB68ADF5FF}"/>
              </a:ext>
            </a:extLst>
          </p:cNvPr>
          <p:cNvSpPr/>
          <p:nvPr>
            <p:custDataLst>
              <p:tags r:id="rId1"/>
            </p:custDataLst>
          </p:nvPr>
        </p:nvSpPr>
        <p:spPr bwMode="auto">
          <a:xfrm>
            <a:off x="1675072" y="2140405"/>
            <a:ext cx="720000" cy="180000"/>
          </a:xfrm>
          <a:prstGeom prst="rect">
            <a:avLst/>
          </a:prstGeom>
          <a:noFill/>
          <a:ln w="9525" cap="flat" cmpd="sng" algn="ctr">
            <a:solidFill>
              <a:srgbClr val="FFC000"/>
            </a:solid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34290" rIns="0" bIns="34290" numCol="1" rtlCol="0" anchor="ctr" anchorCtr="0" compatLnSpc="1">
            <a:prstTxWarp prst="textNoShape">
              <a:avLst/>
            </a:prstTxWarp>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For 2L registration</a:t>
            </a:r>
          </a:p>
        </p:txBody>
      </p:sp>
      <p:sp>
        <p:nvSpPr>
          <p:cNvPr id="62" name="OTLSHAPE_T_e17f3958430f4cff8650518c93c7635e_Shape">
            <a:extLst>
              <a:ext uri="{FF2B5EF4-FFF2-40B4-BE49-F238E27FC236}">
                <a16:creationId xmlns:a16="http://schemas.microsoft.com/office/drawing/2014/main" id="{3AE28AC6-BC0E-9679-6DEC-2910188ED382}"/>
              </a:ext>
            </a:extLst>
          </p:cNvPr>
          <p:cNvSpPr/>
          <p:nvPr>
            <p:custDataLst>
              <p:tags r:id="rId2"/>
            </p:custDataLst>
          </p:nvPr>
        </p:nvSpPr>
        <p:spPr bwMode="auto">
          <a:xfrm>
            <a:off x="1668297" y="2614988"/>
            <a:ext cx="720000" cy="180000"/>
          </a:xfrm>
          <a:prstGeom prst="rect">
            <a:avLst/>
          </a:prstGeom>
          <a:noFill/>
          <a:ln w="9525" cap="flat" cmpd="sng" algn="ctr">
            <a:solidFill>
              <a:schemeClr val="accent2">
                <a:lumMod val="60000"/>
                <a:lumOff val="40000"/>
              </a:schemeClr>
            </a:solid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34290" rIns="0" bIns="34290" numCol="1" rtlCol="0" anchor="ctr" anchorCtr="0" compatLnSpc="1">
            <a:prstTxWarp prst="textNoShape">
              <a:avLst/>
            </a:prstTxWarp>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Exploratory</a:t>
            </a:r>
          </a:p>
        </p:txBody>
      </p:sp>
      <p:sp>
        <p:nvSpPr>
          <p:cNvPr id="69" name="Rectangle 68">
            <a:extLst>
              <a:ext uri="{FF2B5EF4-FFF2-40B4-BE49-F238E27FC236}">
                <a16:creationId xmlns:a16="http://schemas.microsoft.com/office/drawing/2014/main" id="{39394C51-4E08-FF06-3A02-C45CA730B250}"/>
              </a:ext>
            </a:extLst>
          </p:cNvPr>
          <p:cNvSpPr/>
          <p:nvPr/>
        </p:nvSpPr>
        <p:spPr>
          <a:xfrm>
            <a:off x="1168305" y="1161536"/>
            <a:ext cx="4846320" cy="164592"/>
          </a:xfrm>
          <a:prstGeom prst="rect">
            <a:avLst/>
          </a:prstGeom>
          <a:solidFill>
            <a:schemeClr val="accent5">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7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Ph1a Dose Escalation</a:t>
            </a:r>
          </a:p>
        </p:txBody>
      </p:sp>
      <p:sp>
        <p:nvSpPr>
          <p:cNvPr id="70" name="TextBox 69">
            <a:extLst>
              <a:ext uri="{FF2B5EF4-FFF2-40B4-BE49-F238E27FC236}">
                <a16:creationId xmlns:a16="http://schemas.microsoft.com/office/drawing/2014/main" id="{B2F705AC-69B8-E770-C88F-DF614CBE77C7}"/>
              </a:ext>
            </a:extLst>
          </p:cNvPr>
          <p:cNvSpPr txBox="1"/>
          <p:nvPr/>
        </p:nvSpPr>
        <p:spPr>
          <a:xfrm>
            <a:off x="5307120" y="3804478"/>
            <a:ext cx="403957"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LPI: Aug’24</a:t>
            </a:r>
          </a:p>
        </p:txBody>
      </p:sp>
      <p:grpSp>
        <p:nvGrpSpPr>
          <p:cNvPr id="71" name="Group 70">
            <a:extLst>
              <a:ext uri="{FF2B5EF4-FFF2-40B4-BE49-F238E27FC236}">
                <a16:creationId xmlns:a16="http://schemas.microsoft.com/office/drawing/2014/main" id="{E0B1B510-A24F-FC7E-61A4-2789EF6D79D4}"/>
              </a:ext>
            </a:extLst>
          </p:cNvPr>
          <p:cNvGrpSpPr/>
          <p:nvPr/>
        </p:nvGrpSpPr>
        <p:grpSpPr>
          <a:xfrm>
            <a:off x="4721453" y="1022852"/>
            <a:ext cx="546747" cy="4047415"/>
            <a:chOff x="1030270" y="1253031"/>
            <a:chExt cx="546747" cy="4047413"/>
          </a:xfrm>
        </p:grpSpPr>
        <p:cxnSp>
          <p:nvCxnSpPr>
            <p:cNvPr id="72" name="Straight Connector 71">
              <a:extLst>
                <a:ext uri="{FF2B5EF4-FFF2-40B4-BE49-F238E27FC236}">
                  <a16:creationId xmlns:a16="http://schemas.microsoft.com/office/drawing/2014/main" id="{17E80A7E-9CBD-7FE0-E679-586E71362664}"/>
                </a:ext>
              </a:extLst>
            </p:cNvPr>
            <p:cNvCxnSpPr>
              <a:cxnSpLocks/>
            </p:cNvCxnSpPr>
            <p:nvPr/>
          </p:nvCxnSpPr>
          <p:spPr bwMode="auto">
            <a:xfrm flipV="1">
              <a:off x="1295762" y="1368526"/>
              <a:ext cx="0" cy="3931918"/>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73" name="OTLSHAPE_T_e17f3958430f4cff8650518c93c7635e_StartDate">
              <a:extLst>
                <a:ext uri="{FF2B5EF4-FFF2-40B4-BE49-F238E27FC236}">
                  <a16:creationId xmlns:a16="http://schemas.microsoft.com/office/drawing/2014/main" id="{1AA8A49B-A7D5-5263-FFB7-5F78F2637EF4}"/>
                </a:ext>
              </a:extLst>
            </p:cNvPr>
            <p:cNvSpPr txBox="1"/>
            <p:nvPr>
              <p:custDataLst>
                <p:tags r:id="rId7"/>
              </p:custDataLst>
            </p:nvPr>
          </p:nvSpPr>
          <p:spPr>
            <a:xfrm>
              <a:off x="1030270" y="1253031"/>
              <a:ext cx="546747" cy="123111"/>
            </a:xfrm>
            <a:prstGeom prst="rect">
              <a:avLst/>
            </a:prstGeom>
            <a:noFill/>
            <a:ln w="12700">
              <a:noFill/>
            </a:ln>
          </p:spPr>
          <p:txBody>
            <a:bodyPr vert="horz" wrap="square" lIns="0" tIns="0" rIns="0" bIns="0" rtlCol="0" anchor="ctr" anchorCtr="0">
              <a:spAutoFit/>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today</a:t>
              </a:r>
              <a:endParaRPr kumimoji="0" lang="zh-CN" altLang="en-US" sz="8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74" name="TextBox 73">
            <a:extLst>
              <a:ext uri="{FF2B5EF4-FFF2-40B4-BE49-F238E27FC236}">
                <a16:creationId xmlns:a16="http://schemas.microsoft.com/office/drawing/2014/main" id="{2E5EFA19-9769-672D-7520-E3CEA16E18ED}"/>
              </a:ext>
            </a:extLst>
          </p:cNvPr>
          <p:cNvSpPr txBox="1"/>
          <p:nvPr/>
        </p:nvSpPr>
        <p:spPr>
          <a:xfrm>
            <a:off x="3194554" y="2417728"/>
            <a:ext cx="400751"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FPI: Sep’23</a:t>
            </a:r>
          </a:p>
        </p:txBody>
      </p:sp>
      <p:sp>
        <p:nvSpPr>
          <p:cNvPr id="75" name="TextBox 74">
            <a:extLst>
              <a:ext uri="{FF2B5EF4-FFF2-40B4-BE49-F238E27FC236}">
                <a16:creationId xmlns:a16="http://schemas.microsoft.com/office/drawing/2014/main" id="{9B0B1372-3753-F4E2-59B4-1DA365602335}"/>
              </a:ext>
            </a:extLst>
          </p:cNvPr>
          <p:cNvSpPr txBox="1"/>
          <p:nvPr/>
        </p:nvSpPr>
        <p:spPr>
          <a:xfrm>
            <a:off x="3200732" y="2916709"/>
            <a:ext cx="400751"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FPI: Sep’23</a:t>
            </a:r>
          </a:p>
        </p:txBody>
      </p:sp>
      <p:sp>
        <p:nvSpPr>
          <p:cNvPr id="78" name="TextBox 77">
            <a:extLst>
              <a:ext uri="{FF2B5EF4-FFF2-40B4-BE49-F238E27FC236}">
                <a16:creationId xmlns:a16="http://schemas.microsoft.com/office/drawing/2014/main" id="{3A375D69-7840-95C0-830D-FAD5A7F12AB5}"/>
              </a:ext>
            </a:extLst>
          </p:cNvPr>
          <p:cNvSpPr txBox="1"/>
          <p:nvPr/>
        </p:nvSpPr>
        <p:spPr>
          <a:xfrm>
            <a:off x="3193958" y="2667218"/>
            <a:ext cx="485710" cy="10772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FPI: 10Oct’23</a:t>
            </a:r>
          </a:p>
        </p:txBody>
      </p:sp>
      <p:sp>
        <p:nvSpPr>
          <p:cNvPr id="52" name="Isosceles Triangle 51">
            <a:extLst>
              <a:ext uri="{FF2B5EF4-FFF2-40B4-BE49-F238E27FC236}">
                <a16:creationId xmlns:a16="http://schemas.microsoft.com/office/drawing/2014/main" id="{0B6434D8-00B8-FC1C-BE59-3410CD3139A6}"/>
              </a:ext>
            </a:extLst>
          </p:cNvPr>
          <p:cNvSpPr>
            <a:spLocks noChangeAspect="1"/>
          </p:cNvSpPr>
          <p:nvPr/>
        </p:nvSpPr>
        <p:spPr>
          <a:xfrm>
            <a:off x="4133039" y="3819930"/>
            <a:ext cx="63642" cy="54864"/>
          </a:xfrm>
          <a:prstGeom prst="triangle">
            <a:avLst/>
          </a:pr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solidFill>
                <a:prstClr val="white"/>
              </a:solidFill>
              <a:effectLst/>
              <a:uLnTx/>
              <a:uFillTx/>
              <a:latin typeface="BISans" panose="02000503040000020004" pitchFamily="2" charset="0"/>
              <a:ea typeface="+mn-ea"/>
              <a:cs typeface="+mn-cs"/>
            </a:endParaRPr>
          </a:p>
        </p:txBody>
      </p:sp>
      <p:sp>
        <p:nvSpPr>
          <p:cNvPr id="81" name="TextBox 80">
            <a:extLst>
              <a:ext uri="{FF2B5EF4-FFF2-40B4-BE49-F238E27FC236}">
                <a16:creationId xmlns:a16="http://schemas.microsoft.com/office/drawing/2014/main" id="{2B911D87-DCBB-59FD-08A0-360B3B78BE12}"/>
              </a:ext>
            </a:extLst>
          </p:cNvPr>
          <p:cNvSpPr txBox="1"/>
          <p:nvPr/>
        </p:nvSpPr>
        <p:spPr>
          <a:xfrm>
            <a:off x="4209290" y="3672776"/>
            <a:ext cx="447238" cy="180819"/>
          </a:xfrm>
          <a:prstGeom prst="rect">
            <a:avLst/>
          </a:prstGeom>
          <a:noFill/>
        </p:spPr>
        <p:txBody>
          <a:bodyPr wrap="none" lIns="0" tIns="0" rIns="0" bIns="0" rtlCol="0">
            <a:spAutoFit/>
          </a:bodyPr>
          <a:lstStyle/>
          <a:p>
            <a:pPr marL="0" marR="0" lvl="0" indent="0" algn="ctr" defTabSz="914400" rtl="0" eaLnBrk="1" fontAlgn="auto" latinLnBrk="0" hangingPunct="1">
              <a:lnSpc>
                <a:spcPts val="7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LPI of 33 pts</a:t>
            </a:r>
          </a:p>
          <a:p>
            <a:pPr marL="0" marR="0" lvl="0" indent="0" algn="ctr" defTabSz="914400" rtl="0" eaLnBrk="1" fontAlgn="auto" latinLnBrk="0" hangingPunct="1">
              <a:lnSpc>
                <a:spcPts val="7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8Dec’23</a:t>
            </a:r>
          </a:p>
        </p:txBody>
      </p:sp>
      <p:grpSp>
        <p:nvGrpSpPr>
          <p:cNvPr id="83" name="Group 82">
            <a:extLst>
              <a:ext uri="{FF2B5EF4-FFF2-40B4-BE49-F238E27FC236}">
                <a16:creationId xmlns:a16="http://schemas.microsoft.com/office/drawing/2014/main" id="{0BF8F831-543F-8383-45A8-36F412EF767C}"/>
              </a:ext>
            </a:extLst>
          </p:cNvPr>
          <p:cNvGrpSpPr/>
          <p:nvPr/>
        </p:nvGrpSpPr>
        <p:grpSpPr>
          <a:xfrm>
            <a:off x="6573916" y="1984918"/>
            <a:ext cx="575799" cy="387949"/>
            <a:chOff x="5299692" y="1387746"/>
            <a:chExt cx="575799" cy="387949"/>
          </a:xfrm>
        </p:grpSpPr>
        <p:sp>
          <p:nvSpPr>
            <p:cNvPr id="84" name="Rectangle 83">
              <a:extLst>
                <a:ext uri="{FF2B5EF4-FFF2-40B4-BE49-F238E27FC236}">
                  <a16:creationId xmlns:a16="http://schemas.microsoft.com/office/drawing/2014/main" id="{4D0B9C5A-EAB3-38D3-1253-0FD32D7913BD}"/>
                </a:ext>
              </a:extLst>
            </p:cNvPr>
            <p:cNvSpPr/>
            <p:nvPr/>
          </p:nvSpPr>
          <p:spPr>
            <a:xfrm>
              <a:off x="5299692" y="1478178"/>
              <a:ext cx="575799" cy="297517"/>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p>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22Mar</a:t>
              </a:r>
              <a:r>
                <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25</a:t>
              </a:r>
            </a:p>
          </p:txBody>
        </p:sp>
        <p:sp>
          <p:nvSpPr>
            <p:cNvPr id="85" name="OTLSHAPE_M_4315c04ef6244ea3a2c8fb75205cc353_Shape">
              <a:extLst>
                <a:ext uri="{FF2B5EF4-FFF2-40B4-BE49-F238E27FC236}">
                  <a16:creationId xmlns:a16="http://schemas.microsoft.com/office/drawing/2014/main" id="{81BD051A-735D-C246-8C35-88C471C6D5A4}"/>
                </a:ext>
              </a:extLst>
            </p:cNvPr>
            <p:cNvSpPr>
              <a:spLocks noChangeAspect="1"/>
            </p:cNvSpPr>
            <p:nvPr>
              <p:custDataLst>
                <p:tags r:id="rId6"/>
              </p:custDataLst>
            </p:nvPr>
          </p:nvSpPr>
          <p:spPr>
            <a:xfrm>
              <a:off x="5516183" y="1387746"/>
              <a:ext cx="102413" cy="113792"/>
            </a:xfrm>
            <a:prstGeom prst="diamond">
              <a:avLst/>
            </a:prstGeom>
            <a:solidFill>
              <a:schemeClr val="accent5"/>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000000"/>
                </a:solidFill>
                <a:effectLst/>
                <a:uLnTx/>
                <a:uFillTx/>
                <a:latin typeface="BISansOpti"/>
                <a:ea typeface="+mn-ea"/>
                <a:cs typeface="+mn-cs"/>
              </a:endParaRPr>
            </a:p>
          </p:txBody>
        </p:sp>
      </p:grpSp>
      <p:grpSp>
        <p:nvGrpSpPr>
          <p:cNvPr id="86" name="Group 85">
            <a:extLst>
              <a:ext uri="{FF2B5EF4-FFF2-40B4-BE49-F238E27FC236}">
                <a16:creationId xmlns:a16="http://schemas.microsoft.com/office/drawing/2014/main" id="{D13EA3CF-7D40-87AD-F868-E72D47107D43}"/>
              </a:ext>
            </a:extLst>
          </p:cNvPr>
          <p:cNvGrpSpPr/>
          <p:nvPr/>
        </p:nvGrpSpPr>
        <p:grpSpPr>
          <a:xfrm>
            <a:off x="7405553" y="1960638"/>
            <a:ext cx="508473" cy="414915"/>
            <a:chOff x="6025761" y="1360779"/>
            <a:chExt cx="508473" cy="414915"/>
          </a:xfrm>
        </p:grpSpPr>
        <p:sp>
          <p:nvSpPr>
            <p:cNvPr id="87" name="Rectangle 86">
              <a:extLst>
                <a:ext uri="{FF2B5EF4-FFF2-40B4-BE49-F238E27FC236}">
                  <a16:creationId xmlns:a16="http://schemas.microsoft.com/office/drawing/2014/main" id="{C3F50913-0F10-A9EB-FE20-1C214A22A248}"/>
                </a:ext>
              </a:extLst>
            </p:cNvPr>
            <p:cNvSpPr/>
            <p:nvPr/>
          </p:nvSpPr>
          <p:spPr>
            <a:xfrm>
              <a:off x="6025761" y="1478177"/>
              <a:ext cx="508473" cy="297517"/>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AA</a:t>
              </a:r>
            </a:p>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21Jul’25</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88" name="OTLSHAPE_M_3370ef36f72d45bf9a95515fc63c0f41_Shape">
              <a:extLst>
                <a:ext uri="{FF2B5EF4-FFF2-40B4-BE49-F238E27FC236}">
                  <a16:creationId xmlns:a16="http://schemas.microsoft.com/office/drawing/2014/main" id="{2B348FF0-DAA2-220D-53E3-9FA572FDEC8D}"/>
                </a:ext>
              </a:extLst>
            </p:cNvPr>
            <p:cNvSpPr>
              <a:spLocks noChangeAspect="1"/>
            </p:cNvSpPr>
            <p:nvPr>
              <p:custDataLst>
                <p:tags r:id="rId5"/>
              </p:custDataLst>
            </p:nvPr>
          </p:nvSpPr>
          <p:spPr>
            <a:xfrm>
              <a:off x="6187144" y="1360779"/>
              <a:ext cx="131674" cy="146304"/>
            </a:xfrm>
            <a:prstGeom prst="star5">
              <a:avLst>
                <a:gd name="adj" fmla="val 25000"/>
                <a:gd name="hf" fmla="val 105146"/>
                <a:gd name="vf" fmla="val 110557"/>
              </a:avLst>
            </a:prstGeom>
            <a:solidFill>
              <a:schemeClr val="accent5"/>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ISansOpti"/>
                <a:ea typeface="+mn-ea"/>
                <a:cs typeface="+mn-cs"/>
              </a:endParaRPr>
            </a:p>
          </p:txBody>
        </p:sp>
      </p:grpSp>
      <p:sp>
        <p:nvSpPr>
          <p:cNvPr id="5" name="OTLSHAPE_T_e17f3958430f4cff8650518c93c7635e_Shape">
            <a:extLst>
              <a:ext uri="{FF2B5EF4-FFF2-40B4-BE49-F238E27FC236}">
                <a16:creationId xmlns:a16="http://schemas.microsoft.com/office/drawing/2014/main" id="{C7886FDC-7FE7-40AC-7541-2E5B98D49EB9}"/>
              </a:ext>
            </a:extLst>
          </p:cNvPr>
          <p:cNvSpPr/>
          <p:nvPr>
            <p:custDataLst>
              <p:tags r:id="rId3"/>
            </p:custDataLst>
          </p:nvPr>
        </p:nvSpPr>
        <p:spPr bwMode="auto">
          <a:xfrm>
            <a:off x="1675072" y="2377598"/>
            <a:ext cx="720000" cy="180000"/>
          </a:xfrm>
          <a:prstGeom prst="rect">
            <a:avLst/>
          </a:prstGeom>
          <a:noFill/>
          <a:ln w="9525" cap="flat" cmpd="sng" algn="ctr">
            <a:solidFill>
              <a:srgbClr val="C5C3EE"/>
            </a:solid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34290" rIns="0" bIns="34290" numCol="1" rtlCol="0" anchor="ctr" anchorCtr="0" compatLnSpc="1">
            <a:prstTxWarp prst="textNoShape">
              <a:avLst/>
            </a:prstTxWarp>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For 1L registration</a:t>
            </a:r>
          </a:p>
        </p:txBody>
      </p:sp>
      <p:sp>
        <p:nvSpPr>
          <p:cNvPr id="65" name="TextBox 22">
            <a:extLst>
              <a:ext uri="{FF2B5EF4-FFF2-40B4-BE49-F238E27FC236}">
                <a16:creationId xmlns:a16="http://schemas.microsoft.com/office/drawing/2014/main" id="{7D8B9180-A4B2-E716-CB49-028B78E80997}"/>
              </a:ext>
            </a:extLst>
          </p:cNvPr>
          <p:cNvSpPr txBox="1"/>
          <p:nvPr/>
        </p:nvSpPr>
        <p:spPr>
          <a:xfrm>
            <a:off x="4409092" y="1746644"/>
            <a:ext cx="160365" cy="107722"/>
          </a:xfrm>
          <a:prstGeom prst="rect">
            <a:avLst/>
          </a:prstGeom>
          <a:noFill/>
          <a:ln>
            <a:solidFill>
              <a:srgbClr val="1471CF"/>
            </a:solidFill>
            <a:prstDash val="sysDash"/>
          </a:ln>
        </p:spPr>
        <p:txBody>
          <a:bodyPr wrap="none" lIns="18288" tIns="0" rIns="18288"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1471CF"/>
                </a:solidFill>
                <a:effectLst/>
                <a:uLnTx/>
                <a:uFillTx/>
                <a:latin typeface="Calibri" panose="020F0502020204030204" pitchFamily="34" charset="0"/>
                <a:ea typeface="+mn-ea"/>
                <a:cs typeface="Calibri" panose="020F0502020204030204" pitchFamily="34" charset="0"/>
              </a:rPr>
              <a:t>IA3</a:t>
            </a:r>
          </a:p>
        </p:txBody>
      </p:sp>
      <p:sp>
        <p:nvSpPr>
          <p:cNvPr id="66" name="文本框 65">
            <a:extLst>
              <a:ext uri="{FF2B5EF4-FFF2-40B4-BE49-F238E27FC236}">
                <a16:creationId xmlns:a16="http://schemas.microsoft.com/office/drawing/2014/main" id="{0FB47982-0B8E-56F8-B823-C9FDA579B600}"/>
              </a:ext>
            </a:extLst>
          </p:cNvPr>
          <p:cNvSpPr txBox="1"/>
          <p:nvPr/>
        </p:nvSpPr>
        <p:spPr>
          <a:xfrm>
            <a:off x="5782334" y="2357284"/>
            <a:ext cx="3140272" cy="646986"/>
          </a:xfrm>
          <a:prstGeom prst="roundRect">
            <a:avLst/>
          </a:prstGeom>
          <a:noFill/>
          <a:ln>
            <a:solidFill>
              <a:srgbClr val="FF0000"/>
            </a:solidFill>
          </a:ln>
        </p:spPr>
        <p:txBody>
          <a:bodyPr wrap="square" rtlCol="0">
            <a:spAutoFit/>
          </a:bodyPr>
          <a:lstStyle/>
          <a:p>
            <a:pPr marL="72000" marR="0" lvl="0" indent="-72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b="1">
                <a:solidFill>
                  <a:prstClr val="black"/>
                </a:solidFill>
                <a:cs typeface="Calibri" panose="020F0502020204030204" pitchFamily="34" charset="0"/>
              </a:rPr>
              <a:t>NDA timeline shift </a:t>
            </a:r>
            <a:r>
              <a:rPr lang="en-US" altLang="zh-CN" sz="800">
                <a:solidFill>
                  <a:prstClr val="black"/>
                </a:solidFill>
                <a:cs typeface="Calibri" panose="020F0502020204030204" pitchFamily="34" charset="0"/>
              </a:rPr>
              <a:t>for 2.5 months to ensure data package sufficiently mature </a:t>
            </a:r>
          </a:p>
          <a:p>
            <a:pPr marL="72000" marR="0" lvl="0" indent="-72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800" b="1" i="0" u="none" strike="noStrike" kern="1200" cap="none" spc="0" normalizeH="0" baseline="0" noProof="0">
                <a:ln>
                  <a:noFill/>
                </a:ln>
                <a:solidFill>
                  <a:prstClr val="black"/>
                </a:solidFill>
                <a:effectLst/>
                <a:uLnTx/>
                <a:uFillTx/>
                <a:cs typeface="Calibri" panose="020F0502020204030204" pitchFamily="34" charset="0"/>
              </a:rPr>
              <a:t>BTD will sub to FDA by end of Apr based on IA3 data </a:t>
            </a:r>
            <a:r>
              <a:rPr lang="en-US" altLang="zh-CN" sz="800">
                <a:solidFill>
                  <a:prstClr val="black"/>
                </a:solidFill>
                <a:cs typeface="Calibri" panose="020F0502020204030204" pitchFamily="34" charset="0"/>
              </a:rPr>
              <a:t>(an option with a risk)</a:t>
            </a:r>
            <a:endParaRPr kumimoji="0" lang="en-US" altLang="zh-CN" sz="800" i="0" u="none" strike="noStrike" kern="1200" cap="none" spc="0" normalizeH="0" baseline="0" noProof="0">
              <a:ln>
                <a:noFill/>
              </a:ln>
              <a:solidFill>
                <a:prstClr val="black"/>
              </a:solidFill>
              <a:effectLst/>
              <a:uLnTx/>
              <a:uFillTx/>
              <a:cs typeface="Calibri" panose="020F0502020204030204" pitchFamily="34" charset="0"/>
            </a:endParaRPr>
          </a:p>
        </p:txBody>
      </p:sp>
      <p:sp>
        <p:nvSpPr>
          <p:cNvPr id="4" name="文本框 3">
            <a:extLst>
              <a:ext uri="{FF2B5EF4-FFF2-40B4-BE49-F238E27FC236}">
                <a16:creationId xmlns:a16="http://schemas.microsoft.com/office/drawing/2014/main" id="{FADE3D58-B86F-4646-9036-477A3D6B497F}"/>
              </a:ext>
            </a:extLst>
          </p:cNvPr>
          <p:cNvSpPr txBox="1"/>
          <p:nvPr/>
        </p:nvSpPr>
        <p:spPr>
          <a:xfrm>
            <a:off x="5778806" y="3910178"/>
            <a:ext cx="3253493" cy="1055608"/>
          </a:xfrm>
          <a:prstGeom prst="roundRect">
            <a:avLst/>
          </a:prstGeom>
          <a:noFill/>
          <a:ln>
            <a:solidFill>
              <a:srgbClr val="FF0000"/>
            </a:solidFill>
          </a:ln>
        </p:spPr>
        <p:txBody>
          <a:bodyPr wrap="square" rtlCol="0">
            <a:spAutoFit/>
          </a:bodyPr>
          <a:lstStyle/>
          <a:p>
            <a:pPr marL="72000" indent="-72000">
              <a:buFont typeface="Arial" panose="020B0604020202020204" pitchFamily="34" charset="0"/>
              <a:buChar char="•"/>
              <a:defRPr/>
            </a:pPr>
            <a:r>
              <a:rPr lang="en-US" altLang="zh-CN" sz="800" b="1">
                <a:solidFill>
                  <a:prstClr val="black"/>
                </a:solidFill>
                <a:cs typeface="Calibri" panose="020F0502020204030204" pitchFamily="34" charset="0"/>
              </a:rPr>
              <a:t>NDA timeline shift </a:t>
            </a:r>
            <a:r>
              <a:rPr lang="en-US" altLang="zh-CN" sz="800">
                <a:solidFill>
                  <a:prstClr val="black"/>
                </a:solidFill>
                <a:cs typeface="Calibri" panose="020F0502020204030204" pitchFamily="34" charset="0"/>
              </a:rPr>
              <a:t>for 1 month to target within 1 month after US submission</a:t>
            </a:r>
          </a:p>
          <a:p>
            <a:pPr marL="529200" lvl="1" indent="-72000">
              <a:buFont typeface="Arial" panose="020B0604020202020204" pitchFamily="34" charset="0"/>
              <a:buChar char="•"/>
              <a:defRPr/>
            </a:pPr>
            <a:r>
              <a:rPr lang="en-US" altLang="zh-CN" sz="800">
                <a:solidFill>
                  <a:prstClr val="black"/>
                </a:solidFill>
                <a:cs typeface="Calibri" panose="020F0502020204030204" pitchFamily="34" charset="0"/>
              </a:rPr>
              <a:t>Sub: Jan 2025</a:t>
            </a:r>
          </a:p>
          <a:p>
            <a:pPr marL="529200" lvl="1" indent="-72000">
              <a:buFont typeface="Arial" panose="020B0604020202020204" pitchFamily="34" charset="0"/>
              <a:buChar char="•"/>
              <a:defRPr/>
            </a:pPr>
            <a:r>
              <a:rPr lang="en-US" altLang="zh-CN" sz="800">
                <a:solidFill>
                  <a:prstClr val="black"/>
                </a:solidFill>
                <a:cs typeface="Calibri" panose="020F0502020204030204" pitchFamily="34" charset="0"/>
              </a:rPr>
              <a:t>Approval: Jan 2026</a:t>
            </a:r>
          </a:p>
          <a:p>
            <a:pPr marL="72000" indent="-72000">
              <a:buFont typeface="Arial" panose="020B0604020202020204" pitchFamily="34" charset="0"/>
              <a:buChar char="•"/>
              <a:defRPr/>
            </a:pPr>
            <a:r>
              <a:rPr lang="en-US" altLang="zh-CN" sz="800" b="1">
                <a:solidFill>
                  <a:prstClr val="black"/>
                </a:solidFill>
                <a:cs typeface="Calibri" panose="020F0502020204030204" pitchFamily="34" charset="0"/>
              </a:rPr>
              <a:t>HA interaction for SAT as pivotal trial in 2L and 1L</a:t>
            </a:r>
            <a:r>
              <a:rPr lang="en-US" altLang="zh-CN" sz="800">
                <a:solidFill>
                  <a:prstClr val="black"/>
                </a:solidFill>
                <a:cs typeface="Calibri" panose="020F0502020204030204" pitchFamily="34" charset="0"/>
              </a:rPr>
              <a:t> is planned on 17 May,2024</a:t>
            </a:r>
          </a:p>
          <a:p>
            <a:pPr marL="72000" indent="-72000">
              <a:buFont typeface="Arial" panose="020B0604020202020204" pitchFamily="34" charset="0"/>
              <a:buChar char="•"/>
              <a:defRPr/>
            </a:pPr>
            <a:r>
              <a:rPr lang="en-US" altLang="zh-CN" sz="800" b="1">
                <a:solidFill>
                  <a:prstClr val="black"/>
                </a:solidFill>
                <a:cs typeface="Calibri" panose="020F0502020204030204" pitchFamily="34" charset="0"/>
              </a:rPr>
              <a:t>BTD </a:t>
            </a:r>
            <a:r>
              <a:rPr lang="en-US" altLang="zh-CN" sz="800">
                <a:solidFill>
                  <a:prstClr val="black"/>
                </a:solidFill>
                <a:cs typeface="Calibri" panose="020F0502020204030204" pitchFamily="34" charset="0"/>
              </a:rPr>
              <a:t>is planned on 31 May, 2024 based on IA3 data</a:t>
            </a:r>
          </a:p>
        </p:txBody>
      </p:sp>
      <p:sp>
        <p:nvSpPr>
          <p:cNvPr id="9" name="文本框 8">
            <a:extLst>
              <a:ext uri="{FF2B5EF4-FFF2-40B4-BE49-F238E27FC236}">
                <a16:creationId xmlns:a16="http://schemas.microsoft.com/office/drawing/2014/main" id="{E67A7C87-14B5-34D7-5E0F-22057358CB7E}"/>
              </a:ext>
            </a:extLst>
          </p:cNvPr>
          <p:cNvSpPr txBox="1"/>
          <p:nvPr/>
        </p:nvSpPr>
        <p:spPr bwMode="gray">
          <a:xfrm>
            <a:off x="7611754" y="1536937"/>
            <a:ext cx="1095402" cy="207301"/>
          </a:xfrm>
          <a:prstGeom prst="rect">
            <a:avLst/>
          </a:prstGeom>
          <a:solidFill>
            <a:srgbClr val="E0E1F6"/>
          </a:solidFill>
        </p:spPr>
        <p:txBody>
          <a:bodyPr wrap="square" lIns="0" tIns="0" rIns="0" bIns="0" rtlCol="0">
            <a:spAutoFit/>
          </a:bodyPr>
          <a:lstStyle/>
          <a:p>
            <a:pPr defTabSz="685800">
              <a:lnSpc>
                <a:spcPct val="140000"/>
              </a:lnSpc>
            </a:pPr>
            <a:r>
              <a:rPr lang="en-US" altLang="zh-CN" sz="1050">
                <a:solidFill>
                  <a:prstClr val="black"/>
                </a:solidFill>
                <a:latin typeface="Boehringer Forward Text"/>
              </a:rPr>
              <a:t>2.5-month shift</a:t>
            </a:r>
            <a:endParaRPr lang="zh-CN" altLang="en-US" sz="1050">
              <a:solidFill>
                <a:prstClr val="black"/>
              </a:solidFill>
              <a:latin typeface="Boehringer Forward Text"/>
            </a:endParaRPr>
          </a:p>
        </p:txBody>
      </p:sp>
      <p:grpSp>
        <p:nvGrpSpPr>
          <p:cNvPr id="10" name="Group 34">
            <a:extLst>
              <a:ext uri="{FF2B5EF4-FFF2-40B4-BE49-F238E27FC236}">
                <a16:creationId xmlns:a16="http://schemas.microsoft.com/office/drawing/2014/main" id="{B33494B5-DE30-8A4D-BC67-57C02D077BB5}"/>
              </a:ext>
            </a:extLst>
          </p:cNvPr>
          <p:cNvGrpSpPr/>
          <p:nvPr/>
        </p:nvGrpSpPr>
        <p:grpSpPr>
          <a:xfrm>
            <a:off x="4846110" y="1462439"/>
            <a:ext cx="838691" cy="413893"/>
            <a:chOff x="5168247" y="1361802"/>
            <a:chExt cx="838691" cy="413893"/>
          </a:xfrm>
        </p:grpSpPr>
        <p:sp>
          <p:nvSpPr>
            <p:cNvPr id="11" name="Rectangle 35">
              <a:extLst>
                <a:ext uri="{FF2B5EF4-FFF2-40B4-BE49-F238E27FC236}">
                  <a16:creationId xmlns:a16="http://schemas.microsoft.com/office/drawing/2014/main" id="{EFBC354F-0B38-E338-B2EA-20D75175498E}"/>
                </a:ext>
              </a:extLst>
            </p:cNvPr>
            <p:cNvSpPr/>
            <p:nvPr/>
          </p:nvSpPr>
          <p:spPr>
            <a:xfrm>
              <a:off x="5168247" y="1478178"/>
              <a:ext cx="838691" cy="297517"/>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Primary analysis</a:t>
              </a:r>
              <a:endPar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a:p>
              <a:pPr marL="0" marR="0" lvl="0" indent="0" algn="ctr" defTabSz="914378" rtl="0" eaLnBrk="1" fontAlgn="auto" latinLnBrk="0" hangingPunct="1">
                <a:lnSpc>
                  <a:spcPts val="8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05Jun</a:t>
              </a:r>
              <a:r>
                <a:rPr kumimoji="0" lang="zh-CN" altLang="en-US" sz="750" b="1" i="0" u="non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t>
              </a:r>
              <a:r>
                <a:rPr kumimoji="0" lang="en-US" altLang="zh-CN" sz="750" b="1" i="0" u="non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24</a:t>
              </a:r>
            </a:p>
          </p:txBody>
        </p:sp>
        <p:sp>
          <p:nvSpPr>
            <p:cNvPr id="24" name="OTLSHAPE_M_4315c04ef6244ea3a2c8fb75205cc353_Shape">
              <a:extLst>
                <a:ext uri="{FF2B5EF4-FFF2-40B4-BE49-F238E27FC236}">
                  <a16:creationId xmlns:a16="http://schemas.microsoft.com/office/drawing/2014/main" id="{61DADC44-E035-F7FF-030B-39B04489EE98}"/>
                </a:ext>
              </a:extLst>
            </p:cNvPr>
            <p:cNvSpPr>
              <a:spLocks noChangeAspect="1"/>
            </p:cNvSpPr>
            <p:nvPr>
              <p:custDataLst>
                <p:tags r:id="rId4"/>
              </p:custDataLst>
            </p:nvPr>
          </p:nvSpPr>
          <p:spPr>
            <a:xfrm>
              <a:off x="5516179" y="1361802"/>
              <a:ext cx="128016" cy="142240"/>
            </a:xfrm>
            <a:prstGeom prst="diamond">
              <a:avLst/>
            </a:prstGeom>
            <a:solidFill>
              <a:srgbClr val="00B0F0"/>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000000"/>
                </a:solidFill>
                <a:effectLst/>
                <a:uLnTx/>
                <a:uFillTx/>
                <a:latin typeface="BISansOpti"/>
                <a:ea typeface="+mn-ea"/>
                <a:cs typeface="+mn-cs"/>
              </a:endParaRPr>
            </a:p>
          </p:txBody>
        </p:sp>
      </p:grpSp>
      <p:sp>
        <p:nvSpPr>
          <p:cNvPr id="26" name="文本框 25">
            <a:extLst>
              <a:ext uri="{FF2B5EF4-FFF2-40B4-BE49-F238E27FC236}">
                <a16:creationId xmlns:a16="http://schemas.microsoft.com/office/drawing/2014/main" id="{049D8295-9861-D6A2-4618-F9D6B3BB0584}"/>
              </a:ext>
            </a:extLst>
          </p:cNvPr>
          <p:cNvSpPr txBox="1"/>
          <p:nvPr/>
        </p:nvSpPr>
        <p:spPr bwMode="gray">
          <a:xfrm>
            <a:off x="7210870" y="3500810"/>
            <a:ext cx="1095402" cy="207301"/>
          </a:xfrm>
          <a:prstGeom prst="rect">
            <a:avLst/>
          </a:prstGeom>
          <a:solidFill>
            <a:srgbClr val="E0E1F6"/>
          </a:solidFill>
        </p:spPr>
        <p:txBody>
          <a:bodyPr wrap="square" lIns="0" tIns="0" rIns="0" bIns="0" rtlCol="0">
            <a:spAutoFit/>
          </a:bodyPr>
          <a:lstStyle/>
          <a:p>
            <a:pPr defTabSz="685800">
              <a:lnSpc>
                <a:spcPct val="140000"/>
              </a:lnSpc>
            </a:pPr>
            <a:r>
              <a:rPr lang="en-US" altLang="zh-CN" sz="1050">
                <a:solidFill>
                  <a:prstClr val="black"/>
                </a:solidFill>
                <a:latin typeface="Boehringer Forward Text"/>
              </a:rPr>
              <a:t>1-month shift</a:t>
            </a:r>
            <a:endParaRPr lang="zh-CN" altLang="en-US" sz="1050">
              <a:solidFill>
                <a:prstClr val="black"/>
              </a:solidFill>
              <a:latin typeface="Boehringer Forward Text"/>
            </a:endParaRPr>
          </a:p>
        </p:txBody>
      </p:sp>
    </p:spTree>
    <p:extLst>
      <p:ext uri="{BB962C8B-B14F-4D97-AF65-F5344CB8AC3E}">
        <p14:creationId xmlns:p14="http://schemas.microsoft.com/office/powerpoint/2010/main" val="3568533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19A33-5F8D-1BE4-F842-ECCC126E4498}"/>
              </a:ext>
            </a:extLst>
          </p:cNvPr>
          <p:cNvSpPr>
            <a:spLocks noGrp="1"/>
          </p:cNvSpPr>
          <p:nvPr>
            <p:ph type="title"/>
          </p:nvPr>
        </p:nvSpPr>
        <p:spPr/>
        <p:txBody>
          <a:bodyPr/>
          <a:lstStyle/>
          <a:p>
            <a:r>
              <a:rPr lang="en-US" altLang="zh-CN"/>
              <a:t>Recruitment status of </a:t>
            </a:r>
            <a:r>
              <a:rPr lang="en-US" altLang="zh-CN" err="1"/>
              <a:t>Beamion</a:t>
            </a:r>
            <a:r>
              <a:rPr lang="en-US" altLang="zh-CN"/>
              <a:t> LUNG-1 as of 15 Apr 2024</a:t>
            </a:r>
            <a:endParaRPr lang="zh-CN" altLang="en-US"/>
          </a:p>
        </p:txBody>
      </p:sp>
      <p:sp>
        <p:nvSpPr>
          <p:cNvPr id="4" name="Text Placeholder 3">
            <a:extLst>
              <a:ext uri="{FF2B5EF4-FFF2-40B4-BE49-F238E27FC236}">
                <a16:creationId xmlns:a16="http://schemas.microsoft.com/office/drawing/2014/main" id="{3A467761-406F-B20B-CFDF-9261976DBDB1}"/>
              </a:ext>
            </a:extLst>
          </p:cNvPr>
          <p:cNvSpPr>
            <a:spLocks noGrp="1"/>
          </p:cNvSpPr>
          <p:nvPr>
            <p:ph type="body" sz="quarter" idx="13"/>
          </p:nvPr>
        </p:nvSpPr>
        <p:spPr/>
        <p:txBody>
          <a:bodyPr/>
          <a:lstStyle/>
          <a:p>
            <a:endParaRPr lang="zh-CN" altLang="en-US"/>
          </a:p>
        </p:txBody>
      </p:sp>
      <p:sp>
        <p:nvSpPr>
          <p:cNvPr id="5" name="Footer Placeholder 4">
            <a:extLst>
              <a:ext uri="{FF2B5EF4-FFF2-40B4-BE49-F238E27FC236}">
                <a16:creationId xmlns:a16="http://schemas.microsoft.com/office/drawing/2014/main" id="{FF63B78F-315B-D864-5FE0-82FDCB2AA804}"/>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45D837CC-371D-D433-C1E8-F703067552F8}"/>
              </a:ext>
            </a:extLst>
          </p:cNvPr>
          <p:cNvSpPr>
            <a:spLocks noGrp="1"/>
          </p:cNvSpPr>
          <p:nvPr>
            <p:ph type="sldNum" sz="quarter" idx="20"/>
          </p:nvPr>
        </p:nvSpPr>
        <p:spPr/>
        <p:txBody>
          <a:bodyPr/>
          <a:lstStyle/>
          <a:p>
            <a:fld id="{DF4E8F9F-5B1F-4F5B-BE49-3245D8C18D9F}" type="slidenum">
              <a:rPr lang="en-US" smtClean="0"/>
              <a:pPr/>
              <a:t>16</a:t>
            </a:fld>
            <a:endParaRPr lang="en-US"/>
          </a:p>
        </p:txBody>
      </p:sp>
      <p:graphicFrame>
        <p:nvGraphicFramePr>
          <p:cNvPr id="7" name="表格 2">
            <a:extLst>
              <a:ext uri="{FF2B5EF4-FFF2-40B4-BE49-F238E27FC236}">
                <a16:creationId xmlns:a16="http://schemas.microsoft.com/office/drawing/2014/main" id="{970948B9-C2BE-FD39-0F3B-6435D7CE9438}"/>
              </a:ext>
            </a:extLst>
          </p:cNvPr>
          <p:cNvGraphicFramePr>
            <a:graphicFrameLocks noGrp="1"/>
          </p:cNvGraphicFramePr>
          <p:nvPr>
            <p:extLst>
              <p:ext uri="{D42A27DB-BD31-4B8C-83A1-F6EECF244321}">
                <p14:modId xmlns:p14="http://schemas.microsoft.com/office/powerpoint/2010/main" val="91907761"/>
              </p:ext>
            </p:extLst>
          </p:nvPr>
        </p:nvGraphicFramePr>
        <p:xfrm>
          <a:off x="704359" y="1143594"/>
          <a:ext cx="7735282" cy="3094240"/>
        </p:xfrm>
        <a:graphic>
          <a:graphicData uri="http://schemas.openxmlformats.org/drawingml/2006/table">
            <a:tbl>
              <a:tblPr firstRow="1" firstCol="1" bandRow="1">
                <a:tableStyleId>{69012ECD-51FC-41F1-AA8D-1B2483CD663E}</a:tableStyleId>
              </a:tblPr>
              <a:tblGrid>
                <a:gridCol w="2951287">
                  <a:extLst>
                    <a:ext uri="{9D8B030D-6E8A-4147-A177-3AD203B41FA5}">
                      <a16:colId xmlns:a16="http://schemas.microsoft.com/office/drawing/2014/main" val="1466398881"/>
                    </a:ext>
                  </a:extLst>
                </a:gridCol>
                <a:gridCol w="949918">
                  <a:extLst>
                    <a:ext uri="{9D8B030D-6E8A-4147-A177-3AD203B41FA5}">
                      <a16:colId xmlns:a16="http://schemas.microsoft.com/office/drawing/2014/main" val="2202571593"/>
                    </a:ext>
                  </a:extLst>
                </a:gridCol>
                <a:gridCol w="949918">
                  <a:extLst>
                    <a:ext uri="{9D8B030D-6E8A-4147-A177-3AD203B41FA5}">
                      <a16:colId xmlns:a16="http://schemas.microsoft.com/office/drawing/2014/main" val="1033626314"/>
                    </a:ext>
                  </a:extLst>
                </a:gridCol>
                <a:gridCol w="949918">
                  <a:extLst>
                    <a:ext uri="{9D8B030D-6E8A-4147-A177-3AD203B41FA5}">
                      <a16:colId xmlns:a16="http://schemas.microsoft.com/office/drawing/2014/main" val="4116935990"/>
                    </a:ext>
                  </a:extLst>
                </a:gridCol>
                <a:gridCol w="949918">
                  <a:extLst>
                    <a:ext uri="{9D8B030D-6E8A-4147-A177-3AD203B41FA5}">
                      <a16:colId xmlns:a16="http://schemas.microsoft.com/office/drawing/2014/main" val="2947132311"/>
                    </a:ext>
                  </a:extLst>
                </a:gridCol>
                <a:gridCol w="949918">
                  <a:extLst>
                    <a:ext uri="{9D8B030D-6E8A-4147-A177-3AD203B41FA5}">
                      <a16:colId xmlns:a16="http://schemas.microsoft.com/office/drawing/2014/main" val="1248045071"/>
                    </a:ext>
                  </a:extLst>
                </a:gridCol>
                <a:gridCol w="34405">
                  <a:extLst>
                    <a:ext uri="{9D8B030D-6E8A-4147-A177-3AD203B41FA5}">
                      <a16:colId xmlns:a16="http://schemas.microsoft.com/office/drawing/2014/main" val="1431819841"/>
                    </a:ext>
                  </a:extLst>
                </a:gridCol>
              </a:tblGrid>
              <a:tr h="447871">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r>
                        <a:rPr lang="en-US" sz="900">
                          <a:effectLst/>
                          <a:latin typeface="Boehringer Forward Text" panose="02000500000000020000" pitchFamily="2" charset="0"/>
                        </a:rPr>
                        <a:t> </a:t>
                      </a:r>
                    </a:p>
                    <a:p>
                      <a:r>
                        <a:rPr lang="en-US" sz="900">
                          <a:effectLst/>
                          <a:latin typeface="Boehringer Forward Text" panose="02000500000000020000" pitchFamily="2" charset="0"/>
                        </a:rPr>
                        <a:t> </a:t>
                      </a:r>
                      <a:endParaRPr lang="zh-CN" altLang="en-US" sz="900">
                        <a:effectLst/>
                        <a:latin typeface="Boehringer Forward Text" panose="02000500000000020000" pitchFamily="2" charset="0"/>
                        <a:ea typeface="DengXian" panose="02010600030101010101" pitchFamily="2" charset="-122"/>
                      </a:endParaRPr>
                    </a:p>
                  </a:txBody>
                  <a:tcPr marL="33338" marR="33338" marT="7144" marB="0" anchor="b"/>
                </a:tc>
                <a:tc>
                  <a:txBody>
                    <a:bodyPr/>
                    <a:lstStyle/>
                    <a:p>
                      <a:pPr algn="ctr"/>
                      <a:r>
                        <a:rPr lang="en-US" altLang="zh-CN" sz="900" b="1">
                          <a:solidFill>
                            <a:schemeClr val="bg1"/>
                          </a:solidFill>
                          <a:effectLst/>
                          <a:latin typeface="Boehringer Forward Text" panose="02000500000000020000" pitchFamily="2" charset="0"/>
                        </a:rPr>
                        <a:t>Global Planed</a:t>
                      </a:r>
                    </a:p>
                    <a:p>
                      <a:pPr algn="ctr"/>
                      <a:r>
                        <a:rPr lang="en-US" altLang="zh-CN" sz="900" b="1">
                          <a:solidFill>
                            <a:schemeClr val="bg1"/>
                          </a:solidFill>
                          <a:effectLst/>
                          <a:latin typeface="Boehringer Forward Text" panose="02000500000000020000" pitchFamily="2" charset="0"/>
                        </a:rPr>
                        <a:t>Total/120 mg</a:t>
                      </a:r>
                      <a:endParaRPr lang="zh-CN" sz="900" b="1">
                        <a:solidFill>
                          <a:schemeClr val="bg1"/>
                        </a:solidFill>
                        <a:effectLst/>
                        <a:latin typeface="Boehringer Forward Text" panose="02000500000000020000" pitchFamily="2" charset="0"/>
                        <a:ea typeface="DengXian" panose="02010600030101010101" pitchFamily="2" charset="-122"/>
                      </a:endParaRPr>
                    </a:p>
                  </a:txBody>
                  <a:tcPr marL="0" marR="0" marT="0" marB="0" anchor="ctr"/>
                </a:tc>
                <a:tc>
                  <a:txBody>
                    <a:bodyPr/>
                    <a:lstStyle/>
                    <a:p>
                      <a:pPr algn="ctr"/>
                      <a:r>
                        <a:rPr lang="en-US" altLang="zh-CN" sz="900" b="1">
                          <a:solidFill>
                            <a:schemeClr val="bg1"/>
                          </a:solidFill>
                          <a:effectLst/>
                          <a:latin typeface="Boehringer Forward Text" panose="02000500000000020000" pitchFamily="2" charset="0"/>
                        </a:rPr>
                        <a:t>Global Actual </a:t>
                      </a:r>
                    </a:p>
                    <a:p>
                      <a:pPr algn="ctr"/>
                      <a:r>
                        <a:rPr lang="en-US" altLang="zh-CN" sz="900" b="1">
                          <a:solidFill>
                            <a:schemeClr val="bg1"/>
                          </a:solidFill>
                          <a:effectLst/>
                          <a:latin typeface="Boehringer Forward Text" panose="02000500000000020000" pitchFamily="2" charset="0"/>
                        </a:rPr>
                        <a:t>Total/ 120mg</a:t>
                      </a:r>
                      <a:endParaRPr lang="zh-CN" sz="900" b="1">
                        <a:solidFill>
                          <a:schemeClr val="bg1"/>
                        </a:solidFill>
                        <a:effectLst/>
                        <a:latin typeface="Boehringer Forward Text" panose="02000500000000020000" pitchFamily="2" charset="0"/>
                        <a:ea typeface="DengXian" panose="02010600030101010101" pitchFamily="2" charset="-122"/>
                      </a:endParaRPr>
                    </a:p>
                  </a:txBody>
                  <a:tcPr marL="0" marR="0" marT="0" marB="0" anchor="ctr"/>
                </a:tc>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algn="ctr"/>
                      <a:r>
                        <a:rPr lang="en-US" sz="900">
                          <a:effectLst/>
                          <a:latin typeface="Boehringer Forward Text" panose="02000500000000020000" pitchFamily="2" charset="0"/>
                        </a:rPr>
                        <a:t>China Planed </a:t>
                      </a:r>
                      <a:endParaRPr lang="zh-CN" sz="900">
                        <a:effectLst/>
                        <a:latin typeface="Boehringer Forward Text" panose="02000500000000020000" pitchFamily="2" charset="0"/>
                        <a:ea typeface="DengXian" panose="02010600030101010101" pitchFamily="2" charset="-122"/>
                      </a:endParaRPr>
                    </a:p>
                  </a:txBody>
                  <a:tcPr marL="0" marR="0" marT="0" marB="0" anchor="ctr"/>
                </a:tc>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algn="ctr"/>
                      <a:r>
                        <a:rPr lang="en-US" sz="900">
                          <a:effectLst/>
                          <a:latin typeface="Boehringer Forward Text" panose="02000500000000020000" pitchFamily="2" charset="0"/>
                        </a:rPr>
                        <a:t>China Actual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a:solidFill>
                            <a:schemeClr val="bg1"/>
                          </a:solidFill>
                          <a:effectLst/>
                          <a:latin typeface="Boehringer Forward Text" panose="02000500000000020000" pitchFamily="2" charset="0"/>
                        </a:rPr>
                        <a:t>Total/ 120mg</a:t>
                      </a:r>
                      <a:endParaRPr lang="zh-CN" altLang="zh-CN" sz="900" b="1">
                        <a:solidFill>
                          <a:schemeClr val="bg1"/>
                        </a:solidFill>
                        <a:effectLst/>
                        <a:latin typeface="Boehringer Forward Text" panose="02000500000000020000" pitchFamily="2" charset="0"/>
                        <a:ea typeface="DengXian" panose="02010600030101010101" pitchFamily="2" charset="-122"/>
                      </a:endParaRPr>
                    </a:p>
                  </a:txBody>
                  <a:tcPr marL="0" marR="0" marT="0" marB="0" anchor="ctr"/>
                </a:tc>
                <a:tc>
                  <a:txBody>
                    <a:bodyPr/>
                    <a:lstStyle/>
                    <a:p>
                      <a:pPr algn="ctr"/>
                      <a:r>
                        <a:rPr lang="en-US" altLang="zh-CN" sz="900">
                          <a:effectLst/>
                          <a:latin typeface="Boehringer Forward Text" panose="02000500000000020000" pitchFamily="2" charset="0"/>
                        </a:rPr>
                        <a:t>Comment</a:t>
                      </a:r>
                      <a:endParaRPr lang="zh-CN" sz="900">
                        <a:effectLst/>
                        <a:latin typeface="Boehringer Forward Text" panose="02000500000000020000" pitchFamily="2" charset="0"/>
                        <a:ea typeface="DengXian" panose="02010600030101010101" pitchFamily="2" charset="-122"/>
                      </a:endParaRPr>
                    </a:p>
                  </a:txBody>
                  <a:tcPr marL="0" marR="0" marT="0" marB="0" anchor="ctr"/>
                </a:tc>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endParaRPr lang="zh-CN" sz="900">
                        <a:effectLst/>
                        <a:latin typeface="Boehringer Forward Text" panose="02000500000000020000" pitchFamily="2" charset="0"/>
                      </a:endParaRPr>
                    </a:p>
                  </a:txBody>
                  <a:tcPr marL="0" marR="0" marT="0" marB="0" anchor="ctr"/>
                </a:tc>
                <a:extLst>
                  <a:ext uri="{0D108BD9-81ED-4DB2-BD59-A6C34878D82A}">
                    <a16:rowId xmlns:a16="http://schemas.microsoft.com/office/drawing/2014/main" val="4214577771"/>
                  </a:ext>
                </a:extLst>
              </a:tr>
              <a:tr h="308478">
                <a:tc rowSpan="2">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r>
                        <a:rPr lang="en-US" sz="900">
                          <a:solidFill>
                            <a:schemeClr val="tx1"/>
                          </a:solidFill>
                          <a:effectLst/>
                          <a:latin typeface="Boehringer Forward Text" panose="02000500000000020000" pitchFamily="2" charset="0"/>
                        </a:rPr>
                        <a:t>Cohort 01 : </a:t>
                      </a:r>
                      <a:br>
                        <a:rPr lang="en-US" sz="900">
                          <a:solidFill>
                            <a:schemeClr val="tx1"/>
                          </a:solidFill>
                          <a:effectLst/>
                          <a:latin typeface="Boehringer Forward Text" panose="02000500000000020000" pitchFamily="2" charset="0"/>
                        </a:rPr>
                      </a:br>
                      <a:r>
                        <a:rPr lang="en-US" sz="900">
                          <a:solidFill>
                            <a:schemeClr val="tx1"/>
                          </a:solidFill>
                          <a:effectLst/>
                          <a:latin typeface="Boehringer Forward Text" panose="02000500000000020000" pitchFamily="2" charset="0"/>
                        </a:rPr>
                        <a:t>HER2 TKD mut+ non-squamous NSCLC </a:t>
                      </a:r>
                    </a:p>
                    <a:p>
                      <a:r>
                        <a:rPr lang="en-US" sz="900">
                          <a:solidFill>
                            <a:schemeClr val="tx1"/>
                          </a:solidFill>
                          <a:effectLst/>
                          <a:latin typeface="Boehringer Forward Text" panose="02000500000000020000" pitchFamily="2" charset="0"/>
                        </a:rPr>
                        <a:t>previously treated</a:t>
                      </a:r>
                      <a:endParaRPr lang="zh-CN" sz="900">
                        <a:solidFill>
                          <a:schemeClr val="tx1"/>
                        </a:solidFill>
                        <a:effectLst/>
                        <a:latin typeface="Boehringer Forward Text" panose="02000500000000020000" pitchFamily="2" charset="0"/>
                        <a:ea typeface="DengXian" panose="02010600030101010101" pitchFamily="2" charset="-122"/>
                      </a:endParaRPr>
                    </a:p>
                  </a:txBody>
                  <a:tcPr marL="33338" marR="33338" marT="7144" marB="0" anchor="ctr">
                    <a:lnB w="12700" cap="flat" cmpd="sng" algn="ctr">
                      <a:solidFill>
                        <a:schemeClr val="accent1"/>
                      </a:solidFill>
                      <a:prstDash val="solid"/>
                      <a:round/>
                      <a:headEnd type="none" w="med" len="med"/>
                      <a:tailEnd type="none" w="med" len="med"/>
                    </a:lnB>
                    <a:solidFill>
                      <a:schemeClr val="bg1">
                        <a:lumMod val="85000"/>
                      </a:schemeClr>
                    </a:solidFill>
                  </a:tcPr>
                </a:tc>
                <a:tc rowSpan="2">
                  <a:txBody>
                    <a:bodyPr/>
                    <a:lstStyle/>
                    <a:p>
                      <a:pPr algn="ctr"/>
                      <a:r>
                        <a:rPr lang="en-US" altLang="zh-CN" sz="900">
                          <a:solidFill>
                            <a:schemeClr val="tx1"/>
                          </a:solidFill>
                          <a:effectLst/>
                          <a:latin typeface="Boehringer Forward Text" panose="02000500000000020000" pitchFamily="2" charset="0"/>
                        </a:rPr>
                        <a:t>136/70</a:t>
                      </a:r>
                      <a:endParaRPr lang="en-US" altLang="zh-CN" sz="900">
                        <a:solidFill>
                          <a:schemeClr val="tx1"/>
                        </a:solidFill>
                        <a:effectLst/>
                        <a:latin typeface="Boehringer Forward Text" panose="02000500000000020000" pitchFamily="2" charset="0"/>
                        <a:ea typeface="DengXian" panose="02010600030101010101" pitchFamily="2" charset="-122"/>
                      </a:endParaRPr>
                    </a:p>
                  </a:txBody>
                  <a:tcPr marL="0" marR="0" marT="0" marB="0" anchor="ctr">
                    <a:lnB w="12700" cap="flat" cmpd="sng" algn="ctr">
                      <a:solidFill>
                        <a:schemeClr val="accent1"/>
                      </a:solidFill>
                      <a:prstDash val="solid"/>
                      <a:round/>
                      <a:headEnd type="none" w="med" len="med"/>
                      <a:tailEnd type="none" w="med" len="med"/>
                    </a:lnB>
                    <a:solidFill>
                      <a:schemeClr val="bg1">
                        <a:lumMod val="85000"/>
                      </a:schemeClr>
                    </a:solidFill>
                  </a:tcPr>
                </a:tc>
                <a:tc rowSpan="2">
                  <a:txBody>
                    <a:bodyPr/>
                    <a:lstStyle/>
                    <a:p>
                      <a:pPr algn="ctr"/>
                      <a:r>
                        <a:rPr lang="en-US" altLang="zh-CN" sz="900">
                          <a:solidFill>
                            <a:srgbClr val="00B050"/>
                          </a:solidFill>
                          <a:effectLst/>
                          <a:latin typeface="Boehringer Forward Text" panose="02000500000000020000" pitchFamily="2" charset="0"/>
                        </a:rPr>
                        <a:t>132/75</a:t>
                      </a:r>
                      <a:endParaRPr lang="zh-CN" sz="900">
                        <a:solidFill>
                          <a:srgbClr val="00B050"/>
                        </a:solidFill>
                        <a:effectLst/>
                        <a:latin typeface="Boehringer Forward Text" panose="02000500000000020000" pitchFamily="2" charset="0"/>
                        <a:ea typeface="DengXian" panose="02010600030101010101" pitchFamily="2" charset="-122"/>
                      </a:endParaRPr>
                    </a:p>
                  </a:txBody>
                  <a:tcPr marL="0" marR="0" marT="0" marB="0" anchor="ctr">
                    <a:lnB w="12700" cap="flat" cmpd="sng" algn="ctr">
                      <a:solidFill>
                        <a:schemeClr val="accent1"/>
                      </a:solidFill>
                      <a:prstDash val="solid"/>
                      <a:round/>
                      <a:headEnd type="none" w="med" len="med"/>
                      <a:tailEnd type="none" w="med" len="med"/>
                    </a:lnB>
                    <a:solidFill>
                      <a:schemeClr val="bg1">
                        <a:lumMod val="85000"/>
                      </a:schemeClr>
                    </a:solidFill>
                  </a:tcPr>
                </a:tc>
                <a:tc rowSpan="2">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en-US" sz="900">
                          <a:solidFill>
                            <a:schemeClr val="tx1"/>
                          </a:solidFill>
                          <a:effectLst/>
                          <a:latin typeface="Boehringer Forward Text" panose="02000500000000020000" pitchFamily="2" charset="0"/>
                        </a:rPr>
                        <a:t>30</a:t>
                      </a:r>
                      <a:endParaRPr lang="zh-CN" sz="900">
                        <a:solidFill>
                          <a:schemeClr val="tx1"/>
                        </a:solidFill>
                        <a:effectLst/>
                        <a:latin typeface="Boehringer Forward Text" panose="02000500000000020000" pitchFamily="2" charset="0"/>
                        <a:ea typeface="DengXian" panose="02010600030101010101" pitchFamily="2" charset="-122"/>
                      </a:endParaRPr>
                    </a:p>
                  </a:txBody>
                  <a:tcPr marL="0" marR="0" marT="0" marB="0" anchor="ctr">
                    <a:lnB w="12700" cap="flat" cmpd="sng" algn="ctr">
                      <a:solidFill>
                        <a:schemeClr val="accent1"/>
                      </a:solidFill>
                      <a:prstDash val="solid"/>
                      <a:round/>
                      <a:headEnd type="none" w="med" len="med"/>
                      <a:tailEnd type="none" w="med" len="med"/>
                    </a:lnB>
                    <a:solidFill>
                      <a:schemeClr val="bg1">
                        <a:lumMod val="85000"/>
                      </a:schemeClr>
                    </a:solidFill>
                  </a:tcPr>
                </a:tc>
                <a:tc rowSpan="2">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en-US" sz="900">
                          <a:solidFill>
                            <a:srgbClr val="00B050"/>
                          </a:solidFill>
                          <a:effectLst/>
                          <a:latin typeface="Boehringer Forward Text" panose="02000500000000020000" pitchFamily="2" charset="0"/>
                        </a:rPr>
                        <a:t>33/18</a:t>
                      </a:r>
                      <a:endParaRPr lang="zh-CN" sz="900">
                        <a:solidFill>
                          <a:srgbClr val="00B050"/>
                        </a:solidFill>
                        <a:effectLst/>
                        <a:latin typeface="Boehringer Forward Text" panose="02000500000000020000" pitchFamily="2" charset="0"/>
                        <a:ea typeface="DengXian" panose="02010600030101010101" pitchFamily="2" charset="-122"/>
                      </a:endParaRPr>
                    </a:p>
                  </a:txBody>
                  <a:tcPr marL="0" marR="0" marT="0" marB="0" anchor="ctr">
                    <a:lnB w="12700" cap="flat" cmpd="sng" algn="ctr">
                      <a:solidFill>
                        <a:schemeClr val="accent1"/>
                      </a:solidFill>
                      <a:prstDash val="solid"/>
                      <a:round/>
                      <a:headEnd type="none" w="med" len="med"/>
                      <a:tailEnd type="none" w="med" len="med"/>
                    </a:lnB>
                    <a:solidFill>
                      <a:schemeClr val="bg1">
                        <a:lumMod val="85000"/>
                      </a:schemeClr>
                    </a:solidFill>
                  </a:tcPr>
                </a:tc>
                <a:tc rowSpan="2">
                  <a:txBody>
                    <a:bodyPr/>
                    <a:lstStyle/>
                    <a:p>
                      <a:pPr algn="ctr"/>
                      <a:r>
                        <a:rPr lang="en-US" altLang="zh-CN" sz="900">
                          <a:solidFill>
                            <a:schemeClr val="tx1"/>
                          </a:solidFill>
                          <a:effectLst/>
                          <a:latin typeface="Boehringer Forward Text" panose="02000500000000020000" pitchFamily="2" charset="0"/>
                        </a:rPr>
                        <a:t>Global enrollment completion</a:t>
                      </a:r>
                      <a:endParaRPr lang="zh-CN" sz="900">
                        <a:solidFill>
                          <a:schemeClr val="tx1"/>
                        </a:solidFill>
                        <a:effectLst/>
                        <a:latin typeface="Boehringer Forward Text" panose="02000500000000020000" pitchFamily="2" charset="0"/>
                        <a:ea typeface="DengXian" panose="02010600030101010101" pitchFamily="2" charset="-122"/>
                      </a:endParaRPr>
                    </a:p>
                  </a:txBody>
                  <a:tcPr marL="0" marR="0" marT="0" marB="0" anchor="ctr">
                    <a:lnB w="12700" cap="flat" cmpd="sng" algn="ctr">
                      <a:solidFill>
                        <a:schemeClr val="accent1"/>
                      </a:solidFill>
                      <a:prstDash val="solid"/>
                      <a:round/>
                      <a:headEnd type="none" w="med" len="med"/>
                      <a:tailEnd type="none" w="med" len="med"/>
                    </a:lnB>
                    <a:solidFill>
                      <a:schemeClr val="bg1">
                        <a:lumMod val="85000"/>
                      </a:schemeClr>
                    </a:solidFill>
                  </a:tcP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endParaRPr lang="zh-CN" sz="900">
                        <a:effectLst/>
                        <a:latin typeface="Boehringer Forward Text" panose="02000500000000020000" pitchFamily="2" charset="0"/>
                      </a:endParaRPr>
                    </a:p>
                  </a:txBody>
                  <a:tcPr marL="0" marR="0" marT="0" marB="0" anchor="ctr"/>
                </a:tc>
                <a:extLst>
                  <a:ext uri="{0D108BD9-81ED-4DB2-BD59-A6C34878D82A}">
                    <a16:rowId xmlns:a16="http://schemas.microsoft.com/office/drawing/2014/main" val="2543513821"/>
                  </a:ext>
                </a:extLst>
              </a:tr>
              <a:tr h="308478">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endParaRPr lang="zh-CN" sz="900">
                        <a:effectLst/>
                        <a:latin typeface="Boehringer Forward Text" panose="02000500000000020000" pitchFamily="2" charset="0"/>
                      </a:endParaRPr>
                    </a:p>
                  </a:txBody>
                  <a:tcPr marL="0" marR="0" marT="0" marB="0" anchor="ctr"/>
                </a:tc>
                <a:extLst>
                  <a:ext uri="{0D108BD9-81ED-4DB2-BD59-A6C34878D82A}">
                    <a16:rowId xmlns:a16="http://schemas.microsoft.com/office/drawing/2014/main" val="2798229507"/>
                  </a:ext>
                </a:extLst>
              </a:tr>
              <a:tr h="447871">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algn="l" defTabSz="914400" rtl="0" eaLnBrk="1" latinLnBrk="0" hangingPunct="1"/>
                      <a:r>
                        <a:rPr lang="en-US" altLang="zh-CN" sz="900" b="1" kern="1200">
                          <a:solidFill>
                            <a:schemeClr val="tx1"/>
                          </a:solidFill>
                          <a:effectLst/>
                          <a:latin typeface="Boehringer Forward Text" panose="02000500000000020000" pitchFamily="2" charset="0"/>
                        </a:rPr>
                        <a:t>Cohort 02 : </a:t>
                      </a:r>
                      <a:br>
                        <a:rPr lang="en-US" altLang="zh-CN" sz="900" b="1" kern="1200">
                          <a:solidFill>
                            <a:schemeClr val="tx1"/>
                          </a:solidFill>
                          <a:effectLst/>
                          <a:latin typeface="Boehringer Forward Text" panose="02000500000000020000" pitchFamily="2" charset="0"/>
                        </a:rPr>
                      </a:br>
                      <a:r>
                        <a:rPr lang="en-US" altLang="zh-CN" sz="900" b="1" kern="1200">
                          <a:solidFill>
                            <a:schemeClr val="tx1"/>
                          </a:solidFill>
                          <a:effectLst/>
                          <a:latin typeface="Boehringer Forward Text" panose="02000500000000020000" pitchFamily="2" charset="0"/>
                        </a:rPr>
                        <a:t>HER2 TKD mut+ non-squamous NSCLC </a:t>
                      </a:r>
                    </a:p>
                    <a:p>
                      <a:pPr marL="0" algn="l" defTabSz="914400" rtl="0" eaLnBrk="1" latinLnBrk="0" hangingPunct="1"/>
                      <a:r>
                        <a:rPr lang="en-US" altLang="zh-CN" sz="900" b="1" kern="1200">
                          <a:solidFill>
                            <a:schemeClr val="tx1"/>
                          </a:solidFill>
                          <a:effectLst/>
                          <a:latin typeface="Boehringer Forward Text" panose="02000500000000020000" pitchFamily="2" charset="0"/>
                        </a:rPr>
                        <a:t>first-line treatment</a:t>
                      </a:r>
                      <a:endParaRPr lang="zh-CN" altLang="en-US" sz="900" b="1" kern="1200">
                        <a:solidFill>
                          <a:schemeClr val="tx1"/>
                        </a:solidFill>
                        <a:effectLst/>
                        <a:latin typeface="Boehringer Forward Text" panose="02000500000000020000" pitchFamily="2" charset="0"/>
                        <a:ea typeface="+mn-ea"/>
                        <a:cs typeface="+mn-cs"/>
                      </a:endParaRPr>
                    </a:p>
                  </a:txBody>
                  <a:tcPr marL="33338" marR="33338" marT="7144" marB="0" anchor="ctr">
                    <a:lnT w="12700" cap="flat" cmpd="sng" algn="ctr">
                      <a:solidFill>
                        <a:schemeClr val="accent1"/>
                      </a:solidFill>
                      <a:prstDash val="solid"/>
                      <a:round/>
                      <a:headEnd type="none" w="med" len="med"/>
                      <a:tailEnd type="none" w="med" len="med"/>
                    </a:lnT>
                    <a:solidFill>
                      <a:schemeClr val="bg1">
                        <a:lumMod val="85000"/>
                      </a:schemeClr>
                    </a:solidFill>
                  </a:tcPr>
                </a:tc>
                <a:tc>
                  <a:txBody>
                    <a:bodyPr/>
                    <a:lstStyle/>
                    <a:p>
                      <a:pPr marL="0" algn="ctr" defTabSz="914400" rtl="0" eaLnBrk="1" latinLnBrk="0" hangingPunct="1"/>
                      <a:r>
                        <a:rPr lang="en-US" altLang="zh-CN" sz="900" kern="1200">
                          <a:solidFill>
                            <a:schemeClr val="tx1"/>
                          </a:solidFill>
                          <a:effectLst/>
                          <a:latin typeface="Boehringer Forward Text" panose="02000500000000020000" pitchFamily="2" charset="0"/>
                        </a:rPr>
                        <a:t>70</a:t>
                      </a:r>
                      <a:endParaRPr lang="zh-CN" altLang="en-US" sz="900" kern="1200">
                        <a:solidFill>
                          <a:schemeClr val="tx1"/>
                        </a:solidFill>
                        <a:effectLst/>
                        <a:latin typeface="Boehringer Forward Text" panose="02000500000000020000" pitchFamily="2" charset="0"/>
                        <a:ea typeface="+mn-ea"/>
                        <a:cs typeface="+mn-cs"/>
                      </a:endParaRPr>
                    </a:p>
                  </a:txBody>
                  <a:tcPr marL="0" marR="0" marT="0" marB="0" anchor="ctr">
                    <a:lnT w="12700" cap="flat" cmpd="sng" algn="ctr">
                      <a:solidFill>
                        <a:schemeClr val="accent1"/>
                      </a:solidFill>
                      <a:prstDash val="solid"/>
                      <a:round/>
                      <a:headEnd type="none" w="med" len="med"/>
                      <a:tailEnd type="none" w="med" len="med"/>
                    </a:lnT>
                    <a:solidFill>
                      <a:schemeClr val="bg1">
                        <a:lumMod val="85000"/>
                      </a:schemeClr>
                    </a:solidFill>
                  </a:tcPr>
                </a:tc>
                <a:tc>
                  <a:txBody>
                    <a:bodyPr/>
                    <a:lstStyle/>
                    <a:p>
                      <a:pPr marL="0" algn="ctr" defTabSz="914400" rtl="0" eaLnBrk="1" latinLnBrk="0" hangingPunct="1"/>
                      <a:r>
                        <a:rPr lang="en-US" altLang="zh-CN" sz="900" kern="1200">
                          <a:solidFill>
                            <a:srgbClr val="00B050"/>
                          </a:solidFill>
                          <a:effectLst/>
                          <a:latin typeface="Boehringer Forward Text" panose="02000500000000020000" pitchFamily="2" charset="0"/>
                        </a:rPr>
                        <a:t>75/60</a:t>
                      </a:r>
                      <a:endParaRPr lang="zh-CN" altLang="en-US" sz="900" kern="1200">
                        <a:solidFill>
                          <a:srgbClr val="00B050"/>
                        </a:solidFill>
                        <a:effectLst/>
                        <a:latin typeface="Boehringer Forward Text" panose="02000500000000020000" pitchFamily="2" charset="0"/>
                        <a:ea typeface="+mn-ea"/>
                        <a:cs typeface="+mn-cs"/>
                      </a:endParaRPr>
                    </a:p>
                  </a:txBody>
                  <a:tcPr marL="0" marR="0" marT="0" marB="0" anchor="ctr">
                    <a:lnT w="12700" cap="flat" cmpd="sng" algn="ctr">
                      <a:solidFill>
                        <a:schemeClr val="accent1"/>
                      </a:solidFill>
                      <a:prstDash val="solid"/>
                      <a:round/>
                      <a:headEnd type="none" w="med" len="med"/>
                      <a:tailEnd type="none" w="med" len="med"/>
                    </a:lnT>
                    <a:solidFill>
                      <a:schemeClr val="bg1">
                        <a:lumMod val="85000"/>
                      </a:schemeClr>
                    </a:solidFill>
                  </a:tcP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algn="ctr" defTabSz="914400" rtl="0" eaLnBrk="1" latinLnBrk="0" hangingPunct="1"/>
                      <a:r>
                        <a:rPr lang="en-US" sz="900" kern="1200">
                          <a:solidFill>
                            <a:schemeClr val="tx1"/>
                          </a:solidFill>
                          <a:effectLst/>
                          <a:latin typeface="Boehringer Forward Text" panose="02000500000000020000" pitchFamily="2" charset="0"/>
                        </a:rPr>
                        <a:t>11</a:t>
                      </a:r>
                      <a:endParaRPr lang="zh-CN" altLang="en-US" sz="900" kern="1200">
                        <a:solidFill>
                          <a:schemeClr val="tx1"/>
                        </a:solidFill>
                        <a:effectLst/>
                        <a:latin typeface="Boehringer Forward Text" panose="02000500000000020000" pitchFamily="2" charset="0"/>
                        <a:ea typeface="+mn-ea"/>
                        <a:cs typeface="+mn-cs"/>
                      </a:endParaRPr>
                    </a:p>
                  </a:txBody>
                  <a:tcPr marL="0" marR="0" marT="0" marB="0" anchor="ctr">
                    <a:lnT w="12700" cap="flat" cmpd="sng" algn="ctr">
                      <a:solidFill>
                        <a:schemeClr val="accent1"/>
                      </a:solidFill>
                      <a:prstDash val="solid"/>
                      <a:round/>
                      <a:headEnd type="none" w="med" len="med"/>
                      <a:tailEnd type="none" w="med" len="med"/>
                    </a:lnT>
                    <a:solidFill>
                      <a:schemeClr val="bg1">
                        <a:lumMod val="85000"/>
                      </a:schemeClr>
                    </a:solidFill>
                  </a:tcP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algn="ctr" defTabSz="914400" rtl="0" eaLnBrk="1" latinLnBrk="0" hangingPunct="1"/>
                      <a:r>
                        <a:rPr lang="en-US" sz="900" kern="1200">
                          <a:solidFill>
                            <a:srgbClr val="00B050"/>
                          </a:solidFill>
                          <a:effectLst/>
                          <a:latin typeface="Boehringer Forward Text" panose="02000500000000020000" pitchFamily="2" charset="0"/>
                        </a:rPr>
                        <a:t>21/14</a:t>
                      </a:r>
                      <a:endParaRPr lang="zh-CN" altLang="en-US" sz="900" kern="1200">
                        <a:solidFill>
                          <a:srgbClr val="00B050"/>
                        </a:solidFill>
                        <a:effectLst/>
                        <a:latin typeface="Boehringer Forward Text" panose="02000500000000020000" pitchFamily="2" charset="0"/>
                        <a:ea typeface="+mn-ea"/>
                        <a:cs typeface="+mn-cs"/>
                      </a:endParaRPr>
                    </a:p>
                  </a:txBody>
                  <a:tcPr marL="0" marR="0" marT="0" marB="0" anchor="ctr">
                    <a:lnT w="12700" cap="flat" cmpd="sng" algn="ctr">
                      <a:solidFill>
                        <a:schemeClr val="accent1"/>
                      </a:solidFill>
                      <a:prstDash val="solid"/>
                      <a:round/>
                      <a:headEnd type="none" w="med" len="med"/>
                      <a:tailEnd type="none" w="med" len="med"/>
                    </a:lnT>
                    <a:solidFill>
                      <a:schemeClr val="bg1">
                        <a:lumMod val="85000"/>
                      </a:schemeClr>
                    </a:solidFill>
                  </a:tcPr>
                </a:tc>
                <a:tc>
                  <a:txBody>
                    <a:bodyPr/>
                    <a:lstStyle/>
                    <a:p>
                      <a:pPr marL="0" algn="ctr" defTabSz="914400" rtl="0" eaLnBrk="1" latinLnBrk="0" hangingPunct="1"/>
                      <a:r>
                        <a:rPr lang="en-US" altLang="zh-CN" sz="900" kern="1200">
                          <a:solidFill>
                            <a:schemeClr val="tx1"/>
                          </a:solidFill>
                          <a:effectLst/>
                          <a:latin typeface="Boehringer Forward Text" panose="02000500000000020000" pitchFamily="2" charset="0"/>
                        </a:rPr>
                        <a:t>China enrollment completion</a:t>
                      </a:r>
                      <a:endParaRPr lang="zh-CN" altLang="en-US" sz="900" kern="1200">
                        <a:solidFill>
                          <a:schemeClr val="tx1"/>
                        </a:solidFill>
                        <a:effectLst/>
                        <a:latin typeface="Boehringer Forward Text" panose="02000500000000020000" pitchFamily="2" charset="0"/>
                        <a:ea typeface="+mn-ea"/>
                        <a:cs typeface="+mn-cs"/>
                      </a:endParaRPr>
                    </a:p>
                  </a:txBody>
                  <a:tcPr marL="0" marR="0" marT="0" marB="0" anchor="ctr">
                    <a:lnT w="12700" cap="flat" cmpd="sng" algn="ctr">
                      <a:solidFill>
                        <a:schemeClr val="accent1"/>
                      </a:solidFill>
                      <a:prstDash val="solid"/>
                      <a:round/>
                      <a:headEnd type="none" w="med" len="med"/>
                      <a:tailEnd type="none" w="med" len="med"/>
                    </a:lnT>
                    <a:solidFill>
                      <a:schemeClr val="bg1">
                        <a:lumMod val="85000"/>
                      </a:schemeClr>
                    </a:solidFill>
                  </a:tcP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endParaRPr lang="zh-CN" sz="900">
                        <a:effectLst/>
                        <a:latin typeface="Boehringer Forward Text" panose="02000500000000020000" pitchFamily="2" charset="0"/>
                      </a:endParaRPr>
                    </a:p>
                  </a:txBody>
                  <a:tcPr marL="0" marR="0" marT="0" marB="0" anchor="ctr"/>
                </a:tc>
                <a:extLst>
                  <a:ext uri="{0D108BD9-81ED-4DB2-BD59-A6C34878D82A}">
                    <a16:rowId xmlns:a16="http://schemas.microsoft.com/office/drawing/2014/main" val="4154252192"/>
                  </a:ext>
                </a:extLst>
              </a:tr>
              <a:tr h="447871">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algn="l" defTabSz="914400" rtl="0" eaLnBrk="1" latinLnBrk="0" hangingPunct="1"/>
                      <a:r>
                        <a:rPr lang="en-US" altLang="zh-CN" sz="900" b="1" kern="1200">
                          <a:solidFill>
                            <a:schemeClr val="tx1"/>
                          </a:solidFill>
                          <a:effectLst/>
                          <a:latin typeface="Boehringer Forward Text" panose="02000500000000020000" pitchFamily="2" charset="0"/>
                        </a:rPr>
                        <a:t>Cohort 03 : </a:t>
                      </a:r>
                    </a:p>
                    <a:p>
                      <a:pPr marL="0" algn="l" defTabSz="914400" rtl="0" eaLnBrk="1" latinLnBrk="0" hangingPunct="1"/>
                      <a:r>
                        <a:rPr lang="en-US" altLang="zh-CN" sz="900" b="1" kern="1200">
                          <a:solidFill>
                            <a:schemeClr val="tx1"/>
                          </a:solidFill>
                          <a:effectLst/>
                          <a:latin typeface="Boehringer Forward Text" panose="02000500000000020000" pitchFamily="2" charset="0"/>
                        </a:rPr>
                        <a:t>non-TKD HER2 mut+ NSCLC and HER2 TKD mut+ squamous  NSCLC previously treated</a:t>
                      </a:r>
                      <a:endParaRPr lang="zh-CN" altLang="en-US" sz="900" b="1" kern="1200">
                        <a:solidFill>
                          <a:schemeClr val="tx1"/>
                        </a:solidFill>
                        <a:effectLst/>
                        <a:latin typeface="Boehringer Forward Text" panose="02000500000000020000" pitchFamily="2" charset="0"/>
                        <a:ea typeface="+mn-ea"/>
                        <a:cs typeface="+mn-cs"/>
                      </a:endParaRPr>
                    </a:p>
                  </a:txBody>
                  <a:tcPr marL="33338" marR="33338" marT="7144" marB="0" anchor="ctr"/>
                </a:tc>
                <a:tc>
                  <a:txBody>
                    <a:bodyPr/>
                    <a:lstStyle/>
                    <a:p>
                      <a:pPr marL="0" algn="ctr" defTabSz="914400" rtl="0" eaLnBrk="1" latinLnBrk="0" hangingPunct="1"/>
                      <a:r>
                        <a:rPr lang="en-US" altLang="zh-CN" sz="900" kern="1200">
                          <a:solidFill>
                            <a:schemeClr val="tx1"/>
                          </a:solidFill>
                          <a:effectLst/>
                          <a:latin typeface="Boehringer Forward Text" panose="02000500000000020000" pitchFamily="2" charset="0"/>
                        </a:rPr>
                        <a:t>30</a:t>
                      </a:r>
                      <a:endParaRPr lang="zh-CN" altLang="en-US" sz="900" kern="1200">
                        <a:solidFill>
                          <a:schemeClr val="tx1"/>
                        </a:solidFill>
                        <a:effectLst/>
                        <a:latin typeface="Boehringer Forward Text" panose="02000500000000020000" pitchFamily="2" charset="0"/>
                        <a:ea typeface="+mn-ea"/>
                        <a:cs typeface="+mn-cs"/>
                      </a:endParaRPr>
                    </a:p>
                  </a:txBody>
                  <a:tcPr marL="33338" marR="33338" marT="7144" marB="0" anchor="ctr"/>
                </a:tc>
                <a:tc>
                  <a:txBody>
                    <a:bodyPr/>
                    <a:lstStyle/>
                    <a:p>
                      <a:pPr marL="0" algn="ctr" defTabSz="914400" rtl="0" eaLnBrk="1" latinLnBrk="0" hangingPunct="1"/>
                      <a:r>
                        <a:rPr lang="en-US" altLang="zh-CN" sz="900" kern="1200">
                          <a:solidFill>
                            <a:srgbClr val="00B050"/>
                          </a:solidFill>
                          <a:effectLst/>
                          <a:latin typeface="Boehringer Forward Text" panose="02000500000000020000" pitchFamily="2" charset="0"/>
                        </a:rPr>
                        <a:t>18/13</a:t>
                      </a:r>
                      <a:endParaRPr lang="zh-CN" altLang="en-US" sz="900" kern="1200">
                        <a:solidFill>
                          <a:srgbClr val="00B050"/>
                        </a:solidFill>
                        <a:effectLst/>
                        <a:latin typeface="Boehringer Forward Text" panose="02000500000000020000" pitchFamily="2" charset="0"/>
                        <a:ea typeface="+mn-ea"/>
                        <a:cs typeface="+mn-cs"/>
                      </a:endParaRPr>
                    </a:p>
                  </a:txBody>
                  <a:tcPr marL="33338" marR="33338" marT="7144" marB="0" anchor="ct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algn="ctr" defTabSz="914400" rtl="0" eaLnBrk="1" latinLnBrk="0" hangingPunct="1"/>
                      <a:r>
                        <a:rPr lang="en-US" sz="900" kern="1200">
                          <a:solidFill>
                            <a:schemeClr val="tx1"/>
                          </a:solidFill>
                          <a:effectLst/>
                          <a:latin typeface="Boehringer Forward Text" panose="02000500000000020000" pitchFamily="2" charset="0"/>
                        </a:rPr>
                        <a:t>3 (regardless of dose)</a:t>
                      </a:r>
                      <a:endParaRPr lang="zh-CN" altLang="en-US" sz="900" kern="1200">
                        <a:solidFill>
                          <a:schemeClr val="tx1"/>
                        </a:solidFill>
                        <a:effectLst/>
                        <a:latin typeface="Boehringer Forward Text" panose="02000500000000020000" pitchFamily="2" charset="0"/>
                        <a:ea typeface="+mn-ea"/>
                        <a:cs typeface="+mn-cs"/>
                      </a:endParaRPr>
                    </a:p>
                  </a:txBody>
                  <a:tcPr marL="33338" marR="33338" marT="7144" marB="0" anchor="ct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algn="ctr" defTabSz="914400" rtl="0" eaLnBrk="1" latinLnBrk="0" hangingPunct="1"/>
                      <a:r>
                        <a:rPr lang="en-US" sz="900" kern="1200">
                          <a:solidFill>
                            <a:srgbClr val="00B050"/>
                          </a:solidFill>
                          <a:effectLst/>
                          <a:latin typeface="Boehringer Forward Text" panose="02000500000000020000" pitchFamily="2" charset="0"/>
                        </a:rPr>
                        <a:t>3/1</a:t>
                      </a:r>
                      <a:endParaRPr lang="zh-CN" altLang="en-US" sz="900" kern="1200">
                        <a:solidFill>
                          <a:srgbClr val="00B050"/>
                        </a:solidFill>
                        <a:effectLst/>
                        <a:latin typeface="Boehringer Forward Text" panose="02000500000000020000" pitchFamily="2" charset="0"/>
                        <a:ea typeface="+mn-ea"/>
                        <a:cs typeface="+mn-cs"/>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kern="1200">
                          <a:solidFill>
                            <a:srgbClr val="0070C0"/>
                          </a:solidFill>
                          <a:effectLst/>
                          <a:latin typeface="Boehringer Forward Text" panose="02000500000000020000" pitchFamily="2" charset="0"/>
                          <a:ea typeface="+mn-ea"/>
                          <a:cs typeface="+mn-cs"/>
                        </a:rPr>
                        <a:t>China target achieved</a:t>
                      </a:r>
                      <a:endParaRPr lang="zh-CN" altLang="en-US" sz="900" kern="1200">
                        <a:solidFill>
                          <a:srgbClr val="0070C0"/>
                        </a:solidFill>
                        <a:effectLst/>
                        <a:latin typeface="Boehringer Forward Text" panose="02000500000000020000" pitchFamily="2" charset="0"/>
                        <a:ea typeface="+mn-ea"/>
                        <a:cs typeface="+mn-cs"/>
                      </a:endParaRPr>
                    </a:p>
                  </a:txBody>
                  <a:tcPr marL="0" marR="0" marT="0" marB="0" anchor="ct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endParaRPr lang="zh-CN" sz="900">
                        <a:effectLst/>
                        <a:latin typeface="Boehringer Forward Text" panose="02000500000000020000" pitchFamily="2" charset="0"/>
                      </a:endParaRPr>
                    </a:p>
                  </a:txBody>
                  <a:tcPr marL="0" marR="0" marT="0" marB="0" anchor="ctr"/>
                </a:tc>
                <a:extLst>
                  <a:ext uri="{0D108BD9-81ED-4DB2-BD59-A6C34878D82A}">
                    <a16:rowId xmlns:a16="http://schemas.microsoft.com/office/drawing/2014/main" val="3247499834"/>
                  </a:ext>
                </a:extLst>
              </a:tr>
              <a:tr h="447871">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algn="l" defTabSz="914400" rtl="0" eaLnBrk="1" latinLnBrk="0" hangingPunct="1"/>
                      <a:r>
                        <a:rPr lang="en-US" altLang="zh-CN" sz="900" b="1" kern="1200">
                          <a:solidFill>
                            <a:schemeClr val="tx1"/>
                          </a:solidFill>
                          <a:effectLst/>
                          <a:latin typeface="Boehringer Forward Text" panose="02000500000000020000" pitchFamily="2" charset="0"/>
                        </a:rPr>
                        <a:t>Cohort 04 :  </a:t>
                      </a:r>
                    </a:p>
                    <a:p>
                      <a:pPr marL="0" algn="l" defTabSz="914400" rtl="0" eaLnBrk="1" latinLnBrk="0" hangingPunct="1"/>
                      <a:r>
                        <a:rPr lang="en-US" altLang="zh-CN" sz="900" b="1" kern="1200">
                          <a:solidFill>
                            <a:schemeClr val="tx1"/>
                          </a:solidFill>
                          <a:effectLst/>
                          <a:latin typeface="Boehringer Forward Text" panose="02000500000000020000" pitchFamily="2" charset="0"/>
                        </a:rPr>
                        <a:t>HER2 TKD mut+ NSCLC </a:t>
                      </a:r>
                    </a:p>
                    <a:p>
                      <a:pPr marL="0" algn="l" defTabSz="914400" rtl="0" eaLnBrk="1" latinLnBrk="0" hangingPunct="1"/>
                      <a:r>
                        <a:rPr lang="en-US" altLang="zh-CN" sz="900" b="1" kern="1200">
                          <a:solidFill>
                            <a:schemeClr val="tx1"/>
                          </a:solidFill>
                          <a:effectLst/>
                          <a:latin typeface="Boehringer Forward Text" panose="02000500000000020000" pitchFamily="2" charset="0"/>
                        </a:rPr>
                        <a:t>with active brain metastases</a:t>
                      </a:r>
                      <a:endParaRPr lang="zh-CN" altLang="en-US" sz="900" b="1" kern="1200">
                        <a:solidFill>
                          <a:schemeClr val="tx1"/>
                        </a:solidFill>
                        <a:effectLst/>
                        <a:latin typeface="Boehringer Forward Text" panose="02000500000000020000" pitchFamily="2" charset="0"/>
                        <a:ea typeface="+mn-ea"/>
                        <a:cs typeface="+mn-cs"/>
                      </a:endParaRPr>
                    </a:p>
                  </a:txBody>
                  <a:tcPr marL="33338" marR="33338" marT="7144" marB="0" anchor="ctr"/>
                </a:tc>
                <a:tc>
                  <a:txBody>
                    <a:bodyPr/>
                    <a:lstStyle/>
                    <a:p>
                      <a:pPr marL="0" algn="ctr" defTabSz="914400" rtl="0" eaLnBrk="1" latinLnBrk="0" hangingPunct="1"/>
                      <a:r>
                        <a:rPr lang="en-US" altLang="zh-CN" sz="900" kern="1200">
                          <a:solidFill>
                            <a:schemeClr val="tx1"/>
                          </a:solidFill>
                          <a:effectLst/>
                          <a:latin typeface="Boehringer Forward Text" panose="02000500000000020000" pitchFamily="2" charset="0"/>
                        </a:rPr>
                        <a:t>30</a:t>
                      </a:r>
                      <a:endParaRPr lang="zh-CN" altLang="en-US" sz="900" kern="1200">
                        <a:solidFill>
                          <a:schemeClr val="tx1"/>
                        </a:solidFill>
                        <a:effectLst/>
                        <a:latin typeface="Boehringer Forward Text" panose="02000500000000020000" pitchFamily="2" charset="0"/>
                        <a:ea typeface="+mn-ea"/>
                        <a:cs typeface="+mn-cs"/>
                      </a:endParaRPr>
                    </a:p>
                  </a:txBody>
                  <a:tcPr marL="0" marR="0" marT="0" marB="0" anchor="ctr"/>
                </a:tc>
                <a:tc>
                  <a:txBody>
                    <a:bodyPr/>
                    <a:lstStyle/>
                    <a:p>
                      <a:pPr marL="0" algn="ctr" defTabSz="914400" rtl="0" eaLnBrk="1" latinLnBrk="0" hangingPunct="1"/>
                      <a:r>
                        <a:rPr lang="en-US" altLang="zh-CN" sz="900" kern="1200">
                          <a:solidFill>
                            <a:srgbClr val="00B050"/>
                          </a:solidFill>
                          <a:effectLst/>
                          <a:latin typeface="Boehringer Forward Text" panose="02000500000000020000" pitchFamily="2" charset="0"/>
                        </a:rPr>
                        <a:t>25/24</a:t>
                      </a:r>
                      <a:endParaRPr lang="zh-CN" altLang="en-US" sz="900" kern="1200">
                        <a:solidFill>
                          <a:srgbClr val="00B050"/>
                        </a:solidFill>
                        <a:effectLst/>
                        <a:latin typeface="Boehringer Forward Text" panose="02000500000000020000" pitchFamily="2" charset="0"/>
                        <a:ea typeface="+mn-ea"/>
                        <a:cs typeface="+mn-cs"/>
                      </a:endParaRPr>
                    </a:p>
                  </a:txBody>
                  <a:tcPr marL="0" marR="0" marT="0" marB="0" anchor="ct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algn="ctr" defTabSz="914400" rtl="0" eaLnBrk="1" latinLnBrk="0" hangingPunct="1"/>
                      <a:r>
                        <a:rPr lang="en-US" sz="900" kern="1200">
                          <a:solidFill>
                            <a:schemeClr val="tx1"/>
                          </a:solidFill>
                          <a:effectLst/>
                          <a:latin typeface="Boehringer Forward Text" panose="02000500000000020000" pitchFamily="2" charset="0"/>
                        </a:rPr>
                        <a:t>2 (regardless of dose)</a:t>
                      </a:r>
                      <a:endParaRPr lang="zh-CN" altLang="en-US" sz="900" kern="1200">
                        <a:solidFill>
                          <a:schemeClr val="tx1"/>
                        </a:solidFill>
                        <a:effectLst/>
                        <a:latin typeface="Boehringer Forward Text" panose="02000500000000020000" pitchFamily="2" charset="0"/>
                        <a:ea typeface="+mn-ea"/>
                        <a:cs typeface="+mn-cs"/>
                      </a:endParaRPr>
                    </a:p>
                  </a:txBody>
                  <a:tcPr marL="0" marR="0" marT="0" marB="0" anchor="ct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algn="ctr" defTabSz="914400" rtl="0" eaLnBrk="1" latinLnBrk="0" hangingPunct="1"/>
                      <a:r>
                        <a:rPr lang="en-US" sz="900" kern="1200">
                          <a:solidFill>
                            <a:srgbClr val="00B050"/>
                          </a:solidFill>
                          <a:effectLst/>
                          <a:latin typeface="Boehringer Forward Text" panose="02000500000000020000" pitchFamily="2" charset="0"/>
                        </a:rPr>
                        <a:t>3/3</a:t>
                      </a:r>
                      <a:endParaRPr lang="zh-CN" altLang="en-US" sz="900" kern="1200">
                        <a:solidFill>
                          <a:srgbClr val="00B050"/>
                        </a:solidFill>
                        <a:effectLst/>
                        <a:latin typeface="Boehringer Forward Text" panose="02000500000000020000" pitchFamily="2" charset="0"/>
                        <a:ea typeface="+mn-ea"/>
                        <a:cs typeface="+mn-cs"/>
                      </a:endParaRPr>
                    </a:p>
                  </a:txBody>
                  <a:tcPr marL="33338" marR="33338" marT="7144" marB="0" anchor="ctr"/>
                </a:tc>
                <a:tc>
                  <a:txBody>
                    <a:bodyPr/>
                    <a:lstStyle/>
                    <a:p>
                      <a:pPr marL="0" algn="ctr" defTabSz="914400" rtl="0" eaLnBrk="1" latinLnBrk="0" hangingPunct="1"/>
                      <a:r>
                        <a:rPr lang="en-US" altLang="zh-CN" sz="900" kern="1200">
                          <a:solidFill>
                            <a:srgbClr val="0070C0"/>
                          </a:solidFill>
                          <a:effectLst/>
                          <a:latin typeface="Boehringer Forward Text" panose="02000500000000020000" pitchFamily="2" charset="0"/>
                          <a:ea typeface="+mn-ea"/>
                          <a:cs typeface="+mn-cs"/>
                        </a:rPr>
                        <a:t>China target achieved</a:t>
                      </a:r>
                      <a:endParaRPr lang="zh-CN" altLang="en-US" sz="900" kern="1200">
                        <a:solidFill>
                          <a:srgbClr val="0070C0"/>
                        </a:solidFill>
                        <a:effectLst/>
                        <a:latin typeface="Boehringer Forward Text" panose="02000500000000020000" pitchFamily="2" charset="0"/>
                        <a:ea typeface="+mn-ea"/>
                        <a:cs typeface="+mn-cs"/>
                      </a:endParaRPr>
                    </a:p>
                  </a:txBody>
                  <a:tcPr marL="33338" marR="33338" marT="7144" marB="0" anchor="ct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endParaRPr lang="zh-CN" sz="900">
                        <a:solidFill>
                          <a:schemeClr val="tx1"/>
                        </a:solidFill>
                        <a:effectLst/>
                        <a:latin typeface="Boehringer Forward Text" panose="02000500000000020000" pitchFamily="2" charset="0"/>
                      </a:endParaRPr>
                    </a:p>
                  </a:txBody>
                  <a:tcPr marL="0" marR="0" marT="0" marB="0" anchor="ctr"/>
                </a:tc>
                <a:extLst>
                  <a:ext uri="{0D108BD9-81ED-4DB2-BD59-A6C34878D82A}">
                    <a16:rowId xmlns:a16="http://schemas.microsoft.com/office/drawing/2014/main" val="1597067500"/>
                  </a:ext>
                </a:extLst>
              </a:tr>
              <a:tr h="447871">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algn="l" defTabSz="914400" rtl="0" eaLnBrk="1" latinLnBrk="0" hangingPunct="1"/>
                      <a:r>
                        <a:rPr lang="en-US" altLang="zh-CN" sz="900" b="1" kern="1200">
                          <a:solidFill>
                            <a:schemeClr val="tx1"/>
                          </a:solidFill>
                          <a:effectLst/>
                          <a:latin typeface="Boehringer Forward Text" panose="02000500000000020000" pitchFamily="2" charset="0"/>
                        </a:rPr>
                        <a:t>Cohort 05 :  </a:t>
                      </a:r>
                      <a:br>
                        <a:rPr lang="en-US" altLang="zh-CN" sz="900" b="1" kern="1200">
                          <a:solidFill>
                            <a:schemeClr val="tx1"/>
                          </a:solidFill>
                          <a:effectLst/>
                          <a:latin typeface="Boehringer Forward Text" panose="02000500000000020000" pitchFamily="2" charset="0"/>
                        </a:rPr>
                      </a:br>
                      <a:r>
                        <a:rPr lang="en-US" altLang="zh-CN" sz="900" b="1" kern="1200">
                          <a:solidFill>
                            <a:schemeClr val="tx1"/>
                          </a:solidFill>
                          <a:effectLst/>
                          <a:latin typeface="Boehringer Forward Text" panose="02000500000000020000" pitchFamily="2" charset="0"/>
                        </a:rPr>
                        <a:t>HER2 TKD mut+ non-squamous NSCLC </a:t>
                      </a:r>
                    </a:p>
                    <a:p>
                      <a:pPr marL="0" algn="l" defTabSz="914400" rtl="0" eaLnBrk="1" latinLnBrk="0" hangingPunct="1"/>
                      <a:r>
                        <a:rPr lang="en-US" altLang="zh-CN" sz="900" b="1" kern="1200">
                          <a:solidFill>
                            <a:schemeClr val="tx1"/>
                          </a:solidFill>
                          <a:effectLst/>
                          <a:latin typeface="Boehringer Forward Text" panose="02000500000000020000" pitchFamily="2" charset="0"/>
                        </a:rPr>
                        <a:t>previously treated with HER2 directed ADC</a:t>
                      </a:r>
                      <a:endParaRPr lang="en-US" altLang="zh-CN" sz="900" b="1" kern="1200">
                        <a:solidFill>
                          <a:schemeClr val="tx1"/>
                        </a:solidFill>
                        <a:effectLst/>
                        <a:latin typeface="Boehringer Forward Text" panose="02000500000000020000" pitchFamily="2" charset="0"/>
                        <a:ea typeface="+mn-ea"/>
                        <a:cs typeface="+mn-cs"/>
                      </a:endParaRPr>
                    </a:p>
                  </a:txBody>
                  <a:tcPr marL="33338" marR="33338" marT="7144" marB="0" anchor="ctr">
                    <a:lnB w="12700" cap="flat" cmpd="sng" algn="ctr">
                      <a:solidFill>
                        <a:schemeClr val="accent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US" altLang="zh-CN" sz="900" kern="1200">
                          <a:solidFill>
                            <a:schemeClr val="tx1"/>
                          </a:solidFill>
                          <a:effectLst/>
                          <a:latin typeface="Boehringer Forward Text" panose="02000500000000020000" pitchFamily="2" charset="0"/>
                        </a:rPr>
                        <a:t>30</a:t>
                      </a:r>
                      <a:endParaRPr lang="zh-CN" altLang="en-US" sz="900" kern="1200">
                        <a:solidFill>
                          <a:schemeClr val="tx1"/>
                        </a:solidFill>
                        <a:effectLst/>
                        <a:latin typeface="Boehringer Forward Text" panose="02000500000000020000" pitchFamily="2" charset="0"/>
                        <a:ea typeface="+mn-ea"/>
                        <a:cs typeface="+mn-cs"/>
                      </a:endParaRPr>
                    </a:p>
                  </a:txBody>
                  <a:tcPr marL="0" marR="0" marT="0" marB="0" anchor="ctr">
                    <a:lnB w="12700" cap="flat" cmpd="sng" algn="ctr">
                      <a:solidFill>
                        <a:schemeClr val="accent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r>
                        <a:rPr lang="en-US" altLang="zh-CN" sz="900" kern="1200">
                          <a:solidFill>
                            <a:srgbClr val="00B050"/>
                          </a:solidFill>
                          <a:effectLst/>
                          <a:latin typeface="Boehringer Forward Text" panose="02000500000000020000" pitchFamily="2" charset="0"/>
                        </a:rPr>
                        <a:t>38/30</a:t>
                      </a:r>
                      <a:endParaRPr lang="zh-CN" altLang="en-US" sz="900" kern="1200">
                        <a:solidFill>
                          <a:srgbClr val="00B050"/>
                        </a:solidFill>
                        <a:effectLst/>
                        <a:latin typeface="Boehringer Forward Text" panose="02000500000000020000" pitchFamily="2" charset="0"/>
                        <a:ea typeface="+mn-ea"/>
                        <a:cs typeface="+mn-cs"/>
                      </a:endParaRPr>
                    </a:p>
                  </a:txBody>
                  <a:tcPr marL="0" marR="0" marT="0" marB="0" anchor="ctr">
                    <a:lnB w="12700" cap="flat" cmpd="sng" algn="ctr">
                      <a:solidFill>
                        <a:schemeClr val="accent1"/>
                      </a:solidFill>
                      <a:prstDash val="solid"/>
                      <a:round/>
                      <a:headEnd type="none" w="med" len="med"/>
                      <a:tailEnd type="none" w="med" len="med"/>
                    </a:lnB>
                    <a:solidFill>
                      <a:schemeClr val="bg1">
                        <a:lumMod val="85000"/>
                      </a:schemeClr>
                    </a:solidFill>
                  </a:tcP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algn="ctr" defTabSz="914400" rtl="0" eaLnBrk="1" latinLnBrk="0" hangingPunct="1"/>
                      <a:r>
                        <a:rPr lang="en-US" sz="900" kern="1200">
                          <a:solidFill>
                            <a:schemeClr val="tx1"/>
                          </a:solidFill>
                          <a:effectLst/>
                          <a:latin typeface="Boehringer Forward Text" panose="02000500000000020000" pitchFamily="2" charset="0"/>
                        </a:rPr>
                        <a:t>3</a:t>
                      </a:r>
                      <a:endParaRPr lang="zh-CN" altLang="en-US" sz="900" kern="1200">
                        <a:solidFill>
                          <a:schemeClr val="tx1"/>
                        </a:solidFill>
                        <a:effectLst/>
                        <a:latin typeface="Boehringer Forward Text" panose="02000500000000020000" pitchFamily="2" charset="0"/>
                        <a:ea typeface="+mn-ea"/>
                        <a:cs typeface="+mn-cs"/>
                      </a:endParaRPr>
                    </a:p>
                  </a:txBody>
                  <a:tcPr marL="0" marR="0" marT="0" marB="0" anchor="ctr">
                    <a:lnB w="12700" cap="flat" cmpd="sng" algn="ctr">
                      <a:solidFill>
                        <a:schemeClr val="accent1"/>
                      </a:solidFill>
                      <a:prstDash val="solid"/>
                      <a:round/>
                      <a:headEnd type="none" w="med" len="med"/>
                      <a:tailEnd type="none" w="med" len="med"/>
                    </a:lnB>
                    <a:solidFill>
                      <a:schemeClr val="bg1">
                        <a:lumMod val="85000"/>
                      </a:schemeClr>
                    </a:solidFill>
                  </a:tcP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algn="ctr" defTabSz="914400" rtl="0" eaLnBrk="1" latinLnBrk="0" hangingPunct="1"/>
                      <a:r>
                        <a:rPr lang="en-US" sz="900" kern="1200">
                          <a:solidFill>
                            <a:srgbClr val="00B050"/>
                          </a:solidFill>
                          <a:effectLst/>
                          <a:latin typeface="Boehringer Forward Text" panose="02000500000000020000" pitchFamily="2" charset="0"/>
                        </a:rPr>
                        <a:t>5/4</a:t>
                      </a:r>
                      <a:endParaRPr lang="zh-CN" altLang="en-US" sz="900" kern="1200">
                        <a:solidFill>
                          <a:srgbClr val="00B050"/>
                        </a:solidFill>
                        <a:effectLst/>
                        <a:latin typeface="Boehringer Forward Text" panose="02000500000000020000" pitchFamily="2" charset="0"/>
                        <a:ea typeface="+mn-ea"/>
                        <a:cs typeface="+mn-cs"/>
                      </a:endParaRPr>
                    </a:p>
                  </a:txBody>
                  <a:tcPr marL="0" marR="0" marT="0" marB="0" anchor="ctr">
                    <a:lnB w="12700" cap="flat" cmpd="sng" algn="ctr">
                      <a:solidFill>
                        <a:schemeClr val="accent1"/>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a:solidFill>
                            <a:schemeClr val="tx1"/>
                          </a:solidFill>
                          <a:effectLst/>
                          <a:latin typeface="Boehringer Forward Text" panose="02000500000000020000" pitchFamily="2" charset="0"/>
                        </a:rPr>
                        <a:t>Global enrollment completion</a:t>
                      </a:r>
                      <a:endParaRPr lang="zh-CN" altLang="zh-CN" sz="900">
                        <a:solidFill>
                          <a:schemeClr val="tx1"/>
                        </a:solidFill>
                        <a:effectLst/>
                        <a:latin typeface="Boehringer Forward Text" panose="02000500000000020000" pitchFamily="2" charset="0"/>
                        <a:ea typeface="DengXian"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kern="1200">
                          <a:solidFill>
                            <a:srgbClr val="0070C0"/>
                          </a:solidFill>
                          <a:effectLst/>
                          <a:latin typeface="Boehringer Forward Text" panose="02000500000000020000" pitchFamily="2" charset="0"/>
                          <a:ea typeface="+mn-ea"/>
                          <a:cs typeface="+mn-cs"/>
                        </a:rPr>
                        <a:t>/China target achieved</a:t>
                      </a:r>
                      <a:endParaRPr lang="zh-CN" altLang="en-US" sz="900" kern="1200">
                        <a:solidFill>
                          <a:srgbClr val="0070C0"/>
                        </a:solidFill>
                        <a:effectLst/>
                        <a:latin typeface="Boehringer Forward Text" panose="02000500000000020000" pitchFamily="2" charset="0"/>
                        <a:ea typeface="+mn-ea"/>
                        <a:cs typeface="+mn-cs"/>
                      </a:endParaRPr>
                    </a:p>
                  </a:txBody>
                  <a:tcPr marL="0" marR="0" marT="0" marB="0" anchor="ctr">
                    <a:lnB w="12700" cap="flat" cmpd="sng" algn="ctr">
                      <a:solidFill>
                        <a:schemeClr val="accent1"/>
                      </a:solidFill>
                      <a:prstDash val="solid"/>
                      <a:round/>
                      <a:headEnd type="none" w="med" len="med"/>
                      <a:tailEnd type="none" w="med" len="med"/>
                    </a:lnB>
                    <a:solidFill>
                      <a:schemeClr val="bg1">
                        <a:lumMod val="85000"/>
                      </a:schemeClr>
                    </a:solidFill>
                  </a:tcPr>
                </a:tc>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endParaRPr lang="zh-CN" sz="900">
                        <a:solidFill>
                          <a:schemeClr val="tx1"/>
                        </a:solidFill>
                        <a:effectLst/>
                        <a:latin typeface="Boehringer Forward Text" panose="02000500000000020000" pitchFamily="2" charset="0"/>
                      </a:endParaRPr>
                    </a:p>
                  </a:txBody>
                  <a:tcPr marL="0" marR="0" marT="0" marB="0" anchor="ctr"/>
                </a:tc>
                <a:extLst>
                  <a:ext uri="{0D108BD9-81ED-4DB2-BD59-A6C34878D82A}">
                    <a16:rowId xmlns:a16="http://schemas.microsoft.com/office/drawing/2014/main" val="1130453475"/>
                  </a:ext>
                </a:extLst>
              </a:tr>
            </a:tbl>
          </a:graphicData>
        </a:graphic>
      </p:graphicFrame>
    </p:spTree>
    <p:extLst>
      <p:ext uri="{BB962C8B-B14F-4D97-AF65-F5344CB8AC3E}">
        <p14:creationId xmlns:p14="http://schemas.microsoft.com/office/powerpoint/2010/main" val="2803922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4DA69A-79B0-39D9-7860-FB9FB84DD533}"/>
              </a:ext>
            </a:extLst>
          </p:cNvPr>
          <p:cNvSpPr>
            <a:spLocks noGrp="1"/>
          </p:cNvSpPr>
          <p:nvPr>
            <p:ph type="title"/>
          </p:nvPr>
        </p:nvSpPr>
        <p:spPr/>
        <p:txBody>
          <a:bodyPr/>
          <a:lstStyle/>
          <a:p>
            <a:r>
              <a:rPr lang="en-US" altLang="zh-CN"/>
              <a:t>Zongertinib (HER2 TKI) 1479-0001: Recruitment Status as of 15Apr2024</a:t>
            </a:r>
            <a:endParaRPr lang="zh-CN" altLang="en-US"/>
          </a:p>
        </p:txBody>
      </p:sp>
      <p:sp>
        <p:nvSpPr>
          <p:cNvPr id="4" name="文本占位符 3">
            <a:extLst>
              <a:ext uri="{FF2B5EF4-FFF2-40B4-BE49-F238E27FC236}">
                <a16:creationId xmlns:a16="http://schemas.microsoft.com/office/drawing/2014/main" id="{338E870F-1DFE-1B3D-6BAF-B759DDC5D11C}"/>
              </a:ext>
            </a:extLst>
          </p:cNvPr>
          <p:cNvSpPr>
            <a:spLocks noGrp="1"/>
          </p:cNvSpPr>
          <p:nvPr>
            <p:ph type="body" sz="quarter" idx="13"/>
          </p:nvPr>
        </p:nvSpPr>
        <p:spPr/>
        <p:txBody>
          <a:bodyPr/>
          <a:lstStyle/>
          <a:p>
            <a:endParaRPr lang="zh-CN" altLang="en-US"/>
          </a:p>
        </p:txBody>
      </p:sp>
      <p:sp>
        <p:nvSpPr>
          <p:cNvPr id="5" name="页脚占位符 4">
            <a:extLst>
              <a:ext uri="{FF2B5EF4-FFF2-40B4-BE49-F238E27FC236}">
                <a16:creationId xmlns:a16="http://schemas.microsoft.com/office/drawing/2014/main" id="{4FD3A8F4-36CB-42F0-6ABC-0A10CFE6581F}"/>
              </a:ext>
            </a:extLst>
          </p:cNvPr>
          <p:cNvSpPr>
            <a:spLocks noGrp="1"/>
          </p:cNvSpPr>
          <p:nvPr>
            <p:ph type="ftr" sz="quarter" idx="19"/>
          </p:nvPr>
        </p:nvSpPr>
        <p:spPr/>
        <p:txBody>
          <a:bodyPr/>
          <a:lstStyle/>
          <a:p>
            <a:pPr defTabSz="685800"/>
            <a:r>
              <a:rPr lang="en-US">
                <a:solidFill>
                  <a:srgbClr val="08312A"/>
                </a:solidFill>
                <a:latin typeface="Boehringer Forward Text"/>
              </a:rPr>
              <a:t>Presentation title    |    ONLY FOR INTERNAL USE</a:t>
            </a:r>
          </a:p>
        </p:txBody>
      </p:sp>
      <p:sp>
        <p:nvSpPr>
          <p:cNvPr id="6" name="灯片编号占位符 5">
            <a:extLst>
              <a:ext uri="{FF2B5EF4-FFF2-40B4-BE49-F238E27FC236}">
                <a16:creationId xmlns:a16="http://schemas.microsoft.com/office/drawing/2014/main" id="{BC0DCAB7-0AAA-212A-D59C-036478A3BFAA}"/>
              </a:ext>
            </a:extLst>
          </p:cNvPr>
          <p:cNvSpPr>
            <a:spLocks noGrp="1"/>
          </p:cNvSpPr>
          <p:nvPr>
            <p:ph type="sldNum" sz="quarter" idx="20"/>
          </p:nvPr>
        </p:nvSpPr>
        <p:spPr/>
        <p:txBody>
          <a:bodyPr/>
          <a:lstStyle/>
          <a:p>
            <a:pPr defTabSz="685800"/>
            <a:fld id="{DF4E8F9F-5B1F-4F5B-BE49-3245D8C18D9F}" type="slidenum">
              <a:rPr lang="en-US">
                <a:solidFill>
                  <a:srgbClr val="08312A"/>
                </a:solidFill>
                <a:latin typeface="Boehringer Forward Text"/>
              </a:rPr>
              <a:pPr defTabSz="685800"/>
              <a:t>17</a:t>
            </a:fld>
            <a:endParaRPr lang="en-US">
              <a:solidFill>
                <a:srgbClr val="08312A"/>
              </a:solidFill>
              <a:latin typeface="Boehringer Forward Text"/>
            </a:endParaRPr>
          </a:p>
        </p:txBody>
      </p:sp>
      <p:graphicFrame>
        <p:nvGraphicFramePr>
          <p:cNvPr id="7" name="Chart 12">
            <a:extLst>
              <a:ext uri="{FF2B5EF4-FFF2-40B4-BE49-F238E27FC236}">
                <a16:creationId xmlns:a16="http://schemas.microsoft.com/office/drawing/2014/main" id="{61E7DB2D-F40E-FAD7-4242-53360BE1A65B}"/>
              </a:ext>
            </a:extLst>
          </p:cNvPr>
          <p:cNvGraphicFramePr>
            <a:graphicFrameLocks/>
          </p:cNvGraphicFramePr>
          <p:nvPr/>
        </p:nvGraphicFramePr>
        <p:xfrm>
          <a:off x="294" y="1101789"/>
          <a:ext cx="4653009" cy="3125007"/>
        </p:xfrm>
        <a:graphic>
          <a:graphicData uri="http://schemas.openxmlformats.org/drawingml/2006/chart">
            <c:chart xmlns:c="http://schemas.openxmlformats.org/drawingml/2006/chart" xmlns:r="http://schemas.openxmlformats.org/officeDocument/2006/relationships" r:id="rId2"/>
          </a:graphicData>
        </a:graphic>
      </p:graphicFrame>
      <p:sp>
        <p:nvSpPr>
          <p:cNvPr id="10" name="文本框 9">
            <a:extLst>
              <a:ext uri="{FF2B5EF4-FFF2-40B4-BE49-F238E27FC236}">
                <a16:creationId xmlns:a16="http://schemas.microsoft.com/office/drawing/2014/main" id="{33A2A07A-EE11-4F7E-BFDE-1BCB4DBFF150}"/>
              </a:ext>
            </a:extLst>
          </p:cNvPr>
          <p:cNvSpPr txBox="1"/>
          <p:nvPr/>
        </p:nvSpPr>
        <p:spPr bwMode="gray">
          <a:xfrm>
            <a:off x="1439652" y="890870"/>
            <a:ext cx="2808312" cy="236924"/>
          </a:xfrm>
          <a:prstGeom prst="rect">
            <a:avLst/>
          </a:prstGeom>
          <a:noFill/>
        </p:spPr>
        <p:txBody>
          <a:bodyPr wrap="square" lIns="0" tIns="0" rIns="0" bIns="0" rtlCol="0">
            <a:spAutoFit/>
          </a:bodyPr>
          <a:lstStyle/>
          <a:p>
            <a:pPr defTabSz="685800">
              <a:lnSpc>
                <a:spcPct val="140000"/>
              </a:lnSpc>
            </a:pPr>
            <a:r>
              <a:rPr lang="en-US" altLang="zh-CN" sz="1200">
                <a:solidFill>
                  <a:prstClr val="black"/>
                </a:solidFill>
                <a:latin typeface="Boehringer Forward Text"/>
              </a:rPr>
              <a:t>Cohort 1 OPU recruitment chart</a:t>
            </a:r>
            <a:endParaRPr lang="zh-CN" altLang="en-US" sz="1200">
              <a:solidFill>
                <a:prstClr val="black"/>
              </a:solidFill>
              <a:latin typeface="Boehringer Forward Text"/>
            </a:endParaRPr>
          </a:p>
        </p:txBody>
      </p:sp>
      <p:sp>
        <p:nvSpPr>
          <p:cNvPr id="11" name="文本框 10">
            <a:extLst>
              <a:ext uri="{FF2B5EF4-FFF2-40B4-BE49-F238E27FC236}">
                <a16:creationId xmlns:a16="http://schemas.microsoft.com/office/drawing/2014/main" id="{024992C8-EAA9-9B59-B51C-175419009B85}"/>
              </a:ext>
            </a:extLst>
          </p:cNvPr>
          <p:cNvSpPr txBox="1"/>
          <p:nvPr/>
        </p:nvSpPr>
        <p:spPr bwMode="gray">
          <a:xfrm>
            <a:off x="5760132" y="859574"/>
            <a:ext cx="2808312" cy="236924"/>
          </a:xfrm>
          <a:prstGeom prst="rect">
            <a:avLst/>
          </a:prstGeom>
          <a:noFill/>
        </p:spPr>
        <p:txBody>
          <a:bodyPr wrap="square" lIns="0" tIns="0" rIns="0" bIns="0" rtlCol="0">
            <a:spAutoFit/>
          </a:bodyPr>
          <a:lstStyle/>
          <a:p>
            <a:pPr defTabSz="685800">
              <a:lnSpc>
                <a:spcPct val="140000"/>
              </a:lnSpc>
            </a:pPr>
            <a:r>
              <a:rPr lang="en-US" altLang="zh-CN" sz="1200">
                <a:solidFill>
                  <a:prstClr val="black"/>
                </a:solidFill>
                <a:latin typeface="Boehringer Forward Text"/>
              </a:rPr>
              <a:t>Cohort 2 to 5 OPU recruitment chart</a:t>
            </a:r>
            <a:endParaRPr lang="zh-CN" altLang="en-US" sz="1200">
              <a:solidFill>
                <a:prstClr val="black"/>
              </a:solidFill>
              <a:latin typeface="Boehringer Forward Text"/>
            </a:endParaRPr>
          </a:p>
        </p:txBody>
      </p:sp>
      <p:graphicFrame>
        <p:nvGraphicFramePr>
          <p:cNvPr id="3" name="图表 2">
            <a:extLst>
              <a:ext uri="{FF2B5EF4-FFF2-40B4-BE49-F238E27FC236}">
                <a16:creationId xmlns:a16="http://schemas.microsoft.com/office/drawing/2014/main" id="{3136A2A4-40B9-41A1-B0C0-34A5E4BAD330}"/>
              </a:ext>
            </a:extLst>
          </p:cNvPr>
          <p:cNvGraphicFramePr>
            <a:graphicFrameLocks/>
          </p:cNvGraphicFramePr>
          <p:nvPr/>
        </p:nvGraphicFramePr>
        <p:xfrm>
          <a:off x="4744641" y="1115308"/>
          <a:ext cx="4399360" cy="32386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31471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6FA9CCB-3398-F6CF-657E-D2493DD3D567}"/>
              </a:ext>
            </a:extLst>
          </p:cNvPr>
          <p:cNvSpPr>
            <a:spLocks noGrp="1"/>
          </p:cNvSpPr>
          <p:nvPr>
            <p:ph type="sldNum" sz="quarter" idx="2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600" b="0" i="0" u="none" strike="noStrike" kern="1200" cap="none" spc="0" normalizeH="0" baseline="0" noProof="0">
                <a:ln>
                  <a:noFill/>
                </a:ln>
                <a:solidFill>
                  <a:srgbClr val="08312A"/>
                </a:solidFill>
                <a:effectLst/>
                <a:uLnTx/>
                <a:uFillTx/>
                <a:latin typeface="Boehringer Forward Tex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18</a:t>
            </a:fld>
            <a:endParaRPr kumimoji="0" lang="en-US" sz="6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2" name="Table 1">
            <a:extLst>
              <a:ext uri="{FF2B5EF4-FFF2-40B4-BE49-F238E27FC236}">
                <a16:creationId xmlns:a16="http://schemas.microsoft.com/office/drawing/2014/main" id="{1FA7172A-D560-74E4-03D2-04B2279B211C}"/>
              </a:ext>
            </a:extLst>
          </p:cNvPr>
          <p:cNvGraphicFramePr>
            <a:graphicFrameLocks noGrp="1"/>
          </p:cNvGraphicFramePr>
          <p:nvPr/>
        </p:nvGraphicFramePr>
        <p:xfrm>
          <a:off x="871800" y="736746"/>
          <a:ext cx="8046720" cy="514350"/>
        </p:xfrm>
        <a:graphic>
          <a:graphicData uri="http://schemas.openxmlformats.org/drawingml/2006/table">
            <a:tbl>
              <a:tblPr firstRow="1" bandRow="1"/>
              <a:tblGrid>
                <a:gridCol w="402336">
                  <a:extLst>
                    <a:ext uri="{9D8B030D-6E8A-4147-A177-3AD203B41FA5}">
                      <a16:colId xmlns:a16="http://schemas.microsoft.com/office/drawing/2014/main" val="3411862845"/>
                    </a:ext>
                  </a:extLst>
                </a:gridCol>
                <a:gridCol w="402336">
                  <a:extLst>
                    <a:ext uri="{9D8B030D-6E8A-4147-A177-3AD203B41FA5}">
                      <a16:colId xmlns:a16="http://schemas.microsoft.com/office/drawing/2014/main" val="2851474774"/>
                    </a:ext>
                  </a:extLst>
                </a:gridCol>
                <a:gridCol w="402336">
                  <a:extLst>
                    <a:ext uri="{9D8B030D-6E8A-4147-A177-3AD203B41FA5}">
                      <a16:colId xmlns:a16="http://schemas.microsoft.com/office/drawing/2014/main" val="107595344"/>
                    </a:ext>
                  </a:extLst>
                </a:gridCol>
                <a:gridCol w="402336">
                  <a:extLst>
                    <a:ext uri="{9D8B030D-6E8A-4147-A177-3AD203B41FA5}">
                      <a16:colId xmlns:a16="http://schemas.microsoft.com/office/drawing/2014/main" val="1666999431"/>
                    </a:ext>
                  </a:extLst>
                </a:gridCol>
                <a:gridCol w="402336">
                  <a:extLst>
                    <a:ext uri="{9D8B030D-6E8A-4147-A177-3AD203B41FA5}">
                      <a16:colId xmlns:a16="http://schemas.microsoft.com/office/drawing/2014/main" val="3696607442"/>
                    </a:ext>
                  </a:extLst>
                </a:gridCol>
                <a:gridCol w="402336">
                  <a:extLst>
                    <a:ext uri="{9D8B030D-6E8A-4147-A177-3AD203B41FA5}">
                      <a16:colId xmlns:a16="http://schemas.microsoft.com/office/drawing/2014/main" val="223989776"/>
                    </a:ext>
                  </a:extLst>
                </a:gridCol>
                <a:gridCol w="402336">
                  <a:extLst>
                    <a:ext uri="{9D8B030D-6E8A-4147-A177-3AD203B41FA5}">
                      <a16:colId xmlns:a16="http://schemas.microsoft.com/office/drawing/2014/main" val="124731204"/>
                    </a:ext>
                  </a:extLst>
                </a:gridCol>
                <a:gridCol w="402336">
                  <a:extLst>
                    <a:ext uri="{9D8B030D-6E8A-4147-A177-3AD203B41FA5}">
                      <a16:colId xmlns:a16="http://schemas.microsoft.com/office/drawing/2014/main" val="3066978585"/>
                    </a:ext>
                  </a:extLst>
                </a:gridCol>
                <a:gridCol w="402336">
                  <a:extLst>
                    <a:ext uri="{9D8B030D-6E8A-4147-A177-3AD203B41FA5}">
                      <a16:colId xmlns:a16="http://schemas.microsoft.com/office/drawing/2014/main" val="1064917641"/>
                    </a:ext>
                  </a:extLst>
                </a:gridCol>
                <a:gridCol w="402336">
                  <a:extLst>
                    <a:ext uri="{9D8B030D-6E8A-4147-A177-3AD203B41FA5}">
                      <a16:colId xmlns:a16="http://schemas.microsoft.com/office/drawing/2014/main" val="4221117315"/>
                    </a:ext>
                  </a:extLst>
                </a:gridCol>
                <a:gridCol w="402336">
                  <a:extLst>
                    <a:ext uri="{9D8B030D-6E8A-4147-A177-3AD203B41FA5}">
                      <a16:colId xmlns:a16="http://schemas.microsoft.com/office/drawing/2014/main" val="3266065341"/>
                    </a:ext>
                  </a:extLst>
                </a:gridCol>
                <a:gridCol w="402336">
                  <a:extLst>
                    <a:ext uri="{9D8B030D-6E8A-4147-A177-3AD203B41FA5}">
                      <a16:colId xmlns:a16="http://schemas.microsoft.com/office/drawing/2014/main" val="2374051224"/>
                    </a:ext>
                  </a:extLst>
                </a:gridCol>
                <a:gridCol w="402336">
                  <a:extLst>
                    <a:ext uri="{9D8B030D-6E8A-4147-A177-3AD203B41FA5}">
                      <a16:colId xmlns:a16="http://schemas.microsoft.com/office/drawing/2014/main" val="1840388365"/>
                    </a:ext>
                  </a:extLst>
                </a:gridCol>
                <a:gridCol w="402336">
                  <a:extLst>
                    <a:ext uri="{9D8B030D-6E8A-4147-A177-3AD203B41FA5}">
                      <a16:colId xmlns:a16="http://schemas.microsoft.com/office/drawing/2014/main" val="267750830"/>
                    </a:ext>
                  </a:extLst>
                </a:gridCol>
                <a:gridCol w="402336">
                  <a:extLst>
                    <a:ext uri="{9D8B030D-6E8A-4147-A177-3AD203B41FA5}">
                      <a16:colId xmlns:a16="http://schemas.microsoft.com/office/drawing/2014/main" val="3966469970"/>
                    </a:ext>
                  </a:extLst>
                </a:gridCol>
                <a:gridCol w="402336">
                  <a:extLst>
                    <a:ext uri="{9D8B030D-6E8A-4147-A177-3AD203B41FA5}">
                      <a16:colId xmlns:a16="http://schemas.microsoft.com/office/drawing/2014/main" val="2522973146"/>
                    </a:ext>
                  </a:extLst>
                </a:gridCol>
                <a:gridCol w="402336">
                  <a:extLst>
                    <a:ext uri="{9D8B030D-6E8A-4147-A177-3AD203B41FA5}">
                      <a16:colId xmlns:a16="http://schemas.microsoft.com/office/drawing/2014/main" val="2664881006"/>
                    </a:ext>
                  </a:extLst>
                </a:gridCol>
                <a:gridCol w="402336">
                  <a:extLst>
                    <a:ext uri="{9D8B030D-6E8A-4147-A177-3AD203B41FA5}">
                      <a16:colId xmlns:a16="http://schemas.microsoft.com/office/drawing/2014/main" val="2326695520"/>
                    </a:ext>
                  </a:extLst>
                </a:gridCol>
                <a:gridCol w="402336">
                  <a:extLst>
                    <a:ext uri="{9D8B030D-6E8A-4147-A177-3AD203B41FA5}">
                      <a16:colId xmlns:a16="http://schemas.microsoft.com/office/drawing/2014/main" val="3557660781"/>
                    </a:ext>
                  </a:extLst>
                </a:gridCol>
                <a:gridCol w="402336">
                  <a:extLst>
                    <a:ext uri="{9D8B030D-6E8A-4147-A177-3AD203B41FA5}">
                      <a16:colId xmlns:a16="http://schemas.microsoft.com/office/drawing/2014/main" val="3191090567"/>
                    </a:ext>
                  </a:extLst>
                </a:gridCol>
              </a:tblGrid>
              <a:tr h="19431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2025</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2026</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2028</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2029</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cxnSp>
        <p:nvCxnSpPr>
          <p:cNvPr id="3" name="Straight Connector 2">
            <a:extLst>
              <a:ext uri="{FF2B5EF4-FFF2-40B4-BE49-F238E27FC236}">
                <a16:creationId xmlns:a16="http://schemas.microsoft.com/office/drawing/2014/main" id="{B16522AA-F9C6-550A-B6F0-CC182F15A0F5}"/>
              </a:ext>
            </a:extLst>
          </p:cNvPr>
          <p:cNvCxnSpPr>
            <a:cxnSpLocks/>
          </p:cNvCxnSpPr>
          <p:nvPr/>
        </p:nvCxnSpPr>
        <p:spPr bwMode="auto">
          <a:xfrm flipH="1">
            <a:off x="65123" y="2892685"/>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6" name="Isosceles Triangle 5">
            <a:extLst>
              <a:ext uri="{FF2B5EF4-FFF2-40B4-BE49-F238E27FC236}">
                <a16:creationId xmlns:a16="http://schemas.microsoft.com/office/drawing/2014/main" id="{B6C5E895-102B-9F87-A61E-943EEA7ECD7C}"/>
              </a:ext>
            </a:extLst>
          </p:cNvPr>
          <p:cNvSpPr/>
          <p:nvPr/>
        </p:nvSpPr>
        <p:spPr>
          <a:xfrm rot="16200000" flipH="1">
            <a:off x="544413" y="907356"/>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685749"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000000"/>
              </a:solidFill>
              <a:effectLst/>
              <a:uLnTx/>
              <a:uFillTx/>
              <a:latin typeface="BISansOpti"/>
              <a:ea typeface="+mn-ea"/>
              <a:cs typeface="+mn-cs"/>
            </a:endParaRPr>
          </a:p>
        </p:txBody>
      </p:sp>
      <p:sp>
        <p:nvSpPr>
          <p:cNvPr id="7" name="Isosceles Triangle 6">
            <a:extLst>
              <a:ext uri="{FF2B5EF4-FFF2-40B4-BE49-F238E27FC236}">
                <a16:creationId xmlns:a16="http://schemas.microsoft.com/office/drawing/2014/main" id="{1FE70580-7633-9783-5F70-BA6DFA101FAA}"/>
              </a:ext>
            </a:extLst>
          </p:cNvPr>
          <p:cNvSpPr/>
          <p:nvPr/>
        </p:nvSpPr>
        <p:spPr>
          <a:xfrm rot="5400000">
            <a:off x="8758166" y="90856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685749"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000000"/>
              </a:solidFill>
              <a:effectLst/>
              <a:uLnTx/>
              <a:uFillTx/>
              <a:latin typeface="BISansOpti"/>
              <a:ea typeface="+mn-ea"/>
              <a:cs typeface="+mn-cs"/>
            </a:endParaRPr>
          </a:p>
        </p:txBody>
      </p:sp>
      <p:pic>
        <p:nvPicPr>
          <p:cNvPr id="8" name="Picture 7">
            <a:extLst>
              <a:ext uri="{FF2B5EF4-FFF2-40B4-BE49-F238E27FC236}">
                <a16:creationId xmlns:a16="http://schemas.microsoft.com/office/drawing/2014/main" id="{6E79AC4A-EDAB-BD0D-8AE4-CC880A5BC1E7}"/>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621" y="1280364"/>
            <a:ext cx="853514" cy="420660"/>
          </a:xfrm>
          <a:prstGeom prst="rect">
            <a:avLst/>
          </a:prstGeom>
        </p:spPr>
      </p:pic>
      <p:pic>
        <p:nvPicPr>
          <p:cNvPr id="9" name="Picture 8">
            <a:extLst>
              <a:ext uri="{FF2B5EF4-FFF2-40B4-BE49-F238E27FC236}">
                <a16:creationId xmlns:a16="http://schemas.microsoft.com/office/drawing/2014/main" id="{C4B3A26B-F378-A506-56A7-4980A5444474}"/>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5783" y="2968007"/>
            <a:ext cx="853514" cy="420660"/>
          </a:xfrm>
          <a:prstGeom prst="rect">
            <a:avLst/>
          </a:prstGeom>
        </p:spPr>
      </p:pic>
      <p:sp>
        <p:nvSpPr>
          <p:cNvPr id="10" name="标题 1">
            <a:extLst>
              <a:ext uri="{FF2B5EF4-FFF2-40B4-BE49-F238E27FC236}">
                <a16:creationId xmlns:a16="http://schemas.microsoft.com/office/drawing/2014/main" id="{C69FD75A-2ECF-A6B0-3D62-E76E87F81F65}"/>
              </a:ext>
            </a:extLst>
          </p:cNvPr>
          <p:cNvSpPr>
            <a:spLocks noGrp="1"/>
          </p:cNvSpPr>
          <p:nvPr>
            <p:ph type="title"/>
          </p:nvPr>
        </p:nvSpPr>
        <p:spPr>
          <a:xfrm>
            <a:off x="213132" y="161892"/>
            <a:ext cx="8408850" cy="492443"/>
          </a:xfrm>
        </p:spPr>
        <p:txBody>
          <a:bodyPr vert="horz" wrap="square" lIns="0" tIns="0" rIns="0" bIns="0" rtlCol="0" anchor="t" anchorCtr="0">
            <a:spAutoFit/>
          </a:bodyPr>
          <a:lstStyle/>
          <a:p>
            <a:r>
              <a:rPr lang="en-US" altLang="zh-CN" sz="1600" b="1" u="sng"/>
              <a:t>Ongoing:</a:t>
            </a:r>
            <a:br>
              <a:rPr lang="en-US" altLang="zh-CN" sz="1600" b="1"/>
            </a:br>
            <a:r>
              <a:rPr lang="en-US" altLang="zh-CN" sz="1600" b="1"/>
              <a:t>Zongertinib (HER2 TKI): 1L Non Small Cell Lung Cancer (NSCLC)</a:t>
            </a:r>
            <a:endParaRPr lang="zh-CN" altLang="en-US" sz="1600" b="1"/>
          </a:p>
        </p:txBody>
      </p:sp>
      <p:pic>
        <p:nvPicPr>
          <p:cNvPr id="11" name="Picture 10" descr="Traffic light - Simple English Wikipedia, the free ...">
            <a:extLst>
              <a:ext uri="{FF2B5EF4-FFF2-40B4-BE49-F238E27FC236}">
                <a16:creationId xmlns:a16="http://schemas.microsoft.com/office/drawing/2014/main" id="{9BD66577-7F61-32D9-BC6F-3AB1B5C5D0FA}"/>
              </a:ext>
            </a:extLst>
          </p:cNvPr>
          <p:cNvPicPr>
            <a:picLocks noChangeAspect="1"/>
          </p:cNvPicPr>
          <p:nvPr/>
        </p:nvPicPr>
        <p:blipFill rotWithShape="1">
          <a:blip r:embed="rId23"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sp>
        <p:nvSpPr>
          <p:cNvPr id="12" name="TextBox 11">
            <a:extLst>
              <a:ext uri="{FF2B5EF4-FFF2-40B4-BE49-F238E27FC236}">
                <a16:creationId xmlns:a16="http://schemas.microsoft.com/office/drawing/2014/main" id="{330C5731-8F42-8287-F5C0-E9BC43E30561}"/>
              </a:ext>
            </a:extLst>
          </p:cNvPr>
          <p:cNvSpPr txBox="1"/>
          <p:nvPr/>
        </p:nvSpPr>
        <p:spPr>
          <a:xfrm>
            <a:off x="154600" y="1821554"/>
            <a:ext cx="865340" cy="246221"/>
          </a:xfrm>
          <a:prstGeom prst="rect">
            <a:avLst/>
          </a:prstGeom>
          <a:noFill/>
          <a:ln>
            <a:solidFill>
              <a:schemeClr val="accent1"/>
            </a:solidFill>
          </a:ln>
        </p:spPr>
        <p:txBody>
          <a:bodyPr wrap="square" lIns="0" tIns="0" rIns="0" bIns="0" rtlCol="0">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Ph3-14</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79.8</a:t>
            </a:r>
          </a:p>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Beamion</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LUNG-2</a:t>
            </a:r>
          </a:p>
        </p:txBody>
      </p:sp>
      <p:sp>
        <p:nvSpPr>
          <p:cNvPr id="13" name="Rectangle 12">
            <a:extLst>
              <a:ext uri="{FF2B5EF4-FFF2-40B4-BE49-F238E27FC236}">
                <a16:creationId xmlns:a16="http://schemas.microsoft.com/office/drawing/2014/main" id="{B142DE78-D564-E3B5-8EBB-2695B27736B3}"/>
              </a:ext>
            </a:extLst>
          </p:cNvPr>
          <p:cNvSpPr/>
          <p:nvPr/>
        </p:nvSpPr>
        <p:spPr>
          <a:xfrm>
            <a:off x="2447687" y="1921153"/>
            <a:ext cx="306495" cy="207749"/>
          </a:xfrm>
          <a:prstGeom prst="rect">
            <a:avLst/>
          </a:prstGeom>
        </p:spPr>
        <p:txBody>
          <a:bodyPr wrap="non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FPI</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4" name="OTLSHAPE_T_e17f3958430f4cff8650518c93c7635e_Shape">
            <a:extLst>
              <a:ext uri="{FF2B5EF4-FFF2-40B4-BE49-F238E27FC236}">
                <a16:creationId xmlns:a16="http://schemas.microsoft.com/office/drawing/2014/main" id="{9B93C4E6-8129-8DFD-0EFF-5C0F1458634D}"/>
              </a:ext>
            </a:extLst>
          </p:cNvPr>
          <p:cNvSpPr/>
          <p:nvPr>
            <p:custDataLst>
              <p:tags r:id="rId1"/>
            </p:custDataLst>
          </p:nvPr>
        </p:nvSpPr>
        <p:spPr bwMode="auto">
          <a:xfrm>
            <a:off x="2615381" y="1749725"/>
            <a:ext cx="3474720" cy="19494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Pivotal in 1L NSCLC (N=272)</a:t>
            </a:r>
          </a:p>
        </p:txBody>
      </p:sp>
      <p:sp>
        <p:nvSpPr>
          <p:cNvPr id="15" name="Star: 4 Points 143">
            <a:extLst>
              <a:ext uri="{FF2B5EF4-FFF2-40B4-BE49-F238E27FC236}">
                <a16:creationId xmlns:a16="http://schemas.microsoft.com/office/drawing/2014/main" id="{18C16F38-8441-A582-11F4-2F535B46D3EB}"/>
              </a:ext>
            </a:extLst>
          </p:cNvPr>
          <p:cNvSpPr/>
          <p:nvPr/>
        </p:nvSpPr>
        <p:spPr bwMode="auto">
          <a:xfrm>
            <a:off x="2539030" y="1867366"/>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32"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Verdana" charset="0"/>
              <a:ea typeface="+mn-ea"/>
              <a:cs typeface="+mn-cs"/>
            </a:endParaRPr>
          </a:p>
        </p:txBody>
      </p:sp>
      <p:grpSp>
        <p:nvGrpSpPr>
          <p:cNvPr id="16" name="Group 15">
            <a:extLst>
              <a:ext uri="{FF2B5EF4-FFF2-40B4-BE49-F238E27FC236}">
                <a16:creationId xmlns:a16="http://schemas.microsoft.com/office/drawing/2014/main" id="{BFFE52CD-A290-020F-A8CB-7FE1039BAB6E}"/>
              </a:ext>
            </a:extLst>
          </p:cNvPr>
          <p:cNvGrpSpPr/>
          <p:nvPr/>
        </p:nvGrpSpPr>
        <p:grpSpPr>
          <a:xfrm>
            <a:off x="6415491" y="1645437"/>
            <a:ext cx="714175" cy="498699"/>
            <a:chOff x="8779627" y="1713677"/>
            <a:chExt cx="714175" cy="498697"/>
          </a:xfrm>
        </p:grpSpPr>
        <p:sp>
          <p:nvSpPr>
            <p:cNvPr id="17" name="Rectangle 16">
              <a:extLst>
                <a:ext uri="{FF2B5EF4-FFF2-40B4-BE49-F238E27FC236}">
                  <a16:creationId xmlns:a16="http://schemas.microsoft.com/office/drawing/2014/main" id="{0668AA8A-CB1E-3FD3-4886-493D19DD1477}"/>
                </a:ext>
              </a:extLst>
            </p:cNvPr>
            <p:cNvSpPr/>
            <p:nvPr/>
          </p:nvSpPr>
          <p:spPr>
            <a:xfrm>
              <a:off x="8779627" y="2004626"/>
              <a:ext cx="714175" cy="207748"/>
            </a:xfrm>
            <a:prstGeom prst="rect">
              <a:avLst/>
            </a:prstGeom>
          </p:spPr>
          <p:txBody>
            <a:bodyPr wrap="squar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Key results</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 name="OTLSHAPE_T_e17f3958430f4cff8650518c93c7635e_StartDate">
              <a:extLst>
                <a:ext uri="{FF2B5EF4-FFF2-40B4-BE49-F238E27FC236}">
                  <a16:creationId xmlns:a16="http://schemas.microsoft.com/office/drawing/2014/main" id="{89C23FD9-D945-AC3D-17E7-9CB85A84A191}"/>
                </a:ext>
              </a:extLst>
            </p:cNvPr>
            <p:cNvSpPr txBox="1"/>
            <p:nvPr>
              <p:custDataLst>
                <p:tags r:id="rId18"/>
              </p:custDataLst>
            </p:nvPr>
          </p:nvSpPr>
          <p:spPr>
            <a:xfrm>
              <a:off x="8890936" y="1713677"/>
              <a:ext cx="511967" cy="115416"/>
            </a:xfrm>
            <a:prstGeom prst="rect">
              <a:avLst/>
            </a:prstGeom>
            <a:noFill/>
          </p:spPr>
          <p:txBody>
            <a:bodyPr vert="horz" wrap="square" lIns="0" tIns="0" rIns="0" bIns="0" rtlCol="0" anchor="ctr" anchorCtr="0">
              <a:spAutoFit/>
            </a:bodyPr>
            <a:lstStyle/>
            <a:p>
              <a:pPr marL="0" marR="0" lvl="0" indent="0" algn="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Mar 2027</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sp>
        <p:nvSpPr>
          <p:cNvPr id="19" name="TextBox 18">
            <a:extLst>
              <a:ext uri="{FF2B5EF4-FFF2-40B4-BE49-F238E27FC236}">
                <a16:creationId xmlns:a16="http://schemas.microsoft.com/office/drawing/2014/main" id="{F66EAB75-5943-A9ED-17E7-0179235556CB}"/>
              </a:ext>
            </a:extLst>
          </p:cNvPr>
          <p:cNvSpPr txBox="1"/>
          <p:nvPr/>
        </p:nvSpPr>
        <p:spPr>
          <a:xfrm>
            <a:off x="2346039" y="1566208"/>
            <a:ext cx="769605" cy="215444"/>
          </a:xfrm>
          <a:prstGeom prst="rect">
            <a:avLst/>
          </a:prstGeom>
          <a:noFill/>
        </p:spPr>
        <p:txBody>
          <a:bodyPr wrap="squar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Feb 2024</a:t>
            </a:r>
          </a:p>
        </p:txBody>
      </p:sp>
      <p:sp>
        <p:nvSpPr>
          <p:cNvPr id="20" name="OTLSHAPE_T_e17f3958430f4cff8650518c93c7635e_Shape">
            <a:extLst>
              <a:ext uri="{FF2B5EF4-FFF2-40B4-BE49-F238E27FC236}">
                <a16:creationId xmlns:a16="http://schemas.microsoft.com/office/drawing/2014/main" id="{FC84F1CA-F1C9-471B-81E0-6DA03A1A94D1}"/>
              </a:ext>
            </a:extLst>
          </p:cNvPr>
          <p:cNvSpPr/>
          <p:nvPr>
            <p:custDataLst>
              <p:tags r:id="rId2"/>
            </p:custDataLst>
          </p:nvPr>
        </p:nvSpPr>
        <p:spPr bwMode="auto">
          <a:xfrm>
            <a:off x="2805722" y="3534199"/>
            <a:ext cx="3291840" cy="19202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Pivotal in 1L NSCLC (</a:t>
            </a:r>
            <a:r>
              <a:rPr kumimoji="0" lang="en-US" altLang="zh-CN" sz="700" b="1"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CH 46: Mainland 34 + TW 7 + HK 5</a:t>
            </a: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t>
            </a:r>
          </a:p>
        </p:txBody>
      </p:sp>
      <p:sp>
        <p:nvSpPr>
          <p:cNvPr id="21" name="Star: 4 Points 143">
            <a:extLst>
              <a:ext uri="{FF2B5EF4-FFF2-40B4-BE49-F238E27FC236}">
                <a16:creationId xmlns:a16="http://schemas.microsoft.com/office/drawing/2014/main" id="{458E7A32-2FC1-5F73-FDA4-A4D324977D9D}"/>
              </a:ext>
            </a:extLst>
          </p:cNvPr>
          <p:cNvSpPr/>
          <p:nvPr/>
        </p:nvSpPr>
        <p:spPr bwMode="auto">
          <a:xfrm>
            <a:off x="2742591" y="3651839"/>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32"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22" name="TextBox 21">
            <a:extLst>
              <a:ext uri="{FF2B5EF4-FFF2-40B4-BE49-F238E27FC236}">
                <a16:creationId xmlns:a16="http://schemas.microsoft.com/office/drawing/2014/main" id="{5D2C97E1-3BDC-540F-A875-23F3B0703B75}"/>
              </a:ext>
            </a:extLst>
          </p:cNvPr>
          <p:cNvSpPr txBox="1"/>
          <p:nvPr/>
        </p:nvSpPr>
        <p:spPr>
          <a:xfrm>
            <a:off x="2434628" y="3377301"/>
            <a:ext cx="769605" cy="215444"/>
          </a:xfrm>
          <a:prstGeom prst="rect">
            <a:avLst/>
          </a:prstGeom>
          <a:noFill/>
        </p:spPr>
        <p:txBody>
          <a:bodyPr wrap="squar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12 Mar</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2024</a:t>
            </a:r>
          </a:p>
        </p:txBody>
      </p:sp>
      <p:sp>
        <p:nvSpPr>
          <p:cNvPr id="24" name="OTLSHAPE_T_5a934a26f311425e8ebaa0f45e6533ad_Shape">
            <a:extLst>
              <a:ext uri="{FF2B5EF4-FFF2-40B4-BE49-F238E27FC236}">
                <a16:creationId xmlns:a16="http://schemas.microsoft.com/office/drawing/2014/main" id="{FC43AC13-A694-D02C-AD74-AD793BF7A885}"/>
              </a:ext>
            </a:extLst>
          </p:cNvPr>
          <p:cNvSpPr/>
          <p:nvPr>
            <p:custDataLst>
              <p:tags r:id="rId3"/>
            </p:custDataLst>
          </p:nvPr>
        </p:nvSpPr>
        <p:spPr bwMode="auto">
          <a:xfrm>
            <a:off x="6089236" y="1760099"/>
            <a:ext cx="640080" cy="167181"/>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ctr" defTabSz="914333"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5" normalizeH="0" baseline="0" noProof="0">
              <a:ln>
                <a:noFill/>
              </a:ln>
              <a:solidFill>
                <a:srgbClr val="000000"/>
              </a:solidFill>
              <a:effectLst/>
              <a:uLnTx/>
              <a:uFillTx/>
              <a:latin typeface="Calibri" panose="020F0502020204030204" pitchFamily="34" charset="0"/>
              <a:ea typeface="+mn-ea"/>
              <a:cs typeface="+mn-cs"/>
            </a:endParaRPr>
          </a:p>
        </p:txBody>
      </p:sp>
      <p:sp>
        <p:nvSpPr>
          <p:cNvPr id="25" name="Star: 4 Points 143">
            <a:extLst>
              <a:ext uri="{FF2B5EF4-FFF2-40B4-BE49-F238E27FC236}">
                <a16:creationId xmlns:a16="http://schemas.microsoft.com/office/drawing/2014/main" id="{75B19BFA-6FFD-29C7-73DC-4C070207B5AF}"/>
              </a:ext>
            </a:extLst>
          </p:cNvPr>
          <p:cNvSpPr/>
          <p:nvPr/>
        </p:nvSpPr>
        <p:spPr bwMode="auto">
          <a:xfrm>
            <a:off x="6668650" y="186717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32"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nvGrpSpPr>
          <p:cNvPr id="26" name="Group 25">
            <a:extLst>
              <a:ext uri="{FF2B5EF4-FFF2-40B4-BE49-F238E27FC236}">
                <a16:creationId xmlns:a16="http://schemas.microsoft.com/office/drawing/2014/main" id="{84E77881-C4ED-2739-522B-F7D18D88A930}"/>
              </a:ext>
            </a:extLst>
          </p:cNvPr>
          <p:cNvGrpSpPr/>
          <p:nvPr/>
        </p:nvGrpSpPr>
        <p:grpSpPr>
          <a:xfrm>
            <a:off x="6501228" y="3393630"/>
            <a:ext cx="770362" cy="511199"/>
            <a:chOff x="8819531" y="1693428"/>
            <a:chExt cx="770362" cy="511199"/>
          </a:xfrm>
        </p:grpSpPr>
        <p:sp>
          <p:nvSpPr>
            <p:cNvPr id="27" name="Rectangle 26">
              <a:extLst>
                <a:ext uri="{FF2B5EF4-FFF2-40B4-BE49-F238E27FC236}">
                  <a16:creationId xmlns:a16="http://schemas.microsoft.com/office/drawing/2014/main" id="{0AC6C3D1-B720-1652-0C36-A1D7F0B88296}"/>
                </a:ext>
              </a:extLst>
            </p:cNvPr>
            <p:cNvSpPr/>
            <p:nvPr/>
          </p:nvSpPr>
          <p:spPr>
            <a:xfrm>
              <a:off x="8837164" y="1996878"/>
              <a:ext cx="752729" cy="207749"/>
            </a:xfrm>
            <a:prstGeom prst="rect">
              <a:avLst/>
            </a:prstGeom>
          </p:spPr>
          <p:txBody>
            <a:bodyPr wrap="squar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Key results</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8" name="OTLSHAPE_T_e17f3958430f4cff8650518c93c7635e_StartDate">
              <a:extLst>
                <a:ext uri="{FF2B5EF4-FFF2-40B4-BE49-F238E27FC236}">
                  <a16:creationId xmlns:a16="http://schemas.microsoft.com/office/drawing/2014/main" id="{2EA69C47-A541-60DE-181C-CBBBBC438E74}"/>
                </a:ext>
              </a:extLst>
            </p:cNvPr>
            <p:cNvSpPr txBox="1"/>
            <p:nvPr>
              <p:custDataLst>
                <p:tags r:id="rId17"/>
              </p:custDataLst>
            </p:nvPr>
          </p:nvSpPr>
          <p:spPr>
            <a:xfrm>
              <a:off x="8819531" y="1693428"/>
              <a:ext cx="511967" cy="115416"/>
            </a:xfrm>
            <a:prstGeom prst="rect">
              <a:avLst/>
            </a:prstGeom>
            <a:noFill/>
          </p:spPr>
          <p:txBody>
            <a:bodyPr vert="horz" wrap="square" lIns="0" tIns="0" rIns="0" bIns="0" rtlCol="0" anchor="ctr" anchorCtr="0">
              <a:spAutoFit/>
            </a:bodyPr>
            <a:lstStyle/>
            <a:p>
              <a:pPr marL="0" marR="0" lvl="0" indent="0" algn="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Mar 2027</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sp>
        <p:nvSpPr>
          <p:cNvPr id="29" name="OTLSHAPE_T_5a934a26f311425e8ebaa0f45e6533ad_Shape">
            <a:extLst>
              <a:ext uri="{FF2B5EF4-FFF2-40B4-BE49-F238E27FC236}">
                <a16:creationId xmlns:a16="http://schemas.microsoft.com/office/drawing/2014/main" id="{32FFFC10-26FF-5058-EB0A-0E3797D2206B}"/>
              </a:ext>
            </a:extLst>
          </p:cNvPr>
          <p:cNvSpPr/>
          <p:nvPr>
            <p:custDataLst>
              <p:tags r:id="rId4"/>
            </p:custDataLst>
          </p:nvPr>
        </p:nvSpPr>
        <p:spPr bwMode="auto">
          <a:xfrm>
            <a:off x="6101763" y="3534770"/>
            <a:ext cx="640080" cy="167181"/>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ctr" defTabSz="914333"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5" normalizeH="0" baseline="0" noProof="0">
              <a:ln>
                <a:noFill/>
              </a:ln>
              <a:solidFill>
                <a:srgbClr val="000000"/>
              </a:solidFill>
              <a:effectLst/>
              <a:uLnTx/>
              <a:uFillTx/>
              <a:latin typeface="Calibri" panose="020F0502020204030204" pitchFamily="34" charset="0"/>
              <a:ea typeface="+mn-ea"/>
              <a:cs typeface="+mn-cs"/>
            </a:endParaRPr>
          </a:p>
        </p:txBody>
      </p:sp>
      <p:sp>
        <p:nvSpPr>
          <p:cNvPr id="30" name="Star: 4 Points 143">
            <a:extLst>
              <a:ext uri="{FF2B5EF4-FFF2-40B4-BE49-F238E27FC236}">
                <a16:creationId xmlns:a16="http://schemas.microsoft.com/office/drawing/2014/main" id="{D7F2E8D9-20C1-43EA-27C3-3F8521AC0F57}"/>
              </a:ext>
            </a:extLst>
          </p:cNvPr>
          <p:cNvSpPr/>
          <p:nvPr/>
        </p:nvSpPr>
        <p:spPr bwMode="auto">
          <a:xfrm>
            <a:off x="6675054" y="363561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32"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1" name="Rectangle 30">
            <a:extLst>
              <a:ext uri="{FF2B5EF4-FFF2-40B4-BE49-F238E27FC236}">
                <a16:creationId xmlns:a16="http://schemas.microsoft.com/office/drawing/2014/main" id="{F8D66BE6-9D9D-991F-B213-ECE508F28F61}"/>
              </a:ext>
            </a:extLst>
          </p:cNvPr>
          <p:cNvSpPr/>
          <p:nvPr/>
        </p:nvSpPr>
        <p:spPr>
          <a:xfrm>
            <a:off x="5896781" y="1942231"/>
            <a:ext cx="301686" cy="207749"/>
          </a:xfrm>
          <a:prstGeom prst="rect">
            <a:avLst/>
          </a:prstGeom>
        </p:spPr>
        <p:txBody>
          <a:bodyPr wrap="non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LPI</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2" name="Star: 4 Points 143">
            <a:extLst>
              <a:ext uri="{FF2B5EF4-FFF2-40B4-BE49-F238E27FC236}">
                <a16:creationId xmlns:a16="http://schemas.microsoft.com/office/drawing/2014/main" id="{04E5D843-9DF9-47BD-F832-B8E278FA87A4}"/>
              </a:ext>
            </a:extLst>
          </p:cNvPr>
          <p:cNvSpPr/>
          <p:nvPr/>
        </p:nvSpPr>
        <p:spPr bwMode="auto">
          <a:xfrm>
            <a:off x="6017931" y="185922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32"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33" name="Rectangle 32">
            <a:extLst>
              <a:ext uri="{FF2B5EF4-FFF2-40B4-BE49-F238E27FC236}">
                <a16:creationId xmlns:a16="http://schemas.microsoft.com/office/drawing/2014/main" id="{9327AFF1-9C1E-2BED-FC15-576E21437B65}"/>
              </a:ext>
            </a:extLst>
          </p:cNvPr>
          <p:cNvSpPr/>
          <p:nvPr/>
        </p:nvSpPr>
        <p:spPr>
          <a:xfrm>
            <a:off x="5938196" y="3680830"/>
            <a:ext cx="301686" cy="207749"/>
          </a:xfrm>
          <a:prstGeom prst="rect">
            <a:avLst/>
          </a:prstGeom>
        </p:spPr>
        <p:txBody>
          <a:bodyPr wrap="non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LPI</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4" name="Star: 4 Points 143">
            <a:extLst>
              <a:ext uri="{FF2B5EF4-FFF2-40B4-BE49-F238E27FC236}">
                <a16:creationId xmlns:a16="http://schemas.microsoft.com/office/drawing/2014/main" id="{6BF6C023-BDE9-3C49-F5D3-48AA3E384215}"/>
              </a:ext>
            </a:extLst>
          </p:cNvPr>
          <p:cNvSpPr/>
          <p:nvPr/>
        </p:nvSpPr>
        <p:spPr bwMode="auto">
          <a:xfrm>
            <a:off x="6027135" y="362704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32"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35" name="TextBox 34">
            <a:extLst>
              <a:ext uri="{FF2B5EF4-FFF2-40B4-BE49-F238E27FC236}">
                <a16:creationId xmlns:a16="http://schemas.microsoft.com/office/drawing/2014/main" id="{ED1AA5F0-E6AA-4C0E-0D8E-391BC0DA135F}"/>
              </a:ext>
            </a:extLst>
          </p:cNvPr>
          <p:cNvSpPr txBox="1"/>
          <p:nvPr/>
        </p:nvSpPr>
        <p:spPr>
          <a:xfrm>
            <a:off x="5436803" y="3356830"/>
            <a:ext cx="823408" cy="215444"/>
          </a:xfrm>
          <a:prstGeom prst="rect">
            <a:avLst/>
          </a:prstGeom>
          <a:noFill/>
        </p:spPr>
        <p:txBody>
          <a:bodyPr wrap="squar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May/Jun 2026</a:t>
            </a:r>
          </a:p>
        </p:txBody>
      </p:sp>
      <p:sp>
        <p:nvSpPr>
          <p:cNvPr id="36" name="OTLSHAPE_T_e17f3958430f4cff8650518c93c7635e_Shape">
            <a:extLst>
              <a:ext uri="{FF2B5EF4-FFF2-40B4-BE49-F238E27FC236}">
                <a16:creationId xmlns:a16="http://schemas.microsoft.com/office/drawing/2014/main" id="{BC30C90B-A852-D4A5-15CC-2922D59205FC}"/>
              </a:ext>
            </a:extLst>
          </p:cNvPr>
          <p:cNvSpPr/>
          <p:nvPr>
            <p:custDataLst>
              <p:tags r:id="rId5"/>
            </p:custDataLst>
          </p:nvPr>
        </p:nvSpPr>
        <p:spPr bwMode="auto">
          <a:xfrm>
            <a:off x="2136987" y="3530129"/>
            <a:ext cx="666000" cy="188091"/>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914333" rtl="0" eaLnBrk="0" fontAlgn="base" latinLnBrk="0" hangingPunct="0">
              <a:lnSpc>
                <a:spcPct val="100000"/>
              </a:lnSpc>
              <a:spcBef>
                <a:spcPct val="0"/>
              </a:spcBef>
              <a:spcAft>
                <a:spcPct val="0"/>
              </a:spcAft>
              <a:buClrTx/>
              <a:buSzTx/>
              <a:buFontTx/>
              <a:buNone/>
              <a:tabLst/>
              <a:defRPr/>
            </a:pPr>
            <a:r>
              <a:rPr kumimoji="0" lang="en-US" altLang="zh-CN" sz="5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 + 1</a:t>
            </a:r>
            <a:r>
              <a:rPr kumimoji="0" lang="en-US" altLang="zh-CN" sz="500" b="1" i="0" u="none" strike="noStrike" kern="1200" cap="none" spc="0" normalizeH="0" baseline="30000" noProof="0">
                <a:ln>
                  <a:noFill/>
                </a:ln>
                <a:solidFill>
                  <a:srgbClr val="000000"/>
                </a:solidFill>
                <a:effectLst/>
                <a:uLnTx/>
                <a:uFillTx/>
                <a:latin typeface="Calibri" panose="020F0502020204030204" pitchFamily="34" charset="0"/>
                <a:ea typeface="+mn-ea"/>
                <a:cs typeface="Calibri" panose="020F0502020204030204" pitchFamily="34" charset="0"/>
              </a:rPr>
              <a:t>st</a:t>
            </a:r>
            <a:r>
              <a:rPr kumimoji="0" lang="en-US" altLang="zh-CN" sz="5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SIV</a:t>
            </a:r>
            <a:endParaRPr kumimoji="0" lang="zh-CN" altLang="en-US" sz="5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7" name="OTLSHAPE_T_e17f3958430f4cff8650518c93c7635e_StartDate">
            <a:extLst>
              <a:ext uri="{FF2B5EF4-FFF2-40B4-BE49-F238E27FC236}">
                <a16:creationId xmlns:a16="http://schemas.microsoft.com/office/drawing/2014/main" id="{13BDFCD4-902E-353C-8AF6-F2E382B165CF}"/>
              </a:ext>
            </a:extLst>
          </p:cNvPr>
          <p:cNvSpPr txBox="1"/>
          <p:nvPr>
            <p:custDataLst>
              <p:tags r:id="rId6"/>
            </p:custDataLst>
          </p:nvPr>
        </p:nvSpPr>
        <p:spPr>
          <a:xfrm>
            <a:off x="1904331" y="3422588"/>
            <a:ext cx="511967" cy="115416"/>
          </a:xfrm>
          <a:prstGeom prst="rect">
            <a:avLst/>
          </a:prstGeom>
          <a:noFill/>
        </p:spPr>
        <p:txBody>
          <a:bodyPr vert="horz" wrap="square" lIns="0" tIns="0" rIns="0" bIns="0" rtlCol="0" anchor="ctr" anchorCtr="0">
            <a:spAutoFit/>
          </a:bodyPr>
          <a:lstStyle>
            <a:defPPr>
              <a:defRPr lang="de-DE"/>
            </a:defPPr>
            <a:lvl1pPr marR="0" lvl="0" indent="0" algn="ctr" defTabSz="914333"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defRPr>
            </a:lvl1pPr>
          </a:lstStyle>
          <a:p>
            <a:r>
              <a:rPr lang="en-US" altLang="zh-CN"/>
              <a:t>30 Oct 2023</a:t>
            </a:r>
            <a:endParaRPr lang="zh-CN" altLang="en-US"/>
          </a:p>
        </p:txBody>
      </p:sp>
      <p:grpSp>
        <p:nvGrpSpPr>
          <p:cNvPr id="38" name="Group 37">
            <a:extLst>
              <a:ext uri="{FF2B5EF4-FFF2-40B4-BE49-F238E27FC236}">
                <a16:creationId xmlns:a16="http://schemas.microsoft.com/office/drawing/2014/main" id="{99457D65-D316-2E83-C702-30D88E611015}"/>
              </a:ext>
            </a:extLst>
          </p:cNvPr>
          <p:cNvGrpSpPr/>
          <p:nvPr/>
        </p:nvGrpSpPr>
        <p:grpSpPr>
          <a:xfrm>
            <a:off x="1802060" y="3674489"/>
            <a:ext cx="696150" cy="243089"/>
            <a:chOff x="2642381" y="4792072"/>
            <a:chExt cx="696150" cy="243089"/>
          </a:xfrm>
        </p:grpSpPr>
        <p:sp>
          <p:nvSpPr>
            <p:cNvPr id="39" name="OTLSHAPE_M_39ea6ebc19a94c9fab6ef5006c31df58_Shape">
              <a:extLst>
                <a:ext uri="{FF2B5EF4-FFF2-40B4-BE49-F238E27FC236}">
                  <a16:creationId xmlns:a16="http://schemas.microsoft.com/office/drawing/2014/main" id="{7656C051-2189-97CC-95DA-C2783EFC869E}"/>
                </a:ext>
              </a:extLst>
            </p:cNvPr>
            <p:cNvSpPr/>
            <p:nvPr>
              <p:custDataLst>
                <p:tags r:id="rId15"/>
              </p:custDataLst>
            </p:nvPr>
          </p:nvSpPr>
          <p:spPr bwMode="auto">
            <a:xfrm rot="16200000">
              <a:off x="2958185" y="4799520"/>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749" rtl="0" eaLnBrk="0" fontAlgn="base" latinLnBrk="0" hangingPunct="0">
                <a:lnSpc>
                  <a:spcPct val="100000"/>
                </a:lnSpc>
                <a:spcBef>
                  <a:spcPct val="0"/>
                </a:spcBef>
                <a:spcAft>
                  <a:spcPct val="0"/>
                </a:spcAft>
                <a:buClrTx/>
                <a:buSzTx/>
                <a:buFontTx/>
                <a:buNone/>
                <a:tabLst/>
                <a:defRPr/>
              </a:pPr>
              <a:endParaRPr kumimoji="0" lang="zh-CN" altLang="en-US" sz="2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0" name="OTLSHAPE_M_39ea6ebc19a94c9fab6ef5006c31df58_Title">
              <a:extLst>
                <a:ext uri="{FF2B5EF4-FFF2-40B4-BE49-F238E27FC236}">
                  <a16:creationId xmlns:a16="http://schemas.microsoft.com/office/drawing/2014/main" id="{8DF3A683-DCA6-50E2-4E61-E4D6C9E5EACF}"/>
                </a:ext>
              </a:extLst>
            </p:cNvPr>
            <p:cNvSpPr txBox="1"/>
            <p:nvPr>
              <p:custDataLst>
                <p:tags r:id="rId16"/>
              </p:custDataLst>
            </p:nvPr>
          </p:nvSpPr>
          <p:spPr>
            <a:xfrm>
              <a:off x="2642381" y="4919745"/>
              <a:ext cx="696150" cy="115416"/>
            </a:xfrm>
            <a:prstGeom prst="rect">
              <a:avLst/>
            </a:prstGeom>
            <a:noFill/>
          </p:spPr>
          <p:txBody>
            <a:bodyPr vert="horz" wrap="square" lIns="0" tIns="0" rIns="0" bIns="0" rtlCol="0" anchor="ctr" anchorCtr="0">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CTA-s</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sp>
        <p:nvSpPr>
          <p:cNvPr id="41" name="OTLSHAPE_T_e17f3958430f4cff8650518c93c7635e_Shape">
            <a:extLst>
              <a:ext uri="{FF2B5EF4-FFF2-40B4-BE49-F238E27FC236}">
                <a16:creationId xmlns:a16="http://schemas.microsoft.com/office/drawing/2014/main" id="{AF5B12EF-DA1E-654D-DE30-979DF7005EE0}"/>
              </a:ext>
            </a:extLst>
          </p:cNvPr>
          <p:cNvSpPr/>
          <p:nvPr>
            <p:custDataLst>
              <p:tags r:id="rId7"/>
            </p:custDataLst>
          </p:nvPr>
        </p:nvSpPr>
        <p:spPr bwMode="auto">
          <a:xfrm>
            <a:off x="1178501" y="3538004"/>
            <a:ext cx="955387" cy="188091"/>
          </a:xfrm>
          <a:prstGeom prst="roundRect">
            <a:avLst/>
          </a:prstGeom>
          <a:solidFill>
            <a:srgbClr val="0066CC">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914333" rtl="0" eaLnBrk="0" fontAlgn="base" latinLnBrk="0" hangingPunct="0">
              <a:lnSpc>
                <a:spcPct val="100000"/>
              </a:lnSpc>
              <a:spcBef>
                <a:spcPct val="0"/>
              </a:spcBef>
              <a:spcAft>
                <a:spcPct val="0"/>
              </a:spcAft>
              <a:buClrTx/>
              <a:buSzTx/>
              <a:buFontTx/>
              <a:buNone/>
              <a:tabLst/>
              <a:defRPr/>
            </a:pPr>
            <a:r>
              <a:rPr kumimoji="0" lang="en-US" altLang="zh-CN" sz="6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Pre-IND &amp; CTA prep </a:t>
            </a:r>
          </a:p>
          <a:p>
            <a:pPr marL="0" marR="0" lvl="0" indent="0" algn="ctr" defTabSz="914333" rtl="0" eaLnBrk="0" fontAlgn="base" latinLnBrk="0" hangingPunct="0">
              <a:lnSpc>
                <a:spcPct val="100000"/>
              </a:lnSpc>
              <a:spcBef>
                <a:spcPct val="0"/>
              </a:spcBef>
              <a:spcAft>
                <a:spcPct val="0"/>
              </a:spcAft>
              <a:buClrTx/>
              <a:buSzTx/>
              <a:buFontTx/>
              <a:buNone/>
              <a:tabLst/>
              <a:defRPr/>
            </a:pPr>
            <a:r>
              <a:rPr kumimoji="0" lang="en-US" altLang="zh-CN" sz="6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(6M)</a:t>
            </a:r>
            <a:endParaRPr kumimoji="0" lang="zh-CN" altLang="en-US" sz="6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2" name="OTLSHAPE_T_e17f3958430f4cff8650518c93c7635e_StartDate">
            <a:extLst>
              <a:ext uri="{FF2B5EF4-FFF2-40B4-BE49-F238E27FC236}">
                <a16:creationId xmlns:a16="http://schemas.microsoft.com/office/drawing/2014/main" id="{9F7A6C42-95B4-28D0-86A5-B60B1BC404D2}"/>
              </a:ext>
            </a:extLst>
          </p:cNvPr>
          <p:cNvSpPr txBox="1"/>
          <p:nvPr>
            <p:custDataLst>
              <p:tags r:id="rId8"/>
            </p:custDataLst>
          </p:nvPr>
        </p:nvSpPr>
        <p:spPr>
          <a:xfrm>
            <a:off x="1178898" y="3422588"/>
            <a:ext cx="672142" cy="115416"/>
          </a:xfrm>
          <a:prstGeom prst="rect">
            <a:avLst/>
          </a:prstGeom>
          <a:noFill/>
        </p:spPr>
        <p:txBody>
          <a:bodyPr vert="horz" wrap="square" lIns="0" tIns="0" rIns="0" bIns="0" rtlCol="0" anchor="ctr" anchorCtr="0">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Apr2023</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3" name="Rectangle 42">
            <a:extLst>
              <a:ext uri="{FF2B5EF4-FFF2-40B4-BE49-F238E27FC236}">
                <a16:creationId xmlns:a16="http://schemas.microsoft.com/office/drawing/2014/main" id="{C306608C-C218-8418-B85C-2EA26D00F324}"/>
              </a:ext>
            </a:extLst>
          </p:cNvPr>
          <p:cNvSpPr/>
          <p:nvPr/>
        </p:nvSpPr>
        <p:spPr>
          <a:xfrm>
            <a:off x="1150801" y="3755908"/>
            <a:ext cx="660758" cy="207749"/>
          </a:xfrm>
          <a:prstGeom prst="rect">
            <a:avLst/>
          </a:prstGeom>
        </p:spPr>
        <p:txBody>
          <a:bodyPr wrap="none">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Pre-IND sub</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4" name="Star: 4 Points 143">
            <a:extLst>
              <a:ext uri="{FF2B5EF4-FFF2-40B4-BE49-F238E27FC236}">
                <a16:creationId xmlns:a16="http://schemas.microsoft.com/office/drawing/2014/main" id="{3803D1E9-7A67-60C5-5C72-FF8EE72A0600}"/>
              </a:ext>
            </a:extLst>
          </p:cNvPr>
          <p:cNvSpPr/>
          <p:nvPr/>
        </p:nvSpPr>
        <p:spPr bwMode="auto">
          <a:xfrm>
            <a:off x="1408432" y="366520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49"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45" name="Rectangle 44">
            <a:extLst>
              <a:ext uri="{FF2B5EF4-FFF2-40B4-BE49-F238E27FC236}">
                <a16:creationId xmlns:a16="http://schemas.microsoft.com/office/drawing/2014/main" id="{4A37A573-3E00-8F05-B9A4-1D879DB1D2CF}"/>
              </a:ext>
            </a:extLst>
          </p:cNvPr>
          <p:cNvSpPr/>
          <p:nvPr/>
        </p:nvSpPr>
        <p:spPr>
          <a:xfrm>
            <a:off x="2528738" y="3759357"/>
            <a:ext cx="429926" cy="207749"/>
          </a:xfrm>
          <a:prstGeom prst="rect">
            <a:avLst/>
          </a:prstGeom>
        </p:spPr>
        <p:txBody>
          <a:bodyPr wrap="none">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a:t>
            </a:r>
            <a:r>
              <a:rPr kumimoji="0" lang="en-US" altLang="zh-CN" sz="750" b="1" i="0" u="none" strike="noStrike" kern="1200" cap="none" spc="0" normalizeH="0" baseline="30000" noProof="0">
                <a:ln>
                  <a:noFill/>
                </a:ln>
                <a:solidFill>
                  <a:srgbClr val="44546A"/>
                </a:solidFill>
                <a:effectLst/>
                <a:uLnTx/>
                <a:uFillTx/>
                <a:latin typeface="Calibri" panose="020F0502020204030204" pitchFamily="34" charset="0"/>
                <a:ea typeface="+mn-ea"/>
                <a:cs typeface="Calibri" panose="020F0502020204030204" pitchFamily="34" charset="0"/>
              </a:rPr>
              <a:t>st</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SIV</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46" name="TextBox 45">
            <a:extLst>
              <a:ext uri="{FF2B5EF4-FFF2-40B4-BE49-F238E27FC236}">
                <a16:creationId xmlns:a16="http://schemas.microsoft.com/office/drawing/2014/main" id="{7FCEAF5B-904C-7D9F-6B50-9AF5B3033B72}"/>
              </a:ext>
            </a:extLst>
          </p:cNvPr>
          <p:cNvSpPr txBox="1"/>
          <p:nvPr/>
        </p:nvSpPr>
        <p:spPr>
          <a:xfrm>
            <a:off x="5535261" y="1589993"/>
            <a:ext cx="823408" cy="215444"/>
          </a:xfrm>
          <a:prstGeom prst="rect">
            <a:avLst/>
          </a:prstGeom>
          <a:noFill/>
        </p:spPr>
        <p:txBody>
          <a:bodyPr wrap="squar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May/Jun 2026</a:t>
            </a:r>
          </a:p>
        </p:txBody>
      </p:sp>
      <p:grpSp>
        <p:nvGrpSpPr>
          <p:cNvPr id="47" name="Group 46">
            <a:extLst>
              <a:ext uri="{FF2B5EF4-FFF2-40B4-BE49-F238E27FC236}">
                <a16:creationId xmlns:a16="http://schemas.microsoft.com/office/drawing/2014/main" id="{B7178A96-2DE1-3674-855C-BC7C59D66355}"/>
              </a:ext>
            </a:extLst>
          </p:cNvPr>
          <p:cNvGrpSpPr/>
          <p:nvPr/>
        </p:nvGrpSpPr>
        <p:grpSpPr>
          <a:xfrm>
            <a:off x="6972065" y="2188078"/>
            <a:ext cx="1127221" cy="494846"/>
            <a:chOff x="5716387" y="1329029"/>
            <a:chExt cx="1127221" cy="494846"/>
          </a:xfrm>
        </p:grpSpPr>
        <p:sp>
          <p:nvSpPr>
            <p:cNvPr id="48" name="Rectangle 47">
              <a:extLst>
                <a:ext uri="{FF2B5EF4-FFF2-40B4-BE49-F238E27FC236}">
                  <a16:creationId xmlns:a16="http://schemas.microsoft.com/office/drawing/2014/main" id="{E0A41F99-007D-5B5C-1350-1A62E81F9137}"/>
                </a:ext>
              </a:extLst>
            </p:cNvPr>
            <p:cNvSpPr/>
            <p:nvPr/>
          </p:nvSpPr>
          <p:spPr>
            <a:xfrm>
              <a:off x="5716387" y="1500710"/>
              <a:ext cx="1127221" cy="323165"/>
            </a:xfrm>
            <a:prstGeom prst="rect">
              <a:avLst/>
            </a:prstGeom>
          </p:spPr>
          <p:txBody>
            <a:bodyPr wrap="square">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a:t>
              </a:r>
            </a:p>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Mar 2028</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49" name="OTLSHAPE_M_3370ef36f72d45bf9a95515fc63c0f41_Shape">
              <a:extLst>
                <a:ext uri="{FF2B5EF4-FFF2-40B4-BE49-F238E27FC236}">
                  <a16:creationId xmlns:a16="http://schemas.microsoft.com/office/drawing/2014/main" id="{B374377E-6254-B59F-E961-4957AF436DE3}"/>
                </a:ext>
              </a:extLst>
            </p:cNvPr>
            <p:cNvSpPr>
              <a:spLocks noChangeAspect="1"/>
            </p:cNvSpPr>
            <p:nvPr>
              <p:custDataLst>
                <p:tags r:id="rId14"/>
              </p:custDataLst>
            </p:nvPr>
          </p:nvSpPr>
          <p:spPr>
            <a:xfrm>
              <a:off x="6187144" y="1329029"/>
              <a:ext cx="164592" cy="182880"/>
            </a:xfrm>
            <a:prstGeom prst="star5">
              <a:avLst>
                <a:gd name="adj" fmla="val 25000"/>
                <a:gd name="hf" fmla="val 105146"/>
                <a:gd name="vf" fmla="val 110557"/>
              </a:avLst>
            </a:prstGeom>
            <a:solidFill>
              <a:srgbClr val="00B05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BISans"/>
                <a:ea typeface="+mn-ea"/>
                <a:cs typeface="+mn-cs"/>
              </a:endParaRPr>
            </a:p>
          </p:txBody>
        </p:sp>
      </p:grpSp>
      <p:grpSp>
        <p:nvGrpSpPr>
          <p:cNvPr id="50" name="Group 49">
            <a:extLst>
              <a:ext uri="{FF2B5EF4-FFF2-40B4-BE49-F238E27FC236}">
                <a16:creationId xmlns:a16="http://schemas.microsoft.com/office/drawing/2014/main" id="{E190BD9F-2800-90F0-90D9-00BBF8022E20}"/>
              </a:ext>
            </a:extLst>
          </p:cNvPr>
          <p:cNvGrpSpPr/>
          <p:nvPr/>
        </p:nvGrpSpPr>
        <p:grpSpPr>
          <a:xfrm>
            <a:off x="7411496" y="4035608"/>
            <a:ext cx="609462" cy="506045"/>
            <a:chOff x="5963370" y="1329029"/>
            <a:chExt cx="609462" cy="506045"/>
          </a:xfrm>
        </p:grpSpPr>
        <p:sp>
          <p:nvSpPr>
            <p:cNvPr id="51" name="Rectangle 50">
              <a:extLst>
                <a:ext uri="{FF2B5EF4-FFF2-40B4-BE49-F238E27FC236}">
                  <a16:creationId xmlns:a16="http://schemas.microsoft.com/office/drawing/2014/main" id="{5C913327-8169-3534-5635-6BC3507A32EB}"/>
                </a:ext>
              </a:extLst>
            </p:cNvPr>
            <p:cNvSpPr/>
            <p:nvPr/>
          </p:nvSpPr>
          <p:spPr>
            <a:xfrm>
              <a:off x="5963370" y="1511909"/>
              <a:ext cx="609462" cy="323165"/>
            </a:xfrm>
            <a:prstGeom prst="rect">
              <a:avLst/>
            </a:prstGeom>
          </p:spPr>
          <p:txBody>
            <a:bodyPr wrap="square">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a:t>
              </a:r>
            </a:p>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Jun 2028</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52" name="OTLSHAPE_M_3370ef36f72d45bf9a95515fc63c0f41_Shape">
              <a:extLst>
                <a:ext uri="{FF2B5EF4-FFF2-40B4-BE49-F238E27FC236}">
                  <a16:creationId xmlns:a16="http://schemas.microsoft.com/office/drawing/2014/main" id="{8DCB97F6-9503-FFD8-E456-51B85C5C079F}"/>
                </a:ext>
              </a:extLst>
            </p:cNvPr>
            <p:cNvSpPr>
              <a:spLocks noChangeAspect="1"/>
            </p:cNvSpPr>
            <p:nvPr>
              <p:custDataLst>
                <p:tags r:id="rId13"/>
              </p:custDataLst>
            </p:nvPr>
          </p:nvSpPr>
          <p:spPr>
            <a:xfrm>
              <a:off x="6187144" y="1329029"/>
              <a:ext cx="164592" cy="182880"/>
            </a:xfrm>
            <a:prstGeom prst="star5">
              <a:avLst>
                <a:gd name="adj" fmla="val 25000"/>
                <a:gd name="hf" fmla="val 105146"/>
                <a:gd name="vf" fmla="val 110557"/>
              </a:avLst>
            </a:prstGeom>
            <a:solidFill>
              <a:srgbClr val="00B05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BISans"/>
                <a:ea typeface="+mn-ea"/>
                <a:cs typeface="+mn-cs"/>
              </a:endParaRPr>
            </a:p>
          </p:txBody>
        </p:sp>
      </p:grpSp>
      <p:grpSp>
        <p:nvGrpSpPr>
          <p:cNvPr id="53" name="Group 52">
            <a:extLst>
              <a:ext uri="{FF2B5EF4-FFF2-40B4-BE49-F238E27FC236}">
                <a16:creationId xmlns:a16="http://schemas.microsoft.com/office/drawing/2014/main" id="{CD517EFC-C7DE-946B-9DD5-39830C47457F}"/>
              </a:ext>
            </a:extLst>
          </p:cNvPr>
          <p:cNvGrpSpPr/>
          <p:nvPr/>
        </p:nvGrpSpPr>
        <p:grpSpPr>
          <a:xfrm>
            <a:off x="6777279" y="4059882"/>
            <a:ext cx="553358" cy="475945"/>
            <a:chOff x="5310913" y="1299750"/>
            <a:chExt cx="553358" cy="475945"/>
          </a:xfrm>
        </p:grpSpPr>
        <p:sp>
          <p:nvSpPr>
            <p:cNvPr id="54" name="Rectangle 53">
              <a:extLst>
                <a:ext uri="{FF2B5EF4-FFF2-40B4-BE49-F238E27FC236}">
                  <a16:creationId xmlns:a16="http://schemas.microsoft.com/office/drawing/2014/main" id="{73EE1D1A-5D42-C881-5D56-2CFBD5E17DFB}"/>
                </a:ext>
              </a:extLst>
            </p:cNvPr>
            <p:cNvSpPr/>
            <p:nvPr/>
          </p:nvSpPr>
          <p:spPr>
            <a:xfrm>
              <a:off x="5310913" y="1478178"/>
              <a:ext cx="553358" cy="297517"/>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p>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Aug</a:t>
              </a:r>
              <a:r>
                <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2027</a:t>
              </a:r>
            </a:p>
          </p:txBody>
        </p:sp>
        <p:sp>
          <p:nvSpPr>
            <p:cNvPr id="55" name="OTLSHAPE_M_4315c04ef6244ea3a2c8fb75205cc353_Shape">
              <a:extLst>
                <a:ext uri="{FF2B5EF4-FFF2-40B4-BE49-F238E27FC236}">
                  <a16:creationId xmlns:a16="http://schemas.microsoft.com/office/drawing/2014/main" id="{DD85E914-61E1-6592-AD0C-D31278650722}"/>
                </a:ext>
              </a:extLst>
            </p:cNvPr>
            <p:cNvSpPr>
              <a:spLocks noChangeAspect="1"/>
            </p:cNvSpPr>
            <p:nvPr>
              <p:custDataLst>
                <p:tags r:id="rId12"/>
              </p:custDataLst>
            </p:nvPr>
          </p:nvSpPr>
          <p:spPr>
            <a:xfrm>
              <a:off x="5516179" y="1299750"/>
              <a:ext cx="128016" cy="142240"/>
            </a:xfrm>
            <a:prstGeom prst="diamond">
              <a:avLst/>
            </a:prstGeom>
            <a:solidFill>
              <a:srgbClr val="00B0F0"/>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black"/>
                </a:solidFill>
                <a:effectLst/>
                <a:uLnTx/>
                <a:uFillTx/>
                <a:latin typeface="BISans"/>
                <a:ea typeface="+mn-ea"/>
                <a:cs typeface="+mn-cs"/>
              </a:endParaRPr>
            </a:p>
          </p:txBody>
        </p:sp>
      </p:grpSp>
      <p:grpSp>
        <p:nvGrpSpPr>
          <p:cNvPr id="56" name="Group 55">
            <a:extLst>
              <a:ext uri="{FF2B5EF4-FFF2-40B4-BE49-F238E27FC236}">
                <a16:creationId xmlns:a16="http://schemas.microsoft.com/office/drawing/2014/main" id="{450850B4-4F35-69F7-AA9D-51CD405798CB}"/>
              </a:ext>
            </a:extLst>
          </p:cNvPr>
          <p:cNvGrpSpPr/>
          <p:nvPr/>
        </p:nvGrpSpPr>
        <p:grpSpPr>
          <a:xfrm>
            <a:off x="1469503" y="1375327"/>
            <a:ext cx="506870" cy="432403"/>
            <a:chOff x="5334157" y="1343292"/>
            <a:chExt cx="506870" cy="432403"/>
          </a:xfrm>
        </p:grpSpPr>
        <p:sp>
          <p:nvSpPr>
            <p:cNvPr id="57" name="Rectangle 56">
              <a:extLst>
                <a:ext uri="{FF2B5EF4-FFF2-40B4-BE49-F238E27FC236}">
                  <a16:creationId xmlns:a16="http://schemas.microsoft.com/office/drawing/2014/main" id="{6947CD47-4BF4-BDBC-0DBE-D9D487BBA447}"/>
                </a:ext>
              </a:extLst>
            </p:cNvPr>
            <p:cNvSpPr/>
            <p:nvPr/>
          </p:nvSpPr>
          <p:spPr>
            <a:xfrm>
              <a:off x="5334157" y="1478178"/>
              <a:ext cx="506870" cy="297517"/>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err="1">
                  <a:ln>
                    <a:noFill/>
                  </a:ln>
                  <a:solidFill>
                    <a:srgbClr val="44546A"/>
                  </a:solidFill>
                  <a:effectLst/>
                  <a:uLnTx/>
                  <a:uFillTx/>
                  <a:latin typeface="Calibri" panose="020F0502020204030204" pitchFamily="34" charset="0"/>
                  <a:ea typeface="+mn-ea"/>
                  <a:cs typeface="Calibri" panose="020F0502020204030204" pitchFamily="34" charset="0"/>
                </a:rPr>
                <a:t>RoFD</a:t>
              </a:r>
              <a:endPar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Jul</a:t>
              </a:r>
              <a:r>
                <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2023</a:t>
              </a:r>
            </a:p>
          </p:txBody>
        </p:sp>
        <p:sp>
          <p:nvSpPr>
            <p:cNvPr id="58" name="OTLSHAPE_M_4315c04ef6244ea3a2c8fb75205cc353_Shape">
              <a:extLst>
                <a:ext uri="{FF2B5EF4-FFF2-40B4-BE49-F238E27FC236}">
                  <a16:creationId xmlns:a16="http://schemas.microsoft.com/office/drawing/2014/main" id="{9CDB654F-5FB7-3B22-657F-6A7F2F2A2199}"/>
                </a:ext>
              </a:extLst>
            </p:cNvPr>
            <p:cNvSpPr>
              <a:spLocks noChangeAspect="1"/>
            </p:cNvSpPr>
            <p:nvPr>
              <p:custDataLst>
                <p:tags r:id="rId11"/>
              </p:custDataLst>
            </p:nvPr>
          </p:nvSpPr>
          <p:spPr>
            <a:xfrm>
              <a:off x="5516179" y="1343292"/>
              <a:ext cx="128016" cy="142240"/>
            </a:xfrm>
            <a:prstGeom prst="diamond">
              <a:avLst/>
            </a:prstGeom>
            <a:solidFill>
              <a:srgbClr val="D60093"/>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BISans"/>
                <a:ea typeface="+mn-ea"/>
                <a:cs typeface="+mn-cs"/>
              </a:endParaRPr>
            </a:p>
          </p:txBody>
        </p:sp>
      </p:grpSp>
      <p:grpSp>
        <p:nvGrpSpPr>
          <p:cNvPr id="4" name="Group 3">
            <a:extLst>
              <a:ext uri="{FF2B5EF4-FFF2-40B4-BE49-F238E27FC236}">
                <a16:creationId xmlns:a16="http://schemas.microsoft.com/office/drawing/2014/main" id="{D74F97C7-248E-A865-E246-39ABA86B4943}"/>
              </a:ext>
            </a:extLst>
          </p:cNvPr>
          <p:cNvGrpSpPr/>
          <p:nvPr/>
        </p:nvGrpSpPr>
        <p:grpSpPr>
          <a:xfrm>
            <a:off x="2768413" y="1114601"/>
            <a:ext cx="546747" cy="3876860"/>
            <a:chOff x="2603313" y="1114601"/>
            <a:chExt cx="546747" cy="3876860"/>
          </a:xfrm>
        </p:grpSpPr>
        <p:cxnSp>
          <p:nvCxnSpPr>
            <p:cNvPr id="61" name="Straight Connector 60">
              <a:extLst>
                <a:ext uri="{FF2B5EF4-FFF2-40B4-BE49-F238E27FC236}">
                  <a16:creationId xmlns:a16="http://schemas.microsoft.com/office/drawing/2014/main" id="{7DD78E92-D915-5FC6-69A5-95E55ED92A3F}"/>
                </a:ext>
              </a:extLst>
            </p:cNvPr>
            <p:cNvCxnSpPr>
              <a:cxnSpLocks/>
            </p:cNvCxnSpPr>
            <p:nvPr/>
          </p:nvCxnSpPr>
          <p:spPr bwMode="auto">
            <a:xfrm flipV="1">
              <a:off x="2836636" y="1216486"/>
              <a:ext cx="0" cy="3774975"/>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62" name="OTLSHAPE_T_e17f3958430f4cff8650518c93c7635e_StartDate">
              <a:extLst>
                <a:ext uri="{FF2B5EF4-FFF2-40B4-BE49-F238E27FC236}">
                  <a16:creationId xmlns:a16="http://schemas.microsoft.com/office/drawing/2014/main" id="{C809A2AF-A28A-FF9B-27C2-8A81E02671B0}"/>
                </a:ext>
              </a:extLst>
            </p:cNvPr>
            <p:cNvSpPr txBox="1"/>
            <p:nvPr>
              <p:custDataLst>
                <p:tags r:id="rId10"/>
              </p:custDataLst>
            </p:nvPr>
          </p:nvSpPr>
          <p:spPr>
            <a:xfrm>
              <a:off x="2603313" y="1114601"/>
              <a:ext cx="546747" cy="123111"/>
            </a:xfrm>
            <a:prstGeom prst="rect">
              <a:avLst/>
            </a:prstGeom>
            <a:noFill/>
            <a:ln w="12700">
              <a:noFill/>
            </a:ln>
          </p:spPr>
          <p:txBody>
            <a:bodyPr vert="horz" wrap="square" lIns="0" tIns="0" rIns="0" bIns="0" rtlCol="0" anchor="ctr" anchorCtr="0">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8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grpSp>
        <p:nvGrpSpPr>
          <p:cNvPr id="64" name="Group 52">
            <a:extLst>
              <a:ext uri="{FF2B5EF4-FFF2-40B4-BE49-F238E27FC236}">
                <a16:creationId xmlns:a16="http://schemas.microsoft.com/office/drawing/2014/main" id="{89B2EC5F-DA0C-F066-491A-5F968300279C}"/>
              </a:ext>
            </a:extLst>
          </p:cNvPr>
          <p:cNvGrpSpPr/>
          <p:nvPr/>
        </p:nvGrpSpPr>
        <p:grpSpPr>
          <a:xfrm>
            <a:off x="6693784" y="2190335"/>
            <a:ext cx="556563" cy="475945"/>
            <a:chOff x="5309311" y="1299750"/>
            <a:chExt cx="556563" cy="475945"/>
          </a:xfrm>
        </p:grpSpPr>
        <p:sp>
          <p:nvSpPr>
            <p:cNvPr id="65" name="Rectangle 53">
              <a:extLst>
                <a:ext uri="{FF2B5EF4-FFF2-40B4-BE49-F238E27FC236}">
                  <a16:creationId xmlns:a16="http://schemas.microsoft.com/office/drawing/2014/main" id="{F2E0A645-7318-34EA-7072-4524302A05F1}"/>
                </a:ext>
              </a:extLst>
            </p:cNvPr>
            <p:cNvSpPr/>
            <p:nvPr/>
          </p:nvSpPr>
          <p:spPr>
            <a:xfrm>
              <a:off x="5309311" y="1478178"/>
              <a:ext cx="556563" cy="297517"/>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endParaRPr lang="en-US" altLang="zh-CN" sz="750" b="1">
                <a:solidFill>
                  <a:srgbClr val="44546A"/>
                </a:solidFill>
                <a:latin typeface="Calibri" panose="020F0502020204030204" pitchFamily="34" charset="0"/>
                <a:cs typeface="Calibri" panose="020F0502020204030204" pitchFamily="34" charset="0"/>
              </a:endParaRPr>
            </a:p>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Jul</a:t>
              </a:r>
              <a:r>
                <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2027</a:t>
              </a:r>
            </a:p>
          </p:txBody>
        </p:sp>
        <p:sp>
          <p:nvSpPr>
            <p:cNvPr id="66" name="OTLSHAPE_M_4315c04ef6244ea3a2c8fb75205cc353_Shape">
              <a:extLst>
                <a:ext uri="{FF2B5EF4-FFF2-40B4-BE49-F238E27FC236}">
                  <a16:creationId xmlns:a16="http://schemas.microsoft.com/office/drawing/2014/main" id="{A234222D-050A-A205-971A-376C1E4E7967}"/>
                </a:ext>
              </a:extLst>
            </p:cNvPr>
            <p:cNvSpPr>
              <a:spLocks noChangeAspect="1"/>
            </p:cNvSpPr>
            <p:nvPr>
              <p:custDataLst>
                <p:tags r:id="rId9"/>
              </p:custDataLst>
            </p:nvPr>
          </p:nvSpPr>
          <p:spPr>
            <a:xfrm>
              <a:off x="5516179" y="1299750"/>
              <a:ext cx="128016" cy="142240"/>
            </a:xfrm>
            <a:prstGeom prst="diamond">
              <a:avLst/>
            </a:prstGeom>
            <a:solidFill>
              <a:srgbClr val="00B0F0"/>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prstClr val="black"/>
                </a:solidFill>
                <a:effectLst/>
                <a:uLnTx/>
                <a:uFillTx/>
                <a:latin typeface="BISans"/>
                <a:ea typeface="+mn-ea"/>
                <a:cs typeface="+mn-cs"/>
              </a:endParaRPr>
            </a:p>
          </p:txBody>
        </p:sp>
      </p:grpSp>
      <p:sp>
        <p:nvSpPr>
          <p:cNvPr id="67" name="文本框 66">
            <a:extLst>
              <a:ext uri="{FF2B5EF4-FFF2-40B4-BE49-F238E27FC236}">
                <a16:creationId xmlns:a16="http://schemas.microsoft.com/office/drawing/2014/main" id="{160B291A-EBF6-0D51-57E1-E0529B9F277B}"/>
              </a:ext>
            </a:extLst>
          </p:cNvPr>
          <p:cNvSpPr txBox="1"/>
          <p:nvPr/>
        </p:nvSpPr>
        <p:spPr>
          <a:xfrm>
            <a:off x="3060725" y="4075641"/>
            <a:ext cx="3354766" cy="510778"/>
          </a:xfrm>
          <a:prstGeom prst="roundRect">
            <a:avLst/>
          </a:prstGeom>
          <a:noFill/>
          <a:ln>
            <a:solidFill>
              <a:srgbClr val="FF0000"/>
            </a:solidFill>
          </a:ln>
        </p:spPr>
        <p:txBody>
          <a:bodyPr wrap="square" rtlCol="0">
            <a:spAutoFit/>
          </a:bodyPr>
          <a:lstStyle/>
          <a:p>
            <a:pPr marL="72000" marR="0" lvl="0" indent="-72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b="1">
                <a:solidFill>
                  <a:prstClr val="black"/>
                </a:solidFill>
                <a:cs typeface="Calibri" panose="020F0502020204030204" pitchFamily="34" charset="0"/>
              </a:rPr>
              <a:t>FPI</a:t>
            </a:r>
            <a:r>
              <a:rPr lang="en-US" altLang="zh-CN" sz="800">
                <a:solidFill>
                  <a:prstClr val="black"/>
                </a:solidFill>
                <a:cs typeface="Calibri" panose="020F0502020204030204" pitchFamily="34" charset="0"/>
              </a:rPr>
              <a:t> achieved on 20 Mar 2024  </a:t>
            </a:r>
          </a:p>
          <a:p>
            <a:pPr marL="72000" marR="0" lvl="0" indent="-72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kern="1200">
                <a:latin typeface="+mn-lt"/>
                <a:ea typeface="+mn-ea"/>
                <a:cs typeface="+mn-cs"/>
              </a:rPr>
              <a:t>3 sites initiated and  4 SIV </a:t>
            </a:r>
            <a:r>
              <a:rPr lang="en-US" altLang="zh-CN" sz="800"/>
              <a:t>planned</a:t>
            </a:r>
            <a:r>
              <a:rPr lang="en-US" altLang="zh-CN" sz="800" kern="1200">
                <a:latin typeface="+mn-lt"/>
                <a:ea typeface="+mn-ea"/>
                <a:cs typeface="+mn-cs"/>
              </a:rPr>
              <a:t> in Apr</a:t>
            </a:r>
          </a:p>
          <a:p>
            <a:pPr marL="72000" indent="-72000">
              <a:buFont typeface="Arial" panose="020B0604020202020204" pitchFamily="34" charset="0"/>
              <a:buChar char="•"/>
              <a:defRPr/>
            </a:pPr>
            <a:r>
              <a:rPr lang="en-US" altLang="zh-CN" sz="800" b="1" kern="1200">
                <a:latin typeface="+mn-lt"/>
                <a:ea typeface="+mn-ea"/>
                <a:cs typeface="+mn-cs"/>
              </a:rPr>
              <a:t>3 subjects were screened and randomized </a:t>
            </a:r>
            <a:r>
              <a:rPr lang="en-US" altLang="zh-CN" sz="800" kern="1200">
                <a:latin typeface="+mn-lt"/>
                <a:ea typeface="+mn-ea"/>
                <a:cs typeface="+mn-cs"/>
              </a:rPr>
              <a:t>as of18-Apr-2024.</a:t>
            </a:r>
          </a:p>
        </p:txBody>
      </p:sp>
      <p:sp>
        <p:nvSpPr>
          <p:cNvPr id="68" name="TextBox 11">
            <a:extLst>
              <a:ext uri="{FF2B5EF4-FFF2-40B4-BE49-F238E27FC236}">
                <a16:creationId xmlns:a16="http://schemas.microsoft.com/office/drawing/2014/main" id="{15A1481E-6698-0026-2036-EC8C5A758E5D}"/>
              </a:ext>
            </a:extLst>
          </p:cNvPr>
          <p:cNvSpPr txBox="1"/>
          <p:nvPr/>
        </p:nvSpPr>
        <p:spPr>
          <a:xfrm>
            <a:off x="158890" y="3969720"/>
            <a:ext cx="865340" cy="246221"/>
          </a:xfrm>
          <a:prstGeom prst="rect">
            <a:avLst/>
          </a:prstGeom>
          <a:noFill/>
          <a:ln>
            <a:solidFill>
              <a:schemeClr val="accent1"/>
            </a:solidFill>
          </a:ln>
        </p:spPr>
        <p:txBody>
          <a:bodyPr wrap="square" lIns="0" tIns="0" rIns="0" bIns="0" rtlCol="0">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Ph3-14</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79.8</a:t>
            </a:r>
          </a:p>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Beamion</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LUNG-2</a:t>
            </a:r>
          </a:p>
        </p:txBody>
      </p:sp>
      <p:sp>
        <p:nvSpPr>
          <p:cNvPr id="59" name="文本框 58">
            <a:extLst>
              <a:ext uri="{FF2B5EF4-FFF2-40B4-BE49-F238E27FC236}">
                <a16:creationId xmlns:a16="http://schemas.microsoft.com/office/drawing/2014/main" id="{AECAF734-2B1E-7533-630F-EAFE24EC48EA}"/>
              </a:ext>
            </a:extLst>
          </p:cNvPr>
          <p:cNvSpPr txBox="1"/>
          <p:nvPr/>
        </p:nvSpPr>
        <p:spPr>
          <a:xfrm>
            <a:off x="2191532" y="2294394"/>
            <a:ext cx="4227007" cy="238363"/>
          </a:xfrm>
          <a:prstGeom prst="roundRect">
            <a:avLst/>
          </a:prstGeom>
          <a:noFill/>
          <a:ln>
            <a:solidFill>
              <a:srgbClr val="FF0000"/>
            </a:solidFill>
          </a:ln>
        </p:spPr>
        <p:txBody>
          <a:bodyPr wrap="square" rtlCol="0">
            <a:spAutoFit/>
          </a:bodyPr>
          <a:lstStyle/>
          <a:p>
            <a:pPr>
              <a:defRPr/>
            </a:pPr>
            <a:r>
              <a:rPr lang="en-US" altLang="zh-CN" sz="800"/>
              <a:t>Patient enrollment: 14</a:t>
            </a:r>
            <a:r>
              <a:rPr lang="zh-CN" altLang="en-US" sz="800"/>
              <a:t> </a:t>
            </a:r>
            <a:r>
              <a:rPr lang="en-US" altLang="zh-CN" sz="800"/>
              <a:t>subjects</a:t>
            </a:r>
            <a:r>
              <a:rPr lang="zh-CN" altLang="en-US" sz="800"/>
              <a:t> </a:t>
            </a:r>
            <a:r>
              <a:rPr lang="en-US" altLang="zh-CN" sz="800"/>
              <a:t>screened, 10 subjects randomized as of 18 Apr 2024</a:t>
            </a:r>
          </a:p>
        </p:txBody>
      </p:sp>
    </p:spTree>
    <p:extLst>
      <p:ext uri="{BB962C8B-B14F-4D97-AF65-F5344CB8AC3E}">
        <p14:creationId xmlns:p14="http://schemas.microsoft.com/office/powerpoint/2010/main" val="2655749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45C27D-ADBC-DED7-DC76-58110FED4B35}"/>
              </a:ext>
            </a:extLst>
          </p:cNvPr>
          <p:cNvSpPr>
            <a:spLocks noGrp="1"/>
          </p:cNvSpPr>
          <p:nvPr>
            <p:ph type="ftr" sz="quarter" idx="10"/>
          </p:nvPr>
        </p:nvSpPr>
        <p:spPr/>
        <p:txBody>
          <a:bodyPr/>
          <a:lstStyle/>
          <a:p>
            <a:r>
              <a:rPr lang="en-US"/>
              <a:t>Presentation title    |    ONLY FOR INTERNAL USE</a:t>
            </a:r>
          </a:p>
        </p:txBody>
      </p:sp>
      <p:sp>
        <p:nvSpPr>
          <p:cNvPr id="4" name="Slide Number Placeholder 3">
            <a:extLst>
              <a:ext uri="{FF2B5EF4-FFF2-40B4-BE49-F238E27FC236}">
                <a16:creationId xmlns:a16="http://schemas.microsoft.com/office/drawing/2014/main" id="{5032D3C5-E49E-E831-E861-E489E9895F78}"/>
              </a:ext>
            </a:extLst>
          </p:cNvPr>
          <p:cNvSpPr>
            <a:spLocks noGrp="1"/>
          </p:cNvSpPr>
          <p:nvPr>
            <p:ph type="sldNum" sz="quarter" idx="11"/>
          </p:nvPr>
        </p:nvSpPr>
        <p:spPr/>
        <p:txBody>
          <a:bodyPr/>
          <a:lstStyle/>
          <a:p>
            <a:fld id="{8FF9B0DE-3FEB-4AA0-B465-B80EF7C1333D}" type="slidenum">
              <a:rPr lang="en-US" smtClean="0"/>
              <a:pPr/>
              <a:t>19</a:t>
            </a:fld>
            <a:endParaRPr lang="en-US"/>
          </a:p>
        </p:txBody>
      </p:sp>
      <p:sp>
        <p:nvSpPr>
          <p:cNvPr id="5" name="Title 1">
            <a:extLst>
              <a:ext uri="{FF2B5EF4-FFF2-40B4-BE49-F238E27FC236}">
                <a16:creationId xmlns:a16="http://schemas.microsoft.com/office/drawing/2014/main" id="{D650633D-4B85-CFA8-33B9-1152DCEF65E4}"/>
              </a:ext>
            </a:extLst>
          </p:cNvPr>
          <p:cNvSpPr txBox="1">
            <a:spLocks/>
          </p:cNvSpPr>
          <p:nvPr/>
        </p:nvSpPr>
        <p:spPr bwMode="gray">
          <a:xfrm>
            <a:off x="233171" y="290513"/>
            <a:ext cx="8175023" cy="277416"/>
          </a:xfrm>
          <a:prstGeom prst="rect">
            <a:avLst/>
          </a:prstGeom>
        </p:spPr>
        <p:txBody>
          <a:bodyPr vert="horz" lIns="0" tIns="0" rIns="0" bIns="0" rtlCol="0" anchor="t">
            <a:noAutofit/>
          </a:bodyPr>
          <a:lstStyle>
            <a:lvl1pPr algn="l" defTabSz="914354" rtl="0" eaLnBrk="1" latinLnBrk="0" hangingPunct="1">
              <a:lnSpc>
                <a:spcPct val="100000"/>
              </a:lnSpc>
              <a:spcBef>
                <a:spcPct val="0"/>
              </a:spcBef>
              <a:buNone/>
              <a:defRPr sz="2500" b="1" kern="1200">
                <a:solidFill>
                  <a:schemeClr val="bg2"/>
                </a:solidFill>
                <a:latin typeface="+mj-lt"/>
                <a:ea typeface="+mj-ea"/>
                <a:cs typeface="+mj-cs"/>
              </a:defRPr>
            </a:lvl1pPr>
          </a:lstStyle>
          <a:p>
            <a:r>
              <a:rPr lang="en-US" sz="1875"/>
              <a:t>Site Enrollment Status</a:t>
            </a:r>
          </a:p>
        </p:txBody>
      </p:sp>
      <p:graphicFrame>
        <p:nvGraphicFramePr>
          <p:cNvPr id="2" name="Chart 1">
            <a:extLst>
              <a:ext uri="{FF2B5EF4-FFF2-40B4-BE49-F238E27FC236}">
                <a16:creationId xmlns:a16="http://schemas.microsoft.com/office/drawing/2014/main" id="{4BC7A738-844B-CF58-1F39-BF105C7B141A}"/>
              </a:ext>
            </a:extLst>
          </p:cNvPr>
          <p:cNvGraphicFramePr>
            <a:graphicFrameLocks/>
          </p:cNvGraphicFramePr>
          <p:nvPr/>
        </p:nvGraphicFramePr>
        <p:xfrm>
          <a:off x="233170" y="701466"/>
          <a:ext cx="8281267" cy="3901356"/>
        </p:xfrm>
        <a:graphic>
          <a:graphicData uri="http://schemas.openxmlformats.org/drawingml/2006/chart">
            <c:chart xmlns:c="http://schemas.openxmlformats.org/drawingml/2006/chart" xmlns:r="http://schemas.openxmlformats.org/officeDocument/2006/relationships" r:id="rId3"/>
          </a:graphicData>
        </a:graphic>
      </p:graphicFrame>
      <p:sp>
        <p:nvSpPr>
          <p:cNvPr id="6" name="文本框 11">
            <a:extLst>
              <a:ext uri="{FF2B5EF4-FFF2-40B4-BE49-F238E27FC236}">
                <a16:creationId xmlns:a16="http://schemas.microsoft.com/office/drawing/2014/main" id="{85B39D27-E2EE-9441-E191-35BECB5D54D6}"/>
              </a:ext>
            </a:extLst>
          </p:cNvPr>
          <p:cNvSpPr txBox="1"/>
          <p:nvPr/>
        </p:nvSpPr>
        <p:spPr bwMode="gray">
          <a:xfrm>
            <a:off x="5521380" y="290513"/>
            <a:ext cx="3263064" cy="615553"/>
          </a:xfrm>
          <a:prstGeom prst="rect">
            <a:avLst/>
          </a:prstGeom>
          <a:noFill/>
        </p:spPr>
        <p:txBody>
          <a:bodyPr wrap="square" lIns="0" tIns="0" rIns="0" bIns="0" rtlCol="0">
            <a:spAutoFit/>
          </a:bodyPr>
          <a:lstStyle/>
          <a:p>
            <a:pPr algn="l"/>
            <a:r>
              <a:rPr lang="en-US" altLang="zh-CN" sz="1000">
                <a:solidFill>
                  <a:srgbClr val="00B050"/>
                </a:solidFill>
              </a:rPr>
              <a:t>As of 18 Apr 2024</a:t>
            </a:r>
          </a:p>
          <a:p>
            <a:pPr marL="285750" indent="-285750" algn="l">
              <a:buFont typeface="Arial" panose="020B0604020202020204" pitchFamily="34" charset="0"/>
              <a:buChar char="•"/>
            </a:pPr>
            <a:r>
              <a:rPr lang="en-US" altLang="zh-CN" sz="1000">
                <a:solidFill>
                  <a:srgbClr val="00B050"/>
                </a:solidFill>
              </a:rPr>
              <a:t>Global:</a:t>
            </a:r>
            <a:r>
              <a:rPr lang="zh-CN" altLang="en-US" sz="1000">
                <a:solidFill>
                  <a:srgbClr val="00B050"/>
                </a:solidFill>
              </a:rPr>
              <a:t> </a:t>
            </a:r>
            <a:r>
              <a:rPr lang="en-US" altLang="zh-CN" sz="1000">
                <a:solidFill>
                  <a:srgbClr val="00B050"/>
                </a:solidFill>
              </a:rPr>
              <a:t>14</a:t>
            </a:r>
            <a:r>
              <a:rPr lang="zh-CN" altLang="en-US" sz="1000">
                <a:solidFill>
                  <a:srgbClr val="00B050"/>
                </a:solidFill>
              </a:rPr>
              <a:t> </a:t>
            </a:r>
            <a:r>
              <a:rPr lang="en-US" altLang="zh-CN" sz="1000">
                <a:solidFill>
                  <a:srgbClr val="00B050"/>
                </a:solidFill>
              </a:rPr>
              <a:t>subjects</a:t>
            </a:r>
            <a:r>
              <a:rPr lang="zh-CN" altLang="en-US" sz="1000">
                <a:solidFill>
                  <a:srgbClr val="00B050"/>
                </a:solidFill>
              </a:rPr>
              <a:t> </a:t>
            </a:r>
            <a:r>
              <a:rPr lang="en-US" altLang="zh-CN" sz="1000">
                <a:solidFill>
                  <a:srgbClr val="00B050"/>
                </a:solidFill>
              </a:rPr>
              <a:t>screened, 10 subjects randomized</a:t>
            </a:r>
          </a:p>
          <a:p>
            <a:pPr marL="285750" indent="-285750" algn="l">
              <a:buFont typeface="Arial" panose="020B0604020202020204" pitchFamily="34" charset="0"/>
              <a:buChar char="•"/>
            </a:pPr>
            <a:r>
              <a:rPr lang="en-US" altLang="zh-CN" sz="1000">
                <a:solidFill>
                  <a:srgbClr val="00B050"/>
                </a:solidFill>
              </a:rPr>
              <a:t>China: 3 subjects were screened and randomized</a:t>
            </a:r>
            <a:endParaRPr lang="zh-CN" altLang="en-US" sz="1000">
              <a:solidFill>
                <a:srgbClr val="00B050"/>
              </a:solidFill>
            </a:endParaRPr>
          </a:p>
        </p:txBody>
      </p:sp>
    </p:spTree>
    <p:extLst>
      <p:ext uri="{BB962C8B-B14F-4D97-AF65-F5344CB8AC3E}">
        <p14:creationId xmlns:p14="http://schemas.microsoft.com/office/powerpoint/2010/main" val="4035657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6FA9CCB-3398-F6CF-657E-D2493DD3D567}"/>
              </a:ext>
            </a:extLst>
          </p:cNvPr>
          <p:cNvSpPr>
            <a:spLocks noGrp="1"/>
          </p:cNvSpPr>
          <p:nvPr>
            <p:ph type="sldNum" sz="quarter" idx="2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600" b="0" i="0" u="none" strike="noStrike" kern="1200" cap="none" spc="0" normalizeH="0" baseline="0" noProof="0">
                <a:ln>
                  <a:noFill/>
                </a:ln>
                <a:solidFill>
                  <a:srgbClr val="08312A"/>
                </a:solidFill>
                <a:effectLst/>
                <a:uLnTx/>
                <a:uFillTx/>
                <a:latin typeface="Boehringer Forward Tex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20</a:t>
            </a:fld>
            <a:endParaRPr kumimoji="0" lang="en-US" sz="6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2" name="Table 1">
            <a:extLst>
              <a:ext uri="{FF2B5EF4-FFF2-40B4-BE49-F238E27FC236}">
                <a16:creationId xmlns:a16="http://schemas.microsoft.com/office/drawing/2014/main" id="{C5B66791-DBBF-6B35-A5A3-16E8EC02FE81}"/>
              </a:ext>
            </a:extLst>
          </p:cNvPr>
          <p:cNvGraphicFramePr>
            <a:graphicFrameLocks noGrp="1"/>
          </p:cNvGraphicFramePr>
          <p:nvPr/>
        </p:nvGraphicFramePr>
        <p:xfrm>
          <a:off x="871800" y="736746"/>
          <a:ext cx="8037576" cy="468630"/>
        </p:xfrm>
        <a:graphic>
          <a:graphicData uri="http://schemas.openxmlformats.org/drawingml/2006/table">
            <a:tbl>
              <a:tblPr firstRow="1" bandRow="1"/>
              <a:tblGrid>
                <a:gridCol w="363474">
                  <a:extLst>
                    <a:ext uri="{9D8B030D-6E8A-4147-A177-3AD203B41FA5}">
                      <a16:colId xmlns:a16="http://schemas.microsoft.com/office/drawing/2014/main" val="3411862845"/>
                    </a:ext>
                  </a:extLst>
                </a:gridCol>
                <a:gridCol w="363474">
                  <a:extLst>
                    <a:ext uri="{9D8B030D-6E8A-4147-A177-3AD203B41FA5}">
                      <a16:colId xmlns:a16="http://schemas.microsoft.com/office/drawing/2014/main" val="2851474774"/>
                    </a:ext>
                  </a:extLst>
                </a:gridCol>
                <a:gridCol w="363474">
                  <a:extLst>
                    <a:ext uri="{9D8B030D-6E8A-4147-A177-3AD203B41FA5}">
                      <a16:colId xmlns:a16="http://schemas.microsoft.com/office/drawing/2014/main" val="107595344"/>
                    </a:ext>
                  </a:extLst>
                </a:gridCol>
                <a:gridCol w="363474">
                  <a:extLst>
                    <a:ext uri="{9D8B030D-6E8A-4147-A177-3AD203B41FA5}">
                      <a16:colId xmlns:a16="http://schemas.microsoft.com/office/drawing/2014/main" val="1666999431"/>
                    </a:ext>
                  </a:extLst>
                </a:gridCol>
                <a:gridCol w="363474">
                  <a:extLst>
                    <a:ext uri="{9D8B030D-6E8A-4147-A177-3AD203B41FA5}">
                      <a16:colId xmlns:a16="http://schemas.microsoft.com/office/drawing/2014/main" val="3696607442"/>
                    </a:ext>
                  </a:extLst>
                </a:gridCol>
                <a:gridCol w="363474">
                  <a:extLst>
                    <a:ext uri="{9D8B030D-6E8A-4147-A177-3AD203B41FA5}">
                      <a16:colId xmlns:a16="http://schemas.microsoft.com/office/drawing/2014/main" val="223989776"/>
                    </a:ext>
                  </a:extLst>
                </a:gridCol>
                <a:gridCol w="363474">
                  <a:extLst>
                    <a:ext uri="{9D8B030D-6E8A-4147-A177-3AD203B41FA5}">
                      <a16:colId xmlns:a16="http://schemas.microsoft.com/office/drawing/2014/main" val="124731204"/>
                    </a:ext>
                  </a:extLst>
                </a:gridCol>
                <a:gridCol w="363474">
                  <a:extLst>
                    <a:ext uri="{9D8B030D-6E8A-4147-A177-3AD203B41FA5}">
                      <a16:colId xmlns:a16="http://schemas.microsoft.com/office/drawing/2014/main" val="3066978585"/>
                    </a:ext>
                  </a:extLst>
                </a:gridCol>
                <a:gridCol w="363474">
                  <a:extLst>
                    <a:ext uri="{9D8B030D-6E8A-4147-A177-3AD203B41FA5}">
                      <a16:colId xmlns:a16="http://schemas.microsoft.com/office/drawing/2014/main" val="1064917641"/>
                    </a:ext>
                  </a:extLst>
                </a:gridCol>
                <a:gridCol w="363474">
                  <a:extLst>
                    <a:ext uri="{9D8B030D-6E8A-4147-A177-3AD203B41FA5}">
                      <a16:colId xmlns:a16="http://schemas.microsoft.com/office/drawing/2014/main" val="4221117315"/>
                    </a:ext>
                  </a:extLst>
                </a:gridCol>
                <a:gridCol w="363474">
                  <a:extLst>
                    <a:ext uri="{9D8B030D-6E8A-4147-A177-3AD203B41FA5}">
                      <a16:colId xmlns:a16="http://schemas.microsoft.com/office/drawing/2014/main" val="3266065341"/>
                    </a:ext>
                  </a:extLst>
                </a:gridCol>
                <a:gridCol w="363474">
                  <a:extLst>
                    <a:ext uri="{9D8B030D-6E8A-4147-A177-3AD203B41FA5}">
                      <a16:colId xmlns:a16="http://schemas.microsoft.com/office/drawing/2014/main" val="2374051224"/>
                    </a:ext>
                  </a:extLst>
                </a:gridCol>
                <a:gridCol w="363474">
                  <a:extLst>
                    <a:ext uri="{9D8B030D-6E8A-4147-A177-3AD203B41FA5}">
                      <a16:colId xmlns:a16="http://schemas.microsoft.com/office/drawing/2014/main" val="1840388365"/>
                    </a:ext>
                  </a:extLst>
                </a:gridCol>
                <a:gridCol w="363474">
                  <a:extLst>
                    <a:ext uri="{9D8B030D-6E8A-4147-A177-3AD203B41FA5}">
                      <a16:colId xmlns:a16="http://schemas.microsoft.com/office/drawing/2014/main" val="267750830"/>
                    </a:ext>
                  </a:extLst>
                </a:gridCol>
                <a:gridCol w="363474">
                  <a:extLst>
                    <a:ext uri="{9D8B030D-6E8A-4147-A177-3AD203B41FA5}">
                      <a16:colId xmlns:a16="http://schemas.microsoft.com/office/drawing/2014/main" val="3966469970"/>
                    </a:ext>
                  </a:extLst>
                </a:gridCol>
                <a:gridCol w="363474">
                  <a:extLst>
                    <a:ext uri="{9D8B030D-6E8A-4147-A177-3AD203B41FA5}">
                      <a16:colId xmlns:a16="http://schemas.microsoft.com/office/drawing/2014/main" val="2522973146"/>
                    </a:ext>
                  </a:extLst>
                </a:gridCol>
                <a:gridCol w="363474">
                  <a:extLst>
                    <a:ext uri="{9D8B030D-6E8A-4147-A177-3AD203B41FA5}">
                      <a16:colId xmlns:a16="http://schemas.microsoft.com/office/drawing/2014/main" val="2664881006"/>
                    </a:ext>
                  </a:extLst>
                </a:gridCol>
                <a:gridCol w="363474">
                  <a:extLst>
                    <a:ext uri="{9D8B030D-6E8A-4147-A177-3AD203B41FA5}">
                      <a16:colId xmlns:a16="http://schemas.microsoft.com/office/drawing/2014/main" val="2326695520"/>
                    </a:ext>
                  </a:extLst>
                </a:gridCol>
                <a:gridCol w="363474">
                  <a:extLst>
                    <a:ext uri="{9D8B030D-6E8A-4147-A177-3AD203B41FA5}">
                      <a16:colId xmlns:a16="http://schemas.microsoft.com/office/drawing/2014/main" val="3557660781"/>
                    </a:ext>
                  </a:extLst>
                </a:gridCol>
                <a:gridCol w="363474">
                  <a:extLst>
                    <a:ext uri="{9D8B030D-6E8A-4147-A177-3AD203B41FA5}">
                      <a16:colId xmlns:a16="http://schemas.microsoft.com/office/drawing/2014/main" val="3191090567"/>
                    </a:ext>
                  </a:extLst>
                </a:gridCol>
                <a:gridCol w="384048">
                  <a:extLst>
                    <a:ext uri="{9D8B030D-6E8A-4147-A177-3AD203B41FA5}">
                      <a16:colId xmlns:a16="http://schemas.microsoft.com/office/drawing/2014/main" val="2391268514"/>
                    </a:ext>
                  </a:extLst>
                </a:gridCol>
                <a:gridCol w="384048">
                  <a:extLst>
                    <a:ext uri="{9D8B030D-6E8A-4147-A177-3AD203B41FA5}">
                      <a16:colId xmlns:a16="http://schemas.microsoft.com/office/drawing/2014/main" val="478885863"/>
                    </a:ext>
                  </a:extLst>
                </a:gridCol>
              </a:tblGrid>
              <a:tr h="19431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2025</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2026</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2028</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2029</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2030</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2031</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743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cxnSp>
        <p:nvCxnSpPr>
          <p:cNvPr id="3" name="Straight Connector 2">
            <a:extLst>
              <a:ext uri="{FF2B5EF4-FFF2-40B4-BE49-F238E27FC236}">
                <a16:creationId xmlns:a16="http://schemas.microsoft.com/office/drawing/2014/main" id="{72517D57-0B8E-BD64-B7F0-A40A237F3978}"/>
              </a:ext>
            </a:extLst>
          </p:cNvPr>
          <p:cNvCxnSpPr>
            <a:cxnSpLocks/>
          </p:cNvCxnSpPr>
          <p:nvPr/>
        </p:nvCxnSpPr>
        <p:spPr bwMode="auto">
          <a:xfrm flipH="1">
            <a:off x="11430" y="3234784"/>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6" name="Isosceles Triangle 5">
            <a:extLst>
              <a:ext uri="{FF2B5EF4-FFF2-40B4-BE49-F238E27FC236}">
                <a16:creationId xmlns:a16="http://schemas.microsoft.com/office/drawing/2014/main" id="{8BB478DA-5761-CC11-917A-E7AACF2419FE}"/>
              </a:ext>
            </a:extLst>
          </p:cNvPr>
          <p:cNvSpPr/>
          <p:nvPr/>
        </p:nvSpPr>
        <p:spPr>
          <a:xfrm rot="16200000" flipH="1">
            <a:off x="554817" y="885590"/>
            <a:ext cx="445770"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685749"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000000"/>
              </a:solidFill>
              <a:effectLst/>
              <a:uLnTx/>
              <a:uFillTx/>
              <a:latin typeface="BISansOpti"/>
              <a:ea typeface="+mn-ea"/>
              <a:cs typeface="+mn-cs"/>
            </a:endParaRPr>
          </a:p>
        </p:txBody>
      </p:sp>
      <p:sp>
        <p:nvSpPr>
          <p:cNvPr id="7" name="Isosceles Triangle 6">
            <a:extLst>
              <a:ext uri="{FF2B5EF4-FFF2-40B4-BE49-F238E27FC236}">
                <a16:creationId xmlns:a16="http://schemas.microsoft.com/office/drawing/2014/main" id="{539CB59F-CACC-061A-F954-248272D9B104}"/>
              </a:ext>
            </a:extLst>
          </p:cNvPr>
          <p:cNvSpPr/>
          <p:nvPr/>
        </p:nvSpPr>
        <p:spPr>
          <a:xfrm rot="5400000">
            <a:off x="8771284" y="888306"/>
            <a:ext cx="445770"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685749"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000000"/>
              </a:solidFill>
              <a:effectLst/>
              <a:uLnTx/>
              <a:uFillTx/>
              <a:latin typeface="BISansOpti"/>
              <a:ea typeface="+mn-ea"/>
              <a:cs typeface="+mn-cs"/>
            </a:endParaRPr>
          </a:p>
        </p:txBody>
      </p:sp>
      <p:grpSp>
        <p:nvGrpSpPr>
          <p:cNvPr id="8" name="Group 7">
            <a:extLst>
              <a:ext uri="{FF2B5EF4-FFF2-40B4-BE49-F238E27FC236}">
                <a16:creationId xmlns:a16="http://schemas.microsoft.com/office/drawing/2014/main" id="{B042F120-01C6-B6BD-997D-59C6C0356289}"/>
              </a:ext>
            </a:extLst>
          </p:cNvPr>
          <p:cNvGrpSpPr/>
          <p:nvPr/>
        </p:nvGrpSpPr>
        <p:grpSpPr>
          <a:xfrm>
            <a:off x="2541597" y="1235377"/>
            <a:ext cx="546747" cy="3755673"/>
            <a:chOff x="2395547" y="1235377"/>
            <a:chExt cx="546747" cy="3755673"/>
          </a:xfrm>
        </p:grpSpPr>
        <p:cxnSp>
          <p:nvCxnSpPr>
            <p:cNvPr id="9" name="Straight Connector 8">
              <a:extLst>
                <a:ext uri="{FF2B5EF4-FFF2-40B4-BE49-F238E27FC236}">
                  <a16:creationId xmlns:a16="http://schemas.microsoft.com/office/drawing/2014/main" id="{139F36E1-11D0-C238-90FA-3E290628BD4A}"/>
                </a:ext>
              </a:extLst>
            </p:cNvPr>
            <p:cNvCxnSpPr>
              <a:cxnSpLocks/>
            </p:cNvCxnSpPr>
            <p:nvPr/>
          </p:nvCxnSpPr>
          <p:spPr bwMode="auto">
            <a:xfrm flipV="1">
              <a:off x="2628870" y="1391050"/>
              <a:ext cx="0" cy="3600000"/>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0" name="OTLSHAPE_T_e17f3958430f4cff8650518c93c7635e_StartDate">
              <a:extLst>
                <a:ext uri="{FF2B5EF4-FFF2-40B4-BE49-F238E27FC236}">
                  <a16:creationId xmlns:a16="http://schemas.microsoft.com/office/drawing/2014/main" id="{F1D233FE-EACA-6095-DE2D-A84CF86ED466}"/>
                </a:ext>
              </a:extLst>
            </p:cNvPr>
            <p:cNvSpPr txBox="1"/>
            <p:nvPr>
              <p:custDataLst>
                <p:tags r:id="rId10"/>
              </p:custDataLst>
            </p:nvPr>
          </p:nvSpPr>
          <p:spPr>
            <a:xfrm>
              <a:off x="2395547" y="1235377"/>
              <a:ext cx="546747" cy="123111"/>
            </a:xfrm>
            <a:prstGeom prst="rect">
              <a:avLst/>
            </a:prstGeom>
            <a:noFill/>
            <a:ln w="12700">
              <a:noFill/>
            </a:ln>
          </p:spPr>
          <p:txBody>
            <a:bodyPr vert="horz" wrap="square" lIns="0" tIns="0" rIns="0" bIns="0" rtlCol="0" anchor="ctr" anchorCtr="0">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8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11" name="标题 1">
            <a:extLst>
              <a:ext uri="{FF2B5EF4-FFF2-40B4-BE49-F238E27FC236}">
                <a16:creationId xmlns:a16="http://schemas.microsoft.com/office/drawing/2014/main" id="{69F001E7-672F-7C7E-EE0E-C5E44107BC4D}"/>
              </a:ext>
            </a:extLst>
          </p:cNvPr>
          <p:cNvSpPr>
            <a:spLocks noGrp="1"/>
          </p:cNvSpPr>
          <p:nvPr>
            <p:ph type="title"/>
          </p:nvPr>
        </p:nvSpPr>
        <p:spPr>
          <a:xfrm>
            <a:off x="213132" y="161891"/>
            <a:ext cx="8408850" cy="492443"/>
          </a:xfrm>
        </p:spPr>
        <p:txBody>
          <a:bodyPr vert="horz" wrap="square" lIns="0" tIns="0" rIns="0" bIns="0" rtlCol="0" anchor="t" anchorCtr="0">
            <a:spAutoFit/>
          </a:bodyPr>
          <a:lstStyle/>
          <a:p>
            <a:r>
              <a:rPr lang="en-US" altLang="zh-CN" sz="1600" b="1" u="sng"/>
              <a:t>Endorsed:</a:t>
            </a:r>
            <a:br>
              <a:rPr lang="en-US" altLang="zh-CN" sz="1600" b="1"/>
            </a:br>
            <a:r>
              <a:rPr lang="en-US" altLang="zh-CN" sz="1600" b="1"/>
              <a:t>Zongertinib (HER2 TKI): Pan-tumor expansion (basket trial)</a:t>
            </a:r>
            <a:endParaRPr lang="zh-CN" altLang="en-US" sz="1600" b="1"/>
          </a:p>
        </p:txBody>
      </p:sp>
      <p:sp>
        <p:nvSpPr>
          <p:cNvPr id="12" name="TextBox 11">
            <a:extLst>
              <a:ext uri="{FF2B5EF4-FFF2-40B4-BE49-F238E27FC236}">
                <a16:creationId xmlns:a16="http://schemas.microsoft.com/office/drawing/2014/main" id="{901928B9-B204-B0DE-7799-FB6CE41E4772}"/>
              </a:ext>
            </a:extLst>
          </p:cNvPr>
          <p:cNvSpPr txBox="1"/>
          <p:nvPr/>
        </p:nvSpPr>
        <p:spPr>
          <a:xfrm>
            <a:off x="143240" y="1793902"/>
            <a:ext cx="758024" cy="369332"/>
          </a:xfrm>
          <a:prstGeom prst="rect">
            <a:avLst/>
          </a:prstGeom>
          <a:noFill/>
          <a:ln>
            <a:solidFill>
              <a:schemeClr val="accent1"/>
            </a:solidFill>
          </a:ln>
        </p:spPr>
        <p:txBody>
          <a:bodyPr wrap="square" lIns="0" tIns="0" rIns="0" bIns="0" rtlCol="0">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Ph2 - 14</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79.9</a:t>
            </a:r>
          </a:p>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a:t>
            </a:r>
            <a:r>
              <a:rPr kumimoji="0" lang="en-US" altLang="zh-CN" sz="800" b="1" i="0" u="none" strike="noStrike" kern="1200" cap="none" spc="0" normalizeH="0" baseline="0" noProof="0" err="1">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Beamion</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PANTUMOR-1)</a:t>
            </a:r>
          </a:p>
        </p:txBody>
      </p:sp>
      <p:grpSp>
        <p:nvGrpSpPr>
          <p:cNvPr id="14" name="Group 13">
            <a:extLst>
              <a:ext uri="{FF2B5EF4-FFF2-40B4-BE49-F238E27FC236}">
                <a16:creationId xmlns:a16="http://schemas.microsoft.com/office/drawing/2014/main" id="{9C1B4B79-3DD8-C749-2CA5-0500450B1CA0}"/>
              </a:ext>
            </a:extLst>
          </p:cNvPr>
          <p:cNvGrpSpPr/>
          <p:nvPr/>
        </p:nvGrpSpPr>
        <p:grpSpPr>
          <a:xfrm>
            <a:off x="60312" y="1311886"/>
            <a:ext cx="717391" cy="335422"/>
            <a:chOff x="14295" y="1797983"/>
            <a:chExt cx="956521" cy="447229"/>
          </a:xfrm>
        </p:grpSpPr>
        <p:sp>
          <p:nvSpPr>
            <p:cNvPr id="15" name="Freeform: Shape 147">
              <a:extLst>
                <a:ext uri="{FF2B5EF4-FFF2-40B4-BE49-F238E27FC236}">
                  <a16:creationId xmlns:a16="http://schemas.microsoft.com/office/drawing/2014/main" id="{73308BF0-18CE-147E-DAA0-CECC0AB14B45}"/>
                </a:ext>
              </a:extLst>
            </p:cNvPr>
            <p:cNvSpPr/>
            <p:nvPr/>
          </p:nvSpPr>
          <p:spPr bwMode="auto">
            <a:xfrm>
              <a:off x="97722" y="1891290"/>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308610" tIns="34290" rIns="41148" bIns="34290" numCol="1" rtlCol="0" anchor="ctr" anchorCtr="0" compatLnSpc="1">
              <a:prstTxWarp prst="textNoShape">
                <a:avLst/>
              </a:prstTxWarp>
              <a:no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altLang="zh-CN" sz="75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Global</a:t>
              </a:r>
              <a:endParaRPr kumimoji="0" lang="zh-CN" altLang="en-US" sz="75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16" name="Oval 4">
              <a:extLst>
                <a:ext uri="{FF2B5EF4-FFF2-40B4-BE49-F238E27FC236}">
                  <a16:creationId xmlns:a16="http://schemas.microsoft.com/office/drawing/2014/main" id="{9FAE024D-6CBB-0473-80D8-D97AFD725BF2}"/>
                </a:ext>
              </a:extLst>
            </p:cNvPr>
            <p:cNvSpPr/>
            <p:nvPr/>
          </p:nvSpPr>
          <p:spPr>
            <a:xfrm>
              <a:off x="14295" y="1797983"/>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sp>
          <p:nvSpPr>
            <p:cNvPr id="17" name="Rectangle: Rounded Corners 116">
              <a:extLst>
                <a:ext uri="{FF2B5EF4-FFF2-40B4-BE49-F238E27FC236}">
                  <a16:creationId xmlns:a16="http://schemas.microsoft.com/office/drawing/2014/main" id="{2E7060DB-2C4E-6A59-DCEF-7D6082622F42}"/>
                </a:ext>
              </a:extLst>
            </p:cNvPr>
            <p:cNvSpPr/>
            <p:nvPr/>
          </p:nvSpPr>
          <p:spPr bwMode="auto">
            <a:xfrm>
              <a:off x="922048" y="1849870"/>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zh-CN" altLang="en-US"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pic>
          <p:nvPicPr>
            <p:cNvPr id="18" name="Picture 6" descr="Image result for world circle png">
              <a:extLst>
                <a:ext uri="{FF2B5EF4-FFF2-40B4-BE49-F238E27FC236}">
                  <a16:creationId xmlns:a16="http://schemas.microsoft.com/office/drawing/2014/main" id="{B017F184-4640-2F65-43BC-FE5FBBE0E339}"/>
                </a:ext>
              </a:extLst>
            </p:cNvPr>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4094" t="4010" r="4094" b="4010"/>
            <a:stretch/>
          </p:blipFill>
          <p:spPr bwMode="auto">
            <a:xfrm>
              <a:off x="51027" y="1834199"/>
              <a:ext cx="373767"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oup 18">
            <a:extLst>
              <a:ext uri="{FF2B5EF4-FFF2-40B4-BE49-F238E27FC236}">
                <a16:creationId xmlns:a16="http://schemas.microsoft.com/office/drawing/2014/main" id="{AAEB00B3-C08E-B3D8-36B3-208B449B8A64}"/>
              </a:ext>
            </a:extLst>
          </p:cNvPr>
          <p:cNvGrpSpPr/>
          <p:nvPr/>
        </p:nvGrpSpPr>
        <p:grpSpPr>
          <a:xfrm>
            <a:off x="52799" y="3306345"/>
            <a:ext cx="706616" cy="335422"/>
            <a:chOff x="87758" y="4551370"/>
            <a:chExt cx="942154" cy="447229"/>
          </a:xfrm>
        </p:grpSpPr>
        <p:grpSp>
          <p:nvGrpSpPr>
            <p:cNvPr id="20" name="Group 19">
              <a:extLst>
                <a:ext uri="{FF2B5EF4-FFF2-40B4-BE49-F238E27FC236}">
                  <a16:creationId xmlns:a16="http://schemas.microsoft.com/office/drawing/2014/main" id="{587E539A-CA6A-D628-A596-269ED8BE22EA}"/>
                </a:ext>
              </a:extLst>
            </p:cNvPr>
            <p:cNvGrpSpPr/>
            <p:nvPr/>
          </p:nvGrpSpPr>
          <p:grpSpPr>
            <a:xfrm>
              <a:off x="87758" y="4551370"/>
              <a:ext cx="942154" cy="447229"/>
              <a:chOff x="87758" y="4551370"/>
              <a:chExt cx="942154" cy="447229"/>
            </a:xfrm>
          </p:grpSpPr>
          <p:sp>
            <p:nvSpPr>
              <p:cNvPr id="22" name="Freeform: Shape 152">
                <a:extLst>
                  <a:ext uri="{FF2B5EF4-FFF2-40B4-BE49-F238E27FC236}">
                    <a16:creationId xmlns:a16="http://schemas.microsoft.com/office/drawing/2014/main" id="{F872B3E3-89FA-7716-9953-616B269F4558}"/>
                  </a:ext>
                </a:extLst>
              </p:cNvPr>
              <p:cNvSpPr/>
              <p:nvPr/>
            </p:nvSpPr>
            <p:spPr bwMode="auto">
              <a:xfrm>
                <a:off x="161232" y="4637822"/>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08610" tIns="34290" rIns="41148" bIns="34290" numCol="1" rtlCol="0" anchor="ctr" anchorCtr="0" compatLnSpc="1">
                <a:prstTxWarp prst="textNoShape">
                  <a:avLst/>
                </a:prstTxWarp>
                <a:no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altLang="zh-CN" sz="75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 China</a:t>
                </a:r>
                <a:endParaRPr kumimoji="0" lang="zh-CN" altLang="en-US" sz="75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grpSp>
            <p:nvGrpSpPr>
              <p:cNvPr id="23" name="Group 22">
                <a:extLst>
                  <a:ext uri="{FF2B5EF4-FFF2-40B4-BE49-F238E27FC236}">
                    <a16:creationId xmlns:a16="http://schemas.microsoft.com/office/drawing/2014/main" id="{91274C10-76F4-33CE-F4BC-AC6B19321980}"/>
                  </a:ext>
                </a:extLst>
              </p:cNvPr>
              <p:cNvGrpSpPr/>
              <p:nvPr/>
            </p:nvGrpSpPr>
            <p:grpSpPr>
              <a:xfrm>
                <a:off x="87758" y="4551370"/>
                <a:ext cx="447229" cy="447229"/>
                <a:chOff x="87758" y="4551370"/>
                <a:chExt cx="447229" cy="447229"/>
              </a:xfrm>
            </p:grpSpPr>
            <p:sp>
              <p:nvSpPr>
                <p:cNvPr id="24" name="Oval 134">
                  <a:extLst>
                    <a:ext uri="{FF2B5EF4-FFF2-40B4-BE49-F238E27FC236}">
                      <a16:creationId xmlns:a16="http://schemas.microsoft.com/office/drawing/2014/main" id="{45EDD58D-30FD-7BAB-3CB8-49E49B41BF17}"/>
                    </a:ext>
                  </a:extLst>
                </p:cNvPr>
                <p:cNvSpPr/>
                <p:nvPr/>
              </p:nvSpPr>
              <p:spPr>
                <a:xfrm>
                  <a:off x="87758" y="4551370"/>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pic>
              <p:nvPicPr>
                <p:cNvPr id="25" name="Picture 2" descr="Image result for China flag circle png">
                  <a:extLst>
                    <a:ext uri="{FF2B5EF4-FFF2-40B4-BE49-F238E27FC236}">
                      <a16:creationId xmlns:a16="http://schemas.microsoft.com/office/drawing/2014/main" id="{1EA99DB6-F677-7852-BAE3-13C5BE810314}"/>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23974" y="4587586"/>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1" name="Rectangle: Rounded Corners 116">
              <a:extLst>
                <a:ext uri="{FF2B5EF4-FFF2-40B4-BE49-F238E27FC236}">
                  <a16:creationId xmlns:a16="http://schemas.microsoft.com/office/drawing/2014/main" id="{5D14CB95-71A7-0878-A4EF-3822ACA41939}"/>
                </a:ext>
              </a:extLst>
            </p:cNvPr>
            <p:cNvSpPr/>
            <p:nvPr/>
          </p:nvSpPr>
          <p:spPr bwMode="auto">
            <a:xfrm>
              <a:off x="981144" y="4601823"/>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zh-CN" altLang="en-US"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grpSp>
      <p:grpSp>
        <p:nvGrpSpPr>
          <p:cNvPr id="26" name="Group 25">
            <a:extLst>
              <a:ext uri="{FF2B5EF4-FFF2-40B4-BE49-F238E27FC236}">
                <a16:creationId xmlns:a16="http://schemas.microsoft.com/office/drawing/2014/main" id="{2B00006A-6AB3-239A-8A43-0F07CCDF695D}"/>
              </a:ext>
            </a:extLst>
          </p:cNvPr>
          <p:cNvGrpSpPr/>
          <p:nvPr/>
        </p:nvGrpSpPr>
        <p:grpSpPr>
          <a:xfrm>
            <a:off x="3386476" y="1695358"/>
            <a:ext cx="2196948" cy="567693"/>
            <a:chOff x="3831077" y="1813253"/>
            <a:chExt cx="2929264" cy="756923"/>
          </a:xfrm>
        </p:grpSpPr>
        <p:sp>
          <p:nvSpPr>
            <p:cNvPr id="27" name="OTLSHAPE_T_e17f3958430f4cff8650518c93c7635e_Shape">
              <a:extLst>
                <a:ext uri="{FF2B5EF4-FFF2-40B4-BE49-F238E27FC236}">
                  <a16:creationId xmlns:a16="http://schemas.microsoft.com/office/drawing/2014/main" id="{60C8F513-CB1F-84A4-F15D-6032065EB88E}"/>
                </a:ext>
              </a:extLst>
            </p:cNvPr>
            <p:cNvSpPr/>
            <p:nvPr>
              <p:custDataLst>
                <p:tags r:id="rId9"/>
              </p:custDataLst>
            </p:nvPr>
          </p:nvSpPr>
          <p:spPr bwMode="auto">
            <a:xfrm>
              <a:off x="4120339" y="2009110"/>
              <a:ext cx="2640002" cy="25992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 2 (selected solid tumors; HER2 amp./mut.)</a:t>
              </a:r>
              <a:b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b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 = up to 200 pts </a:t>
              </a:r>
              <a:endParaRPr kumimoji="0" lang="en-US" altLang="zh-CN" sz="700" b="1" i="1"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nvGrpSpPr>
            <p:cNvPr id="28" name="Group 27">
              <a:extLst>
                <a:ext uri="{FF2B5EF4-FFF2-40B4-BE49-F238E27FC236}">
                  <a16:creationId xmlns:a16="http://schemas.microsoft.com/office/drawing/2014/main" id="{BE24EEA9-7BD9-5DCD-ED21-750B7AB712A3}"/>
                </a:ext>
              </a:extLst>
            </p:cNvPr>
            <p:cNvGrpSpPr/>
            <p:nvPr/>
          </p:nvGrpSpPr>
          <p:grpSpPr>
            <a:xfrm>
              <a:off x="3914694" y="2164336"/>
              <a:ext cx="408661" cy="405840"/>
              <a:chOff x="3914694" y="2359070"/>
              <a:chExt cx="408661" cy="405840"/>
            </a:xfrm>
          </p:grpSpPr>
          <p:sp>
            <p:nvSpPr>
              <p:cNvPr id="30" name="Rectangle 29">
                <a:extLst>
                  <a:ext uri="{FF2B5EF4-FFF2-40B4-BE49-F238E27FC236}">
                    <a16:creationId xmlns:a16="http://schemas.microsoft.com/office/drawing/2014/main" id="{AE64DECC-62F5-F306-43EC-652316DB7BD2}"/>
                  </a:ext>
                </a:extLst>
              </p:cNvPr>
              <p:cNvSpPr/>
              <p:nvPr/>
            </p:nvSpPr>
            <p:spPr>
              <a:xfrm>
                <a:off x="3914694" y="2487911"/>
                <a:ext cx="408661" cy="276999"/>
              </a:xfrm>
              <a:prstGeom prst="rect">
                <a:avLst/>
              </a:prstGeom>
            </p:spPr>
            <p:txBody>
              <a:bodyPr wrap="non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FPI</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1" name="Star: 4 Points 143">
                <a:extLst>
                  <a:ext uri="{FF2B5EF4-FFF2-40B4-BE49-F238E27FC236}">
                    <a16:creationId xmlns:a16="http://schemas.microsoft.com/office/drawing/2014/main" id="{78DA489B-A880-643A-00F0-BEE1CCBE5912}"/>
                  </a:ext>
                </a:extLst>
              </p:cNvPr>
              <p:cNvSpPr/>
              <p:nvPr/>
            </p:nvSpPr>
            <p:spPr bwMode="auto">
              <a:xfrm>
                <a:off x="4026904" y="235907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32"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Verdana" charset="0"/>
                  <a:ea typeface="+mn-ea"/>
                  <a:cs typeface="+mn-cs"/>
                </a:endParaRPr>
              </a:p>
            </p:txBody>
          </p:sp>
        </p:grpSp>
        <p:sp>
          <p:nvSpPr>
            <p:cNvPr id="29" name="TextBox 28">
              <a:extLst>
                <a:ext uri="{FF2B5EF4-FFF2-40B4-BE49-F238E27FC236}">
                  <a16:creationId xmlns:a16="http://schemas.microsoft.com/office/drawing/2014/main" id="{20495F81-5B8F-EE7A-4DC1-6BCB10ECA3D1}"/>
                </a:ext>
              </a:extLst>
            </p:cNvPr>
            <p:cNvSpPr txBox="1"/>
            <p:nvPr/>
          </p:nvSpPr>
          <p:spPr>
            <a:xfrm>
              <a:off x="3831077" y="1813253"/>
              <a:ext cx="731521" cy="276999"/>
            </a:xfrm>
            <a:prstGeom prst="rect">
              <a:avLst/>
            </a:prstGeom>
            <a:noFill/>
          </p:spPr>
          <p:txBody>
            <a:bodyPr wrap="squar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Oct 2024</a:t>
              </a:r>
            </a:p>
          </p:txBody>
        </p:sp>
      </p:grpSp>
      <p:sp>
        <p:nvSpPr>
          <p:cNvPr id="32" name="OTLSHAPE_M_39ea6ebc19a94c9fab6ef5006c31df58_Shape">
            <a:extLst>
              <a:ext uri="{FF2B5EF4-FFF2-40B4-BE49-F238E27FC236}">
                <a16:creationId xmlns:a16="http://schemas.microsoft.com/office/drawing/2014/main" id="{96E3ACCE-C278-880B-0E6B-2FCBB7B51D1A}"/>
              </a:ext>
            </a:extLst>
          </p:cNvPr>
          <p:cNvSpPr/>
          <p:nvPr>
            <p:custDataLst>
              <p:tags r:id="rId1"/>
            </p:custDataLst>
          </p:nvPr>
        </p:nvSpPr>
        <p:spPr bwMode="auto">
          <a:xfrm rot="16200000">
            <a:off x="2935554" y="1908132"/>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749" rtl="0" eaLnBrk="0" fontAlgn="base" latinLnBrk="0" hangingPunct="0">
              <a:lnSpc>
                <a:spcPct val="100000"/>
              </a:lnSpc>
              <a:spcBef>
                <a:spcPct val="0"/>
              </a:spcBef>
              <a:spcAft>
                <a:spcPct val="0"/>
              </a:spcAft>
              <a:buClrTx/>
              <a:buSzTx/>
              <a:buFontTx/>
              <a:buNone/>
              <a:tabLst/>
              <a:defRPr/>
            </a:pPr>
            <a:endParaRPr kumimoji="0" lang="zh-CN" altLang="en-US" sz="2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3" name="OTLSHAPE_M_39ea6ebc19a94c9fab6ef5006c31df58_Title">
            <a:extLst>
              <a:ext uri="{FF2B5EF4-FFF2-40B4-BE49-F238E27FC236}">
                <a16:creationId xmlns:a16="http://schemas.microsoft.com/office/drawing/2014/main" id="{F46E3640-0590-2333-F25B-97E22C9545F8}"/>
              </a:ext>
            </a:extLst>
          </p:cNvPr>
          <p:cNvSpPr txBox="1"/>
          <p:nvPr>
            <p:custDataLst>
              <p:tags r:id="rId2"/>
            </p:custDataLst>
          </p:nvPr>
        </p:nvSpPr>
        <p:spPr>
          <a:xfrm>
            <a:off x="2909896" y="1992332"/>
            <a:ext cx="365048" cy="230832"/>
          </a:xfrm>
          <a:prstGeom prst="rect">
            <a:avLst/>
          </a:prstGeom>
          <a:noFill/>
        </p:spPr>
        <p:txBody>
          <a:bodyPr vert="horz" wrap="square" lIns="0" tIns="0" rIns="0" bIns="0" rtlCol="0" anchor="ctr" anchorCtr="0">
            <a:spAutoFit/>
          </a:bodyPr>
          <a:lstStyle/>
          <a:p>
            <a:pPr marL="0" marR="0" lvl="0" indent="0" algn="l"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CTA-s</a:t>
            </a:r>
          </a:p>
          <a:p>
            <a:pPr marL="0" marR="0" lvl="0" indent="0" algn="l" defTabSz="914333" rtl="0" eaLnBrk="1" fontAlgn="auto" latinLnBrk="0" hangingPunct="1">
              <a:lnSpc>
                <a:spcPct val="1000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May</a:t>
            </a:r>
            <a:r>
              <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24</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cxnSp>
        <p:nvCxnSpPr>
          <p:cNvPr id="34" name="Straight Connector 33">
            <a:extLst>
              <a:ext uri="{FF2B5EF4-FFF2-40B4-BE49-F238E27FC236}">
                <a16:creationId xmlns:a16="http://schemas.microsoft.com/office/drawing/2014/main" id="{323F0017-2044-CA1A-C5D3-A0C5AF404E7D}"/>
              </a:ext>
            </a:extLst>
          </p:cNvPr>
          <p:cNvCxnSpPr>
            <a:cxnSpLocks/>
          </p:cNvCxnSpPr>
          <p:nvPr/>
        </p:nvCxnSpPr>
        <p:spPr>
          <a:xfrm>
            <a:off x="3031331" y="1938780"/>
            <a:ext cx="548640" cy="0"/>
          </a:xfrm>
          <a:prstGeom prst="line">
            <a:avLst/>
          </a:prstGeom>
          <a:ln w="9525">
            <a:solidFill>
              <a:srgbClr val="A6B8F2"/>
            </a:solidFill>
            <a:prstDash val="sysDash"/>
          </a:ln>
        </p:spPr>
        <p:style>
          <a:lnRef idx="1">
            <a:schemeClr val="accent1"/>
          </a:lnRef>
          <a:fillRef idx="0">
            <a:schemeClr val="accent1"/>
          </a:fillRef>
          <a:effectRef idx="0">
            <a:schemeClr val="accent1"/>
          </a:effectRef>
          <a:fontRef idx="minor">
            <a:schemeClr val="tx1"/>
          </a:fontRef>
        </p:style>
      </p:cxnSp>
      <p:sp>
        <p:nvSpPr>
          <p:cNvPr id="35" name="Isosceles Triangle 34">
            <a:extLst>
              <a:ext uri="{FF2B5EF4-FFF2-40B4-BE49-F238E27FC236}">
                <a16:creationId xmlns:a16="http://schemas.microsoft.com/office/drawing/2014/main" id="{C599E3E7-5F97-C712-05DF-3DD592C67D93}"/>
              </a:ext>
            </a:extLst>
          </p:cNvPr>
          <p:cNvSpPr>
            <a:spLocks noChangeAspect="1"/>
          </p:cNvSpPr>
          <p:nvPr/>
        </p:nvSpPr>
        <p:spPr>
          <a:xfrm>
            <a:off x="5048677" y="2024585"/>
            <a:ext cx="97259" cy="97259"/>
          </a:xfrm>
          <a:prstGeom prst="triangle">
            <a:avLst/>
          </a:prstGeom>
          <a:solidFill>
            <a:schemeClr val="tx2">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788" b="0" i="0" u="none" strike="noStrike" kern="1200" cap="none" spc="0" normalizeH="0" baseline="0" noProof="0" err="1">
              <a:ln>
                <a:noFill/>
              </a:ln>
              <a:solidFill>
                <a:srgbClr val="FFFFFF"/>
              </a:solidFill>
              <a:effectLst/>
              <a:uLnTx/>
              <a:uFillTx/>
              <a:latin typeface="BISans" panose="02000503040000020004" pitchFamily="2" charset="0"/>
              <a:ea typeface="+mn-ea"/>
              <a:cs typeface="+mn-cs"/>
            </a:endParaRPr>
          </a:p>
        </p:txBody>
      </p:sp>
      <p:sp>
        <p:nvSpPr>
          <p:cNvPr id="36" name="TextBox 35">
            <a:extLst>
              <a:ext uri="{FF2B5EF4-FFF2-40B4-BE49-F238E27FC236}">
                <a16:creationId xmlns:a16="http://schemas.microsoft.com/office/drawing/2014/main" id="{FBCB6274-EB47-526D-A0BA-AE51F6D1F69F}"/>
              </a:ext>
            </a:extLst>
          </p:cNvPr>
          <p:cNvSpPr txBox="1"/>
          <p:nvPr/>
        </p:nvSpPr>
        <p:spPr>
          <a:xfrm>
            <a:off x="4786482" y="2087309"/>
            <a:ext cx="586591" cy="361637"/>
          </a:xfrm>
          <a:prstGeom prst="rect">
            <a:avLst/>
          </a:prstGeom>
          <a:noFill/>
        </p:spPr>
        <p:txBody>
          <a:bodyPr wrap="square" rtlCol="0">
            <a:spAutoFit/>
          </a:bodyPr>
          <a:lstStyle/>
          <a:p>
            <a:pPr marL="0" marR="0" lvl="0" indent="0" algn="ctr" defTabSz="685800" rtl="0" eaLnBrk="1" fontAlgn="auto" latinLnBrk="0" hangingPunct="1">
              <a:lnSpc>
                <a:spcPts val="675"/>
              </a:lnSpc>
              <a:spcBef>
                <a:spcPts val="0"/>
              </a:spcBef>
              <a:spcAft>
                <a:spcPts val="0"/>
              </a:spcAft>
              <a:buClrTx/>
              <a:buSzTx/>
              <a:buFontTx/>
              <a:buNone/>
              <a:tabLst/>
              <a:defRPr/>
            </a:pPr>
            <a:r>
              <a:rPr kumimoji="0" lang="en-US" altLang="zh-CN" sz="675" b="0" i="0" u="none" strike="noStrike" kern="1200" cap="none" spc="0" normalizeH="0" baseline="0" noProof="0">
                <a:ln>
                  <a:noFill/>
                </a:ln>
                <a:solidFill>
                  <a:srgbClr val="A3E5EE">
                    <a:lumMod val="50000"/>
                  </a:srgbClr>
                </a:solidFill>
                <a:effectLst/>
                <a:uLnTx/>
                <a:uFillTx/>
                <a:latin typeface="BISansCond" panose="02000006050000020004" pitchFamily="2" charset="0"/>
                <a:ea typeface="等线" panose="02010600030101010101" pitchFamily="2" charset="-122"/>
                <a:cs typeface="Calibri" panose="020F0502020204030204" pitchFamily="34" charset="0"/>
              </a:rPr>
              <a:t>1</a:t>
            </a:r>
            <a:r>
              <a:rPr kumimoji="0" lang="en-US" altLang="zh-CN" sz="675" b="0" i="0" u="none" strike="noStrike" kern="1200" cap="none" spc="0" normalizeH="0" baseline="30000" noProof="0">
                <a:ln>
                  <a:noFill/>
                </a:ln>
                <a:solidFill>
                  <a:srgbClr val="A3E5EE">
                    <a:lumMod val="50000"/>
                  </a:srgbClr>
                </a:solidFill>
                <a:effectLst/>
                <a:uLnTx/>
                <a:uFillTx/>
                <a:latin typeface="BISansCond" panose="02000006050000020004" pitchFamily="2" charset="0"/>
                <a:ea typeface="等线" panose="02010600030101010101" pitchFamily="2" charset="-122"/>
                <a:cs typeface="Calibri" panose="020F0502020204030204" pitchFamily="34" charset="0"/>
              </a:rPr>
              <a:t>st</a:t>
            </a:r>
            <a:r>
              <a:rPr kumimoji="0" lang="en-US" altLang="zh-CN" sz="675" b="0" i="0" u="none" strike="noStrike" kern="1200" cap="none" spc="0" normalizeH="0" baseline="0" noProof="0">
                <a:ln>
                  <a:noFill/>
                </a:ln>
                <a:solidFill>
                  <a:srgbClr val="A3E5EE">
                    <a:lumMod val="50000"/>
                  </a:srgbClr>
                </a:solidFill>
                <a:effectLst/>
                <a:uLnTx/>
                <a:uFillTx/>
                <a:latin typeface="BISansCond" panose="02000006050000020004" pitchFamily="2" charset="0"/>
                <a:ea typeface="等线" panose="02010600030101010101" pitchFamily="2" charset="-122"/>
                <a:cs typeface="Calibri" panose="020F0502020204030204" pitchFamily="34" charset="0"/>
              </a:rPr>
              <a:t> key results for HER2 mut.</a:t>
            </a:r>
            <a:endParaRPr kumimoji="0" lang="zh-CN" altLang="en-US" sz="675" b="0" i="0" u="none" strike="noStrike" kern="1200" cap="none" spc="0" normalizeH="0" baseline="0" noProof="0">
              <a:ln>
                <a:noFill/>
              </a:ln>
              <a:solidFill>
                <a:srgbClr val="A3E5EE">
                  <a:lumMod val="50000"/>
                </a:srgbClr>
              </a:solidFill>
              <a:effectLst/>
              <a:uLnTx/>
              <a:uFillTx/>
              <a:latin typeface="BISansCond" panose="02000006050000020004" pitchFamily="2" charset="0"/>
              <a:ea typeface="等线" panose="02010600030101010101" pitchFamily="2" charset="-122"/>
              <a:cs typeface="+mn-cs"/>
            </a:endParaRPr>
          </a:p>
        </p:txBody>
      </p:sp>
      <p:sp>
        <p:nvSpPr>
          <p:cNvPr id="37" name="TextBox 36">
            <a:extLst>
              <a:ext uri="{FF2B5EF4-FFF2-40B4-BE49-F238E27FC236}">
                <a16:creationId xmlns:a16="http://schemas.microsoft.com/office/drawing/2014/main" id="{D464F31D-4614-D6C3-958C-05A866592001}"/>
              </a:ext>
            </a:extLst>
          </p:cNvPr>
          <p:cNvSpPr txBox="1"/>
          <p:nvPr/>
        </p:nvSpPr>
        <p:spPr>
          <a:xfrm>
            <a:off x="5429979" y="2087309"/>
            <a:ext cx="618739" cy="361637"/>
          </a:xfrm>
          <a:prstGeom prst="rect">
            <a:avLst/>
          </a:prstGeom>
          <a:noFill/>
        </p:spPr>
        <p:txBody>
          <a:bodyPr wrap="square" rtlCol="0">
            <a:spAutoFit/>
          </a:bodyPr>
          <a:lstStyle/>
          <a:p>
            <a:pPr marL="0" marR="0" lvl="0" indent="0" algn="ctr" defTabSz="685800" rtl="0" eaLnBrk="1" fontAlgn="auto" latinLnBrk="0" hangingPunct="1">
              <a:lnSpc>
                <a:spcPts val="675"/>
              </a:lnSpc>
              <a:spcBef>
                <a:spcPts val="0"/>
              </a:spcBef>
              <a:spcAft>
                <a:spcPts val="0"/>
              </a:spcAft>
              <a:buClrTx/>
              <a:buSzTx/>
              <a:buFontTx/>
              <a:buNone/>
              <a:tabLst/>
              <a:defRPr/>
            </a:pPr>
            <a:r>
              <a:rPr kumimoji="0" lang="en-US" altLang="zh-CN" sz="675" b="0" i="0" u="none" strike="noStrike" kern="1200" cap="none" spc="0" normalizeH="0" baseline="0" noProof="0">
                <a:ln>
                  <a:noFill/>
                </a:ln>
                <a:solidFill>
                  <a:srgbClr val="A3E5EE">
                    <a:lumMod val="50000"/>
                  </a:srgbClr>
                </a:solidFill>
                <a:effectLst/>
                <a:uLnTx/>
                <a:uFillTx/>
                <a:latin typeface="BISansCond" panose="02000006050000020004" pitchFamily="2" charset="0"/>
                <a:ea typeface="等线" panose="02010600030101010101" pitchFamily="2" charset="-122"/>
                <a:cs typeface="Calibri" panose="020F0502020204030204" pitchFamily="34" charset="0"/>
              </a:rPr>
              <a:t>1</a:t>
            </a:r>
            <a:r>
              <a:rPr kumimoji="0" lang="en-US" altLang="zh-CN" sz="675" b="0" i="0" u="none" strike="noStrike" kern="1200" cap="none" spc="0" normalizeH="0" baseline="30000" noProof="0">
                <a:ln>
                  <a:noFill/>
                </a:ln>
                <a:solidFill>
                  <a:srgbClr val="A3E5EE">
                    <a:lumMod val="50000"/>
                  </a:srgbClr>
                </a:solidFill>
                <a:effectLst/>
                <a:uLnTx/>
                <a:uFillTx/>
                <a:latin typeface="BISansCond" panose="02000006050000020004" pitchFamily="2" charset="0"/>
                <a:ea typeface="等线" panose="02010600030101010101" pitchFamily="2" charset="-122"/>
                <a:cs typeface="Calibri" panose="020F0502020204030204" pitchFamily="34" charset="0"/>
              </a:rPr>
              <a:t>st</a:t>
            </a:r>
            <a:r>
              <a:rPr kumimoji="0" lang="en-US" altLang="zh-CN" sz="675" b="0" i="0" u="none" strike="noStrike" kern="1200" cap="none" spc="0" normalizeH="0" baseline="0" noProof="0">
                <a:ln>
                  <a:noFill/>
                </a:ln>
                <a:solidFill>
                  <a:srgbClr val="A3E5EE">
                    <a:lumMod val="50000"/>
                  </a:srgbClr>
                </a:solidFill>
                <a:effectLst/>
                <a:uLnTx/>
                <a:uFillTx/>
                <a:latin typeface="BISansCond" panose="02000006050000020004" pitchFamily="2" charset="0"/>
                <a:ea typeface="等线" panose="02010600030101010101" pitchFamily="2" charset="-122"/>
                <a:cs typeface="Calibri" panose="020F0502020204030204" pitchFamily="34" charset="0"/>
              </a:rPr>
              <a:t> key results for HER2 amp.</a:t>
            </a:r>
            <a:endParaRPr kumimoji="0" lang="zh-CN" altLang="en-US" sz="675" b="0" i="0" u="none" strike="noStrike" kern="1200" cap="none" spc="0" normalizeH="0" baseline="0" noProof="0">
              <a:ln>
                <a:noFill/>
              </a:ln>
              <a:solidFill>
                <a:srgbClr val="A3E5EE">
                  <a:lumMod val="50000"/>
                </a:srgbClr>
              </a:solidFill>
              <a:effectLst/>
              <a:uLnTx/>
              <a:uFillTx/>
              <a:latin typeface="BISansCond" panose="02000006050000020004" pitchFamily="2" charset="0"/>
              <a:ea typeface="等线" panose="02010600030101010101" pitchFamily="2" charset="-122"/>
              <a:cs typeface="+mn-cs"/>
            </a:endParaRPr>
          </a:p>
        </p:txBody>
      </p:sp>
      <p:sp>
        <p:nvSpPr>
          <p:cNvPr id="38" name="Rectangle 37">
            <a:extLst>
              <a:ext uri="{FF2B5EF4-FFF2-40B4-BE49-F238E27FC236}">
                <a16:creationId xmlns:a16="http://schemas.microsoft.com/office/drawing/2014/main" id="{2A64CAFD-1CBF-B61D-C990-91F36F9A0136}"/>
              </a:ext>
            </a:extLst>
          </p:cNvPr>
          <p:cNvSpPr/>
          <p:nvPr/>
        </p:nvSpPr>
        <p:spPr>
          <a:xfrm>
            <a:off x="5424453" y="2055299"/>
            <a:ext cx="301686" cy="207749"/>
          </a:xfrm>
          <a:prstGeom prst="rect">
            <a:avLst/>
          </a:prstGeom>
        </p:spPr>
        <p:txBody>
          <a:bodyPr wrap="non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LPI</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9" name="Star: 4 Points 143">
            <a:extLst>
              <a:ext uri="{FF2B5EF4-FFF2-40B4-BE49-F238E27FC236}">
                <a16:creationId xmlns:a16="http://schemas.microsoft.com/office/drawing/2014/main" id="{98E9795D-126F-CB13-D157-2CEBED0B825E}"/>
              </a:ext>
            </a:extLst>
          </p:cNvPr>
          <p:cNvSpPr/>
          <p:nvPr/>
        </p:nvSpPr>
        <p:spPr bwMode="auto">
          <a:xfrm>
            <a:off x="5512781" y="195866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32"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40" name="TextBox 39">
            <a:extLst>
              <a:ext uri="{FF2B5EF4-FFF2-40B4-BE49-F238E27FC236}">
                <a16:creationId xmlns:a16="http://schemas.microsoft.com/office/drawing/2014/main" id="{E91FE718-D99B-1E4C-9E7E-2D2B3C150C66}"/>
              </a:ext>
            </a:extLst>
          </p:cNvPr>
          <p:cNvSpPr txBox="1"/>
          <p:nvPr/>
        </p:nvSpPr>
        <p:spPr>
          <a:xfrm>
            <a:off x="5154545" y="1686714"/>
            <a:ext cx="740802" cy="207749"/>
          </a:xfrm>
          <a:prstGeom prst="rect">
            <a:avLst/>
          </a:prstGeom>
          <a:noFill/>
        </p:spPr>
        <p:txBody>
          <a:bodyPr wrap="squar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Jun</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2026</a:t>
            </a:r>
          </a:p>
        </p:txBody>
      </p:sp>
      <p:grpSp>
        <p:nvGrpSpPr>
          <p:cNvPr id="42" name="Group 41">
            <a:extLst>
              <a:ext uri="{FF2B5EF4-FFF2-40B4-BE49-F238E27FC236}">
                <a16:creationId xmlns:a16="http://schemas.microsoft.com/office/drawing/2014/main" id="{DB44D556-4146-AE8E-C3BA-793008F06E61}"/>
              </a:ext>
            </a:extLst>
          </p:cNvPr>
          <p:cNvGrpSpPr/>
          <p:nvPr/>
        </p:nvGrpSpPr>
        <p:grpSpPr>
          <a:xfrm>
            <a:off x="2716292" y="3493184"/>
            <a:ext cx="2866459" cy="577468"/>
            <a:chOff x="2896053" y="4551101"/>
            <a:chExt cx="3821956" cy="769958"/>
          </a:xfrm>
        </p:grpSpPr>
        <p:sp>
          <p:nvSpPr>
            <p:cNvPr id="46" name="Star: 4 Points 143">
              <a:extLst>
                <a:ext uri="{FF2B5EF4-FFF2-40B4-BE49-F238E27FC236}">
                  <a16:creationId xmlns:a16="http://schemas.microsoft.com/office/drawing/2014/main" id="{F77E16B2-7D89-8310-3063-986E8A4989E7}"/>
                </a:ext>
              </a:extLst>
            </p:cNvPr>
            <p:cNvSpPr/>
            <p:nvPr/>
          </p:nvSpPr>
          <p:spPr bwMode="auto">
            <a:xfrm>
              <a:off x="3984280" y="492420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32"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47" name="OTLSHAPE_T_e17f3958430f4cff8650518c93c7635e_Shape">
              <a:extLst>
                <a:ext uri="{FF2B5EF4-FFF2-40B4-BE49-F238E27FC236}">
                  <a16:creationId xmlns:a16="http://schemas.microsoft.com/office/drawing/2014/main" id="{D4599607-868F-00DE-E33F-6EA2407A8487}"/>
                </a:ext>
              </a:extLst>
            </p:cNvPr>
            <p:cNvSpPr/>
            <p:nvPr>
              <p:custDataLst>
                <p:tags r:id="rId4"/>
              </p:custDataLst>
            </p:nvPr>
          </p:nvSpPr>
          <p:spPr bwMode="auto">
            <a:xfrm>
              <a:off x="3160394" y="4770577"/>
              <a:ext cx="914400" cy="250788"/>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34290" rIns="0" bIns="34290" numCol="1" rtlCol="0" anchor="ctr" anchorCtr="0" compatLnSpc="1">
              <a:prstTxWarp prst="textNoShape">
                <a:avLst/>
              </a:prstTxWarp>
            </a:bodyPr>
            <a:lstStyle/>
            <a:p>
              <a:pPr marL="0" marR="0" lvl="0" indent="0" algn="ctr" defTabSz="914333" rtl="0" eaLnBrk="0" fontAlgn="base" latinLnBrk="0" hangingPunct="0">
                <a:lnSpc>
                  <a:spcPct val="100000"/>
                </a:lnSpc>
                <a:spcBef>
                  <a:spcPct val="0"/>
                </a:spcBef>
                <a:spcAft>
                  <a:spcPct val="0"/>
                </a:spcAft>
                <a:buClrTx/>
                <a:buSzTx/>
                <a:buFontTx/>
                <a:buNone/>
                <a:tabLst/>
                <a:defRPr/>
              </a:pPr>
              <a:r>
                <a:rPr kumimoji="0" lang="en-US" altLang="zh-CN" sz="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 + 1</a:t>
              </a:r>
              <a:r>
                <a:rPr kumimoji="0" lang="en-US" altLang="zh-CN" sz="500" b="0" i="0" u="none" strike="noStrike" kern="1200" cap="none" spc="0" normalizeH="0" baseline="30000" noProof="0">
                  <a:ln>
                    <a:noFill/>
                  </a:ln>
                  <a:solidFill>
                    <a:srgbClr val="000000"/>
                  </a:solidFill>
                  <a:effectLst/>
                  <a:uLnTx/>
                  <a:uFillTx/>
                  <a:latin typeface="Calibri" panose="020F0502020204030204" pitchFamily="34" charset="0"/>
                  <a:ea typeface="+mn-ea"/>
                  <a:cs typeface="Calibri" panose="020F0502020204030204" pitchFamily="34" charset="0"/>
                </a:rPr>
                <a:t>st</a:t>
              </a:r>
              <a:r>
                <a:rPr kumimoji="0" lang="en-US" altLang="zh-CN" sz="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SIV (6m)</a:t>
              </a:r>
              <a:endParaRPr kumimoji="0" lang="zh-CN" altLang="en-US" sz="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8" name="OTLSHAPE_T_e17f3958430f4cff8650518c93c7635e_StartDate">
              <a:extLst>
                <a:ext uri="{FF2B5EF4-FFF2-40B4-BE49-F238E27FC236}">
                  <a16:creationId xmlns:a16="http://schemas.microsoft.com/office/drawing/2014/main" id="{EB307149-086D-06B0-8C59-6A73887C8D24}"/>
                </a:ext>
              </a:extLst>
            </p:cNvPr>
            <p:cNvSpPr txBox="1"/>
            <p:nvPr>
              <p:custDataLst>
                <p:tags r:id="rId5"/>
              </p:custDataLst>
            </p:nvPr>
          </p:nvSpPr>
          <p:spPr>
            <a:xfrm>
              <a:off x="2896053" y="4609145"/>
              <a:ext cx="682623" cy="153888"/>
            </a:xfrm>
            <a:prstGeom prst="rect">
              <a:avLst/>
            </a:prstGeom>
            <a:noFill/>
          </p:spPr>
          <p:txBody>
            <a:bodyPr vert="horz" wrap="square" lIns="0" tIns="0" rIns="0" bIns="0" rtlCol="0" anchor="ctr" anchorCtr="0">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May 2024</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nvGrpSpPr>
            <p:cNvPr id="49" name="Group 48">
              <a:extLst>
                <a:ext uri="{FF2B5EF4-FFF2-40B4-BE49-F238E27FC236}">
                  <a16:creationId xmlns:a16="http://schemas.microsoft.com/office/drawing/2014/main" id="{A6756A69-2EFE-AD75-543E-3AC6287FE428}"/>
                </a:ext>
              </a:extLst>
            </p:cNvPr>
            <p:cNvGrpSpPr/>
            <p:nvPr/>
          </p:nvGrpSpPr>
          <p:grpSpPr>
            <a:xfrm>
              <a:off x="3053955" y="4964654"/>
              <a:ext cx="365762" cy="269190"/>
              <a:chOff x="2897462" y="4792072"/>
              <a:chExt cx="274320" cy="201892"/>
            </a:xfrm>
          </p:grpSpPr>
          <p:sp>
            <p:nvSpPr>
              <p:cNvPr id="54" name="OTLSHAPE_M_39ea6ebc19a94c9fab6ef5006c31df58_Shape">
                <a:extLst>
                  <a:ext uri="{FF2B5EF4-FFF2-40B4-BE49-F238E27FC236}">
                    <a16:creationId xmlns:a16="http://schemas.microsoft.com/office/drawing/2014/main" id="{7D3401E8-F05E-8AF6-297A-449BC5DEAD89}"/>
                  </a:ext>
                </a:extLst>
              </p:cNvPr>
              <p:cNvSpPr/>
              <p:nvPr>
                <p:custDataLst>
                  <p:tags r:id="rId7"/>
                </p:custDataLst>
              </p:nvPr>
            </p:nvSpPr>
            <p:spPr bwMode="auto">
              <a:xfrm rot="16200000">
                <a:off x="2958185" y="4799520"/>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749" rtl="0" eaLnBrk="0" fontAlgn="base" latinLnBrk="0" hangingPunct="0">
                  <a:lnSpc>
                    <a:spcPct val="100000"/>
                  </a:lnSpc>
                  <a:spcBef>
                    <a:spcPct val="0"/>
                  </a:spcBef>
                  <a:spcAft>
                    <a:spcPct val="0"/>
                  </a:spcAft>
                  <a:buClrTx/>
                  <a:buSzTx/>
                  <a:buFontTx/>
                  <a:buNone/>
                  <a:tabLst/>
                  <a:defRPr/>
                </a:pPr>
                <a:endParaRPr kumimoji="0" lang="zh-CN" altLang="en-US" sz="2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5" name="OTLSHAPE_M_39ea6ebc19a94c9fab6ef5006c31df58_Title">
                <a:extLst>
                  <a:ext uri="{FF2B5EF4-FFF2-40B4-BE49-F238E27FC236}">
                    <a16:creationId xmlns:a16="http://schemas.microsoft.com/office/drawing/2014/main" id="{E90FC452-79E0-F0B5-7518-F45A78EC1AE1}"/>
                  </a:ext>
                </a:extLst>
              </p:cNvPr>
              <p:cNvSpPr txBox="1"/>
              <p:nvPr>
                <p:custDataLst>
                  <p:tags r:id="rId8"/>
                </p:custDataLst>
              </p:nvPr>
            </p:nvSpPr>
            <p:spPr>
              <a:xfrm>
                <a:off x="2897462" y="4878549"/>
                <a:ext cx="274320" cy="115415"/>
              </a:xfrm>
              <a:prstGeom prst="rect">
                <a:avLst/>
              </a:prstGeom>
              <a:noFill/>
            </p:spPr>
            <p:txBody>
              <a:bodyPr vert="horz" wrap="square" lIns="0" tIns="0" rIns="0" bIns="0" rtlCol="0" anchor="ctr" anchorCtr="0">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CTA-s</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sp>
          <p:nvSpPr>
            <p:cNvPr id="50" name="Rectangle 49">
              <a:extLst>
                <a:ext uri="{FF2B5EF4-FFF2-40B4-BE49-F238E27FC236}">
                  <a16:creationId xmlns:a16="http://schemas.microsoft.com/office/drawing/2014/main" id="{3B6F1322-F5A2-CB4E-311A-555C1B44BF4F}"/>
                </a:ext>
              </a:extLst>
            </p:cNvPr>
            <p:cNvSpPr/>
            <p:nvPr/>
          </p:nvSpPr>
          <p:spPr>
            <a:xfrm>
              <a:off x="3826265" y="5044060"/>
              <a:ext cx="573235" cy="276999"/>
            </a:xfrm>
            <a:prstGeom prst="rect">
              <a:avLst/>
            </a:prstGeom>
          </p:spPr>
          <p:txBody>
            <a:bodyPr wrap="none">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a:t>
              </a:r>
              <a:r>
                <a:rPr kumimoji="0" lang="en-US" altLang="zh-CN" sz="750" b="1" i="0" u="none" strike="noStrike" kern="1200" cap="none" spc="0" normalizeH="0" baseline="30000" noProof="0">
                  <a:ln>
                    <a:noFill/>
                  </a:ln>
                  <a:solidFill>
                    <a:srgbClr val="44546A"/>
                  </a:solidFill>
                  <a:effectLst/>
                  <a:uLnTx/>
                  <a:uFillTx/>
                  <a:latin typeface="Calibri" panose="020F0502020204030204" pitchFamily="34" charset="0"/>
                  <a:ea typeface="+mn-ea"/>
                  <a:cs typeface="Calibri" panose="020F0502020204030204" pitchFamily="34" charset="0"/>
                </a:rPr>
                <a:t>st</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SIV</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nvGrpSpPr>
            <p:cNvPr id="51" name="Group 50">
              <a:extLst>
                <a:ext uri="{FF2B5EF4-FFF2-40B4-BE49-F238E27FC236}">
                  <a16:creationId xmlns:a16="http://schemas.microsoft.com/office/drawing/2014/main" id="{DC21DE14-C1D7-7452-915C-5E43CA3E71F4}"/>
                </a:ext>
              </a:extLst>
            </p:cNvPr>
            <p:cNvGrpSpPr/>
            <p:nvPr/>
          </p:nvGrpSpPr>
          <p:grpSpPr>
            <a:xfrm>
              <a:off x="3683369" y="4551101"/>
              <a:ext cx="3034640" cy="471852"/>
              <a:chOff x="3729834" y="1795550"/>
              <a:chExt cx="3034640" cy="471852"/>
            </a:xfrm>
          </p:grpSpPr>
          <p:sp>
            <p:nvSpPr>
              <p:cNvPr id="52" name="OTLSHAPE_T_e17f3958430f4cff8650518c93c7635e_Shape">
                <a:extLst>
                  <a:ext uri="{FF2B5EF4-FFF2-40B4-BE49-F238E27FC236}">
                    <a16:creationId xmlns:a16="http://schemas.microsoft.com/office/drawing/2014/main" id="{7DEDBBD9-73B8-5F23-8BC7-4611B9940727}"/>
                  </a:ext>
                </a:extLst>
              </p:cNvPr>
              <p:cNvSpPr/>
              <p:nvPr>
                <p:custDataLst>
                  <p:tags r:id="rId6"/>
                </p:custDataLst>
              </p:nvPr>
            </p:nvSpPr>
            <p:spPr bwMode="auto">
              <a:xfrm>
                <a:off x="4124473" y="2007482"/>
                <a:ext cx="2640001" cy="25992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 2 (selected solid tumors; HER2 amp./mut.)</a:t>
                </a:r>
                <a:b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b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a:t>
                </a:r>
                <a:r>
                  <a:rPr lang="en-US" altLang="zh-CN" sz="700" b="1">
                    <a:solidFill>
                      <a:srgbClr val="000000"/>
                    </a:solidFill>
                    <a:latin typeface="Calibri" panose="020F0502020204030204" pitchFamily="34" charset="0"/>
                    <a:cs typeface="Calibri" panose="020F0502020204030204" pitchFamily="34" charset="0"/>
                  </a:rPr>
                  <a:t>10</a:t>
                </a: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a:t>
                </a:r>
                <a:endParaRPr kumimoji="0" lang="en-US" altLang="zh-CN" sz="700" b="1" i="1"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sp>
            <p:nvSpPr>
              <p:cNvPr id="53" name="TextBox 52">
                <a:extLst>
                  <a:ext uri="{FF2B5EF4-FFF2-40B4-BE49-F238E27FC236}">
                    <a16:creationId xmlns:a16="http://schemas.microsoft.com/office/drawing/2014/main" id="{E86D62A2-7296-4DF4-2B36-22B5BA2463C1}"/>
                  </a:ext>
                </a:extLst>
              </p:cNvPr>
              <p:cNvSpPr txBox="1"/>
              <p:nvPr/>
            </p:nvSpPr>
            <p:spPr>
              <a:xfrm>
                <a:off x="3729834" y="1795550"/>
                <a:ext cx="905194" cy="276999"/>
              </a:xfrm>
              <a:prstGeom prst="rect">
                <a:avLst/>
              </a:prstGeom>
              <a:noFill/>
            </p:spPr>
            <p:txBody>
              <a:bodyPr wrap="squar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Nov </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2024</a:t>
                </a:r>
              </a:p>
            </p:txBody>
          </p:sp>
        </p:grpSp>
      </p:grpSp>
      <p:sp>
        <p:nvSpPr>
          <p:cNvPr id="43" name="Rectangle 42">
            <a:extLst>
              <a:ext uri="{FF2B5EF4-FFF2-40B4-BE49-F238E27FC236}">
                <a16:creationId xmlns:a16="http://schemas.microsoft.com/office/drawing/2014/main" id="{5C29E055-2BB3-746E-DFF2-4B1572CD7BF3}"/>
              </a:ext>
            </a:extLst>
          </p:cNvPr>
          <p:cNvSpPr/>
          <p:nvPr/>
        </p:nvSpPr>
        <p:spPr>
          <a:xfrm>
            <a:off x="5422614" y="3863327"/>
            <a:ext cx="301686" cy="207749"/>
          </a:xfrm>
          <a:prstGeom prst="rect">
            <a:avLst/>
          </a:prstGeom>
        </p:spPr>
        <p:txBody>
          <a:bodyPr wrap="non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LPI</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4" name="Star: 4 Points 143">
            <a:extLst>
              <a:ext uri="{FF2B5EF4-FFF2-40B4-BE49-F238E27FC236}">
                <a16:creationId xmlns:a16="http://schemas.microsoft.com/office/drawing/2014/main" id="{E7B74C60-43DC-F3E7-35AF-F83EA137DAC9}"/>
              </a:ext>
            </a:extLst>
          </p:cNvPr>
          <p:cNvSpPr/>
          <p:nvPr/>
        </p:nvSpPr>
        <p:spPr bwMode="auto">
          <a:xfrm>
            <a:off x="5504364" y="376669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32"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45" name="TextBox 44">
            <a:extLst>
              <a:ext uri="{FF2B5EF4-FFF2-40B4-BE49-F238E27FC236}">
                <a16:creationId xmlns:a16="http://schemas.microsoft.com/office/drawing/2014/main" id="{C2C432F4-4D0D-9B9A-47A5-88430D66D5E9}"/>
              </a:ext>
            </a:extLst>
          </p:cNvPr>
          <p:cNvSpPr txBox="1"/>
          <p:nvPr/>
        </p:nvSpPr>
        <p:spPr>
          <a:xfrm>
            <a:off x="5096640" y="3488686"/>
            <a:ext cx="746858" cy="207749"/>
          </a:xfrm>
          <a:prstGeom prst="rect">
            <a:avLst/>
          </a:prstGeom>
          <a:noFill/>
        </p:spPr>
        <p:txBody>
          <a:bodyPr wrap="squar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Jun </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2026</a:t>
            </a:r>
          </a:p>
        </p:txBody>
      </p:sp>
      <p:sp>
        <p:nvSpPr>
          <p:cNvPr id="59" name="Isosceles Triangle 58">
            <a:extLst>
              <a:ext uri="{FF2B5EF4-FFF2-40B4-BE49-F238E27FC236}">
                <a16:creationId xmlns:a16="http://schemas.microsoft.com/office/drawing/2014/main" id="{D051681C-A9EF-4148-9E4D-5B2AF961F7F2}"/>
              </a:ext>
            </a:extLst>
          </p:cNvPr>
          <p:cNvSpPr>
            <a:spLocks noChangeAspect="1"/>
          </p:cNvSpPr>
          <p:nvPr/>
        </p:nvSpPr>
        <p:spPr>
          <a:xfrm>
            <a:off x="5669365" y="2018590"/>
            <a:ext cx="97259" cy="97259"/>
          </a:xfrm>
          <a:prstGeom prst="triangle">
            <a:avLst/>
          </a:prstGeom>
          <a:solidFill>
            <a:schemeClr val="tx2">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788" b="0" i="0" u="none" strike="noStrike" kern="1200" cap="none" spc="0" normalizeH="0" baseline="0" noProof="0" err="1">
              <a:ln>
                <a:noFill/>
              </a:ln>
              <a:solidFill>
                <a:srgbClr val="FFFFFF"/>
              </a:solidFill>
              <a:effectLst/>
              <a:uLnTx/>
              <a:uFillTx/>
              <a:latin typeface="BISans" panose="02000503040000020004" pitchFamily="2" charset="0"/>
              <a:ea typeface="+mn-ea"/>
              <a:cs typeface="+mn-cs"/>
            </a:endParaRPr>
          </a:p>
        </p:txBody>
      </p:sp>
      <p:grpSp>
        <p:nvGrpSpPr>
          <p:cNvPr id="61" name="Group 60">
            <a:extLst>
              <a:ext uri="{FF2B5EF4-FFF2-40B4-BE49-F238E27FC236}">
                <a16:creationId xmlns:a16="http://schemas.microsoft.com/office/drawing/2014/main" id="{863E877B-F2ED-DF5B-128E-32CDA2A360F1}"/>
              </a:ext>
            </a:extLst>
          </p:cNvPr>
          <p:cNvGrpSpPr/>
          <p:nvPr/>
        </p:nvGrpSpPr>
        <p:grpSpPr>
          <a:xfrm>
            <a:off x="1370156" y="1261526"/>
            <a:ext cx="506870" cy="432590"/>
            <a:chOff x="5320925" y="1343292"/>
            <a:chExt cx="506870" cy="432590"/>
          </a:xfrm>
        </p:grpSpPr>
        <p:sp>
          <p:nvSpPr>
            <p:cNvPr id="62" name="Rectangle 61">
              <a:extLst>
                <a:ext uri="{FF2B5EF4-FFF2-40B4-BE49-F238E27FC236}">
                  <a16:creationId xmlns:a16="http://schemas.microsoft.com/office/drawing/2014/main" id="{BA299ECF-4C16-2D16-AE47-95D6058569FC}"/>
                </a:ext>
              </a:extLst>
            </p:cNvPr>
            <p:cNvSpPr/>
            <p:nvPr/>
          </p:nvSpPr>
          <p:spPr>
            <a:xfrm>
              <a:off x="5320925" y="1478365"/>
              <a:ext cx="506870" cy="297517"/>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SoD</a:t>
              </a:r>
            </a:p>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Jul</a:t>
              </a:r>
              <a:r>
                <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2023</a:t>
              </a:r>
            </a:p>
          </p:txBody>
        </p:sp>
        <p:sp>
          <p:nvSpPr>
            <p:cNvPr id="63" name="OTLSHAPE_M_4315c04ef6244ea3a2c8fb75205cc353_Shape">
              <a:extLst>
                <a:ext uri="{FF2B5EF4-FFF2-40B4-BE49-F238E27FC236}">
                  <a16:creationId xmlns:a16="http://schemas.microsoft.com/office/drawing/2014/main" id="{C6C014D2-4DAB-4F7F-F251-270D0077498B}"/>
                </a:ext>
              </a:extLst>
            </p:cNvPr>
            <p:cNvSpPr>
              <a:spLocks noChangeAspect="1"/>
            </p:cNvSpPr>
            <p:nvPr>
              <p:custDataLst>
                <p:tags r:id="rId3"/>
              </p:custDataLst>
            </p:nvPr>
          </p:nvSpPr>
          <p:spPr>
            <a:xfrm>
              <a:off x="5516179" y="1343292"/>
              <a:ext cx="128016" cy="142240"/>
            </a:xfrm>
            <a:prstGeom prst="diamond">
              <a:avLst/>
            </a:prstGeom>
            <a:solidFill>
              <a:srgbClr val="FFC000"/>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BISans"/>
                <a:ea typeface="+mn-ea"/>
                <a:cs typeface="+mn-cs"/>
              </a:endParaRPr>
            </a:p>
          </p:txBody>
        </p:sp>
      </p:grpSp>
      <p:sp>
        <p:nvSpPr>
          <p:cNvPr id="71" name="TextBox 70">
            <a:extLst>
              <a:ext uri="{FF2B5EF4-FFF2-40B4-BE49-F238E27FC236}">
                <a16:creationId xmlns:a16="http://schemas.microsoft.com/office/drawing/2014/main" id="{1E4C23C8-202E-B051-5D71-5E50C4E4230E}"/>
              </a:ext>
            </a:extLst>
          </p:cNvPr>
          <p:cNvSpPr txBox="1"/>
          <p:nvPr/>
        </p:nvSpPr>
        <p:spPr>
          <a:xfrm>
            <a:off x="118462" y="3766135"/>
            <a:ext cx="758024" cy="369332"/>
          </a:xfrm>
          <a:prstGeom prst="rect">
            <a:avLst/>
          </a:prstGeom>
          <a:noFill/>
          <a:ln>
            <a:solidFill>
              <a:schemeClr val="accent1"/>
            </a:solidFill>
          </a:ln>
        </p:spPr>
        <p:txBody>
          <a:bodyPr wrap="square" lIns="0" tIns="0" rIns="0" bIns="0" rtlCol="0">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Ph2 - 14</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79.9</a:t>
            </a:r>
          </a:p>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a:t>
            </a:r>
            <a:r>
              <a:rPr kumimoji="0" lang="en-US" altLang="zh-CN" sz="800" b="1" i="0" u="none" strike="noStrike" kern="1200" cap="none" spc="0" normalizeH="0" baseline="0" noProof="0" err="1">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Beamion</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PANTUMOR-1)</a:t>
            </a:r>
          </a:p>
        </p:txBody>
      </p:sp>
      <p:pic>
        <p:nvPicPr>
          <p:cNvPr id="13" name="Picture 12" descr="Traffic light - Simple English Wikipedia, the free ...">
            <a:extLst>
              <a:ext uri="{FF2B5EF4-FFF2-40B4-BE49-F238E27FC236}">
                <a16:creationId xmlns:a16="http://schemas.microsoft.com/office/drawing/2014/main" id="{5292F566-4A7A-7A1A-2A9E-1F4AE2315573}"/>
              </a:ext>
            </a:extLst>
          </p:cNvPr>
          <p:cNvPicPr>
            <a:picLocks noChangeAspect="1"/>
          </p:cNvPicPr>
          <p:nvPr/>
        </p:nvPicPr>
        <p:blipFill rotWithShape="1">
          <a:blip r:embed="rId15"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grpSp>
        <p:nvGrpSpPr>
          <p:cNvPr id="56" name="Group 66">
            <a:extLst>
              <a:ext uri="{FF2B5EF4-FFF2-40B4-BE49-F238E27FC236}">
                <a16:creationId xmlns:a16="http://schemas.microsoft.com/office/drawing/2014/main" id="{4269C7D1-673E-4FC5-F9DF-3486DD4E1093}"/>
              </a:ext>
            </a:extLst>
          </p:cNvPr>
          <p:cNvGrpSpPr/>
          <p:nvPr/>
        </p:nvGrpSpPr>
        <p:grpSpPr>
          <a:xfrm>
            <a:off x="2316188" y="1873992"/>
            <a:ext cx="558166" cy="352336"/>
            <a:chOff x="4061759" y="2769248"/>
            <a:chExt cx="744219" cy="469782"/>
          </a:xfrm>
        </p:grpSpPr>
        <p:sp>
          <p:nvSpPr>
            <p:cNvPr id="57" name="TextBox 67">
              <a:extLst>
                <a:ext uri="{FF2B5EF4-FFF2-40B4-BE49-F238E27FC236}">
                  <a16:creationId xmlns:a16="http://schemas.microsoft.com/office/drawing/2014/main" id="{89CE924F-D9DF-746F-F808-7125DB85DE62}"/>
                </a:ext>
              </a:extLst>
            </p:cNvPr>
            <p:cNvSpPr txBox="1"/>
            <p:nvPr/>
          </p:nvSpPr>
          <p:spPr>
            <a:xfrm>
              <a:off x="4061759" y="2931252"/>
              <a:ext cx="744219" cy="307778"/>
            </a:xfrm>
            <a:prstGeom prst="rect">
              <a:avLst/>
            </a:prstGeom>
            <a:noFill/>
          </p:spPr>
          <p:txBody>
            <a:bodyPr vert="horz" wrap="square" lIns="0" tIns="0" rIns="0" bIns="0" rtlCol="0" anchor="ctr" anchorCtr="0">
              <a:spAutoFit/>
            </a:bodyPr>
            <a:lstStyle>
              <a:defPPr>
                <a:defRPr lang="de-DE"/>
              </a:defPPr>
              <a:lvl1pPr marR="0" lvl="0" indent="0" defTabSz="914333" fontAlgn="auto">
                <a:lnSpc>
                  <a:spcPct val="100000"/>
                </a:lnSpc>
                <a:spcBef>
                  <a:spcPts val="0"/>
                </a:spcBef>
                <a:spcAft>
                  <a:spcPts val="0"/>
                </a:spcAft>
                <a:buClrTx/>
                <a:buSzTx/>
                <a:buFontTx/>
                <a:buNone/>
                <a:tabLst/>
                <a:defRPr kumimoji="0" sz="750"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algn="ctr"/>
              <a:r>
                <a:rPr lang="en-US" altLang="zh-CN"/>
                <a:t>CTP final </a:t>
              </a:r>
            </a:p>
            <a:p>
              <a:pPr algn="ctr"/>
              <a:r>
                <a:rPr lang="en-US" altLang="zh-CN"/>
                <a:t>Mar’24</a:t>
              </a:r>
              <a:endParaRPr lang="zh-CN" altLang="en-US"/>
            </a:p>
          </p:txBody>
        </p:sp>
        <p:sp>
          <p:nvSpPr>
            <p:cNvPr id="58" name="Star: 4 Points 143">
              <a:extLst>
                <a:ext uri="{FF2B5EF4-FFF2-40B4-BE49-F238E27FC236}">
                  <a16:creationId xmlns:a16="http://schemas.microsoft.com/office/drawing/2014/main" id="{FE28F2DC-BC30-F961-3EAF-55679386EDDA}"/>
                </a:ext>
              </a:extLst>
            </p:cNvPr>
            <p:cNvSpPr/>
            <p:nvPr/>
          </p:nvSpPr>
          <p:spPr bwMode="auto">
            <a:xfrm>
              <a:off x="4340973" y="276924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83"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sp>
        <p:nvSpPr>
          <p:cNvPr id="70" name="文本框 69">
            <a:extLst>
              <a:ext uri="{FF2B5EF4-FFF2-40B4-BE49-F238E27FC236}">
                <a16:creationId xmlns:a16="http://schemas.microsoft.com/office/drawing/2014/main" id="{3ACE82E8-3B59-6E73-F253-D1E82A41EC5B}"/>
              </a:ext>
            </a:extLst>
          </p:cNvPr>
          <p:cNvSpPr txBox="1"/>
          <p:nvPr/>
        </p:nvSpPr>
        <p:spPr>
          <a:xfrm>
            <a:off x="2932793" y="2549885"/>
            <a:ext cx="3436288" cy="374571"/>
          </a:xfrm>
          <a:prstGeom prst="roundRect">
            <a:avLst/>
          </a:prstGeom>
          <a:noFill/>
          <a:ln>
            <a:solidFill>
              <a:srgbClr val="FF0000"/>
            </a:solidFill>
          </a:ln>
        </p:spPr>
        <p:txBody>
          <a:bodyPr wrap="square" rtlCol="0">
            <a:spAutoFit/>
          </a:bodyPr>
          <a:lstStyle/>
          <a:p>
            <a:pPr marL="72000" indent="-72000">
              <a:buFont typeface="Arial" panose="020B0604020202020204" pitchFamily="34" charset="0"/>
              <a:buChar char="•"/>
              <a:defRPr/>
            </a:pPr>
            <a:r>
              <a:rPr lang="en-US" altLang="zh-CN" sz="800">
                <a:solidFill>
                  <a:prstClr val="black"/>
                </a:solidFill>
                <a:cs typeface="Calibri" panose="020F0502020204030204" pitchFamily="34" charset="0"/>
              </a:rPr>
              <a:t>CTP V1 finalized and released on 04Apr2024.</a:t>
            </a:r>
          </a:p>
          <a:p>
            <a:pPr marL="72000" marR="0" lvl="0" indent="-72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a:solidFill>
                  <a:prstClr val="black"/>
                </a:solidFill>
                <a:cs typeface="Calibri" panose="020F0502020204030204" pitchFamily="34" charset="0"/>
              </a:rPr>
              <a:t>Global(US) CTA submission planned in May.</a:t>
            </a:r>
          </a:p>
        </p:txBody>
      </p:sp>
      <p:sp>
        <p:nvSpPr>
          <p:cNvPr id="72" name="文本框 71">
            <a:extLst>
              <a:ext uri="{FF2B5EF4-FFF2-40B4-BE49-F238E27FC236}">
                <a16:creationId xmlns:a16="http://schemas.microsoft.com/office/drawing/2014/main" id="{8DAC030B-D761-AD3B-58EF-E5CA15F3D245}"/>
              </a:ext>
            </a:extLst>
          </p:cNvPr>
          <p:cNvSpPr txBox="1"/>
          <p:nvPr/>
        </p:nvSpPr>
        <p:spPr>
          <a:xfrm>
            <a:off x="2932793" y="4148791"/>
            <a:ext cx="3711848" cy="374571"/>
          </a:xfrm>
          <a:prstGeom prst="roundRect">
            <a:avLst/>
          </a:prstGeom>
          <a:noFill/>
          <a:ln>
            <a:solidFill>
              <a:srgbClr val="FF0000"/>
            </a:solidFill>
          </a:ln>
        </p:spPr>
        <p:txBody>
          <a:bodyPr wrap="square" rtlCol="0">
            <a:spAutoFit/>
          </a:bodyPr>
          <a:lstStyle/>
          <a:p>
            <a:pPr marL="72000" marR="0" lvl="0" indent="-72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800" i="0" u="none" strike="noStrike" kern="1200" cap="none" spc="0" normalizeH="0" baseline="0" noProof="0">
                <a:ln>
                  <a:noFill/>
                </a:ln>
                <a:solidFill>
                  <a:prstClr val="black"/>
                </a:solidFill>
                <a:effectLst/>
                <a:uLnTx/>
                <a:uFillTx/>
                <a:cs typeface="Calibri" panose="020F0502020204030204" pitchFamily="34" charset="0"/>
              </a:rPr>
              <a:t>CTA submission is </a:t>
            </a:r>
            <a:r>
              <a:rPr lang="en-US" altLang="zh-CN" sz="800">
                <a:solidFill>
                  <a:prstClr val="black"/>
                </a:solidFill>
                <a:cs typeface="Calibri" panose="020F0502020204030204" pitchFamily="34" charset="0"/>
              </a:rPr>
              <a:t>expected to be completed </a:t>
            </a:r>
            <a:r>
              <a:rPr kumimoji="0" lang="en-US" altLang="zh-CN" sz="800" i="0" u="none" strike="noStrike" kern="1200" cap="none" spc="0" normalizeH="0" baseline="0" noProof="0">
                <a:ln>
                  <a:noFill/>
                </a:ln>
                <a:solidFill>
                  <a:prstClr val="black"/>
                </a:solidFill>
                <a:effectLst/>
                <a:uLnTx/>
                <a:uFillTx/>
                <a:cs typeface="Calibri" panose="020F0502020204030204" pitchFamily="34" charset="0"/>
              </a:rPr>
              <a:t>by the end of Apr 2024.</a:t>
            </a:r>
          </a:p>
          <a:p>
            <a:pPr marL="72000" marR="0" lvl="0" indent="-72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a:solidFill>
                  <a:prstClr val="black"/>
                </a:solidFill>
                <a:cs typeface="Calibri" panose="020F0502020204030204" pitchFamily="34" charset="0"/>
              </a:rPr>
              <a:t>Sites selection has been finalized in China, totally 3 sites confirmed. </a:t>
            </a:r>
            <a:endParaRPr kumimoji="0" lang="en-US" altLang="zh-CN" sz="800" i="0" u="none" strike="noStrike" kern="1200" cap="none" spc="0" normalizeH="0" baseline="0" noProof="0">
              <a:ln>
                <a:noFill/>
              </a:ln>
              <a:solidFill>
                <a:prstClr val="black"/>
              </a:solidFill>
              <a:effectLst/>
              <a:uLnTx/>
              <a:uFillTx/>
              <a:cs typeface="Calibri" panose="020F0502020204030204" pitchFamily="34" charset="0"/>
            </a:endParaRPr>
          </a:p>
        </p:txBody>
      </p:sp>
    </p:spTree>
    <p:extLst>
      <p:ext uri="{BB962C8B-B14F-4D97-AF65-F5344CB8AC3E}">
        <p14:creationId xmlns:p14="http://schemas.microsoft.com/office/powerpoint/2010/main" val="3404696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6FA9CCB-3398-F6CF-657E-D2493DD3D567}"/>
              </a:ext>
            </a:extLst>
          </p:cNvPr>
          <p:cNvSpPr>
            <a:spLocks noGrp="1"/>
          </p:cNvSpPr>
          <p:nvPr>
            <p:ph type="sldNum" sz="quarter" idx="2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600" b="0" i="0" u="none" strike="noStrike" kern="1200" cap="none" spc="0" normalizeH="0" baseline="0" noProof="0">
                <a:ln>
                  <a:noFill/>
                </a:ln>
                <a:solidFill>
                  <a:srgbClr val="08312A"/>
                </a:solidFill>
                <a:effectLst/>
                <a:uLnTx/>
                <a:uFillTx/>
                <a:latin typeface="Boehringer Forward Text"/>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21</a:t>
            </a:fld>
            <a:endParaRPr kumimoji="0" lang="en-US" sz="6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2" name="Table 1">
            <a:extLst>
              <a:ext uri="{FF2B5EF4-FFF2-40B4-BE49-F238E27FC236}">
                <a16:creationId xmlns:a16="http://schemas.microsoft.com/office/drawing/2014/main" id="{8CD04A04-43EF-1752-BF22-3110572F943F}"/>
              </a:ext>
            </a:extLst>
          </p:cNvPr>
          <p:cNvGraphicFramePr>
            <a:graphicFrameLocks noGrp="1"/>
          </p:cNvGraphicFramePr>
          <p:nvPr/>
        </p:nvGraphicFramePr>
        <p:xfrm>
          <a:off x="871800" y="736746"/>
          <a:ext cx="8037576" cy="468630"/>
        </p:xfrm>
        <a:graphic>
          <a:graphicData uri="http://schemas.openxmlformats.org/drawingml/2006/table">
            <a:tbl>
              <a:tblPr firstRow="1" bandRow="1"/>
              <a:tblGrid>
                <a:gridCol w="363474">
                  <a:extLst>
                    <a:ext uri="{9D8B030D-6E8A-4147-A177-3AD203B41FA5}">
                      <a16:colId xmlns:a16="http://schemas.microsoft.com/office/drawing/2014/main" val="3411862845"/>
                    </a:ext>
                  </a:extLst>
                </a:gridCol>
                <a:gridCol w="363474">
                  <a:extLst>
                    <a:ext uri="{9D8B030D-6E8A-4147-A177-3AD203B41FA5}">
                      <a16:colId xmlns:a16="http://schemas.microsoft.com/office/drawing/2014/main" val="2851474774"/>
                    </a:ext>
                  </a:extLst>
                </a:gridCol>
                <a:gridCol w="363474">
                  <a:extLst>
                    <a:ext uri="{9D8B030D-6E8A-4147-A177-3AD203B41FA5}">
                      <a16:colId xmlns:a16="http://schemas.microsoft.com/office/drawing/2014/main" val="107595344"/>
                    </a:ext>
                  </a:extLst>
                </a:gridCol>
                <a:gridCol w="363474">
                  <a:extLst>
                    <a:ext uri="{9D8B030D-6E8A-4147-A177-3AD203B41FA5}">
                      <a16:colId xmlns:a16="http://schemas.microsoft.com/office/drawing/2014/main" val="1666999431"/>
                    </a:ext>
                  </a:extLst>
                </a:gridCol>
                <a:gridCol w="363474">
                  <a:extLst>
                    <a:ext uri="{9D8B030D-6E8A-4147-A177-3AD203B41FA5}">
                      <a16:colId xmlns:a16="http://schemas.microsoft.com/office/drawing/2014/main" val="3696607442"/>
                    </a:ext>
                  </a:extLst>
                </a:gridCol>
                <a:gridCol w="363474">
                  <a:extLst>
                    <a:ext uri="{9D8B030D-6E8A-4147-A177-3AD203B41FA5}">
                      <a16:colId xmlns:a16="http://schemas.microsoft.com/office/drawing/2014/main" val="223989776"/>
                    </a:ext>
                  </a:extLst>
                </a:gridCol>
                <a:gridCol w="363474">
                  <a:extLst>
                    <a:ext uri="{9D8B030D-6E8A-4147-A177-3AD203B41FA5}">
                      <a16:colId xmlns:a16="http://schemas.microsoft.com/office/drawing/2014/main" val="124731204"/>
                    </a:ext>
                  </a:extLst>
                </a:gridCol>
                <a:gridCol w="363474">
                  <a:extLst>
                    <a:ext uri="{9D8B030D-6E8A-4147-A177-3AD203B41FA5}">
                      <a16:colId xmlns:a16="http://schemas.microsoft.com/office/drawing/2014/main" val="3066978585"/>
                    </a:ext>
                  </a:extLst>
                </a:gridCol>
                <a:gridCol w="363474">
                  <a:extLst>
                    <a:ext uri="{9D8B030D-6E8A-4147-A177-3AD203B41FA5}">
                      <a16:colId xmlns:a16="http://schemas.microsoft.com/office/drawing/2014/main" val="1064917641"/>
                    </a:ext>
                  </a:extLst>
                </a:gridCol>
                <a:gridCol w="363474">
                  <a:extLst>
                    <a:ext uri="{9D8B030D-6E8A-4147-A177-3AD203B41FA5}">
                      <a16:colId xmlns:a16="http://schemas.microsoft.com/office/drawing/2014/main" val="4221117315"/>
                    </a:ext>
                  </a:extLst>
                </a:gridCol>
                <a:gridCol w="363474">
                  <a:extLst>
                    <a:ext uri="{9D8B030D-6E8A-4147-A177-3AD203B41FA5}">
                      <a16:colId xmlns:a16="http://schemas.microsoft.com/office/drawing/2014/main" val="3266065341"/>
                    </a:ext>
                  </a:extLst>
                </a:gridCol>
                <a:gridCol w="363474">
                  <a:extLst>
                    <a:ext uri="{9D8B030D-6E8A-4147-A177-3AD203B41FA5}">
                      <a16:colId xmlns:a16="http://schemas.microsoft.com/office/drawing/2014/main" val="2374051224"/>
                    </a:ext>
                  </a:extLst>
                </a:gridCol>
                <a:gridCol w="363474">
                  <a:extLst>
                    <a:ext uri="{9D8B030D-6E8A-4147-A177-3AD203B41FA5}">
                      <a16:colId xmlns:a16="http://schemas.microsoft.com/office/drawing/2014/main" val="1840388365"/>
                    </a:ext>
                  </a:extLst>
                </a:gridCol>
                <a:gridCol w="363474">
                  <a:extLst>
                    <a:ext uri="{9D8B030D-6E8A-4147-A177-3AD203B41FA5}">
                      <a16:colId xmlns:a16="http://schemas.microsoft.com/office/drawing/2014/main" val="267750830"/>
                    </a:ext>
                  </a:extLst>
                </a:gridCol>
                <a:gridCol w="363474">
                  <a:extLst>
                    <a:ext uri="{9D8B030D-6E8A-4147-A177-3AD203B41FA5}">
                      <a16:colId xmlns:a16="http://schemas.microsoft.com/office/drawing/2014/main" val="3966469970"/>
                    </a:ext>
                  </a:extLst>
                </a:gridCol>
                <a:gridCol w="363474">
                  <a:extLst>
                    <a:ext uri="{9D8B030D-6E8A-4147-A177-3AD203B41FA5}">
                      <a16:colId xmlns:a16="http://schemas.microsoft.com/office/drawing/2014/main" val="2522973146"/>
                    </a:ext>
                  </a:extLst>
                </a:gridCol>
                <a:gridCol w="363474">
                  <a:extLst>
                    <a:ext uri="{9D8B030D-6E8A-4147-A177-3AD203B41FA5}">
                      <a16:colId xmlns:a16="http://schemas.microsoft.com/office/drawing/2014/main" val="2664881006"/>
                    </a:ext>
                  </a:extLst>
                </a:gridCol>
                <a:gridCol w="363474">
                  <a:extLst>
                    <a:ext uri="{9D8B030D-6E8A-4147-A177-3AD203B41FA5}">
                      <a16:colId xmlns:a16="http://schemas.microsoft.com/office/drawing/2014/main" val="2326695520"/>
                    </a:ext>
                  </a:extLst>
                </a:gridCol>
                <a:gridCol w="363474">
                  <a:extLst>
                    <a:ext uri="{9D8B030D-6E8A-4147-A177-3AD203B41FA5}">
                      <a16:colId xmlns:a16="http://schemas.microsoft.com/office/drawing/2014/main" val="3557660781"/>
                    </a:ext>
                  </a:extLst>
                </a:gridCol>
                <a:gridCol w="363474">
                  <a:extLst>
                    <a:ext uri="{9D8B030D-6E8A-4147-A177-3AD203B41FA5}">
                      <a16:colId xmlns:a16="http://schemas.microsoft.com/office/drawing/2014/main" val="3191090567"/>
                    </a:ext>
                  </a:extLst>
                </a:gridCol>
                <a:gridCol w="384048">
                  <a:extLst>
                    <a:ext uri="{9D8B030D-6E8A-4147-A177-3AD203B41FA5}">
                      <a16:colId xmlns:a16="http://schemas.microsoft.com/office/drawing/2014/main" val="2391268514"/>
                    </a:ext>
                  </a:extLst>
                </a:gridCol>
                <a:gridCol w="384048">
                  <a:extLst>
                    <a:ext uri="{9D8B030D-6E8A-4147-A177-3AD203B41FA5}">
                      <a16:colId xmlns:a16="http://schemas.microsoft.com/office/drawing/2014/main" val="478885863"/>
                    </a:ext>
                  </a:extLst>
                </a:gridCol>
              </a:tblGrid>
              <a:tr h="19431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2025</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2026</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2027</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2028</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2029</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2030</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2031</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743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Arial" panose="020B0604020202020204" pitchFamily="34" charset="0"/>
                          <a:cs typeface="Arial" panose="020B0604020202020204" pitchFamily="34" charset="0"/>
                        </a:rPr>
                        <a:t>Q2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Q3</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Arial" panose="020B0604020202020204" pitchFamily="34" charset="0"/>
                          <a:cs typeface="Arial" panose="020B0604020202020204" pitchFamily="34" charset="0"/>
                        </a:rPr>
                        <a:t>Q4</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H1</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Arial" panose="020B0604020202020204" pitchFamily="34" charset="0"/>
                          <a:cs typeface="Arial" panose="020B0604020202020204" pitchFamily="34" charset="0"/>
                        </a:rPr>
                        <a:t>H2</a:t>
                      </a: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cxnSp>
        <p:nvCxnSpPr>
          <p:cNvPr id="3" name="Straight Connector 2">
            <a:extLst>
              <a:ext uri="{FF2B5EF4-FFF2-40B4-BE49-F238E27FC236}">
                <a16:creationId xmlns:a16="http://schemas.microsoft.com/office/drawing/2014/main" id="{FD293132-F7BE-35E8-0D42-9B2722A6B71F}"/>
              </a:ext>
            </a:extLst>
          </p:cNvPr>
          <p:cNvCxnSpPr>
            <a:cxnSpLocks/>
          </p:cNvCxnSpPr>
          <p:nvPr/>
        </p:nvCxnSpPr>
        <p:spPr bwMode="auto">
          <a:xfrm flipH="1">
            <a:off x="39367" y="3180365"/>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6" name="Isosceles Triangle 5">
            <a:extLst>
              <a:ext uri="{FF2B5EF4-FFF2-40B4-BE49-F238E27FC236}">
                <a16:creationId xmlns:a16="http://schemas.microsoft.com/office/drawing/2014/main" id="{191851EB-2FB8-6BB4-E76F-2B86615BEA5E}"/>
              </a:ext>
            </a:extLst>
          </p:cNvPr>
          <p:cNvSpPr/>
          <p:nvPr/>
        </p:nvSpPr>
        <p:spPr>
          <a:xfrm rot="16200000" flipH="1">
            <a:off x="554817" y="885590"/>
            <a:ext cx="445770"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685749"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000000"/>
              </a:solidFill>
              <a:effectLst/>
              <a:uLnTx/>
              <a:uFillTx/>
              <a:latin typeface="BISansOpti"/>
              <a:ea typeface="+mn-ea"/>
              <a:cs typeface="+mn-cs"/>
            </a:endParaRPr>
          </a:p>
        </p:txBody>
      </p:sp>
      <p:sp>
        <p:nvSpPr>
          <p:cNvPr id="7" name="Isosceles Triangle 6">
            <a:extLst>
              <a:ext uri="{FF2B5EF4-FFF2-40B4-BE49-F238E27FC236}">
                <a16:creationId xmlns:a16="http://schemas.microsoft.com/office/drawing/2014/main" id="{FD65C168-8E20-56E1-2B20-E106575DDCAF}"/>
              </a:ext>
            </a:extLst>
          </p:cNvPr>
          <p:cNvSpPr/>
          <p:nvPr/>
        </p:nvSpPr>
        <p:spPr>
          <a:xfrm rot="5400000">
            <a:off x="8771284" y="888306"/>
            <a:ext cx="445770"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685749"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000000"/>
              </a:solidFill>
              <a:effectLst/>
              <a:uLnTx/>
              <a:uFillTx/>
              <a:latin typeface="BISansOpti"/>
              <a:ea typeface="+mn-ea"/>
              <a:cs typeface="+mn-cs"/>
            </a:endParaRPr>
          </a:p>
        </p:txBody>
      </p:sp>
      <p:grpSp>
        <p:nvGrpSpPr>
          <p:cNvPr id="8" name="Group 7">
            <a:extLst>
              <a:ext uri="{FF2B5EF4-FFF2-40B4-BE49-F238E27FC236}">
                <a16:creationId xmlns:a16="http://schemas.microsoft.com/office/drawing/2014/main" id="{A823E1E9-265E-DC14-1C3A-6B209CBC22EA}"/>
              </a:ext>
            </a:extLst>
          </p:cNvPr>
          <p:cNvGrpSpPr/>
          <p:nvPr/>
        </p:nvGrpSpPr>
        <p:grpSpPr>
          <a:xfrm>
            <a:off x="2437607" y="1282029"/>
            <a:ext cx="546747" cy="3738499"/>
            <a:chOff x="1062439" y="1443374"/>
            <a:chExt cx="546747" cy="3738497"/>
          </a:xfrm>
        </p:grpSpPr>
        <p:cxnSp>
          <p:nvCxnSpPr>
            <p:cNvPr id="9" name="Straight Connector 8">
              <a:extLst>
                <a:ext uri="{FF2B5EF4-FFF2-40B4-BE49-F238E27FC236}">
                  <a16:creationId xmlns:a16="http://schemas.microsoft.com/office/drawing/2014/main" id="{7FD311E6-0980-FC03-27D2-D80FD1909200}"/>
                </a:ext>
              </a:extLst>
            </p:cNvPr>
            <p:cNvCxnSpPr>
              <a:cxnSpLocks/>
            </p:cNvCxnSpPr>
            <p:nvPr/>
          </p:nvCxnSpPr>
          <p:spPr bwMode="auto">
            <a:xfrm flipV="1">
              <a:off x="1425218" y="1581873"/>
              <a:ext cx="0" cy="3599998"/>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0" name="OTLSHAPE_T_e17f3958430f4cff8650518c93c7635e_StartDate">
              <a:extLst>
                <a:ext uri="{FF2B5EF4-FFF2-40B4-BE49-F238E27FC236}">
                  <a16:creationId xmlns:a16="http://schemas.microsoft.com/office/drawing/2014/main" id="{7F2BC305-BE82-B9A3-62A8-D182C2DBFFB5}"/>
                </a:ext>
              </a:extLst>
            </p:cNvPr>
            <p:cNvSpPr txBox="1"/>
            <p:nvPr>
              <p:custDataLst>
                <p:tags r:id="rId17"/>
              </p:custDataLst>
            </p:nvPr>
          </p:nvSpPr>
          <p:spPr>
            <a:xfrm>
              <a:off x="1062439" y="1443374"/>
              <a:ext cx="546747" cy="123111"/>
            </a:xfrm>
            <a:prstGeom prst="rect">
              <a:avLst/>
            </a:prstGeom>
            <a:noFill/>
            <a:ln w="12700">
              <a:noFill/>
            </a:ln>
          </p:spPr>
          <p:txBody>
            <a:bodyPr vert="horz" wrap="square" lIns="0" tIns="0" rIns="0" bIns="0" rtlCol="0" anchor="ctr" anchorCtr="0">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8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11" name="标题 1">
            <a:extLst>
              <a:ext uri="{FF2B5EF4-FFF2-40B4-BE49-F238E27FC236}">
                <a16:creationId xmlns:a16="http://schemas.microsoft.com/office/drawing/2014/main" id="{4F6D49E8-8768-460C-6D7C-0CC0F8723583}"/>
              </a:ext>
            </a:extLst>
          </p:cNvPr>
          <p:cNvSpPr>
            <a:spLocks noGrp="1"/>
          </p:cNvSpPr>
          <p:nvPr>
            <p:ph type="title"/>
          </p:nvPr>
        </p:nvSpPr>
        <p:spPr>
          <a:xfrm>
            <a:off x="213132" y="161891"/>
            <a:ext cx="8408850" cy="492443"/>
          </a:xfrm>
        </p:spPr>
        <p:txBody>
          <a:bodyPr vert="horz" wrap="square" lIns="0" tIns="0" rIns="0" bIns="0" rtlCol="0" anchor="t" anchorCtr="0">
            <a:spAutoFit/>
          </a:bodyPr>
          <a:lstStyle/>
          <a:p>
            <a:r>
              <a:rPr lang="en-US" altLang="zh-CN" sz="1600" b="1" u="sng"/>
              <a:t>Endorsed:</a:t>
            </a:r>
            <a:br>
              <a:rPr lang="en-US" altLang="zh-CN" sz="1600" b="1"/>
            </a:br>
            <a:r>
              <a:rPr lang="en-US" altLang="zh-CN" sz="1600" b="1" err="1"/>
              <a:t>Zongertinib</a:t>
            </a:r>
            <a:r>
              <a:rPr lang="en-US" altLang="zh-CN" sz="1600" b="1"/>
              <a:t> (HER2 TKI): 1L/3L Breast Cancer and 2L Gastric Cancer</a:t>
            </a:r>
            <a:endParaRPr lang="zh-CN" altLang="en-US" sz="1600" b="1"/>
          </a:p>
        </p:txBody>
      </p:sp>
      <p:sp>
        <p:nvSpPr>
          <p:cNvPr id="13" name="TextBox 12">
            <a:extLst>
              <a:ext uri="{FF2B5EF4-FFF2-40B4-BE49-F238E27FC236}">
                <a16:creationId xmlns:a16="http://schemas.microsoft.com/office/drawing/2014/main" id="{F3B8BA92-B68B-B965-709D-4E1E6C1C0898}"/>
              </a:ext>
            </a:extLst>
          </p:cNvPr>
          <p:cNvSpPr txBox="1"/>
          <p:nvPr/>
        </p:nvSpPr>
        <p:spPr>
          <a:xfrm>
            <a:off x="156779" y="1681347"/>
            <a:ext cx="780784" cy="246221"/>
          </a:xfrm>
          <a:prstGeom prst="rect">
            <a:avLst/>
          </a:prstGeom>
          <a:noFill/>
          <a:ln>
            <a:solidFill>
              <a:schemeClr val="accent1"/>
            </a:solidFill>
          </a:ln>
        </p:spPr>
        <p:txBody>
          <a:bodyPr wrap="square" lIns="0" tIns="0" rIns="0" bIns="0" rtlCol="0">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Ph1b/2 - 14</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79.12</a:t>
            </a:r>
          </a:p>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Beamion</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BCGC-1</a:t>
            </a:r>
          </a:p>
        </p:txBody>
      </p:sp>
      <p:grpSp>
        <p:nvGrpSpPr>
          <p:cNvPr id="15" name="Group 14">
            <a:extLst>
              <a:ext uri="{FF2B5EF4-FFF2-40B4-BE49-F238E27FC236}">
                <a16:creationId xmlns:a16="http://schemas.microsoft.com/office/drawing/2014/main" id="{F76D8C62-36C2-9A72-EB16-EA517276D3E9}"/>
              </a:ext>
            </a:extLst>
          </p:cNvPr>
          <p:cNvGrpSpPr/>
          <p:nvPr/>
        </p:nvGrpSpPr>
        <p:grpSpPr>
          <a:xfrm>
            <a:off x="77512" y="1162470"/>
            <a:ext cx="717391" cy="335422"/>
            <a:chOff x="14295" y="1797983"/>
            <a:chExt cx="956521" cy="447229"/>
          </a:xfrm>
        </p:grpSpPr>
        <p:sp>
          <p:nvSpPr>
            <p:cNvPr id="16" name="Freeform: Shape 147">
              <a:extLst>
                <a:ext uri="{FF2B5EF4-FFF2-40B4-BE49-F238E27FC236}">
                  <a16:creationId xmlns:a16="http://schemas.microsoft.com/office/drawing/2014/main" id="{0306CC75-7AB1-090C-8374-DA236312F58C}"/>
                </a:ext>
              </a:extLst>
            </p:cNvPr>
            <p:cNvSpPr/>
            <p:nvPr/>
          </p:nvSpPr>
          <p:spPr bwMode="auto">
            <a:xfrm>
              <a:off x="97722" y="1891290"/>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308610" tIns="34290" rIns="41148" bIns="34290" numCol="1" rtlCol="0" anchor="ctr" anchorCtr="0" compatLnSpc="1">
              <a:prstTxWarp prst="textNoShape">
                <a:avLst/>
              </a:prstTxWarp>
              <a:no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altLang="zh-CN" sz="75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Global</a:t>
              </a:r>
              <a:endParaRPr kumimoji="0" lang="zh-CN" altLang="en-US" sz="75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17" name="Oval 4">
              <a:extLst>
                <a:ext uri="{FF2B5EF4-FFF2-40B4-BE49-F238E27FC236}">
                  <a16:creationId xmlns:a16="http://schemas.microsoft.com/office/drawing/2014/main" id="{9CB94233-4516-8B11-5E97-31A8D9FF41B3}"/>
                </a:ext>
              </a:extLst>
            </p:cNvPr>
            <p:cNvSpPr/>
            <p:nvPr/>
          </p:nvSpPr>
          <p:spPr>
            <a:xfrm>
              <a:off x="14295" y="1797983"/>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sp>
          <p:nvSpPr>
            <p:cNvPr id="18" name="Rectangle: Rounded Corners 116">
              <a:extLst>
                <a:ext uri="{FF2B5EF4-FFF2-40B4-BE49-F238E27FC236}">
                  <a16:creationId xmlns:a16="http://schemas.microsoft.com/office/drawing/2014/main" id="{4D652A5D-CDAD-EF33-28EA-06D2ACB55C75}"/>
                </a:ext>
              </a:extLst>
            </p:cNvPr>
            <p:cNvSpPr/>
            <p:nvPr/>
          </p:nvSpPr>
          <p:spPr bwMode="auto">
            <a:xfrm>
              <a:off x="922048" y="1849870"/>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zh-CN" altLang="en-US"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pic>
          <p:nvPicPr>
            <p:cNvPr id="19" name="Picture 6" descr="Image result for world circle png">
              <a:extLst>
                <a:ext uri="{FF2B5EF4-FFF2-40B4-BE49-F238E27FC236}">
                  <a16:creationId xmlns:a16="http://schemas.microsoft.com/office/drawing/2014/main" id="{04307444-4825-F566-CE3B-DC48E939E8DB}"/>
                </a:ext>
              </a:extLst>
            </p:cNvPr>
            <p:cNvPicPr>
              <a:picLocks noChangeAspect="1" noChangeArrowheads="1"/>
            </p:cNvPicPr>
            <p:nvPr/>
          </p:nvPicPr>
          <p:blipFill rotWithShape="1">
            <a:blip r:embed="rId20" cstate="print">
              <a:extLst>
                <a:ext uri="{28A0092B-C50C-407E-A947-70E740481C1C}">
                  <a14:useLocalDpi xmlns:a14="http://schemas.microsoft.com/office/drawing/2010/main" val="0"/>
                </a:ext>
              </a:extLst>
            </a:blip>
            <a:srcRect l="4094" t="4010" r="4094" b="4010"/>
            <a:stretch/>
          </p:blipFill>
          <p:spPr bwMode="auto">
            <a:xfrm>
              <a:off x="51027" y="1834199"/>
              <a:ext cx="373767"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08302E32-E724-AD99-0F51-652F74D42612}"/>
              </a:ext>
            </a:extLst>
          </p:cNvPr>
          <p:cNvGrpSpPr/>
          <p:nvPr/>
        </p:nvGrpSpPr>
        <p:grpSpPr>
          <a:xfrm>
            <a:off x="22406" y="3260318"/>
            <a:ext cx="706616" cy="335422"/>
            <a:chOff x="87758" y="4551370"/>
            <a:chExt cx="942154" cy="447229"/>
          </a:xfrm>
        </p:grpSpPr>
        <p:grpSp>
          <p:nvGrpSpPr>
            <p:cNvPr id="21" name="Group 20">
              <a:extLst>
                <a:ext uri="{FF2B5EF4-FFF2-40B4-BE49-F238E27FC236}">
                  <a16:creationId xmlns:a16="http://schemas.microsoft.com/office/drawing/2014/main" id="{848F44CD-0268-957E-6F8B-30E0C94B88F1}"/>
                </a:ext>
              </a:extLst>
            </p:cNvPr>
            <p:cNvGrpSpPr/>
            <p:nvPr/>
          </p:nvGrpSpPr>
          <p:grpSpPr>
            <a:xfrm>
              <a:off x="87758" y="4551370"/>
              <a:ext cx="942154" cy="447229"/>
              <a:chOff x="87758" y="4551370"/>
              <a:chExt cx="942154" cy="447229"/>
            </a:xfrm>
          </p:grpSpPr>
          <p:sp>
            <p:nvSpPr>
              <p:cNvPr id="23" name="Freeform: Shape 152">
                <a:extLst>
                  <a:ext uri="{FF2B5EF4-FFF2-40B4-BE49-F238E27FC236}">
                    <a16:creationId xmlns:a16="http://schemas.microsoft.com/office/drawing/2014/main" id="{DD7F8E3B-3EF1-B6E7-D925-8A1024EB450B}"/>
                  </a:ext>
                </a:extLst>
              </p:cNvPr>
              <p:cNvSpPr/>
              <p:nvPr/>
            </p:nvSpPr>
            <p:spPr bwMode="auto">
              <a:xfrm>
                <a:off x="161232" y="4637822"/>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08610" tIns="34290" rIns="41148" bIns="34290" numCol="1" rtlCol="0" anchor="ctr" anchorCtr="0" compatLnSpc="1">
                <a:prstTxWarp prst="textNoShape">
                  <a:avLst/>
                </a:prstTxWarp>
                <a:no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altLang="zh-CN" sz="75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 China</a:t>
                </a:r>
                <a:endParaRPr kumimoji="0" lang="zh-CN" altLang="en-US" sz="75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grpSp>
            <p:nvGrpSpPr>
              <p:cNvPr id="24" name="Group 23">
                <a:extLst>
                  <a:ext uri="{FF2B5EF4-FFF2-40B4-BE49-F238E27FC236}">
                    <a16:creationId xmlns:a16="http://schemas.microsoft.com/office/drawing/2014/main" id="{3D780105-9FDF-0F5D-BA4D-71871876FF27}"/>
                  </a:ext>
                </a:extLst>
              </p:cNvPr>
              <p:cNvGrpSpPr/>
              <p:nvPr/>
            </p:nvGrpSpPr>
            <p:grpSpPr>
              <a:xfrm>
                <a:off x="87758" y="4551370"/>
                <a:ext cx="447229" cy="447229"/>
                <a:chOff x="87758" y="4551370"/>
                <a:chExt cx="447229" cy="447229"/>
              </a:xfrm>
            </p:grpSpPr>
            <p:sp>
              <p:nvSpPr>
                <p:cNvPr id="25" name="Oval 134">
                  <a:extLst>
                    <a:ext uri="{FF2B5EF4-FFF2-40B4-BE49-F238E27FC236}">
                      <a16:creationId xmlns:a16="http://schemas.microsoft.com/office/drawing/2014/main" id="{F6CE4A67-275A-9F1D-E34A-092CC4FA3D47}"/>
                    </a:ext>
                  </a:extLst>
                </p:cNvPr>
                <p:cNvSpPr/>
                <p:nvPr/>
              </p:nvSpPr>
              <p:spPr>
                <a:xfrm>
                  <a:off x="87758" y="4551370"/>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pic>
              <p:nvPicPr>
                <p:cNvPr id="26" name="Picture 2" descr="Image result for China flag circle png">
                  <a:extLst>
                    <a:ext uri="{FF2B5EF4-FFF2-40B4-BE49-F238E27FC236}">
                      <a16:creationId xmlns:a16="http://schemas.microsoft.com/office/drawing/2014/main" id="{6EE4AB59-A720-8183-DC86-3EA6D59D3AE2}"/>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23974" y="4587586"/>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2" name="Rectangle: Rounded Corners 116">
              <a:extLst>
                <a:ext uri="{FF2B5EF4-FFF2-40B4-BE49-F238E27FC236}">
                  <a16:creationId xmlns:a16="http://schemas.microsoft.com/office/drawing/2014/main" id="{ED5CFBD2-821E-A790-537D-98F187329FC7}"/>
                </a:ext>
              </a:extLst>
            </p:cNvPr>
            <p:cNvSpPr/>
            <p:nvPr/>
          </p:nvSpPr>
          <p:spPr bwMode="auto">
            <a:xfrm>
              <a:off x="981144" y="4601823"/>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zh-CN" altLang="en-US" sz="825"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grpSp>
      <p:grpSp>
        <p:nvGrpSpPr>
          <p:cNvPr id="27" name="Group 26">
            <a:extLst>
              <a:ext uri="{FF2B5EF4-FFF2-40B4-BE49-F238E27FC236}">
                <a16:creationId xmlns:a16="http://schemas.microsoft.com/office/drawing/2014/main" id="{345509D9-27A8-968C-AF06-44E3B358CB21}"/>
              </a:ext>
            </a:extLst>
          </p:cNvPr>
          <p:cNvGrpSpPr/>
          <p:nvPr/>
        </p:nvGrpSpPr>
        <p:grpSpPr>
          <a:xfrm>
            <a:off x="2635202" y="1475035"/>
            <a:ext cx="3225643" cy="575545"/>
            <a:chOff x="3618375" y="1802783"/>
            <a:chExt cx="4300858" cy="767393"/>
          </a:xfrm>
        </p:grpSpPr>
        <p:sp>
          <p:nvSpPr>
            <p:cNvPr id="28" name="OTLSHAPE_T_e17f3958430f4cff8650518c93c7635e_Shape">
              <a:extLst>
                <a:ext uri="{FF2B5EF4-FFF2-40B4-BE49-F238E27FC236}">
                  <a16:creationId xmlns:a16="http://schemas.microsoft.com/office/drawing/2014/main" id="{2B4740A8-3A29-DAAA-7D20-D1BCE0BC6F7B}"/>
                </a:ext>
              </a:extLst>
            </p:cNvPr>
            <p:cNvSpPr/>
            <p:nvPr>
              <p:custDataLst>
                <p:tags r:id="rId16"/>
              </p:custDataLst>
            </p:nvPr>
          </p:nvSpPr>
          <p:spPr bwMode="auto">
            <a:xfrm>
              <a:off x="4124472" y="2007482"/>
              <a:ext cx="3794761" cy="25992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Ph1b/Ph2 (BC &amp; GC) </a:t>
              </a:r>
              <a:r>
                <a:rPr kumimoji="0" lang="en-US" altLang="zh-CN" sz="700" b="1" i="1"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 outsourced to IQVIA</a:t>
              </a:r>
            </a:p>
            <a:p>
              <a:pPr marL="0" marR="0" lvl="0" indent="0" algn="ctr" defTabSz="685749" rtl="0" eaLnBrk="1" fontAlgn="auto" latinLnBrk="0" hangingPunct="1">
                <a:lnSpc>
                  <a:spcPct val="100000"/>
                </a:lnSpc>
                <a:spcBef>
                  <a:spcPts val="0"/>
                </a:spcBef>
                <a:spcAft>
                  <a:spcPts val="0"/>
                </a:spcAft>
                <a:buClrTx/>
                <a:buSzTx/>
                <a:buFontTx/>
                <a:buNone/>
                <a:tabLst/>
                <a:defRPr/>
              </a:pPr>
              <a:r>
                <a:rPr lang="en-US" altLang="zh-CN" sz="700" b="1">
                  <a:latin typeface="Calibri" panose="020F0502020204030204" pitchFamily="34" charset="0"/>
                  <a:cs typeface="Calibri" panose="020F0502020204030204" pitchFamily="34" charset="0"/>
                </a:rPr>
                <a:t>N=234</a:t>
              </a:r>
              <a:r>
                <a:rPr kumimoji="0" lang="en-US" altLang="zh-CN" sz="700" b="1"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 </a:t>
              </a:r>
            </a:p>
          </p:txBody>
        </p:sp>
        <p:grpSp>
          <p:nvGrpSpPr>
            <p:cNvPr id="29" name="Group 28">
              <a:extLst>
                <a:ext uri="{FF2B5EF4-FFF2-40B4-BE49-F238E27FC236}">
                  <a16:creationId xmlns:a16="http://schemas.microsoft.com/office/drawing/2014/main" id="{9C81E70C-5A7F-5D43-D9FD-F9352F3E47AF}"/>
                </a:ext>
              </a:extLst>
            </p:cNvPr>
            <p:cNvGrpSpPr/>
            <p:nvPr/>
          </p:nvGrpSpPr>
          <p:grpSpPr>
            <a:xfrm>
              <a:off x="3914694" y="2164336"/>
              <a:ext cx="408659" cy="405840"/>
              <a:chOff x="3914694" y="2359070"/>
              <a:chExt cx="408659" cy="405840"/>
            </a:xfrm>
          </p:grpSpPr>
          <p:sp>
            <p:nvSpPr>
              <p:cNvPr id="31" name="Rectangle 30">
                <a:extLst>
                  <a:ext uri="{FF2B5EF4-FFF2-40B4-BE49-F238E27FC236}">
                    <a16:creationId xmlns:a16="http://schemas.microsoft.com/office/drawing/2014/main" id="{659EA09C-0846-5727-41C1-5660C845ECC7}"/>
                  </a:ext>
                </a:extLst>
              </p:cNvPr>
              <p:cNvSpPr/>
              <p:nvPr/>
            </p:nvSpPr>
            <p:spPr>
              <a:xfrm>
                <a:off x="3914694" y="2487911"/>
                <a:ext cx="408659" cy="276999"/>
              </a:xfrm>
              <a:prstGeom prst="rect">
                <a:avLst/>
              </a:prstGeom>
            </p:spPr>
            <p:txBody>
              <a:bodyPr wrap="non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FPI</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2" name="Star: 4 Points 143">
                <a:extLst>
                  <a:ext uri="{FF2B5EF4-FFF2-40B4-BE49-F238E27FC236}">
                    <a16:creationId xmlns:a16="http://schemas.microsoft.com/office/drawing/2014/main" id="{D178E35F-5D5E-4667-C952-F42D5F5FE4DC}"/>
                  </a:ext>
                </a:extLst>
              </p:cNvPr>
              <p:cNvSpPr/>
              <p:nvPr/>
            </p:nvSpPr>
            <p:spPr bwMode="auto">
              <a:xfrm>
                <a:off x="4026904" y="235907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32"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Verdana" charset="0"/>
                  <a:ea typeface="+mn-ea"/>
                  <a:cs typeface="+mn-cs"/>
                </a:endParaRPr>
              </a:p>
            </p:txBody>
          </p:sp>
        </p:grpSp>
        <p:sp>
          <p:nvSpPr>
            <p:cNvPr id="30" name="TextBox 29">
              <a:extLst>
                <a:ext uri="{FF2B5EF4-FFF2-40B4-BE49-F238E27FC236}">
                  <a16:creationId xmlns:a16="http://schemas.microsoft.com/office/drawing/2014/main" id="{93935C15-27A5-1D14-5DEA-7B0B183A956B}"/>
                </a:ext>
              </a:extLst>
            </p:cNvPr>
            <p:cNvSpPr txBox="1"/>
            <p:nvPr/>
          </p:nvSpPr>
          <p:spPr>
            <a:xfrm>
              <a:off x="3618375" y="1802783"/>
              <a:ext cx="1099983" cy="276999"/>
            </a:xfrm>
            <a:prstGeom prst="rect">
              <a:avLst/>
            </a:prstGeom>
            <a:noFill/>
          </p:spPr>
          <p:txBody>
            <a:bodyPr wrap="squar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Jun 2024</a:t>
              </a:r>
            </a:p>
          </p:txBody>
        </p:sp>
      </p:grpSp>
      <p:sp>
        <p:nvSpPr>
          <p:cNvPr id="33" name="TextBox 32">
            <a:extLst>
              <a:ext uri="{FF2B5EF4-FFF2-40B4-BE49-F238E27FC236}">
                <a16:creationId xmlns:a16="http://schemas.microsoft.com/office/drawing/2014/main" id="{F0A4CD16-5C94-D122-FD85-11A4C57940A3}"/>
              </a:ext>
            </a:extLst>
          </p:cNvPr>
          <p:cNvSpPr txBox="1"/>
          <p:nvPr/>
        </p:nvSpPr>
        <p:spPr>
          <a:xfrm>
            <a:off x="162094" y="2037553"/>
            <a:ext cx="617220" cy="246221"/>
          </a:xfrm>
          <a:prstGeom prst="rect">
            <a:avLst/>
          </a:prstGeom>
          <a:noFill/>
          <a:ln>
            <a:solidFill>
              <a:schemeClr val="accent1"/>
            </a:solidFill>
          </a:ln>
        </p:spPr>
        <p:txBody>
          <a:bodyPr wrap="square" lIns="0" tIns="0" rIns="0" bIns="0" rtlCol="0" anchor="ctr">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Ph3 (3L BC)</a:t>
            </a:r>
          </a:p>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14</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79.16</a:t>
            </a:r>
          </a:p>
        </p:txBody>
      </p:sp>
      <p:sp>
        <p:nvSpPr>
          <p:cNvPr id="34" name="TextBox 33">
            <a:extLst>
              <a:ext uri="{FF2B5EF4-FFF2-40B4-BE49-F238E27FC236}">
                <a16:creationId xmlns:a16="http://schemas.microsoft.com/office/drawing/2014/main" id="{1D7D6F3B-F039-B8E1-1CFC-3A5E647F886C}"/>
              </a:ext>
            </a:extLst>
          </p:cNvPr>
          <p:cNvSpPr txBox="1"/>
          <p:nvPr/>
        </p:nvSpPr>
        <p:spPr>
          <a:xfrm>
            <a:off x="162094" y="2380967"/>
            <a:ext cx="617220" cy="246221"/>
          </a:xfrm>
          <a:prstGeom prst="rect">
            <a:avLst/>
          </a:prstGeom>
          <a:noFill/>
          <a:ln>
            <a:solidFill>
              <a:schemeClr val="accent1"/>
            </a:solidFill>
          </a:ln>
        </p:spPr>
        <p:txBody>
          <a:bodyPr wrap="square" lIns="0" tIns="0" rIns="0" bIns="0" rtlCol="0" anchor="ctr">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Ph3 (1L BC)</a:t>
            </a:r>
          </a:p>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14</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79.17</a:t>
            </a:r>
          </a:p>
        </p:txBody>
      </p:sp>
      <p:sp>
        <p:nvSpPr>
          <p:cNvPr id="35" name="TextBox 34">
            <a:extLst>
              <a:ext uri="{FF2B5EF4-FFF2-40B4-BE49-F238E27FC236}">
                <a16:creationId xmlns:a16="http://schemas.microsoft.com/office/drawing/2014/main" id="{A208BE4A-54B5-F339-3D07-95F5A0D3436F}"/>
              </a:ext>
            </a:extLst>
          </p:cNvPr>
          <p:cNvSpPr txBox="1"/>
          <p:nvPr/>
        </p:nvSpPr>
        <p:spPr>
          <a:xfrm>
            <a:off x="162095" y="2740921"/>
            <a:ext cx="617220" cy="246221"/>
          </a:xfrm>
          <a:prstGeom prst="rect">
            <a:avLst/>
          </a:prstGeom>
          <a:noFill/>
          <a:ln>
            <a:solidFill>
              <a:schemeClr val="accent1"/>
            </a:solidFill>
          </a:ln>
        </p:spPr>
        <p:txBody>
          <a:bodyPr wrap="square" lIns="0" tIns="0" rIns="0" bIns="0" rtlCol="0" anchor="ctr">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Ph3 (2L GC)</a:t>
            </a:r>
          </a:p>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14</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79.13</a:t>
            </a:r>
          </a:p>
        </p:txBody>
      </p:sp>
      <p:sp>
        <p:nvSpPr>
          <p:cNvPr id="36" name="OTLSHAPE_T_e17f3958430f4cff8650518c93c7635e_Shape">
            <a:extLst>
              <a:ext uri="{FF2B5EF4-FFF2-40B4-BE49-F238E27FC236}">
                <a16:creationId xmlns:a16="http://schemas.microsoft.com/office/drawing/2014/main" id="{ACDA0307-768D-1787-6300-FB29DF61C074}"/>
              </a:ext>
            </a:extLst>
          </p:cNvPr>
          <p:cNvSpPr/>
          <p:nvPr>
            <p:custDataLst>
              <p:tags r:id="rId1"/>
            </p:custDataLst>
          </p:nvPr>
        </p:nvSpPr>
        <p:spPr bwMode="auto">
          <a:xfrm>
            <a:off x="6093028" y="1966237"/>
            <a:ext cx="2194560" cy="194940"/>
          </a:xfrm>
          <a:prstGeom prst="roundRect">
            <a:avLst/>
          </a:prstGeom>
          <a:solidFill>
            <a:srgbClr val="0070C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Phase 3 (3L BC)</a:t>
            </a:r>
          </a:p>
        </p:txBody>
      </p:sp>
      <p:sp>
        <p:nvSpPr>
          <p:cNvPr id="37" name="OTLSHAPE_T_e17f3958430f4cff8650518c93c7635e_Shape">
            <a:extLst>
              <a:ext uri="{FF2B5EF4-FFF2-40B4-BE49-F238E27FC236}">
                <a16:creationId xmlns:a16="http://schemas.microsoft.com/office/drawing/2014/main" id="{1D26B19B-0662-2C20-87E3-FA2EFEAAA634}"/>
              </a:ext>
            </a:extLst>
          </p:cNvPr>
          <p:cNvSpPr/>
          <p:nvPr>
            <p:custDataLst>
              <p:tags r:id="rId2"/>
            </p:custDataLst>
          </p:nvPr>
        </p:nvSpPr>
        <p:spPr bwMode="auto">
          <a:xfrm>
            <a:off x="6093028" y="2337702"/>
            <a:ext cx="2283714" cy="194940"/>
          </a:xfrm>
          <a:prstGeom prst="roundRect">
            <a:avLst/>
          </a:prstGeom>
          <a:solidFill>
            <a:srgbClr val="0070C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Phase 3 (1L BC)</a:t>
            </a:r>
          </a:p>
        </p:txBody>
      </p:sp>
      <p:sp>
        <p:nvSpPr>
          <p:cNvPr id="38" name="OTLSHAPE_T_e17f3958430f4cff8650518c93c7635e_Shape">
            <a:extLst>
              <a:ext uri="{FF2B5EF4-FFF2-40B4-BE49-F238E27FC236}">
                <a16:creationId xmlns:a16="http://schemas.microsoft.com/office/drawing/2014/main" id="{7033C7E7-7984-04B1-45D7-67E5F0C5B8DA}"/>
              </a:ext>
            </a:extLst>
          </p:cNvPr>
          <p:cNvSpPr/>
          <p:nvPr>
            <p:custDataLst>
              <p:tags r:id="rId3"/>
            </p:custDataLst>
          </p:nvPr>
        </p:nvSpPr>
        <p:spPr bwMode="auto">
          <a:xfrm>
            <a:off x="6265907" y="2729289"/>
            <a:ext cx="1851660" cy="194940"/>
          </a:xfrm>
          <a:prstGeom prst="roundRect">
            <a:avLst/>
          </a:prstGeom>
          <a:solidFill>
            <a:srgbClr val="0070C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Phase 3 (2L GC)</a:t>
            </a:r>
          </a:p>
        </p:txBody>
      </p:sp>
      <p:grpSp>
        <p:nvGrpSpPr>
          <p:cNvPr id="81" name="Group 80">
            <a:extLst>
              <a:ext uri="{FF2B5EF4-FFF2-40B4-BE49-F238E27FC236}">
                <a16:creationId xmlns:a16="http://schemas.microsoft.com/office/drawing/2014/main" id="{19FB696A-59AA-0775-1E4A-1FD17899180C}"/>
              </a:ext>
            </a:extLst>
          </p:cNvPr>
          <p:cNvGrpSpPr/>
          <p:nvPr/>
        </p:nvGrpSpPr>
        <p:grpSpPr>
          <a:xfrm>
            <a:off x="2366943" y="3509684"/>
            <a:ext cx="3439201" cy="589057"/>
            <a:chOff x="2366943" y="3509684"/>
            <a:chExt cx="3439201" cy="589057"/>
          </a:xfrm>
        </p:grpSpPr>
        <p:sp>
          <p:nvSpPr>
            <p:cNvPr id="40" name="Star: 4 Points 143">
              <a:extLst>
                <a:ext uri="{FF2B5EF4-FFF2-40B4-BE49-F238E27FC236}">
                  <a16:creationId xmlns:a16="http://schemas.microsoft.com/office/drawing/2014/main" id="{7DC01DA2-FA2A-5A5E-4AC7-981A8A60D014}"/>
                </a:ext>
              </a:extLst>
            </p:cNvPr>
            <p:cNvSpPr/>
            <p:nvPr/>
          </p:nvSpPr>
          <p:spPr bwMode="auto">
            <a:xfrm>
              <a:off x="3061230" y="380110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32"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41" name="OTLSHAPE_T_e17f3958430f4cff8650518c93c7635e_Shape">
              <a:extLst>
                <a:ext uri="{FF2B5EF4-FFF2-40B4-BE49-F238E27FC236}">
                  <a16:creationId xmlns:a16="http://schemas.microsoft.com/office/drawing/2014/main" id="{31DF20BC-28BB-95E4-D96D-DEB4257AE613}"/>
                </a:ext>
              </a:extLst>
            </p:cNvPr>
            <p:cNvSpPr/>
            <p:nvPr>
              <p:custDataLst>
                <p:tags r:id="rId11"/>
              </p:custDataLst>
            </p:nvPr>
          </p:nvSpPr>
          <p:spPr bwMode="auto">
            <a:xfrm>
              <a:off x="2485767" y="3685880"/>
              <a:ext cx="640080" cy="188091"/>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34290" rIns="0" bIns="34290" numCol="1" rtlCol="0" anchor="ctr" anchorCtr="0" compatLnSpc="1">
              <a:prstTxWarp prst="textNoShape">
                <a:avLst/>
              </a:prstTxWarp>
            </a:bodyPr>
            <a:lstStyle/>
            <a:p>
              <a:pPr marL="0" marR="0" lvl="0" indent="0" algn="ctr" defTabSz="914333" rtl="0" eaLnBrk="0" fontAlgn="base" latinLnBrk="0" hangingPunct="0">
                <a:lnSpc>
                  <a:spcPct val="100000"/>
                </a:lnSpc>
                <a:spcBef>
                  <a:spcPct val="0"/>
                </a:spcBef>
                <a:spcAft>
                  <a:spcPct val="0"/>
                </a:spcAft>
                <a:buClrTx/>
                <a:buSzTx/>
                <a:buFontTx/>
                <a:buNone/>
                <a:tabLst/>
                <a:defRPr/>
              </a:pPr>
              <a:r>
                <a:rPr kumimoji="0" lang="en-US" altLang="zh-CN" sz="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 + 1</a:t>
              </a:r>
              <a:r>
                <a:rPr kumimoji="0" lang="en-US" altLang="zh-CN" sz="500" b="0" i="0" u="none" strike="noStrike" kern="1200" cap="none" spc="0" normalizeH="0" baseline="30000" noProof="0">
                  <a:ln>
                    <a:noFill/>
                  </a:ln>
                  <a:solidFill>
                    <a:srgbClr val="000000"/>
                  </a:solidFill>
                  <a:effectLst/>
                  <a:uLnTx/>
                  <a:uFillTx/>
                  <a:latin typeface="Calibri" panose="020F0502020204030204" pitchFamily="34" charset="0"/>
                  <a:ea typeface="+mn-ea"/>
                  <a:cs typeface="Calibri" panose="020F0502020204030204" pitchFamily="34" charset="0"/>
                </a:rPr>
                <a:t>st</a:t>
              </a:r>
              <a:r>
                <a:rPr kumimoji="0" lang="en-US" altLang="zh-CN" sz="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SIV </a:t>
              </a:r>
              <a:endParaRPr kumimoji="0" lang="zh-CN" altLang="en-US" sz="5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2" name="OTLSHAPE_T_e17f3958430f4cff8650518c93c7635e_StartDate">
              <a:extLst>
                <a:ext uri="{FF2B5EF4-FFF2-40B4-BE49-F238E27FC236}">
                  <a16:creationId xmlns:a16="http://schemas.microsoft.com/office/drawing/2014/main" id="{C0EC7067-774C-8686-F21A-C3B83E311BAA}"/>
                </a:ext>
              </a:extLst>
            </p:cNvPr>
            <p:cNvSpPr txBox="1"/>
            <p:nvPr>
              <p:custDataLst>
                <p:tags r:id="rId12"/>
              </p:custDataLst>
            </p:nvPr>
          </p:nvSpPr>
          <p:spPr>
            <a:xfrm>
              <a:off x="2366943" y="3548493"/>
              <a:ext cx="511966" cy="115416"/>
            </a:xfrm>
            <a:prstGeom prst="rect">
              <a:avLst/>
            </a:prstGeom>
            <a:noFill/>
          </p:spPr>
          <p:txBody>
            <a:bodyPr vert="horz" wrap="square" lIns="0" tIns="0" rIns="0" bIns="0" rtlCol="0" anchor="ctr" anchorCtr="0">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31 Jan 2024</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nvGrpSpPr>
            <p:cNvPr id="43" name="Group 42">
              <a:extLst>
                <a:ext uri="{FF2B5EF4-FFF2-40B4-BE49-F238E27FC236}">
                  <a16:creationId xmlns:a16="http://schemas.microsoft.com/office/drawing/2014/main" id="{645C3FF1-8ABD-C2EC-CABB-C9C19E2387BB}"/>
                </a:ext>
              </a:extLst>
            </p:cNvPr>
            <p:cNvGrpSpPr/>
            <p:nvPr/>
          </p:nvGrpSpPr>
          <p:grpSpPr>
            <a:xfrm>
              <a:off x="2405927" y="3831437"/>
              <a:ext cx="274320" cy="201892"/>
              <a:chOff x="2897462" y="4792072"/>
              <a:chExt cx="274320" cy="201892"/>
            </a:xfrm>
          </p:grpSpPr>
          <p:sp>
            <p:nvSpPr>
              <p:cNvPr id="48" name="OTLSHAPE_M_39ea6ebc19a94c9fab6ef5006c31df58_Shape">
                <a:extLst>
                  <a:ext uri="{FF2B5EF4-FFF2-40B4-BE49-F238E27FC236}">
                    <a16:creationId xmlns:a16="http://schemas.microsoft.com/office/drawing/2014/main" id="{61C3533B-08DB-9A4F-151F-D792FB3BB07A}"/>
                  </a:ext>
                </a:extLst>
              </p:cNvPr>
              <p:cNvSpPr/>
              <p:nvPr>
                <p:custDataLst>
                  <p:tags r:id="rId14"/>
                </p:custDataLst>
              </p:nvPr>
            </p:nvSpPr>
            <p:spPr bwMode="auto">
              <a:xfrm rot="16200000">
                <a:off x="2958185" y="4799520"/>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749" rtl="0" eaLnBrk="0" fontAlgn="base" latinLnBrk="0" hangingPunct="0">
                  <a:lnSpc>
                    <a:spcPct val="100000"/>
                  </a:lnSpc>
                  <a:spcBef>
                    <a:spcPct val="0"/>
                  </a:spcBef>
                  <a:spcAft>
                    <a:spcPct val="0"/>
                  </a:spcAft>
                  <a:buClrTx/>
                  <a:buSzTx/>
                  <a:buFontTx/>
                  <a:buNone/>
                  <a:tabLst/>
                  <a:defRPr/>
                </a:pPr>
                <a:endParaRPr kumimoji="0" lang="zh-CN" altLang="en-US" sz="2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9" name="OTLSHAPE_M_39ea6ebc19a94c9fab6ef5006c31df58_Title">
                <a:extLst>
                  <a:ext uri="{FF2B5EF4-FFF2-40B4-BE49-F238E27FC236}">
                    <a16:creationId xmlns:a16="http://schemas.microsoft.com/office/drawing/2014/main" id="{49DAFCDB-D509-B83B-A150-130D54C7C504}"/>
                  </a:ext>
                </a:extLst>
              </p:cNvPr>
              <p:cNvSpPr txBox="1"/>
              <p:nvPr>
                <p:custDataLst>
                  <p:tags r:id="rId15"/>
                </p:custDataLst>
              </p:nvPr>
            </p:nvSpPr>
            <p:spPr>
              <a:xfrm>
                <a:off x="2897462" y="4878549"/>
                <a:ext cx="274320" cy="115415"/>
              </a:xfrm>
              <a:prstGeom prst="rect">
                <a:avLst/>
              </a:prstGeom>
              <a:noFill/>
            </p:spPr>
            <p:txBody>
              <a:bodyPr vert="horz" wrap="square" lIns="0" tIns="0" rIns="0" bIns="0" rtlCol="0" anchor="ctr" anchorCtr="0">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CTA-s</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sp>
          <p:nvSpPr>
            <p:cNvPr id="44" name="Rectangle 43">
              <a:extLst>
                <a:ext uri="{FF2B5EF4-FFF2-40B4-BE49-F238E27FC236}">
                  <a16:creationId xmlns:a16="http://schemas.microsoft.com/office/drawing/2014/main" id="{58E6DEFD-4B2B-5AC5-9C6A-697A93F904C2}"/>
                </a:ext>
              </a:extLst>
            </p:cNvPr>
            <p:cNvSpPr/>
            <p:nvPr/>
          </p:nvSpPr>
          <p:spPr>
            <a:xfrm>
              <a:off x="2942718" y="3890992"/>
              <a:ext cx="429925" cy="207749"/>
            </a:xfrm>
            <a:prstGeom prst="rect">
              <a:avLst/>
            </a:prstGeom>
          </p:spPr>
          <p:txBody>
            <a:bodyPr wrap="none">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a:t>
              </a:r>
              <a:r>
                <a:rPr kumimoji="0" lang="en-US" altLang="zh-CN" sz="750" b="1" i="0" u="none" strike="noStrike" kern="1200" cap="none" spc="0" normalizeH="0" baseline="30000" noProof="0">
                  <a:ln>
                    <a:noFill/>
                  </a:ln>
                  <a:solidFill>
                    <a:srgbClr val="44546A"/>
                  </a:solidFill>
                  <a:effectLst/>
                  <a:uLnTx/>
                  <a:uFillTx/>
                  <a:latin typeface="Calibri" panose="020F0502020204030204" pitchFamily="34" charset="0"/>
                  <a:ea typeface="+mn-ea"/>
                  <a:cs typeface="Calibri" panose="020F0502020204030204" pitchFamily="34" charset="0"/>
                </a:rPr>
                <a:t>st</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SIV</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nvGrpSpPr>
            <p:cNvPr id="45" name="Group 44">
              <a:extLst>
                <a:ext uri="{FF2B5EF4-FFF2-40B4-BE49-F238E27FC236}">
                  <a16:creationId xmlns:a16="http://schemas.microsoft.com/office/drawing/2014/main" id="{9009071F-E9AC-5732-27AD-3549090938F0}"/>
                </a:ext>
              </a:extLst>
            </p:cNvPr>
            <p:cNvGrpSpPr/>
            <p:nvPr/>
          </p:nvGrpSpPr>
          <p:grpSpPr>
            <a:xfrm>
              <a:off x="2889063" y="3509684"/>
              <a:ext cx="2917081" cy="365478"/>
              <a:chOff x="3898555" y="1780098"/>
              <a:chExt cx="3889449" cy="487304"/>
            </a:xfrm>
          </p:grpSpPr>
          <p:sp>
            <p:nvSpPr>
              <p:cNvPr id="46" name="OTLSHAPE_T_e17f3958430f4cff8650518c93c7635e_Shape">
                <a:extLst>
                  <a:ext uri="{FF2B5EF4-FFF2-40B4-BE49-F238E27FC236}">
                    <a16:creationId xmlns:a16="http://schemas.microsoft.com/office/drawing/2014/main" id="{ECBF7688-1FE8-01A4-FAED-4E3612838520}"/>
                  </a:ext>
                </a:extLst>
              </p:cNvPr>
              <p:cNvSpPr/>
              <p:nvPr>
                <p:custDataLst>
                  <p:tags r:id="rId13"/>
                </p:custDataLst>
              </p:nvPr>
            </p:nvSpPr>
            <p:spPr bwMode="auto">
              <a:xfrm>
                <a:off x="4221844" y="2007482"/>
                <a:ext cx="3566160" cy="25992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Ph1b/Ph2 (BC &amp; GC) </a:t>
                </a:r>
                <a:r>
                  <a:rPr kumimoji="0" lang="en-US" altLang="zh-CN" sz="700" b="1" i="1"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 outsourced to IQVIA</a:t>
                </a:r>
              </a:p>
              <a:p>
                <a:pPr marL="0" marR="0" lvl="0" indent="0" algn="ctr" defTabSz="685749" rtl="0" eaLnBrk="1" fontAlgn="auto" latinLnBrk="0" hangingPunct="1">
                  <a:lnSpc>
                    <a:spcPct val="100000"/>
                  </a:lnSpc>
                  <a:spcBef>
                    <a:spcPts val="0"/>
                  </a:spcBef>
                  <a:spcAft>
                    <a:spcPts val="0"/>
                  </a:spcAft>
                  <a:buClrTx/>
                  <a:buSzTx/>
                  <a:buFontTx/>
                  <a:buNone/>
                  <a:tabLst/>
                  <a:defRPr/>
                </a:pPr>
                <a:r>
                  <a:rPr lang="en-US" altLang="zh-CN" sz="700" b="1">
                    <a:latin typeface="Calibri" panose="020F0502020204030204" pitchFamily="34" charset="0"/>
                    <a:cs typeface="Calibri" panose="020F0502020204030204" pitchFamily="34" charset="0"/>
                  </a:rPr>
                  <a:t>N=67</a:t>
                </a:r>
                <a:r>
                  <a:rPr kumimoji="0" lang="en-US" altLang="zh-CN" sz="700" b="1"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 </a:t>
                </a:r>
              </a:p>
            </p:txBody>
          </p:sp>
          <p:sp>
            <p:nvSpPr>
              <p:cNvPr id="47" name="TextBox 46">
                <a:extLst>
                  <a:ext uri="{FF2B5EF4-FFF2-40B4-BE49-F238E27FC236}">
                    <a16:creationId xmlns:a16="http://schemas.microsoft.com/office/drawing/2014/main" id="{7A5797B5-8424-D26E-744A-DB88C8D473A8}"/>
                  </a:ext>
                </a:extLst>
              </p:cNvPr>
              <p:cNvSpPr txBox="1"/>
              <p:nvPr/>
            </p:nvSpPr>
            <p:spPr>
              <a:xfrm>
                <a:off x="3898555" y="1780098"/>
                <a:ext cx="839640" cy="276999"/>
              </a:xfrm>
              <a:prstGeom prst="rect">
                <a:avLst/>
              </a:prstGeom>
              <a:noFill/>
            </p:spPr>
            <p:txBody>
              <a:bodyPr wrap="square">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lang="en-US" altLang="zh-CN" sz="750" b="1">
                    <a:solidFill>
                      <a:srgbClr val="44546A"/>
                    </a:solidFill>
                    <a:latin typeface="Calibri" panose="020F0502020204030204" pitchFamily="34" charset="0"/>
                    <a:cs typeface="Calibri" panose="020F0502020204030204" pitchFamily="34" charset="0"/>
                  </a:rPr>
                  <a:t>Jul</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2024</a:t>
                </a:r>
              </a:p>
            </p:txBody>
          </p:sp>
        </p:grpSp>
      </p:grpSp>
      <p:grpSp>
        <p:nvGrpSpPr>
          <p:cNvPr id="50" name="Group 49">
            <a:extLst>
              <a:ext uri="{FF2B5EF4-FFF2-40B4-BE49-F238E27FC236}">
                <a16:creationId xmlns:a16="http://schemas.microsoft.com/office/drawing/2014/main" id="{509B4FB3-A221-9888-7BC7-0A8ADD93D459}"/>
              </a:ext>
            </a:extLst>
          </p:cNvPr>
          <p:cNvGrpSpPr/>
          <p:nvPr/>
        </p:nvGrpSpPr>
        <p:grpSpPr>
          <a:xfrm>
            <a:off x="5312779" y="2077334"/>
            <a:ext cx="784646" cy="468574"/>
            <a:chOff x="7032084" y="2719021"/>
            <a:chExt cx="1046194" cy="624766"/>
          </a:xfrm>
        </p:grpSpPr>
        <p:sp>
          <p:nvSpPr>
            <p:cNvPr id="51" name="Rectangle 50">
              <a:extLst>
                <a:ext uri="{FF2B5EF4-FFF2-40B4-BE49-F238E27FC236}">
                  <a16:creationId xmlns:a16="http://schemas.microsoft.com/office/drawing/2014/main" id="{6DA67797-AC4A-85B6-C4A9-9706F3317B58}"/>
                </a:ext>
              </a:extLst>
            </p:cNvPr>
            <p:cNvSpPr/>
            <p:nvPr/>
          </p:nvSpPr>
          <p:spPr>
            <a:xfrm>
              <a:off x="7032084" y="2810306"/>
              <a:ext cx="1046194" cy="533481"/>
            </a:xfrm>
            <a:prstGeom prst="rect">
              <a:avLst/>
            </a:prstGeom>
          </p:spPr>
          <p:txBody>
            <a:bodyPr wrap="square">
              <a:spAutoFit/>
            </a:bodyPr>
            <a:lstStyle/>
            <a:p>
              <a:pPr marL="0" marR="0" lvl="0" indent="0" algn="r" defTabSz="914333"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err="1">
                  <a:ln>
                    <a:noFill/>
                  </a:ln>
                  <a:solidFill>
                    <a:srgbClr val="44546A"/>
                  </a:solidFill>
                  <a:effectLst/>
                  <a:uLnTx/>
                  <a:uFillTx/>
                  <a:latin typeface="Calibri" panose="020F0502020204030204" pitchFamily="34" charset="0"/>
                  <a:ea typeface="+mn-ea"/>
                  <a:cs typeface="Calibri" panose="020F0502020204030204" pitchFamily="34" charset="0"/>
                </a:rPr>
                <a:t>RoFD</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a:t>
              </a:r>
            </a:p>
            <a:p>
              <a:pPr marL="0" marR="0" lvl="0" indent="0" algn="r" defTabSz="914333"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(3L/1L BC) </a:t>
              </a:r>
            </a:p>
            <a:p>
              <a:pPr marL="0" marR="0" lvl="0" indent="0" algn="r" defTabSz="914333"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Dec’26 </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52" name="流程图: 决策 145">
              <a:extLst>
                <a:ext uri="{FF2B5EF4-FFF2-40B4-BE49-F238E27FC236}">
                  <a16:creationId xmlns:a16="http://schemas.microsoft.com/office/drawing/2014/main" id="{98AB0AEC-6E5E-71D5-9F82-7E0472365EF7}"/>
                </a:ext>
              </a:extLst>
            </p:cNvPr>
            <p:cNvSpPr/>
            <p:nvPr/>
          </p:nvSpPr>
          <p:spPr>
            <a:xfrm>
              <a:off x="7824933" y="2719021"/>
              <a:ext cx="108000" cy="144000"/>
            </a:xfrm>
            <a:prstGeom prst="flowChartDecision">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0000"/>
                </a:solidFill>
                <a:effectLst/>
                <a:uLnTx/>
                <a:uFillTx/>
                <a:latin typeface="BISansOpti"/>
                <a:ea typeface="+mn-ea"/>
                <a:cs typeface="+mn-cs"/>
              </a:endParaRPr>
            </a:p>
          </p:txBody>
        </p:sp>
      </p:grpSp>
      <p:grpSp>
        <p:nvGrpSpPr>
          <p:cNvPr id="53" name="Group 52">
            <a:extLst>
              <a:ext uri="{FF2B5EF4-FFF2-40B4-BE49-F238E27FC236}">
                <a16:creationId xmlns:a16="http://schemas.microsoft.com/office/drawing/2014/main" id="{7B64CD52-C488-660B-7414-50F60C21491D}"/>
              </a:ext>
            </a:extLst>
          </p:cNvPr>
          <p:cNvGrpSpPr/>
          <p:nvPr/>
        </p:nvGrpSpPr>
        <p:grpSpPr>
          <a:xfrm>
            <a:off x="5531862" y="2669473"/>
            <a:ext cx="784646" cy="462094"/>
            <a:chOff x="7032084" y="2727661"/>
            <a:chExt cx="1046194" cy="616126"/>
          </a:xfrm>
        </p:grpSpPr>
        <p:sp>
          <p:nvSpPr>
            <p:cNvPr id="54" name="Rectangle 53">
              <a:extLst>
                <a:ext uri="{FF2B5EF4-FFF2-40B4-BE49-F238E27FC236}">
                  <a16:creationId xmlns:a16="http://schemas.microsoft.com/office/drawing/2014/main" id="{D123B048-4B37-E8CF-B31A-6805CF88153D}"/>
                </a:ext>
              </a:extLst>
            </p:cNvPr>
            <p:cNvSpPr/>
            <p:nvPr/>
          </p:nvSpPr>
          <p:spPr>
            <a:xfrm>
              <a:off x="7032084" y="2810306"/>
              <a:ext cx="1046194" cy="533481"/>
            </a:xfrm>
            <a:prstGeom prst="rect">
              <a:avLst/>
            </a:prstGeom>
          </p:spPr>
          <p:txBody>
            <a:bodyPr wrap="square">
              <a:spAutoFit/>
            </a:bodyPr>
            <a:lstStyle/>
            <a:p>
              <a:pPr marL="0" marR="0" lvl="0" indent="0" algn="r" defTabSz="914333"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err="1">
                  <a:ln>
                    <a:noFill/>
                  </a:ln>
                  <a:solidFill>
                    <a:srgbClr val="44546A"/>
                  </a:solidFill>
                  <a:effectLst/>
                  <a:uLnTx/>
                  <a:uFillTx/>
                  <a:latin typeface="Calibri" panose="020F0502020204030204" pitchFamily="34" charset="0"/>
                  <a:ea typeface="+mn-ea"/>
                  <a:cs typeface="Calibri" panose="020F0502020204030204" pitchFamily="34" charset="0"/>
                </a:rPr>
                <a:t>RoFD</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a:t>
              </a:r>
            </a:p>
            <a:p>
              <a:pPr marL="0" marR="0" lvl="0" indent="0" algn="r" defTabSz="914333"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(2L GC) </a:t>
              </a:r>
            </a:p>
            <a:p>
              <a:pPr marL="0" marR="0" lvl="0" indent="0" algn="r" defTabSz="914333"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Feb’27 </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55" name="流程图: 决策 145">
              <a:extLst>
                <a:ext uri="{FF2B5EF4-FFF2-40B4-BE49-F238E27FC236}">
                  <a16:creationId xmlns:a16="http://schemas.microsoft.com/office/drawing/2014/main" id="{6FD0EB92-2BB1-1DA0-75F6-7AB7C11FA55B}"/>
                </a:ext>
              </a:extLst>
            </p:cNvPr>
            <p:cNvSpPr/>
            <p:nvPr/>
          </p:nvSpPr>
          <p:spPr>
            <a:xfrm>
              <a:off x="7825258" y="2727661"/>
              <a:ext cx="108000" cy="144000"/>
            </a:xfrm>
            <a:prstGeom prst="flowChartDecision">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0000"/>
                </a:solidFill>
                <a:effectLst/>
                <a:uLnTx/>
                <a:uFillTx/>
                <a:latin typeface="BISansOpti"/>
                <a:ea typeface="+mn-ea"/>
                <a:cs typeface="+mn-cs"/>
              </a:endParaRPr>
            </a:p>
          </p:txBody>
        </p:sp>
      </p:grpSp>
      <p:sp>
        <p:nvSpPr>
          <p:cNvPr id="56" name="TextBox 55">
            <a:extLst>
              <a:ext uri="{FF2B5EF4-FFF2-40B4-BE49-F238E27FC236}">
                <a16:creationId xmlns:a16="http://schemas.microsoft.com/office/drawing/2014/main" id="{92B41C44-6266-DAA2-F22E-E02DD8E640DD}"/>
              </a:ext>
            </a:extLst>
          </p:cNvPr>
          <p:cNvSpPr txBox="1"/>
          <p:nvPr/>
        </p:nvSpPr>
        <p:spPr>
          <a:xfrm>
            <a:off x="118114" y="4049830"/>
            <a:ext cx="685800" cy="246221"/>
          </a:xfrm>
          <a:prstGeom prst="rect">
            <a:avLst/>
          </a:prstGeom>
          <a:noFill/>
          <a:ln>
            <a:solidFill>
              <a:schemeClr val="accent1"/>
            </a:solidFill>
          </a:ln>
        </p:spPr>
        <p:txBody>
          <a:bodyPr wrap="square" lIns="0" tIns="0" rIns="0" bIns="0" rtlCol="0" anchor="ctr">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Ph3 (BC,GC)</a:t>
            </a:r>
          </a:p>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14</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79.13/16/17</a:t>
            </a:r>
          </a:p>
        </p:txBody>
      </p:sp>
      <p:sp>
        <p:nvSpPr>
          <p:cNvPr id="57" name="OTLSHAPE_T_e17f3958430f4cff8650518c93c7635e_Shape">
            <a:extLst>
              <a:ext uri="{FF2B5EF4-FFF2-40B4-BE49-F238E27FC236}">
                <a16:creationId xmlns:a16="http://schemas.microsoft.com/office/drawing/2014/main" id="{B8DE7DC7-13B0-1667-E3C8-997AA153AD07}"/>
              </a:ext>
            </a:extLst>
          </p:cNvPr>
          <p:cNvSpPr/>
          <p:nvPr>
            <p:custDataLst>
              <p:tags r:id="rId4"/>
            </p:custDataLst>
          </p:nvPr>
        </p:nvSpPr>
        <p:spPr bwMode="auto">
          <a:xfrm>
            <a:off x="6093028" y="3993988"/>
            <a:ext cx="2283714" cy="194940"/>
          </a:xfrm>
          <a:prstGeom prst="roundRect">
            <a:avLst/>
          </a:prstGeom>
          <a:solidFill>
            <a:srgbClr val="1471CF">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Phase 3 trials (BC, GC)</a:t>
            </a:r>
          </a:p>
        </p:txBody>
      </p:sp>
      <p:grpSp>
        <p:nvGrpSpPr>
          <p:cNvPr id="58" name="Group 57">
            <a:extLst>
              <a:ext uri="{FF2B5EF4-FFF2-40B4-BE49-F238E27FC236}">
                <a16:creationId xmlns:a16="http://schemas.microsoft.com/office/drawing/2014/main" id="{88F896DE-0F8B-97C3-17FF-C8C833C21B29}"/>
              </a:ext>
            </a:extLst>
          </p:cNvPr>
          <p:cNvGrpSpPr/>
          <p:nvPr/>
        </p:nvGrpSpPr>
        <p:grpSpPr>
          <a:xfrm>
            <a:off x="1472505" y="1658217"/>
            <a:ext cx="489238" cy="400552"/>
            <a:chOff x="4084873" y="2769248"/>
            <a:chExt cx="652317" cy="534068"/>
          </a:xfrm>
        </p:grpSpPr>
        <p:sp>
          <p:nvSpPr>
            <p:cNvPr id="59" name="TextBox 58">
              <a:extLst>
                <a:ext uri="{FF2B5EF4-FFF2-40B4-BE49-F238E27FC236}">
                  <a16:creationId xmlns:a16="http://schemas.microsoft.com/office/drawing/2014/main" id="{166101DB-D0D6-D269-7FFE-4CE03A1DCB9D}"/>
                </a:ext>
              </a:extLst>
            </p:cNvPr>
            <p:cNvSpPr txBox="1"/>
            <p:nvPr/>
          </p:nvSpPr>
          <p:spPr>
            <a:xfrm>
              <a:off x="4084873" y="2940825"/>
              <a:ext cx="652317" cy="362491"/>
            </a:xfrm>
            <a:prstGeom prst="rect">
              <a:avLst/>
            </a:prstGeom>
            <a:noFill/>
          </p:spPr>
          <p:txBody>
            <a:bodyPr wrap="none" rtlCol="0">
              <a:spAutoFit/>
            </a:bodyPr>
            <a:lstStyle/>
            <a:p>
              <a:pPr marL="0" marR="0" lvl="0" indent="0" algn="ctr" defTabSz="685800" rtl="0" eaLnBrk="1" fontAlgn="auto" latinLnBrk="0" hangingPunct="1">
                <a:lnSpc>
                  <a:spcPts val="675"/>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Calibri" panose="020F0502020204030204" pitchFamily="34" charset="0"/>
                </a:rPr>
                <a:t>FDA MR-s </a:t>
              </a:r>
            </a:p>
            <a:p>
              <a:pPr marL="0" marR="0" lvl="0" indent="0" algn="ctr" defTabSz="685800" rtl="0" eaLnBrk="1" fontAlgn="auto" latinLnBrk="0" hangingPunct="1">
                <a:lnSpc>
                  <a:spcPts val="675"/>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Calibri" panose="020F0502020204030204" pitchFamily="34" charset="0"/>
                </a:rPr>
                <a:t>04Aug’23</a:t>
              </a:r>
              <a:endParaRPr kumimoji="0" lang="zh-CN" altLang="en-US" sz="6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endParaRPr>
            </a:p>
          </p:txBody>
        </p:sp>
        <p:sp>
          <p:nvSpPr>
            <p:cNvPr id="60" name="Star: 4 Points 143">
              <a:extLst>
                <a:ext uri="{FF2B5EF4-FFF2-40B4-BE49-F238E27FC236}">
                  <a16:creationId xmlns:a16="http://schemas.microsoft.com/office/drawing/2014/main" id="{2BF57679-6405-EC6D-BADA-81C780C53F79}"/>
                </a:ext>
              </a:extLst>
            </p:cNvPr>
            <p:cNvSpPr/>
            <p:nvPr/>
          </p:nvSpPr>
          <p:spPr bwMode="auto">
            <a:xfrm>
              <a:off x="4340973" y="276924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83"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grpSp>
        <p:nvGrpSpPr>
          <p:cNvPr id="61" name="Group 60">
            <a:extLst>
              <a:ext uri="{FF2B5EF4-FFF2-40B4-BE49-F238E27FC236}">
                <a16:creationId xmlns:a16="http://schemas.microsoft.com/office/drawing/2014/main" id="{897C8924-8EB1-1B98-2B6A-F2F73ABCCF25}"/>
              </a:ext>
            </a:extLst>
          </p:cNvPr>
          <p:cNvGrpSpPr/>
          <p:nvPr/>
        </p:nvGrpSpPr>
        <p:grpSpPr>
          <a:xfrm>
            <a:off x="1849199" y="1654895"/>
            <a:ext cx="481222" cy="406842"/>
            <a:chOff x="4178654" y="2769248"/>
            <a:chExt cx="641628" cy="542457"/>
          </a:xfrm>
        </p:grpSpPr>
        <p:sp>
          <p:nvSpPr>
            <p:cNvPr id="62" name="TextBox 61">
              <a:extLst>
                <a:ext uri="{FF2B5EF4-FFF2-40B4-BE49-F238E27FC236}">
                  <a16:creationId xmlns:a16="http://schemas.microsoft.com/office/drawing/2014/main" id="{9FF6B6FC-A74D-1CC0-5B63-3B3A9D61DE1E}"/>
                </a:ext>
              </a:extLst>
            </p:cNvPr>
            <p:cNvSpPr txBox="1"/>
            <p:nvPr/>
          </p:nvSpPr>
          <p:spPr>
            <a:xfrm>
              <a:off x="4178654" y="2949213"/>
              <a:ext cx="641628" cy="362492"/>
            </a:xfrm>
            <a:prstGeom prst="rect">
              <a:avLst/>
            </a:prstGeom>
            <a:noFill/>
          </p:spPr>
          <p:txBody>
            <a:bodyPr wrap="none" rtlCol="0">
              <a:spAutoFit/>
            </a:bodyPr>
            <a:lstStyle/>
            <a:p>
              <a:pPr marL="0" marR="0" lvl="0" indent="0" algn="ctr" defTabSz="685800" rtl="0" eaLnBrk="1" fontAlgn="auto" latinLnBrk="0" hangingPunct="1">
                <a:lnSpc>
                  <a:spcPts val="675"/>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Calibri" panose="020F0502020204030204" pitchFamily="34" charset="0"/>
                </a:rPr>
                <a:t>FDA WRO </a:t>
              </a:r>
            </a:p>
            <a:p>
              <a:pPr marL="0" marR="0" lvl="0" indent="0" algn="ctr" defTabSz="685800" rtl="0" eaLnBrk="1" fontAlgn="auto" latinLnBrk="0" hangingPunct="1">
                <a:lnSpc>
                  <a:spcPts val="675"/>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Calibri" panose="020F0502020204030204" pitchFamily="34" charset="0"/>
                </a:rPr>
                <a:t>02Oct’23</a:t>
              </a:r>
              <a:endParaRPr kumimoji="0" lang="zh-CN" altLang="en-US" sz="6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endParaRPr>
            </a:p>
          </p:txBody>
        </p:sp>
        <p:sp>
          <p:nvSpPr>
            <p:cNvPr id="63" name="Star: 4 Points 143">
              <a:extLst>
                <a:ext uri="{FF2B5EF4-FFF2-40B4-BE49-F238E27FC236}">
                  <a16:creationId xmlns:a16="http://schemas.microsoft.com/office/drawing/2014/main" id="{7FF3E9BA-4B17-CE4C-AD2A-22A87004A7F9}"/>
                </a:ext>
              </a:extLst>
            </p:cNvPr>
            <p:cNvSpPr/>
            <p:nvPr/>
          </p:nvSpPr>
          <p:spPr bwMode="auto">
            <a:xfrm>
              <a:off x="4340973" y="276924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marL="0" marR="0" lvl="0" indent="0" algn="l" defTabSz="685783"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sp>
        <p:nvSpPr>
          <p:cNvPr id="64" name="OTLSHAPE_M_39ea6ebc19a94c9fab6ef5006c31df58_Shape">
            <a:extLst>
              <a:ext uri="{FF2B5EF4-FFF2-40B4-BE49-F238E27FC236}">
                <a16:creationId xmlns:a16="http://schemas.microsoft.com/office/drawing/2014/main" id="{0CC8B6E0-1011-5944-6B76-F8A9C2BF7D51}"/>
              </a:ext>
            </a:extLst>
          </p:cNvPr>
          <p:cNvSpPr/>
          <p:nvPr>
            <p:custDataLst>
              <p:tags r:id="rId5"/>
            </p:custDataLst>
          </p:nvPr>
        </p:nvSpPr>
        <p:spPr bwMode="auto">
          <a:xfrm rot="16200000">
            <a:off x="2421204" y="1695662"/>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marL="0" marR="0" lvl="0" indent="0" algn="l" defTabSz="685749" rtl="0" eaLnBrk="0" fontAlgn="base" latinLnBrk="0" hangingPunct="0">
              <a:lnSpc>
                <a:spcPct val="100000"/>
              </a:lnSpc>
              <a:spcBef>
                <a:spcPct val="0"/>
              </a:spcBef>
              <a:spcAft>
                <a:spcPct val="0"/>
              </a:spcAft>
              <a:buClrTx/>
              <a:buSzTx/>
              <a:buFontTx/>
              <a:buNone/>
              <a:tabLst/>
              <a:defRPr/>
            </a:pPr>
            <a:endParaRPr kumimoji="0" lang="zh-CN" altLang="en-US" sz="27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5" name="OTLSHAPE_M_39ea6ebc19a94c9fab6ef5006c31df58_Title">
            <a:extLst>
              <a:ext uri="{FF2B5EF4-FFF2-40B4-BE49-F238E27FC236}">
                <a16:creationId xmlns:a16="http://schemas.microsoft.com/office/drawing/2014/main" id="{E5AF517C-71BF-A5F7-7AC9-D2235D0D3B95}"/>
              </a:ext>
            </a:extLst>
          </p:cNvPr>
          <p:cNvSpPr txBox="1"/>
          <p:nvPr>
            <p:custDataLst>
              <p:tags r:id="rId6"/>
            </p:custDataLst>
          </p:nvPr>
        </p:nvSpPr>
        <p:spPr>
          <a:xfrm>
            <a:off x="2395546" y="1779861"/>
            <a:ext cx="365048" cy="230832"/>
          </a:xfrm>
          <a:prstGeom prst="rect">
            <a:avLst/>
          </a:prstGeom>
          <a:noFill/>
        </p:spPr>
        <p:txBody>
          <a:bodyPr vert="horz" wrap="square" lIns="0" tIns="0" rIns="0" bIns="0" rtlCol="0" anchor="ctr" anchorCtr="0">
            <a:spAutoFit/>
          </a:bodyPr>
          <a:lstStyle/>
          <a:p>
            <a:pPr marL="0" marR="0" lvl="0" indent="0" algn="l"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CTA-s</a:t>
            </a:r>
          </a:p>
          <a:p>
            <a:pPr marL="0" marR="0" lvl="0" indent="0" algn="l"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Jan 2024</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cxnSp>
        <p:nvCxnSpPr>
          <p:cNvPr id="66" name="Straight Connector 65">
            <a:extLst>
              <a:ext uri="{FF2B5EF4-FFF2-40B4-BE49-F238E27FC236}">
                <a16:creationId xmlns:a16="http://schemas.microsoft.com/office/drawing/2014/main" id="{34C59409-0058-56BD-7351-B70CC930F053}"/>
              </a:ext>
            </a:extLst>
          </p:cNvPr>
          <p:cNvCxnSpPr>
            <a:cxnSpLocks/>
          </p:cNvCxnSpPr>
          <p:nvPr/>
        </p:nvCxnSpPr>
        <p:spPr>
          <a:xfrm>
            <a:off x="2516981" y="1726310"/>
            <a:ext cx="480060" cy="0"/>
          </a:xfrm>
          <a:prstGeom prst="line">
            <a:avLst/>
          </a:prstGeom>
          <a:ln w="9525">
            <a:solidFill>
              <a:srgbClr val="A6B8F2"/>
            </a:solidFill>
            <a:prstDash val="sysDash"/>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210C90FD-DF79-8540-BC60-4D1A56E7DF77}"/>
              </a:ext>
            </a:extLst>
          </p:cNvPr>
          <p:cNvGrpSpPr/>
          <p:nvPr/>
        </p:nvGrpSpPr>
        <p:grpSpPr>
          <a:xfrm>
            <a:off x="8162609" y="1850185"/>
            <a:ext cx="627718" cy="454274"/>
            <a:chOff x="8162609" y="1742235"/>
            <a:chExt cx="627718" cy="454274"/>
          </a:xfrm>
        </p:grpSpPr>
        <p:sp>
          <p:nvSpPr>
            <p:cNvPr id="69" name="Rectangle 68">
              <a:extLst>
                <a:ext uri="{FF2B5EF4-FFF2-40B4-BE49-F238E27FC236}">
                  <a16:creationId xmlns:a16="http://schemas.microsoft.com/office/drawing/2014/main" id="{3B62893F-C0C7-8878-67FA-2E52A6D81243}"/>
                </a:ext>
              </a:extLst>
            </p:cNvPr>
            <p:cNvSpPr/>
            <p:nvPr/>
          </p:nvSpPr>
          <p:spPr>
            <a:xfrm>
              <a:off x="8162609" y="1873344"/>
              <a:ext cx="627718" cy="323165"/>
            </a:xfrm>
            <a:prstGeom prst="rect">
              <a:avLst/>
            </a:prstGeom>
          </p:spPr>
          <p:txBody>
            <a:bodyPr wrap="square">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NDA-a</a:t>
              </a:r>
            </a:p>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2030 </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0" name="OTLSHAPE_M_3370ef36f72d45bf9a95515fc63c0f41_Shape">
              <a:extLst>
                <a:ext uri="{FF2B5EF4-FFF2-40B4-BE49-F238E27FC236}">
                  <a16:creationId xmlns:a16="http://schemas.microsoft.com/office/drawing/2014/main" id="{39620113-6DDC-EE37-B679-E6090E9966BA}"/>
                </a:ext>
              </a:extLst>
            </p:cNvPr>
            <p:cNvSpPr>
              <a:spLocks noChangeAspect="1"/>
            </p:cNvSpPr>
            <p:nvPr>
              <p:custDataLst>
                <p:tags r:id="rId10"/>
              </p:custDataLst>
            </p:nvPr>
          </p:nvSpPr>
          <p:spPr>
            <a:xfrm>
              <a:off x="8374365" y="1742235"/>
              <a:ext cx="164592" cy="182880"/>
            </a:xfrm>
            <a:prstGeom prst="star5">
              <a:avLst>
                <a:gd name="adj" fmla="val 25000"/>
                <a:gd name="hf" fmla="val 105146"/>
                <a:gd name="vf" fmla="val 110557"/>
              </a:avLst>
            </a:prstGeom>
            <a:solidFill>
              <a:srgbClr val="00B05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BISans"/>
                <a:ea typeface="+mn-ea"/>
                <a:cs typeface="+mn-cs"/>
              </a:endParaRPr>
            </a:p>
          </p:txBody>
        </p:sp>
      </p:grpSp>
      <p:grpSp>
        <p:nvGrpSpPr>
          <p:cNvPr id="71" name="Group 70">
            <a:extLst>
              <a:ext uri="{FF2B5EF4-FFF2-40B4-BE49-F238E27FC236}">
                <a16:creationId xmlns:a16="http://schemas.microsoft.com/office/drawing/2014/main" id="{B530A836-7510-C11F-1CDE-AF7961181D41}"/>
              </a:ext>
            </a:extLst>
          </p:cNvPr>
          <p:cNvGrpSpPr/>
          <p:nvPr/>
        </p:nvGrpSpPr>
        <p:grpSpPr>
          <a:xfrm>
            <a:off x="8639829" y="2189489"/>
            <a:ext cx="627718" cy="474772"/>
            <a:chOff x="8639829" y="2081539"/>
            <a:chExt cx="627718" cy="474772"/>
          </a:xfrm>
        </p:grpSpPr>
        <p:sp>
          <p:nvSpPr>
            <p:cNvPr id="72" name="Rectangle 71">
              <a:extLst>
                <a:ext uri="{FF2B5EF4-FFF2-40B4-BE49-F238E27FC236}">
                  <a16:creationId xmlns:a16="http://schemas.microsoft.com/office/drawing/2014/main" id="{24B5BBDF-9157-E83F-840B-7E2EC4C1F2B5}"/>
                </a:ext>
              </a:extLst>
            </p:cNvPr>
            <p:cNvSpPr/>
            <p:nvPr/>
          </p:nvSpPr>
          <p:spPr>
            <a:xfrm>
              <a:off x="8639829" y="2233146"/>
              <a:ext cx="627718" cy="323165"/>
            </a:xfrm>
            <a:prstGeom prst="rect">
              <a:avLst/>
            </a:prstGeom>
          </p:spPr>
          <p:txBody>
            <a:bodyPr wrap="square">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NDA-a</a:t>
              </a:r>
            </a:p>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2034 </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3" name="OTLSHAPE_M_3370ef36f72d45bf9a95515fc63c0f41_Shape">
              <a:extLst>
                <a:ext uri="{FF2B5EF4-FFF2-40B4-BE49-F238E27FC236}">
                  <a16:creationId xmlns:a16="http://schemas.microsoft.com/office/drawing/2014/main" id="{365040BF-707B-A5D7-AFA3-FF6E7399ACB4}"/>
                </a:ext>
              </a:extLst>
            </p:cNvPr>
            <p:cNvSpPr>
              <a:spLocks noChangeAspect="1"/>
            </p:cNvSpPr>
            <p:nvPr>
              <p:custDataLst>
                <p:tags r:id="rId9"/>
              </p:custDataLst>
            </p:nvPr>
          </p:nvSpPr>
          <p:spPr>
            <a:xfrm>
              <a:off x="8878649" y="2081539"/>
              <a:ext cx="164592" cy="182880"/>
            </a:xfrm>
            <a:prstGeom prst="star5">
              <a:avLst>
                <a:gd name="adj" fmla="val 25000"/>
                <a:gd name="hf" fmla="val 105146"/>
                <a:gd name="vf" fmla="val 110557"/>
              </a:avLst>
            </a:prstGeom>
            <a:solidFill>
              <a:srgbClr val="00B05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BISans"/>
                <a:ea typeface="+mn-ea"/>
                <a:cs typeface="+mn-cs"/>
              </a:endParaRPr>
            </a:p>
          </p:txBody>
        </p:sp>
      </p:grpSp>
      <p:grpSp>
        <p:nvGrpSpPr>
          <p:cNvPr id="74" name="Group 73">
            <a:extLst>
              <a:ext uri="{FF2B5EF4-FFF2-40B4-BE49-F238E27FC236}">
                <a16:creationId xmlns:a16="http://schemas.microsoft.com/office/drawing/2014/main" id="{6E27613A-88FC-B80D-9777-8FBBF6DCCCDD}"/>
              </a:ext>
            </a:extLst>
          </p:cNvPr>
          <p:cNvGrpSpPr/>
          <p:nvPr/>
        </p:nvGrpSpPr>
        <p:grpSpPr>
          <a:xfrm>
            <a:off x="8399974" y="2617758"/>
            <a:ext cx="627718" cy="485242"/>
            <a:chOff x="8399974" y="2509808"/>
            <a:chExt cx="627718" cy="485242"/>
          </a:xfrm>
        </p:grpSpPr>
        <p:sp>
          <p:nvSpPr>
            <p:cNvPr id="75" name="Rectangle 74">
              <a:extLst>
                <a:ext uri="{FF2B5EF4-FFF2-40B4-BE49-F238E27FC236}">
                  <a16:creationId xmlns:a16="http://schemas.microsoft.com/office/drawing/2014/main" id="{CE05BA56-D88B-E598-BDA9-019CB8E4A658}"/>
                </a:ext>
              </a:extLst>
            </p:cNvPr>
            <p:cNvSpPr/>
            <p:nvPr/>
          </p:nvSpPr>
          <p:spPr>
            <a:xfrm>
              <a:off x="8399974" y="2671885"/>
              <a:ext cx="627718" cy="323165"/>
            </a:xfrm>
            <a:prstGeom prst="rect">
              <a:avLst/>
            </a:prstGeom>
          </p:spPr>
          <p:txBody>
            <a:bodyPr wrap="square">
              <a:spAutoFit/>
            </a:bodyPr>
            <a:lstStyle/>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NDA-a</a:t>
              </a:r>
            </a:p>
            <a:p>
              <a:pPr marL="0" marR="0" lvl="0" indent="0" algn="ctr" defTabSz="914333" rtl="0" eaLnBrk="1" fontAlgn="auto" latinLnBrk="0" hangingPunct="1">
                <a:lnSpc>
                  <a:spcPct val="1000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2031 </a:t>
              </a:r>
              <a:endPar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6" name="OTLSHAPE_M_3370ef36f72d45bf9a95515fc63c0f41_Shape">
              <a:extLst>
                <a:ext uri="{FF2B5EF4-FFF2-40B4-BE49-F238E27FC236}">
                  <a16:creationId xmlns:a16="http://schemas.microsoft.com/office/drawing/2014/main" id="{ECF8BA2B-60F4-99A7-2792-2DD3AD13CB19}"/>
                </a:ext>
              </a:extLst>
            </p:cNvPr>
            <p:cNvSpPr>
              <a:spLocks noChangeAspect="1"/>
            </p:cNvSpPr>
            <p:nvPr>
              <p:custDataLst>
                <p:tags r:id="rId8"/>
              </p:custDataLst>
            </p:nvPr>
          </p:nvSpPr>
          <p:spPr>
            <a:xfrm>
              <a:off x="8639829" y="2509808"/>
              <a:ext cx="164592" cy="182880"/>
            </a:xfrm>
            <a:prstGeom prst="star5">
              <a:avLst>
                <a:gd name="adj" fmla="val 25000"/>
                <a:gd name="hf" fmla="val 105146"/>
                <a:gd name="vf" fmla="val 110557"/>
              </a:avLst>
            </a:prstGeom>
            <a:solidFill>
              <a:srgbClr val="00B05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BISans"/>
                <a:ea typeface="+mn-ea"/>
                <a:cs typeface="+mn-cs"/>
              </a:endParaRPr>
            </a:p>
          </p:txBody>
        </p:sp>
      </p:grpSp>
      <p:grpSp>
        <p:nvGrpSpPr>
          <p:cNvPr id="77" name="Group 76">
            <a:extLst>
              <a:ext uri="{FF2B5EF4-FFF2-40B4-BE49-F238E27FC236}">
                <a16:creationId xmlns:a16="http://schemas.microsoft.com/office/drawing/2014/main" id="{9ACE1174-ABC0-331C-A58F-98E470D0E27A}"/>
              </a:ext>
            </a:extLst>
          </p:cNvPr>
          <p:cNvGrpSpPr/>
          <p:nvPr/>
        </p:nvGrpSpPr>
        <p:grpSpPr>
          <a:xfrm>
            <a:off x="1401314" y="1228587"/>
            <a:ext cx="506870" cy="413730"/>
            <a:chOff x="5326752" y="1343292"/>
            <a:chExt cx="506870" cy="413730"/>
          </a:xfrm>
        </p:grpSpPr>
        <p:sp>
          <p:nvSpPr>
            <p:cNvPr id="78" name="Rectangle 77">
              <a:extLst>
                <a:ext uri="{FF2B5EF4-FFF2-40B4-BE49-F238E27FC236}">
                  <a16:creationId xmlns:a16="http://schemas.microsoft.com/office/drawing/2014/main" id="{A4A5334A-5B69-B130-BC43-CE47AC04B8E3}"/>
                </a:ext>
              </a:extLst>
            </p:cNvPr>
            <p:cNvSpPr/>
            <p:nvPr/>
          </p:nvSpPr>
          <p:spPr>
            <a:xfrm>
              <a:off x="5326752" y="1459505"/>
              <a:ext cx="506870" cy="297517"/>
            </a:xfrm>
            <a:prstGeom prst="rect">
              <a:avLst/>
            </a:prstGeom>
          </p:spPr>
          <p:txBody>
            <a:bodyPr wrap="none">
              <a:spAutoFit/>
            </a:bodyPr>
            <a:lstStyle/>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SoD</a:t>
              </a:r>
            </a:p>
            <a:p>
              <a:pPr marL="0" marR="0" lvl="0" indent="0" algn="ctr" defTabSz="914378" rtl="0" eaLnBrk="1" fontAlgn="auto" latinLnBrk="0" hangingPunct="1">
                <a:lnSpc>
                  <a:spcPts val="800"/>
                </a:lnSpc>
                <a:spcBef>
                  <a:spcPts val="0"/>
                </a:spcBef>
                <a:spcAft>
                  <a:spcPts val="0"/>
                </a:spcAft>
                <a:buClrTx/>
                <a:buSzTx/>
                <a:buFontTx/>
                <a:buNone/>
                <a:tabLst/>
                <a:defRPr/>
              </a:pP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Jul</a:t>
              </a:r>
              <a:r>
                <a:rPr kumimoji="0" lang="zh-CN" altLang="en-US"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a:t>
              </a:r>
              <a:r>
                <a:rPr kumimoji="0" lang="en-US" altLang="zh-CN" sz="75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2023</a:t>
              </a:r>
            </a:p>
          </p:txBody>
        </p:sp>
        <p:sp>
          <p:nvSpPr>
            <p:cNvPr id="79" name="OTLSHAPE_M_4315c04ef6244ea3a2c8fb75205cc353_Shape">
              <a:extLst>
                <a:ext uri="{FF2B5EF4-FFF2-40B4-BE49-F238E27FC236}">
                  <a16:creationId xmlns:a16="http://schemas.microsoft.com/office/drawing/2014/main" id="{EC5B74F5-722E-7A57-0247-C190E56DE07F}"/>
                </a:ext>
              </a:extLst>
            </p:cNvPr>
            <p:cNvSpPr>
              <a:spLocks noChangeAspect="1"/>
            </p:cNvSpPr>
            <p:nvPr>
              <p:custDataLst>
                <p:tags r:id="rId7"/>
              </p:custDataLst>
            </p:nvPr>
          </p:nvSpPr>
          <p:spPr>
            <a:xfrm>
              <a:off x="5516179" y="1343292"/>
              <a:ext cx="128016" cy="142240"/>
            </a:xfrm>
            <a:prstGeom prst="diamond">
              <a:avLst/>
            </a:prstGeom>
            <a:solidFill>
              <a:srgbClr val="FFC000"/>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BISans"/>
                <a:ea typeface="+mn-ea"/>
                <a:cs typeface="+mn-cs"/>
              </a:endParaRPr>
            </a:p>
          </p:txBody>
        </p:sp>
      </p:grpSp>
      <p:sp>
        <p:nvSpPr>
          <p:cNvPr id="80" name="TextBox 79">
            <a:extLst>
              <a:ext uri="{FF2B5EF4-FFF2-40B4-BE49-F238E27FC236}">
                <a16:creationId xmlns:a16="http://schemas.microsoft.com/office/drawing/2014/main" id="{E33CA72D-24C9-1240-3760-8F8394160214}"/>
              </a:ext>
            </a:extLst>
          </p:cNvPr>
          <p:cNvSpPr txBox="1"/>
          <p:nvPr/>
        </p:nvSpPr>
        <p:spPr>
          <a:xfrm>
            <a:off x="117918" y="3699768"/>
            <a:ext cx="780784" cy="246221"/>
          </a:xfrm>
          <a:prstGeom prst="rect">
            <a:avLst/>
          </a:prstGeom>
          <a:noFill/>
          <a:ln>
            <a:solidFill>
              <a:schemeClr val="accent1"/>
            </a:solidFill>
          </a:ln>
        </p:spPr>
        <p:txBody>
          <a:bodyPr wrap="square" lIns="0" tIns="0" rIns="0" bIns="0" rtlCol="0">
            <a:spAutoFit/>
          </a:bodyPr>
          <a:lstStyle/>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Ph1b/2 - 14</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79.12</a:t>
            </a:r>
          </a:p>
          <a:p>
            <a:pPr marL="0" marR="0" lvl="0" indent="0" algn="ctr" defTabSz="685749"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Beamion</a:t>
            </a:r>
            <a:r>
              <a:rPr kumimoji="0" lang="en-US" altLang="zh-CN" sz="800" b="1" i="0" u="none" strike="noStrike" kern="1200" cap="none" spc="0" normalizeH="0" baseline="0" noProof="0">
                <a:ln>
                  <a:noFill/>
                </a:ln>
                <a:solidFill>
                  <a:srgbClr val="08312A">
                    <a:lumMod val="90000"/>
                    <a:lumOff val="10000"/>
                  </a:srgbClr>
                </a:solidFill>
                <a:effectLst/>
                <a:uLnTx/>
                <a:uFillTx/>
                <a:latin typeface="Calibri" panose="020F0502020204030204" pitchFamily="34" charset="0"/>
                <a:ea typeface="+mn-ea"/>
                <a:cs typeface="Calibri" panose="020F0502020204030204" pitchFamily="34" charset="0"/>
              </a:rPr>
              <a:t> BCGC-1</a:t>
            </a:r>
          </a:p>
        </p:txBody>
      </p:sp>
      <p:sp>
        <p:nvSpPr>
          <p:cNvPr id="4" name="TextBox 3">
            <a:extLst>
              <a:ext uri="{FF2B5EF4-FFF2-40B4-BE49-F238E27FC236}">
                <a16:creationId xmlns:a16="http://schemas.microsoft.com/office/drawing/2014/main" id="{DE3CF10C-96F9-9413-7C01-5732B22EEE7C}"/>
              </a:ext>
            </a:extLst>
          </p:cNvPr>
          <p:cNvSpPr txBox="1"/>
          <p:nvPr/>
        </p:nvSpPr>
        <p:spPr bwMode="gray">
          <a:xfrm>
            <a:off x="1261207" y="3698696"/>
            <a:ext cx="947375" cy="157992"/>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Pre-IND not needed</a:t>
            </a:r>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9" name="文本框 38">
            <a:extLst>
              <a:ext uri="{FF2B5EF4-FFF2-40B4-BE49-F238E27FC236}">
                <a16:creationId xmlns:a16="http://schemas.microsoft.com/office/drawing/2014/main" id="{00BE7D5A-DC46-EC5F-E129-368FA8A34966}"/>
              </a:ext>
            </a:extLst>
          </p:cNvPr>
          <p:cNvSpPr txBox="1"/>
          <p:nvPr/>
        </p:nvSpPr>
        <p:spPr>
          <a:xfrm>
            <a:off x="2840179" y="4398335"/>
            <a:ext cx="4132482" cy="510778"/>
          </a:xfrm>
          <a:prstGeom prst="roundRect">
            <a:avLst/>
          </a:prstGeom>
          <a:noFill/>
          <a:ln>
            <a:solidFill>
              <a:srgbClr val="FF0000"/>
            </a:solidFill>
          </a:ln>
        </p:spPr>
        <p:txBody>
          <a:bodyPr wrap="square" rtlCol="0">
            <a:spAutoFit/>
          </a:bodyPr>
          <a:lstStyle/>
          <a:p>
            <a:pPr marL="72000" marR="0" lvl="0" indent="-72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800" i="0" u="none" strike="noStrike" kern="1200" cap="none" spc="0" normalizeH="0" baseline="0" noProof="0">
                <a:ln>
                  <a:noFill/>
                </a:ln>
                <a:solidFill>
                  <a:prstClr val="black"/>
                </a:solidFill>
                <a:effectLst/>
                <a:uLnTx/>
                <a:uFillTx/>
                <a:cs typeface="Calibri" panose="020F0502020204030204" pitchFamily="34" charset="0"/>
              </a:rPr>
              <a:t>CTA submission on 31 Jan and acceptance received on 05 Feb; </a:t>
            </a:r>
          </a:p>
          <a:p>
            <a:pPr marL="72000" marR="0" lvl="0" indent="-72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a:solidFill>
                  <a:prstClr val="black"/>
                </a:solidFill>
                <a:cs typeface="Calibri" panose="020F0502020204030204" pitchFamily="34" charset="0"/>
              </a:rPr>
              <a:t>CTA was approved by CDE on 19</a:t>
            </a:r>
            <a:r>
              <a:rPr lang="en-US" altLang="zh-CN" sz="800" baseline="30000">
                <a:solidFill>
                  <a:prstClr val="black"/>
                </a:solidFill>
                <a:cs typeface="Calibri" panose="020F0502020204030204" pitchFamily="34" charset="0"/>
              </a:rPr>
              <a:t>th</a:t>
            </a:r>
            <a:r>
              <a:rPr lang="en-US" altLang="zh-CN" sz="800">
                <a:solidFill>
                  <a:prstClr val="black"/>
                </a:solidFill>
                <a:cs typeface="Calibri" panose="020F0502020204030204" pitchFamily="34" charset="0"/>
              </a:rPr>
              <a:t> Apr 2024. (49 working days since acceptance)</a:t>
            </a:r>
          </a:p>
          <a:p>
            <a:pPr marL="72000" indent="-72000">
              <a:buFont typeface="Arial" panose="020B0604020202020204" pitchFamily="34" charset="0"/>
              <a:buChar char="•"/>
              <a:defRPr/>
            </a:pPr>
            <a:r>
              <a:rPr lang="en-US" altLang="zh-CN" sz="800">
                <a:solidFill>
                  <a:prstClr val="black"/>
                </a:solidFill>
                <a:cs typeface="Calibri" panose="020F0502020204030204" pitchFamily="34" charset="0"/>
              </a:rPr>
              <a:t>5 China trial sites were selected , another 3 sites will be selected in due course. </a:t>
            </a:r>
          </a:p>
        </p:txBody>
      </p:sp>
      <p:pic>
        <p:nvPicPr>
          <p:cNvPr id="12" name="Picture 12" descr="Traffic light - Simple English Wikipedia, the free ...">
            <a:extLst>
              <a:ext uri="{FF2B5EF4-FFF2-40B4-BE49-F238E27FC236}">
                <a16:creationId xmlns:a16="http://schemas.microsoft.com/office/drawing/2014/main" id="{B274FD16-3D48-04E6-0743-4E7B4026C0FA}"/>
              </a:ext>
            </a:extLst>
          </p:cNvPr>
          <p:cNvPicPr>
            <a:picLocks noChangeAspect="1"/>
          </p:cNvPicPr>
          <p:nvPr/>
        </p:nvPicPr>
        <p:blipFill rotWithShape="1">
          <a:blip r:embed="rId22" cstate="print">
            <a:extLst>
              <a:ext uri="{28A0092B-C50C-407E-A947-70E740481C1C}">
                <a14:useLocalDpi xmlns:a14="http://schemas.microsoft.com/office/drawing/2010/main"/>
              </a:ext>
            </a:extLst>
          </a:blip>
          <a:srcRect/>
          <a:stretch/>
        </p:blipFill>
        <p:spPr>
          <a:xfrm rot="16200000" flipV="1">
            <a:off x="7990190" y="-337573"/>
            <a:ext cx="523878" cy="1294885"/>
          </a:xfrm>
          <a:prstGeom prst="rect">
            <a:avLst/>
          </a:prstGeom>
        </p:spPr>
      </p:pic>
      <p:sp>
        <p:nvSpPr>
          <p:cNvPr id="14" name="文本框 13">
            <a:extLst>
              <a:ext uri="{FF2B5EF4-FFF2-40B4-BE49-F238E27FC236}">
                <a16:creationId xmlns:a16="http://schemas.microsoft.com/office/drawing/2014/main" id="{FB3B6C82-D0E0-E14E-D9A8-BCA099612808}"/>
              </a:ext>
            </a:extLst>
          </p:cNvPr>
          <p:cNvSpPr txBox="1"/>
          <p:nvPr/>
        </p:nvSpPr>
        <p:spPr>
          <a:xfrm>
            <a:off x="1444548" y="2625506"/>
            <a:ext cx="4132482" cy="374571"/>
          </a:xfrm>
          <a:prstGeom prst="roundRect">
            <a:avLst/>
          </a:prstGeom>
          <a:noFill/>
          <a:ln>
            <a:solidFill>
              <a:srgbClr val="FF0000"/>
            </a:solidFill>
          </a:ln>
        </p:spPr>
        <p:txBody>
          <a:bodyPr wrap="square" rtlCol="0">
            <a:spAutoFit/>
          </a:bodyPr>
          <a:lstStyle/>
          <a:p>
            <a:pPr marL="72000" indent="-72000">
              <a:buFont typeface="Arial" panose="020B0604020202020204" pitchFamily="34" charset="0"/>
              <a:buChar char="•"/>
              <a:defRPr/>
            </a:pPr>
            <a:r>
              <a:rPr lang="da-DK" altLang="zh-CN" sz="800">
                <a:solidFill>
                  <a:prstClr val="black"/>
                </a:solidFill>
                <a:cs typeface="Calibri" panose="020F0502020204030204" pitchFamily="34" charset="0"/>
              </a:rPr>
              <a:t>Protocol version 2.0 was released in Mar. </a:t>
            </a:r>
          </a:p>
          <a:p>
            <a:pPr marL="72000" indent="-72000">
              <a:buFont typeface="Arial" panose="020B0604020202020204" pitchFamily="34" charset="0"/>
              <a:buChar char="•"/>
              <a:defRPr/>
            </a:pPr>
            <a:r>
              <a:rPr lang="da-DK" altLang="zh-CN" sz="800">
                <a:solidFill>
                  <a:prstClr val="black"/>
                </a:solidFill>
                <a:cs typeface="Calibri" panose="020F0502020204030204" pitchFamily="34" charset="0"/>
              </a:rPr>
              <a:t>Updated protocol (and US speicfic ICFs) submitted to the FDA on March 12, 2024. </a:t>
            </a:r>
            <a:endParaRPr lang="en-US" altLang="zh-CN" sz="800">
              <a:solidFill>
                <a:prstClr val="black"/>
              </a:solidFill>
              <a:cs typeface="Calibri" panose="020F0502020204030204" pitchFamily="34" charset="0"/>
            </a:endParaRPr>
          </a:p>
        </p:txBody>
      </p:sp>
    </p:spTree>
    <p:extLst>
      <p:ext uri="{BB962C8B-B14F-4D97-AF65-F5344CB8AC3E}">
        <p14:creationId xmlns:p14="http://schemas.microsoft.com/office/powerpoint/2010/main" val="2818196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19F53-5319-1409-55D0-35D550ADB5FA}"/>
              </a:ext>
            </a:extLst>
          </p:cNvPr>
          <p:cNvSpPr>
            <a:spLocks noGrp="1"/>
          </p:cNvSpPr>
          <p:nvPr>
            <p:ph type="title"/>
          </p:nvPr>
        </p:nvSpPr>
        <p:spPr/>
        <p:txBody>
          <a:bodyPr/>
          <a:lstStyle/>
          <a:p>
            <a:r>
              <a:rPr lang="en-US" altLang="zh-CN"/>
              <a:t>Early Assets</a:t>
            </a:r>
            <a:endParaRPr lang="zh-CN" altLang="en-US"/>
          </a:p>
        </p:txBody>
      </p:sp>
      <p:sp>
        <p:nvSpPr>
          <p:cNvPr id="3" name="副标题 2">
            <a:extLst>
              <a:ext uri="{FF2B5EF4-FFF2-40B4-BE49-F238E27FC236}">
                <a16:creationId xmlns:a16="http://schemas.microsoft.com/office/drawing/2014/main" id="{5938E29C-F971-3DD1-7B53-EDA5E4FE3087}"/>
              </a:ext>
            </a:extLst>
          </p:cNvPr>
          <p:cNvSpPr>
            <a:spLocks noGrp="1"/>
          </p:cNvSpPr>
          <p:nvPr>
            <p:ph type="subTitle" idx="14"/>
          </p:nvPr>
        </p:nvSpPr>
        <p:spPr/>
        <p:txBody>
          <a:bodyPr/>
          <a:lstStyle/>
          <a:p>
            <a:r>
              <a:rPr lang="en-US" altLang="zh-CN"/>
              <a:t>B7/H6-CD3 (BI 765049)</a:t>
            </a:r>
          </a:p>
          <a:p>
            <a:r>
              <a:rPr lang="en-US" altLang="zh-CN"/>
              <a:t>CD137/FAP (BI 765179) </a:t>
            </a:r>
          </a:p>
        </p:txBody>
      </p:sp>
      <p:sp>
        <p:nvSpPr>
          <p:cNvPr id="4" name="灯片编号占位符 3">
            <a:extLst>
              <a:ext uri="{FF2B5EF4-FFF2-40B4-BE49-F238E27FC236}">
                <a16:creationId xmlns:a16="http://schemas.microsoft.com/office/drawing/2014/main" id="{9E8D66F0-5F4E-7D3E-F507-A01526A1E228}"/>
              </a:ext>
            </a:extLst>
          </p:cNvPr>
          <p:cNvSpPr>
            <a:spLocks noGrp="1"/>
          </p:cNvSpPr>
          <p:nvPr>
            <p:ph type="sldNum" sz="quarter" idx="16"/>
          </p:nvPr>
        </p:nvSpPr>
        <p:spPr/>
        <p:txBody>
          <a:bodyPr/>
          <a:lstStyle/>
          <a:p>
            <a:fld id="{8FF9B0DE-3FEB-4AA0-B465-B80EF7C1333D}" type="slidenum">
              <a:rPr lang="en-US" smtClean="0"/>
              <a:pPr/>
              <a:t>22</a:t>
            </a:fld>
            <a:endParaRPr lang="en-US"/>
          </a:p>
        </p:txBody>
      </p:sp>
      <p:sp>
        <p:nvSpPr>
          <p:cNvPr id="5" name="页脚占位符 4">
            <a:extLst>
              <a:ext uri="{FF2B5EF4-FFF2-40B4-BE49-F238E27FC236}">
                <a16:creationId xmlns:a16="http://schemas.microsoft.com/office/drawing/2014/main" id="{B5881594-52C8-5728-409D-E2B904D13F2C}"/>
              </a:ext>
            </a:extLst>
          </p:cNvPr>
          <p:cNvSpPr>
            <a:spLocks noGrp="1"/>
          </p:cNvSpPr>
          <p:nvPr>
            <p:ph type="ftr" sz="quarter" idx="19"/>
          </p:nvPr>
        </p:nvSpPr>
        <p:spPr/>
        <p:txBody>
          <a:bodyPr/>
          <a:lstStyle/>
          <a:p>
            <a:r>
              <a:rPr lang="en-US"/>
              <a:t>Presentation title    |    ONLY FOR INTERNAL USE</a:t>
            </a:r>
          </a:p>
        </p:txBody>
      </p:sp>
    </p:spTree>
    <p:extLst>
      <p:ext uri="{BB962C8B-B14F-4D97-AF65-F5344CB8AC3E}">
        <p14:creationId xmlns:p14="http://schemas.microsoft.com/office/powerpoint/2010/main" val="3270620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86ECF73-932A-C3EF-83FD-852147BC214C}"/>
              </a:ext>
            </a:extLst>
          </p:cNvPr>
          <p:cNvGraphicFramePr>
            <a:graphicFrameLocks noGrp="1"/>
          </p:cNvGraphicFramePr>
          <p:nvPr/>
        </p:nvGraphicFramePr>
        <p:xfrm>
          <a:off x="985780" y="736746"/>
          <a:ext cx="7973568" cy="514350"/>
        </p:xfrm>
        <a:graphic>
          <a:graphicData uri="http://schemas.openxmlformats.org/drawingml/2006/table">
            <a:tbl>
              <a:tblPr firstRow="1" bandRow="1"/>
              <a:tblGrid>
                <a:gridCol w="475488">
                  <a:extLst>
                    <a:ext uri="{9D8B030D-6E8A-4147-A177-3AD203B41FA5}">
                      <a16:colId xmlns:a16="http://schemas.microsoft.com/office/drawing/2014/main" val="3411862845"/>
                    </a:ext>
                  </a:extLst>
                </a:gridCol>
                <a:gridCol w="475488">
                  <a:extLst>
                    <a:ext uri="{9D8B030D-6E8A-4147-A177-3AD203B41FA5}">
                      <a16:colId xmlns:a16="http://schemas.microsoft.com/office/drawing/2014/main" val="2851474774"/>
                    </a:ext>
                  </a:extLst>
                </a:gridCol>
                <a:gridCol w="475488">
                  <a:extLst>
                    <a:ext uri="{9D8B030D-6E8A-4147-A177-3AD203B41FA5}">
                      <a16:colId xmlns:a16="http://schemas.microsoft.com/office/drawing/2014/main" val="107595344"/>
                    </a:ext>
                  </a:extLst>
                </a:gridCol>
                <a:gridCol w="475488">
                  <a:extLst>
                    <a:ext uri="{9D8B030D-6E8A-4147-A177-3AD203B41FA5}">
                      <a16:colId xmlns:a16="http://schemas.microsoft.com/office/drawing/2014/main" val="1666999431"/>
                    </a:ext>
                  </a:extLst>
                </a:gridCol>
                <a:gridCol w="475488">
                  <a:extLst>
                    <a:ext uri="{9D8B030D-6E8A-4147-A177-3AD203B41FA5}">
                      <a16:colId xmlns:a16="http://schemas.microsoft.com/office/drawing/2014/main" val="3696607442"/>
                    </a:ext>
                  </a:extLst>
                </a:gridCol>
                <a:gridCol w="475488">
                  <a:extLst>
                    <a:ext uri="{9D8B030D-6E8A-4147-A177-3AD203B41FA5}">
                      <a16:colId xmlns:a16="http://schemas.microsoft.com/office/drawing/2014/main" val="223989776"/>
                    </a:ext>
                  </a:extLst>
                </a:gridCol>
                <a:gridCol w="475488">
                  <a:extLst>
                    <a:ext uri="{9D8B030D-6E8A-4147-A177-3AD203B41FA5}">
                      <a16:colId xmlns:a16="http://schemas.microsoft.com/office/drawing/2014/main" val="124731204"/>
                    </a:ext>
                  </a:extLst>
                </a:gridCol>
                <a:gridCol w="475488">
                  <a:extLst>
                    <a:ext uri="{9D8B030D-6E8A-4147-A177-3AD203B41FA5}">
                      <a16:colId xmlns:a16="http://schemas.microsoft.com/office/drawing/2014/main" val="3066978585"/>
                    </a:ext>
                  </a:extLst>
                </a:gridCol>
                <a:gridCol w="475488">
                  <a:extLst>
                    <a:ext uri="{9D8B030D-6E8A-4147-A177-3AD203B41FA5}">
                      <a16:colId xmlns:a16="http://schemas.microsoft.com/office/drawing/2014/main" val="1064917641"/>
                    </a:ext>
                  </a:extLst>
                </a:gridCol>
                <a:gridCol w="475488">
                  <a:extLst>
                    <a:ext uri="{9D8B030D-6E8A-4147-A177-3AD203B41FA5}">
                      <a16:colId xmlns:a16="http://schemas.microsoft.com/office/drawing/2014/main" val="4221117315"/>
                    </a:ext>
                  </a:extLst>
                </a:gridCol>
                <a:gridCol w="475488">
                  <a:extLst>
                    <a:ext uri="{9D8B030D-6E8A-4147-A177-3AD203B41FA5}">
                      <a16:colId xmlns:a16="http://schemas.microsoft.com/office/drawing/2014/main" val="3266065341"/>
                    </a:ext>
                  </a:extLst>
                </a:gridCol>
                <a:gridCol w="475488">
                  <a:extLst>
                    <a:ext uri="{9D8B030D-6E8A-4147-A177-3AD203B41FA5}">
                      <a16:colId xmlns:a16="http://schemas.microsoft.com/office/drawing/2014/main" val="2374051224"/>
                    </a:ext>
                  </a:extLst>
                </a:gridCol>
                <a:gridCol w="475488">
                  <a:extLst>
                    <a:ext uri="{9D8B030D-6E8A-4147-A177-3AD203B41FA5}">
                      <a16:colId xmlns:a16="http://schemas.microsoft.com/office/drawing/2014/main" val="1840388365"/>
                    </a:ext>
                  </a:extLst>
                </a:gridCol>
                <a:gridCol w="475488">
                  <a:extLst>
                    <a:ext uri="{9D8B030D-6E8A-4147-A177-3AD203B41FA5}">
                      <a16:colId xmlns:a16="http://schemas.microsoft.com/office/drawing/2014/main" val="267750830"/>
                    </a:ext>
                  </a:extLst>
                </a:gridCol>
                <a:gridCol w="475488">
                  <a:extLst>
                    <a:ext uri="{9D8B030D-6E8A-4147-A177-3AD203B41FA5}">
                      <a16:colId xmlns:a16="http://schemas.microsoft.com/office/drawing/2014/main" val="3966469970"/>
                    </a:ext>
                  </a:extLst>
                </a:gridCol>
                <a:gridCol w="475488">
                  <a:extLst>
                    <a:ext uri="{9D8B030D-6E8A-4147-A177-3AD203B41FA5}">
                      <a16:colId xmlns:a16="http://schemas.microsoft.com/office/drawing/2014/main" val="2522973146"/>
                    </a:ext>
                  </a:extLst>
                </a:gridCol>
                <a:gridCol w="365760">
                  <a:extLst>
                    <a:ext uri="{9D8B030D-6E8A-4147-A177-3AD203B41FA5}">
                      <a16:colId xmlns:a16="http://schemas.microsoft.com/office/drawing/2014/main" val="2254751904"/>
                    </a:ext>
                  </a:extLst>
                </a:gridCol>
              </a:tblGrid>
              <a:tr h="19431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mn-lt"/>
                          <a:cs typeface="Arial" panose="020B0604020202020204" pitchFamily="34" charset="0"/>
                        </a:rPr>
                        <a:t>2023</a:t>
                      </a:r>
                      <a:endParaRPr lang="zh-CN" altLang="en-US" sz="800" b="1">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mn-lt"/>
                          <a:cs typeface="Arial" panose="020B0604020202020204" pitchFamily="34" charset="0"/>
                        </a:rPr>
                        <a:t>2024</a:t>
                      </a:r>
                      <a:endParaRPr lang="zh-CN" altLang="en-US" sz="800" b="1">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mn-lt"/>
                          <a:cs typeface="Arial" panose="020B0604020202020204" pitchFamily="34" charset="0"/>
                        </a:rPr>
                        <a:t>2025</a:t>
                      </a:r>
                      <a:endParaRPr lang="zh-CN" altLang="en-US" sz="800" b="1">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800" b="1" kern="1200">
                          <a:solidFill>
                            <a:schemeClr val="lt1"/>
                          </a:solidFill>
                          <a:latin typeface="+mn-lt"/>
                          <a:ea typeface="+mn-ea"/>
                          <a:cs typeface="Arial" panose="020B0604020202020204" pitchFamily="34" charset="0"/>
                        </a:rPr>
                        <a:t>2026</a:t>
                      </a:r>
                      <a:endParaRPr lang="zh-CN" altLang="en-US" sz="800" b="1" kern="1200">
                        <a:solidFill>
                          <a:schemeClr val="lt1"/>
                        </a:solidFill>
                        <a:latin typeface="+mn-lt"/>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mn-lt"/>
                          <a:ea typeface="+mn-ea"/>
                          <a:cs typeface="Arial" panose="020B0604020202020204" pitchFamily="34" charset="0"/>
                        </a:rPr>
                        <a:t>2027</a:t>
                      </a:r>
                      <a:endParaRPr lang="zh-CN" altLang="en-US" sz="800" b="1" kern="1200">
                        <a:solidFill>
                          <a:schemeClr val="lt1"/>
                        </a:solidFill>
                        <a:latin typeface="+mn-lt"/>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800" b="1" kern="1200">
                          <a:solidFill>
                            <a:schemeClr val="lt1"/>
                          </a:solidFill>
                          <a:latin typeface="+mn-lt"/>
                          <a:ea typeface="+mn-ea"/>
                          <a:cs typeface="Arial" panose="020B0604020202020204" pitchFamily="34" charset="0"/>
                        </a:rPr>
                        <a:t>2028</a:t>
                      </a:r>
                      <a:endParaRPr lang="zh-CN" altLang="en-US" sz="800" b="1" kern="1200">
                        <a:solidFill>
                          <a:schemeClr val="lt1"/>
                        </a:solidFill>
                        <a:latin typeface="+mn-lt"/>
                        <a:ea typeface="+mn-ea"/>
                        <a:cs typeface="Arial" panose="020B0604020202020204" pitchFamily="34" charset="0"/>
                      </a:endParaRPr>
                    </a:p>
                  </a:txBody>
                  <a:tcPr marL="68580" marR="68580" marT="34290" marB="34290"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mn-lt"/>
                          <a:cs typeface="Arial" panose="020B0604020202020204" pitchFamily="34" charset="0"/>
                        </a:rPr>
                        <a:t>Q1</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mn-lt"/>
                          <a:cs typeface="Arial" panose="020B0604020202020204" pitchFamily="34" charset="0"/>
                        </a:rPr>
                        <a:t>Q2</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Q3</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mn-lt"/>
                          <a:cs typeface="Arial" panose="020B0604020202020204" pitchFamily="34" charset="0"/>
                        </a:rPr>
                        <a:t>Q4</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mn-lt"/>
                          <a:cs typeface="Arial" panose="020B0604020202020204" pitchFamily="34" charset="0"/>
                        </a:rPr>
                        <a:t>Q1</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mn-lt"/>
                          <a:cs typeface="Arial" panose="020B0604020202020204" pitchFamily="34" charset="0"/>
                        </a:rPr>
                        <a:t>Q2</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Q3</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mn-lt"/>
                          <a:cs typeface="Arial" panose="020B0604020202020204" pitchFamily="34" charset="0"/>
                        </a:rPr>
                        <a:t>Q4</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mn-lt"/>
                          <a:cs typeface="Arial" panose="020B0604020202020204" pitchFamily="34" charset="0"/>
                        </a:rPr>
                        <a:t>Q1</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mn-lt"/>
                          <a:cs typeface="Arial" panose="020B0604020202020204" pitchFamily="34" charset="0"/>
                        </a:rPr>
                        <a:t>Q2</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Q3</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mn-lt"/>
                          <a:cs typeface="Arial" panose="020B0604020202020204" pitchFamily="34" charset="0"/>
                        </a:rPr>
                        <a:t>Q4</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H1</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H2</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H1</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H2</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cxnSp>
        <p:nvCxnSpPr>
          <p:cNvPr id="3" name="Straight Connector 2">
            <a:extLst>
              <a:ext uri="{FF2B5EF4-FFF2-40B4-BE49-F238E27FC236}">
                <a16:creationId xmlns:a16="http://schemas.microsoft.com/office/drawing/2014/main" id="{CC578037-E112-12E4-BF22-ED17B58C9C6B}"/>
              </a:ext>
            </a:extLst>
          </p:cNvPr>
          <p:cNvCxnSpPr>
            <a:cxnSpLocks/>
          </p:cNvCxnSpPr>
          <p:nvPr/>
        </p:nvCxnSpPr>
        <p:spPr bwMode="auto">
          <a:xfrm flipH="1">
            <a:off x="0" y="2745833"/>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6" name="Isosceles Triangle 5">
            <a:extLst>
              <a:ext uri="{FF2B5EF4-FFF2-40B4-BE49-F238E27FC236}">
                <a16:creationId xmlns:a16="http://schemas.microsoft.com/office/drawing/2014/main" id="{FD35A972-500C-21A9-58D5-58731C71008C}"/>
              </a:ext>
            </a:extLst>
          </p:cNvPr>
          <p:cNvSpPr/>
          <p:nvPr/>
        </p:nvSpPr>
        <p:spPr>
          <a:xfrm rot="16200000" flipH="1">
            <a:off x="651993" y="907356"/>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685681">
              <a:defRPr/>
            </a:pPr>
            <a:endParaRPr lang="en-US" sz="1400" err="1">
              <a:solidFill>
                <a:srgbClr val="000000"/>
              </a:solidFill>
              <a:latin typeface="Boehringer Forward Text"/>
            </a:endParaRPr>
          </a:p>
        </p:txBody>
      </p:sp>
      <p:sp>
        <p:nvSpPr>
          <p:cNvPr id="7" name="Isosceles Triangle 6">
            <a:extLst>
              <a:ext uri="{FF2B5EF4-FFF2-40B4-BE49-F238E27FC236}">
                <a16:creationId xmlns:a16="http://schemas.microsoft.com/office/drawing/2014/main" id="{56C18D71-BAA3-C286-891A-7FE0987794D0}"/>
              </a:ext>
            </a:extLst>
          </p:cNvPr>
          <p:cNvSpPr/>
          <p:nvPr/>
        </p:nvSpPr>
        <p:spPr>
          <a:xfrm rot="5400000">
            <a:off x="8806344" y="90703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685681">
              <a:defRPr/>
            </a:pPr>
            <a:endParaRPr lang="en-US" sz="1400" err="1">
              <a:solidFill>
                <a:srgbClr val="000000"/>
              </a:solidFill>
              <a:latin typeface="Boehringer Forward Text"/>
            </a:endParaRPr>
          </a:p>
        </p:txBody>
      </p:sp>
      <p:sp>
        <p:nvSpPr>
          <p:cNvPr id="8" name="TextBox 7">
            <a:extLst>
              <a:ext uri="{FF2B5EF4-FFF2-40B4-BE49-F238E27FC236}">
                <a16:creationId xmlns:a16="http://schemas.microsoft.com/office/drawing/2014/main" id="{89C72B67-DABB-F4AB-A173-244E0428F280}"/>
              </a:ext>
            </a:extLst>
          </p:cNvPr>
          <p:cNvSpPr txBox="1"/>
          <p:nvPr/>
        </p:nvSpPr>
        <p:spPr>
          <a:xfrm>
            <a:off x="121447" y="1439048"/>
            <a:ext cx="464406" cy="230832"/>
          </a:xfrm>
          <a:prstGeom prst="rect">
            <a:avLst/>
          </a:prstGeom>
          <a:noFill/>
          <a:ln>
            <a:solidFill>
              <a:schemeClr val="accent1"/>
            </a:solidFill>
          </a:ln>
        </p:spPr>
        <p:txBody>
          <a:bodyPr wrap="square" lIns="0" tIns="0" rIns="0" bIns="0" rtlCol="0">
            <a:spAutoFit/>
          </a:bodyPr>
          <a:lstStyle/>
          <a:p>
            <a:pPr algn="ctr" defTabSz="685681">
              <a:defRPr/>
            </a:pPr>
            <a:r>
              <a:rPr lang="en-US" sz="750" b="1">
                <a:solidFill>
                  <a:srgbClr val="08312A">
                    <a:lumMod val="90000"/>
                    <a:lumOff val="10000"/>
                  </a:srgbClr>
                </a:solidFill>
                <a:latin typeface="Boehringer Forward Text"/>
                <a:cs typeface="Calibri" panose="020F0502020204030204" pitchFamily="34" charset="0"/>
              </a:rPr>
              <a:t>Ph1-14</a:t>
            </a:r>
            <a:r>
              <a:rPr lang="en-US" altLang="zh-CN" sz="750" b="1">
                <a:solidFill>
                  <a:srgbClr val="08312A">
                    <a:lumMod val="90000"/>
                    <a:lumOff val="10000"/>
                  </a:srgbClr>
                </a:solidFill>
                <a:latin typeface="Boehringer Forward Text"/>
                <a:cs typeface="Calibri" panose="020F0502020204030204" pitchFamily="34" charset="0"/>
              </a:rPr>
              <a:t>54.1</a:t>
            </a:r>
            <a:endParaRPr lang="en-US" sz="750" b="1">
              <a:solidFill>
                <a:srgbClr val="08312A">
                  <a:lumMod val="90000"/>
                  <a:lumOff val="10000"/>
                </a:srgbClr>
              </a:solidFill>
              <a:latin typeface="Boehringer Forward Text"/>
              <a:cs typeface="Calibri" panose="020F0502020204030204" pitchFamily="34" charset="0"/>
            </a:endParaRPr>
          </a:p>
        </p:txBody>
      </p:sp>
      <p:sp>
        <p:nvSpPr>
          <p:cNvPr id="9" name="OTLSHAPE_T_e17f3958430f4cff8650518c93c7635e_Shape">
            <a:extLst>
              <a:ext uri="{FF2B5EF4-FFF2-40B4-BE49-F238E27FC236}">
                <a16:creationId xmlns:a16="http://schemas.microsoft.com/office/drawing/2014/main" id="{1FA540F2-5C9F-236F-619E-977F90D43CA6}"/>
              </a:ext>
            </a:extLst>
          </p:cNvPr>
          <p:cNvSpPr/>
          <p:nvPr>
            <p:custDataLst>
              <p:tags r:id="rId1"/>
            </p:custDataLst>
          </p:nvPr>
        </p:nvSpPr>
        <p:spPr bwMode="auto">
          <a:xfrm>
            <a:off x="827732" y="1446258"/>
            <a:ext cx="3909060" cy="243773"/>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685681">
              <a:defRPr/>
            </a:pPr>
            <a:r>
              <a:rPr lang="en-US" altLang="zh-CN" sz="750" b="1">
                <a:solidFill>
                  <a:srgbClr val="000000"/>
                </a:solidFill>
                <a:latin typeface="Boehringer Forward Text"/>
                <a:cs typeface="Calibri" panose="020F0502020204030204" pitchFamily="34" charset="0"/>
              </a:rPr>
              <a:t>Ph1 Dose escalation (Reg A &amp; B)</a:t>
            </a:r>
          </a:p>
        </p:txBody>
      </p:sp>
      <p:sp>
        <p:nvSpPr>
          <p:cNvPr id="11" name="OTLSHAPE_T_e17f3958430f4cff8650518c93c7635e_StartDate">
            <a:extLst>
              <a:ext uri="{FF2B5EF4-FFF2-40B4-BE49-F238E27FC236}">
                <a16:creationId xmlns:a16="http://schemas.microsoft.com/office/drawing/2014/main" id="{392F5196-9F44-B16F-0EF7-FAB1F9C00BA3}"/>
              </a:ext>
            </a:extLst>
          </p:cNvPr>
          <p:cNvSpPr txBox="1"/>
          <p:nvPr>
            <p:custDataLst>
              <p:tags r:id="rId2"/>
            </p:custDataLst>
          </p:nvPr>
        </p:nvSpPr>
        <p:spPr>
          <a:xfrm>
            <a:off x="2637820" y="3694964"/>
            <a:ext cx="547100"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28Dec2023</a:t>
            </a:r>
            <a:endParaRPr lang="zh-CN" altLang="en-US" sz="600" b="1">
              <a:solidFill>
                <a:srgbClr val="44546A"/>
              </a:solidFill>
              <a:latin typeface="Boehringer Forward Text"/>
              <a:cs typeface="Calibri" panose="020F0502020204030204" pitchFamily="34" charset="0"/>
            </a:endParaRPr>
          </a:p>
        </p:txBody>
      </p:sp>
      <p:sp>
        <p:nvSpPr>
          <p:cNvPr id="12" name="OTLSHAPE_T_e17f3958430f4cff8650518c93c7635e_Shape">
            <a:extLst>
              <a:ext uri="{FF2B5EF4-FFF2-40B4-BE49-F238E27FC236}">
                <a16:creationId xmlns:a16="http://schemas.microsoft.com/office/drawing/2014/main" id="{9D61B597-974B-54E5-BD85-56B18E90FCF2}"/>
              </a:ext>
            </a:extLst>
          </p:cNvPr>
          <p:cNvSpPr/>
          <p:nvPr>
            <p:custDataLst>
              <p:tags r:id="rId3"/>
            </p:custDataLst>
          </p:nvPr>
        </p:nvSpPr>
        <p:spPr bwMode="auto">
          <a:xfrm>
            <a:off x="2317383" y="3784224"/>
            <a:ext cx="569239" cy="246888"/>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8" rIns="51435" bIns="25718" numCol="1" rtlCol="0" anchor="ctr" anchorCtr="0" compatLnSpc="1">
            <a:prstTxWarp prst="textNoShape">
              <a:avLst/>
            </a:prstTxWarp>
          </a:bodyPr>
          <a:lstStyle/>
          <a:p>
            <a:pPr algn="ctr" defTabSz="685681" eaLnBrk="0" fontAlgn="base" hangingPunct="0">
              <a:spcBef>
                <a:spcPct val="0"/>
              </a:spcBef>
              <a:spcAft>
                <a:spcPct val="0"/>
              </a:spcAft>
              <a:defRPr/>
            </a:pPr>
            <a:r>
              <a:rPr lang="en-US" altLang="zh-CN" sz="450" b="1">
                <a:solidFill>
                  <a:srgbClr val="000000"/>
                </a:solidFill>
                <a:latin typeface="Boehringer Forward Text"/>
                <a:cs typeface="Calibri" panose="020F0502020204030204" pitchFamily="34" charset="0"/>
              </a:rPr>
              <a:t>CTA Review + EC + HGRAC + 1</a:t>
            </a:r>
            <a:r>
              <a:rPr lang="en-US" altLang="zh-CN" sz="450" b="1" baseline="30000">
                <a:solidFill>
                  <a:srgbClr val="000000"/>
                </a:solidFill>
                <a:latin typeface="Boehringer Forward Text"/>
                <a:cs typeface="Calibri" panose="020F0502020204030204" pitchFamily="34" charset="0"/>
              </a:rPr>
              <a:t>st</a:t>
            </a:r>
            <a:r>
              <a:rPr lang="en-US" altLang="zh-CN" sz="450" b="1">
                <a:solidFill>
                  <a:srgbClr val="000000"/>
                </a:solidFill>
                <a:latin typeface="Boehringer Forward Text"/>
                <a:cs typeface="Calibri" panose="020F0502020204030204" pitchFamily="34" charset="0"/>
              </a:rPr>
              <a:t> SIV</a:t>
            </a:r>
            <a:endParaRPr lang="zh-CN" altLang="en-US" sz="450" b="1">
              <a:solidFill>
                <a:srgbClr val="000000"/>
              </a:solidFill>
              <a:latin typeface="Boehringer Forward Text"/>
              <a:cs typeface="Calibri" panose="020F0502020204030204" pitchFamily="34" charset="0"/>
            </a:endParaRPr>
          </a:p>
        </p:txBody>
      </p:sp>
      <p:sp>
        <p:nvSpPr>
          <p:cNvPr id="13" name="Rectangle 12">
            <a:extLst>
              <a:ext uri="{FF2B5EF4-FFF2-40B4-BE49-F238E27FC236}">
                <a16:creationId xmlns:a16="http://schemas.microsoft.com/office/drawing/2014/main" id="{45D33F23-E261-971F-21E7-C8FBF8C5B5B5}"/>
              </a:ext>
            </a:extLst>
          </p:cNvPr>
          <p:cNvSpPr/>
          <p:nvPr/>
        </p:nvSpPr>
        <p:spPr>
          <a:xfrm>
            <a:off x="2633880" y="3983041"/>
            <a:ext cx="596638" cy="184666"/>
          </a:xfrm>
          <a:prstGeom prst="rect">
            <a:avLst/>
          </a:prstGeom>
        </p:spPr>
        <p:txBody>
          <a:bodyPr wrap="none">
            <a:spAutoFit/>
          </a:bodyPr>
          <a:lstStyle/>
          <a:p>
            <a:pPr algn="ctr" defTabSz="685681">
              <a:defRPr/>
            </a:pPr>
            <a:r>
              <a:rPr lang="en-US" altLang="zh-CN" sz="600" b="1">
                <a:solidFill>
                  <a:srgbClr val="44546A"/>
                </a:solidFill>
                <a:latin typeface="Boehringer Forward Text"/>
                <a:cs typeface="Calibri" panose="020F0502020204030204" pitchFamily="34" charset="0"/>
              </a:rPr>
              <a:t>Site ready*</a:t>
            </a:r>
            <a:endParaRPr lang="zh-CN" altLang="en-US" sz="600" b="1">
              <a:solidFill>
                <a:srgbClr val="44546A"/>
              </a:solidFill>
              <a:latin typeface="Boehringer Forward Text"/>
              <a:cs typeface="Calibri" panose="020F0502020204030204" pitchFamily="34" charset="0"/>
            </a:endParaRPr>
          </a:p>
        </p:txBody>
      </p:sp>
      <p:sp>
        <p:nvSpPr>
          <p:cNvPr id="14" name="Star: 4 Points 143">
            <a:extLst>
              <a:ext uri="{FF2B5EF4-FFF2-40B4-BE49-F238E27FC236}">
                <a16:creationId xmlns:a16="http://schemas.microsoft.com/office/drawing/2014/main" id="{2425FAA6-0B8A-3165-2B67-EDDB705C1D9E}"/>
              </a:ext>
            </a:extLst>
          </p:cNvPr>
          <p:cNvSpPr/>
          <p:nvPr/>
        </p:nvSpPr>
        <p:spPr bwMode="auto">
          <a:xfrm>
            <a:off x="2824714" y="392264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64" eaLnBrk="0" fontAlgn="base" hangingPunct="0">
              <a:spcBef>
                <a:spcPct val="0"/>
              </a:spcBef>
              <a:spcAft>
                <a:spcPct val="0"/>
              </a:spcAft>
              <a:defRPr/>
            </a:pPr>
            <a:endParaRPr lang="zh-CN" altLang="en-US" sz="750">
              <a:solidFill>
                <a:srgbClr val="000000"/>
              </a:solidFill>
              <a:latin typeface="Boehringer Forward Text"/>
              <a:cs typeface="Calibri" panose="020F0502020204030204" pitchFamily="34" charset="0"/>
            </a:endParaRPr>
          </a:p>
        </p:txBody>
      </p:sp>
      <p:sp>
        <p:nvSpPr>
          <p:cNvPr id="15" name="TextBox 14">
            <a:extLst>
              <a:ext uri="{FF2B5EF4-FFF2-40B4-BE49-F238E27FC236}">
                <a16:creationId xmlns:a16="http://schemas.microsoft.com/office/drawing/2014/main" id="{0BA9AABE-5773-D7BF-A65D-F299233716E2}"/>
              </a:ext>
            </a:extLst>
          </p:cNvPr>
          <p:cNvSpPr txBox="1"/>
          <p:nvPr/>
        </p:nvSpPr>
        <p:spPr>
          <a:xfrm>
            <a:off x="125812" y="3736698"/>
            <a:ext cx="453307" cy="346249"/>
          </a:xfrm>
          <a:prstGeom prst="rect">
            <a:avLst/>
          </a:prstGeom>
          <a:noFill/>
          <a:ln>
            <a:solidFill>
              <a:schemeClr val="accent1"/>
            </a:solidFill>
          </a:ln>
        </p:spPr>
        <p:txBody>
          <a:bodyPr wrap="square" lIns="0" tIns="0" rIns="0" bIns="0" rtlCol="0" anchor="ctr">
            <a:spAutoFit/>
          </a:bodyPr>
          <a:lstStyle/>
          <a:p>
            <a:pPr algn="ctr" defTabSz="685681">
              <a:defRPr/>
            </a:pPr>
            <a:r>
              <a:rPr lang="en-US" sz="750" b="1">
                <a:solidFill>
                  <a:srgbClr val="08312A">
                    <a:lumMod val="90000"/>
                    <a:lumOff val="10000"/>
                  </a:srgbClr>
                </a:solidFill>
                <a:latin typeface="Boehringer Forward Text"/>
                <a:cs typeface="Calibri" panose="020F0502020204030204" pitchFamily="34" charset="0"/>
              </a:rPr>
              <a:t>Join in 1454.4 Part II</a:t>
            </a:r>
          </a:p>
        </p:txBody>
      </p:sp>
      <p:sp>
        <p:nvSpPr>
          <p:cNvPr id="16" name="OTLSHAPE_T_e17f3958430f4cff8650518c93c7635e_StartDate">
            <a:extLst>
              <a:ext uri="{FF2B5EF4-FFF2-40B4-BE49-F238E27FC236}">
                <a16:creationId xmlns:a16="http://schemas.microsoft.com/office/drawing/2014/main" id="{2892C146-2AF7-DE03-A679-39068A7462E8}"/>
              </a:ext>
            </a:extLst>
          </p:cNvPr>
          <p:cNvSpPr txBox="1"/>
          <p:nvPr>
            <p:custDataLst>
              <p:tags r:id="rId4"/>
            </p:custDataLst>
          </p:nvPr>
        </p:nvSpPr>
        <p:spPr>
          <a:xfrm>
            <a:off x="2048885" y="3698788"/>
            <a:ext cx="541872" cy="92333"/>
          </a:xfrm>
          <a:prstGeom prst="rect">
            <a:avLst/>
          </a:prstGeom>
          <a:noFill/>
        </p:spPr>
        <p:txBody>
          <a:bodyPr vert="horz" wrap="square" lIns="0" tIns="0" rIns="0" bIns="0" rtlCol="0" anchor="ctr" anchorCtr="0">
            <a:spAutoFit/>
          </a:bodyPr>
          <a:lstStyle/>
          <a:p>
            <a:pPr algn="ctr" defTabSz="685664">
              <a:defRPr/>
            </a:pPr>
            <a:r>
              <a:rPr lang="en-US" altLang="zh-CN" sz="600" b="1">
                <a:solidFill>
                  <a:srgbClr val="44546A"/>
                </a:solidFill>
                <a:latin typeface="Boehringer Forward Text"/>
                <a:cs typeface="Calibri" panose="020F0502020204030204" pitchFamily="34" charset="0"/>
              </a:rPr>
              <a:t>21Aug2023 </a:t>
            </a:r>
            <a:endParaRPr lang="zh-CN" altLang="en-US" sz="600" b="1">
              <a:solidFill>
                <a:srgbClr val="44546A"/>
              </a:solidFill>
              <a:latin typeface="Boehringer Forward Text"/>
              <a:cs typeface="Calibri" panose="020F0502020204030204" pitchFamily="34" charset="0"/>
            </a:endParaRPr>
          </a:p>
        </p:txBody>
      </p:sp>
      <p:grpSp>
        <p:nvGrpSpPr>
          <p:cNvPr id="17" name="Group 16">
            <a:extLst>
              <a:ext uri="{FF2B5EF4-FFF2-40B4-BE49-F238E27FC236}">
                <a16:creationId xmlns:a16="http://schemas.microsoft.com/office/drawing/2014/main" id="{3CC9E8B3-78CE-D5C2-B574-31242702EE21}"/>
              </a:ext>
            </a:extLst>
          </p:cNvPr>
          <p:cNvGrpSpPr/>
          <p:nvPr/>
        </p:nvGrpSpPr>
        <p:grpSpPr>
          <a:xfrm>
            <a:off x="2186079" y="3961930"/>
            <a:ext cx="522113" cy="167326"/>
            <a:chOff x="2789392" y="4832181"/>
            <a:chExt cx="696150" cy="223099"/>
          </a:xfrm>
        </p:grpSpPr>
        <p:sp>
          <p:nvSpPr>
            <p:cNvPr id="18" name="OTLSHAPE_M_39ea6ebc19a94c9fab6ef5006c31df58_Shape">
              <a:extLst>
                <a:ext uri="{FF2B5EF4-FFF2-40B4-BE49-F238E27FC236}">
                  <a16:creationId xmlns:a16="http://schemas.microsoft.com/office/drawing/2014/main" id="{11588CA9-EA3B-4B0A-2649-A24F25F003B6}"/>
                </a:ext>
              </a:extLst>
            </p:cNvPr>
            <p:cNvSpPr/>
            <p:nvPr>
              <p:custDataLst>
                <p:tags r:id="rId29"/>
              </p:custDataLst>
            </p:nvPr>
          </p:nvSpPr>
          <p:spPr bwMode="auto">
            <a:xfrm rot="16200000">
              <a:off x="2937171" y="4839629"/>
              <a:ext cx="74723"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51435" tIns="25718" rIns="51435" bIns="25718" numCol="1" rtlCol="0" anchor="t" anchorCtr="0" compatLnSpc="1">
              <a:prstTxWarp prst="textNoShape">
                <a:avLst/>
              </a:prstTxWarp>
            </a:bodyPr>
            <a:lstStyle/>
            <a:p>
              <a:pPr defTabSz="514253" eaLnBrk="0" fontAlgn="base" hangingPunct="0">
                <a:spcBef>
                  <a:spcPct val="0"/>
                </a:spcBef>
                <a:spcAft>
                  <a:spcPct val="0"/>
                </a:spcAft>
                <a:defRPr/>
              </a:pPr>
              <a:endParaRPr lang="zh-CN" altLang="en-US" sz="600">
                <a:solidFill>
                  <a:srgbClr val="000000"/>
                </a:solidFill>
                <a:latin typeface="Boehringer Forward Text"/>
                <a:cs typeface="Calibri" panose="020F0502020204030204" pitchFamily="34" charset="0"/>
              </a:endParaRPr>
            </a:p>
          </p:txBody>
        </p:sp>
        <p:sp>
          <p:nvSpPr>
            <p:cNvPr id="19" name="OTLSHAPE_M_39ea6ebc19a94c9fab6ef5006c31df58_Title">
              <a:extLst>
                <a:ext uri="{FF2B5EF4-FFF2-40B4-BE49-F238E27FC236}">
                  <a16:creationId xmlns:a16="http://schemas.microsoft.com/office/drawing/2014/main" id="{B311B571-1677-A8F6-4156-0D5110C4FB32}"/>
                </a:ext>
              </a:extLst>
            </p:cNvPr>
            <p:cNvSpPr txBox="1"/>
            <p:nvPr>
              <p:custDataLst>
                <p:tags r:id="rId30"/>
              </p:custDataLst>
            </p:nvPr>
          </p:nvSpPr>
          <p:spPr>
            <a:xfrm>
              <a:off x="2789392" y="4932171"/>
              <a:ext cx="696150" cy="123109"/>
            </a:xfrm>
            <a:prstGeom prst="rect">
              <a:avLst/>
            </a:prstGeom>
            <a:noFill/>
          </p:spPr>
          <p:txBody>
            <a:bodyPr vert="horz" wrap="square" lIns="0" tIns="0" rIns="0" bIns="0" rtlCol="0" anchor="ctr" anchorCtr="0">
              <a:spAutoFit/>
            </a:bodyPr>
            <a:lstStyle/>
            <a:p>
              <a:pPr defTabSz="685664">
                <a:defRPr/>
              </a:pPr>
              <a:r>
                <a:rPr lang="en-US" altLang="zh-CN" sz="600" b="1">
                  <a:solidFill>
                    <a:srgbClr val="44546A"/>
                  </a:solidFill>
                  <a:latin typeface="Boehringer Forward Text"/>
                  <a:cs typeface="Calibri" panose="020F0502020204030204" pitchFamily="34" charset="0"/>
                </a:rPr>
                <a:t>CTA-s</a:t>
              </a:r>
              <a:endParaRPr lang="zh-CN" altLang="en-US" sz="600" b="1">
                <a:solidFill>
                  <a:srgbClr val="44546A"/>
                </a:solidFill>
                <a:latin typeface="Boehringer Forward Text"/>
                <a:cs typeface="Calibri" panose="020F0502020204030204" pitchFamily="34" charset="0"/>
              </a:endParaRPr>
            </a:p>
          </p:txBody>
        </p:sp>
      </p:grpSp>
      <p:sp>
        <p:nvSpPr>
          <p:cNvPr id="32" name="标题 1">
            <a:extLst>
              <a:ext uri="{FF2B5EF4-FFF2-40B4-BE49-F238E27FC236}">
                <a16:creationId xmlns:a16="http://schemas.microsoft.com/office/drawing/2014/main" id="{E7E49A9E-C654-DFAE-99E3-58FBAA4FFD7F}"/>
              </a:ext>
            </a:extLst>
          </p:cNvPr>
          <p:cNvSpPr txBox="1">
            <a:spLocks/>
          </p:cNvSpPr>
          <p:nvPr/>
        </p:nvSpPr>
        <p:spPr>
          <a:xfrm>
            <a:off x="69104" y="135588"/>
            <a:ext cx="8408850" cy="492443"/>
          </a:xfrm>
          <a:prstGeom prst="rect">
            <a:avLst/>
          </a:prstGeom>
        </p:spPr>
        <p:txBody>
          <a:bodyPr vert="horz" wrap="square" lIns="0" tIns="0" rIns="0" bIns="0" rtlCol="0" anchor="t" anchorCtr="0">
            <a:spAutoFit/>
          </a:bodyPr>
          <a:lstStyle>
            <a:lvl1pPr algn="l" defTabSz="914400" rtl="0" eaLnBrk="1" latinLnBrk="0" hangingPunct="1">
              <a:lnSpc>
                <a:spcPct val="85000"/>
              </a:lnSpc>
              <a:spcBef>
                <a:spcPct val="0"/>
              </a:spcBef>
              <a:buNone/>
              <a:defRPr sz="2400" b="0" i="0" kern="1200">
                <a:solidFill>
                  <a:srgbClr val="003366"/>
                </a:solidFill>
                <a:latin typeface="BISansOptiCond"/>
                <a:ea typeface="+mj-ea"/>
                <a:cs typeface="BISansOptiCond"/>
              </a:defRPr>
            </a:lvl1pPr>
          </a:lstStyle>
          <a:p>
            <a:pPr defTabSz="914288">
              <a:lnSpc>
                <a:spcPct val="100000"/>
              </a:lnSpc>
              <a:defRPr/>
            </a:pPr>
            <a:r>
              <a:rPr lang="en-US" altLang="zh-CN" sz="1600" b="1">
                <a:solidFill>
                  <a:srgbClr val="08312A"/>
                </a:solidFill>
                <a:latin typeface="Boehringer Forward Head"/>
                <a:cs typeface="+mj-cs"/>
              </a:rPr>
              <a:t>Ongoing</a:t>
            </a:r>
            <a:r>
              <a:rPr lang="en-US" sz="1600" b="1">
                <a:solidFill>
                  <a:srgbClr val="08312A"/>
                </a:solidFill>
                <a:latin typeface="Boehringer Forward Head"/>
                <a:cs typeface="+mj-cs"/>
              </a:rPr>
              <a:t>:</a:t>
            </a:r>
            <a:br>
              <a:rPr lang="en-US" altLang="zh-CN" sz="1600" b="1">
                <a:solidFill>
                  <a:srgbClr val="08312A"/>
                </a:solidFill>
                <a:latin typeface="Boehringer Forward Head"/>
                <a:cs typeface="+mj-cs"/>
              </a:rPr>
            </a:br>
            <a:r>
              <a:rPr lang="en-US" altLang="zh-CN" sz="1600" b="1">
                <a:solidFill>
                  <a:srgbClr val="08312A"/>
                </a:solidFill>
                <a:latin typeface="Boehringer Forward Head"/>
                <a:cs typeface="+mj-cs"/>
              </a:rPr>
              <a:t>BI 765049 </a:t>
            </a:r>
            <a:r>
              <a:rPr lang="en-US" sz="1600" b="1">
                <a:solidFill>
                  <a:srgbClr val="08312A"/>
                </a:solidFill>
                <a:latin typeface="Boehringer Forward Head"/>
                <a:cs typeface="+mj-cs"/>
              </a:rPr>
              <a:t>(B7/H6-CD3)</a:t>
            </a:r>
            <a:r>
              <a:rPr lang="en-US" altLang="zh-CN" sz="1600" b="1">
                <a:solidFill>
                  <a:srgbClr val="08312A"/>
                </a:solidFill>
                <a:latin typeface="Boehringer Forward Head"/>
                <a:cs typeface="+mj-cs"/>
              </a:rPr>
              <a:t>: Colorectal Cancer (CRC), </a:t>
            </a:r>
            <a:r>
              <a:rPr lang="en-US" sz="1600" b="1">
                <a:solidFill>
                  <a:srgbClr val="08312A"/>
                </a:solidFill>
                <a:latin typeface="Boehringer Forward Head"/>
                <a:cs typeface="+mj-cs"/>
              </a:rPr>
              <a:t>Gastric Cancer (GC)</a:t>
            </a:r>
            <a:endParaRPr lang="zh-CN" altLang="en-US" sz="1600" b="1">
              <a:solidFill>
                <a:srgbClr val="08312A"/>
              </a:solidFill>
              <a:latin typeface="Boehringer Forward Head"/>
              <a:cs typeface="+mj-cs"/>
            </a:endParaRPr>
          </a:p>
        </p:txBody>
      </p:sp>
      <p:grpSp>
        <p:nvGrpSpPr>
          <p:cNvPr id="39" name="Group 38">
            <a:extLst>
              <a:ext uri="{FF2B5EF4-FFF2-40B4-BE49-F238E27FC236}">
                <a16:creationId xmlns:a16="http://schemas.microsoft.com/office/drawing/2014/main" id="{431B778B-4DCC-2D5A-14C0-F97238265FB4}"/>
              </a:ext>
            </a:extLst>
          </p:cNvPr>
          <p:cNvGrpSpPr/>
          <p:nvPr/>
        </p:nvGrpSpPr>
        <p:grpSpPr>
          <a:xfrm>
            <a:off x="3247209" y="1247326"/>
            <a:ext cx="546747" cy="2913349"/>
            <a:chOff x="1020696" y="1361866"/>
            <a:chExt cx="546747" cy="2913349"/>
          </a:xfrm>
        </p:grpSpPr>
        <p:cxnSp>
          <p:nvCxnSpPr>
            <p:cNvPr id="40" name="Straight Connector 39">
              <a:extLst>
                <a:ext uri="{FF2B5EF4-FFF2-40B4-BE49-F238E27FC236}">
                  <a16:creationId xmlns:a16="http://schemas.microsoft.com/office/drawing/2014/main" id="{250E5F20-F02B-F083-400C-124B69ECD9B1}"/>
                </a:ext>
              </a:extLst>
            </p:cNvPr>
            <p:cNvCxnSpPr>
              <a:cxnSpLocks/>
              <a:endCxn id="41" idx="2"/>
            </p:cNvCxnSpPr>
            <p:nvPr/>
          </p:nvCxnSpPr>
          <p:spPr bwMode="auto">
            <a:xfrm flipV="1">
              <a:off x="1293969" y="1592698"/>
              <a:ext cx="101" cy="2682517"/>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41" name="OTLSHAPE_T_e17f3958430f4cff8650518c93c7635e_StartDate">
              <a:extLst>
                <a:ext uri="{FF2B5EF4-FFF2-40B4-BE49-F238E27FC236}">
                  <a16:creationId xmlns:a16="http://schemas.microsoft.com/office/drawing/2014/main" id="{4C8CA31A-C22A-1122-A761-943FC5FB2713}"/>
                </a:ext>
              </a:extLst>
            </p:cNvPr>
            <p:cNvSpPr txBox="1"/>
            <p:nvPr>
              <p:custDataLst>
                <p:tags r:id="rId28"/>
              </p:custDataLst>
            </p:nvPr>
          </p:nvSpPr>
          <p:spPr>
            <a:xfrm>
              <a:off x="1020696" y="1361866"/>
              <a:ext cx="546747" cy="230832"/>
            </a:xfrm>
            <a:prstGeom prst="rect">
              <a:avLst/>
            </a:prstGeom>
            <a:noFill/>
            <a:ln w="12700">
              <a:noFill/>
            </a:ln>
          </p:spPr>
          <p:txBody>
            <a:bodyPr vert="horz" wrap="square" lIns="0" tIns="0" rIns="0" bIns="0" rtlCol="0" anchor="ctr" anchorCtr="0">
              <a:spAutoFit/>
            </a:bodyPr>
            <a:lstStyle/>
            <a:p>
              <a:pPr algn="ctr" defTabSz="685681">
                <a:defRPr/>
              </a:pPr>
              <a:r>
                <a:rPr lang="en-US" altLang="zh-CN" sz="750" b="1">
                  <a:solidFill>
                    <a:srgbClr val="FF0000"/>
                  </a:solidFill>
                  <a:latin typeface="Boehringer Forward Text"/>
                  <a:cs typeface="Calibri" panose="020F0502020204030204" pitchFamily="34" charset="0"/>
                </a:rPr>
                <a:t>We are here</a:t>
              </a:r>
              <a:endParaRPr lang="zh-CN" altLang="en-US" sz="750" b="1">
                <a:solidFill>
                  <a:srgbClr val="FF0000"/>
                </a:solidFill>
                <a:latin typeface="Boehringer Forward Text"/>
                <a:cs typeface="Calibri" panose="020F0502020204030204" pitchFamily="34" charset="0"/>
              </a:endParaRPr>
            </a:p>
          </p:txBody>
        </p:sp>
      </p:grpSp>
      <p:sp>
        <p:nvSpPr>
          <p:cNvPr id="43" name="OTLSHAPE_T_e17f3958430f4cff8650518c93c7635e_Shape">
            <a:extLst>
              <a:ext uri="{FF2B5EF4-FFF2-40B4-BE49-F238E27FC236}">
                <a16:creationId xmlns:a16="http://schemas.microsoft.com/office/drawing/2014/main" id="{2F16DBC7-BF82-93B1-FD7E-A25660919F57}"/>
              </a:ext>
            </a:extLst>
          </p:cNvPr>
          <p:cNvSpPr/>
          <p:nvPr>
            <p:custDataLst>
              <p:tags r:id="rId5"/>
            </p:custDataLst>
          </p:nvPr>
        </p:nvSpPr>
        <p:spPr bwMode="auto">
          <a:xfrm>
            <a:off x="3110754" y="2972785"/>
            <a:ext cx="1980004" cy="246888"/>
          </a:xfrm>
          <a:prstGeom prst="roundRect">
            <a:avLst>
              <a:gd name="adj" fmla="val 16667"/>
            </a:avLst>
          </a:prstGeom>
          <a:solidFill>
            <a:srgbClr val="D1F1D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685681">
              <a:defRPr/>
            </a:pPr>
            <a:r>
              <a:rPr lang="en-US" altLang="zh-CN" sz="700" b="1">
                <a:solidFill>
                  <a:srgbClr val="000000"/>
                </a:solidFill>
                <a:latin typeface="Boehringer Forward Text"/>
                <a:cs typeface="Calibri" panose="020F0502020204030204" pitchFamily="34" charset="0"/>
              </a:rPr>
              <a:t>Ph1</a:t>
            </a:r>
            <a:r>
              <a:rPr lang="zh-CN" altLang="en-US" sz="700" b="1">
                <a:solidFill>
                  <a:srgbClr val="000000"/>
                </a:solidFill>
                <a:latin typeface="Boehringer Forward Text"/>
                <a:cs typeface="Calibri" panose="020F0502020204030204" pitchFamily="34" charset="0"/>
              </a:rPr>
              <a:t> </a:t>
            </a:r>
            <a:r>
              <a:rPr lang="en-US" altLang="zh-CN" sz="700" b="1">
                <a:solidFill>
                  <a:srgbClr val="000000"/>
                </a:solidFill>
                <a:latin typeface="Boehringer Forward Text"/>
                <a:cs typeface="Calibri" panose="020F0502020204030204" pitchFamily="34" charset="0"/>
              </a:rPr>
              <a:t>Part I Mono dose escalation </a:t>
            </a:r>
          </a:p>
          <a:p>
            <a:pPr algn="ctr" defTabSz="685681">
              <a:defRPr/>
            </a:pPr>
            <a:r>
              <a:rPr lang="en-US" altLang="zh-CN" sz="700" b="1">
                <a:solidFill>
                  <a:srgbClr val="000000"/>
                </a:solidFill>
                <a:latin typeface="Boehringer Forward Text"/>
                <a:cs typeface="Calibri" panose="020F0502020204030204" pitchFamily="34" charset="0"/>
              </a:rPr>
              <a:t>(6 Dose Levels)</a:t>
            </a:r>
            <a:endParaRPr lang="en-US" altLang="zh-CN" sz="700" b="1" i="1">
              <a:solidFill>
                <a:srgbClr val="0070C0"/>
              </a:solidFill>
              <a:latin typeface="Boehringer Forward Text"/>
              <a:cs typeface="Calibri" panose="020F0502020204030204" pitchFamily="34" charset="0"/>
            </a:endParaRPr>
          </a:p>
        </p:txBody>
      </p:sp>
      <p:sp>
        <p:nvSpPr>
          <p:cNvPr id="45" name="Rectangle 44">
            <a:extLst>
              <a:ext uri="{FF2B5EF4-FFF2-40B4-BE49-F238E27FC236}">
                <a16:creationId xmlns:a16="http://schemas.microsoft.com/office/drawing/2014/main" id="{9B339345-C53C-21E3-E662-42C2A2D09635}"/>
              </a:ext>
            </a:extLst>
          </p:cNvPr>
          <p:cNvSpPr/>
          <p:nvPr/>
        </p:nvSpPr>
        <p:spPr>
          <a:xfrm>
            <a:off x="2961929" y="3209793"/>
            <a:ext cx="298480" cy="184666"/>
          </a:xfrm>
          <a:prstGeom prst="rect">
            <a:avLst/>
          </a:prstGeom>
        </p:spPr>
        <p:txBody>
          <a:bodyPr wrap="none">
            <a:spAutoFit/>
          </a:bodyPr>
          <a:lstStyle/>
          <a:p>
            <a:pPr algn="ctr" defTabSz="685681">
              <a:defRPr/>
            </a:pPr>
            <a:r>
              <a:rPr lang="en-US" altLang="zh-CN" sz="600" b="1">
                <a:solidFill>
                  <a:srgbClr val="44546A"/>
                </a:solidFill>
                <a:latin typeface="Boehringer Forward Text"/>
                <a:cs typeface="Calibri" panose="020F0502020204030204" pitchFamily="34" charset="0"/>
              </a:rPr>
              <a:t>FPI</a:t>
            </a:r>
            <a:endParaRPr lang="zh-CN" altLang="en-US" sz="600" b="1">
              <a:solidFill>
                <a:srgbClr val="44546A"/>
              </a:solidFill>
              <a:latin typeface="Boehringer Forward Text"/>
              <a:cs typeface="Calibri" panose="020F0502020204030204" pitchFamily="34" charset="0"/>
            </a:endParaRPr>
          </a:p>
        </p:txBody>
      </p:sp>
      <p:sp>
        <p:nvSpPr>
          <p:cNvPr id="46" name="Star: 4 Points 143">
            <a:extLst>
              <a:ext uri="{FF2B5EF4-FFF2-40B4-BE49-F238E27FC236}">
                <a16:creationId xmlns:a16="http://schemas.microsoft.com/office/drawing/2014/main" id="{98CB8574-8DB7-054C-3175-930A049A0D36}"/>
              </a:ext>
            </a:extLst>
          </p:cNvPr>
          <p:cNvSpPr/>
          <p:nvPr/>
        </p:nvSpPr>
        <p:spPr bwMode="auto">
          <a:xfrm>
            <a:off x="3039013" y="313429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64" eaLnBrk="0" fontAlgn="base" hangingPunct="0">
              <a:spcBef>
                <a:spcPct val="0"/>
              </a:spcBef>
              <a:spcAft>
                <a:spcPct val="0"/>
              </a:spcAft>
              <a:defRPr/>
            </a:pPr>
            <a:endParaRPr lang="zh-CN" altLang="en-US" sz="750">
              <a:solidFill>
                <a:srgbClr val="000000"/>
              </a:solidFill>
              <a:latin typeface="Boehringer Forward Text"/>
              <a:cs typeface="Calibri" panose="020F0502020204030204" pitchFamily="34" charset="0"/>
            </a:endParaRPr>
          </a:p>
        </p:txBody>
      </p:sp>
      <p:sp>
        <p:nvSpPr>
          <p:cNvPr id="47" name="TextBox 46">
            <a:extLst>
              <a:ext uri="{FF2B5EF4-FFF2-40B4-BE49-F238E27FC236}">
                <a16:creationId xmlns:a16="http://schemas.microsoft.com/office/drawing/2014/main" id="{B2B2CA18-0BE6-B8F6-46A2-AE19EE8704F8}"/>
              </a:ext>
            </a:extLst>
          </p:cNvPr>
          <p:cNvSpPr txBox="1"/>
          <p:nvPr/>
        </p:nvSpPr>
        <p:spPr>
          <a:xfrm>
            <a:off x="125812" y="2966198"/>
            <a:ext cx="453307" cy="311624"/>
          </a:xfrm>
          <a:prstGeom prst="rect">
            <a:avLst/>
          </a:prstGeom>
          <a:noFill/>
          <a:ln>
            <a:solidFill>
              <a:schemeClr val="accent1"/>
            </a:solidFill>
          </a:ln>
        </p:spPr>
        <p:txBody>
          <a:bodyPr wrap="square" lIns="0" tIns="0" rIns="0" bIns="0" rtlCol="0" anchor="ctr">
            <a:spAutoFit/>
          </a:bodyPr>
          <a:lstStyle/>
          <a:p>
            <a:pPr algn="ctr" defTabSz="685681">
              <a:defRPr/>
            </a:pPr>
            <a:r>
              <a:rPr lang="en-US" sz="750" b="1">
                <a:solidFill>
                  <a:srgbClr val="08312A">
                    <a:lumMod val="90000"/>
                    <a:lumOff val="10000"/>
                  </a:srgbClr>
                </a:solidFill>
                <a:latin typeface="Boehringer Forward Text"/>
                <a:cs typeface="Calibri" panose="020F0502020204030204" pitchFamily="34" charset="0"/>
              </a:rPr>
              <a:t>Ph1-</a:t>
            </a:r>
          </a:p>
          <a:p>
            <a:pPr algn="ctr" defTabSz="685681">
              <a:defRPr/>
            </a:pPr>
            <a:r>
              <a:rPr lang="en-US" sz="750" b="1">
                <a:solidFill>
                  <a:srgbClr val="08312A">
                    <a:lumMod val="90000"/>
                    <a:lumOff val="10000"/>
                  </a:srgbClr>
                </a:solidFill>
                <a:latin typeface="Boehringer Forward Text"/>
                <a:cs typeface="Calibri" panose="020F0502020204030204" pitchFamily="34" charset="0"/>
              </a:rPr>
              <a:t>1454.4</a:t>
            </a:r>
          </a:p>
          <a:p>
            <a:pPr algn="ctr" defTabSz="685681">
              <a:defRPr/>
            </a:pPr>
            <a:r>
              <a:rPr lang="en-US" sz="525" b="1">
                <a:solidFill>
                  <a:srgbClr val="08312A">
                    <a:lumMod val="90000"/>
                    <a:lumOff val="10000"/>
                  </a:srgbClr>
                </a:solidFill>
                <a:latin typeface="Boehringer Forward Text"/>
                <a:cs typeface="Calibri" panose="020F0502020204030204" pitchFamily="34" charset="0"/>
              </a:rPr>
              <a:t>(GC cancers) </a:t>
            </a:r>
          </a:p>
        </p:txBody>
      </p:sp>
      <p:cxnSp>
        <p:nvCxnSpPr>
          <p:cNvPr id="49" name="Connector: Elbow 48">
            <a:extLst>
              <a:ext uri="{FF2B5EF4-FFF2-40B4-BE49-F238E27FC236}">
                <a16:creationId xmlns:a16="http://schemas.microsoft.com/office/drawing/2014/main" id="{962439E6-17F3-D142-06A9-D7E6A0B8AA9A}"/>
              </a:ext>
            </a:extLst>
          </p:cNvPr>
          <p:cNvCxnSpPr>
            <a:cxnSpLocks/>
            <a:stCxn id="12" idx="3"/>
            <a:endCxn id="143" idx="1"/>
          </p:cNvCxnSpPr>
          <p:nvPr/>
        </p:nvCxnSpPr>
        <p:spPr>
          <a:xfrm flipV="1">
            <a:off x="2886622" y="3904674"/>
            <a:ext cx="2615904" cy="2994"/>
          </a:xfrm>
          <a:prstGeom prst="straightConnector1">
            <a:avLst/>
          </a:prstGeom>
          <a:ln w="12700">
            <a:solidFill>
              <a:srgbClr val="003366"/>
            </a:solidFill>
            <a:prstDash val="sysDash"/>
            <a:tailEnd type="triangle" w="sm" len="sm"/>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F0489B83-EBB6-CDC5-5B87-2584DD730307}"/>
              </a:ext>
            </a:extLst>
          </p:cNvPr>
          <p:cNvGrpSpPr/>
          <p:nvPr/>
        </p:nvGrpSpPr>
        <p:grpSpPr>
          <a:xfrm>
            <a:off x="9787" y="1028147"/>
            <a:ext cx="822960" cy="403625"/>
            <a:chOff x="14295" y="1821272"/>
            <a:chExt cx="956521" cy="403625"/>
          </a:xfrm>
        </p:grpSpPr>
        <p:sp>
          <p:nvSpPr>
            <p:cNvPr id="51" name="Freeform: Shape 147">
              <a:extLst>
                <a:ext uri="{FF2B5EF4-FFF2-40B4-BE49-F238E27FC236}">
                  <a16:creationId xmlns:a16="http://schemas.microsoft.com/office/drawing/2014/main" id="{84D735CD-FEBD-CC49-984A-EE03A2B49A19}"/>
                </a:ext>
              </a:extLst>
            </p:cNvPr>
            <p:cNvSpPr/>
            <p:nvPr/>
          </p:nvSpPr>
          <p:spPr bwMode="auto">
            <a:xfrm>
              <a:off x="97722" y="1891290"/>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347472" tIns="45720" rIns="54864" bIns="45720" numCol="1" rtlCol="0" anchor="ctr" anchorCtr="0" compatLnSpc="1">
              <a:prstTxWarp prst="textNoShape">
                <a:avLst/>
              </a:prstTxWarp>
              <a:noAutofit/>
            </a:bodyPr>
            <a:lstStyle/>
            <a:p>
              <a:pPr defTabSz="914355" eaLnBrk="0" fontAlgn="base" hangingPunct="0">
                <a:spcBef>
                  <a:spcPct val="0"/>
                </a:spcBef>
                <a:spcAft>
                  <a:spcPct val="0"/>
                </a:spcAft>
                <a:defRPr/>
              </a:pPr>
              <a:r>
                <a:rPr lang="en-US" altLang="zh-CN" sz="825" b="1" kern="0">
                  <a:solidFill>
                    <a:srgbClr val="FFFFFF"/>
                  </a:solidFill>
                  <a:latin typeface="Boehringer Forward Text"/>
                  <a:cs typeface="Calibri" panose="020F0502020204030204" pitchFamily="34" charset="0"/>
                </a:rPr>
                <a:t>Global</a:t>
              </a:r>
              <a:endParaRPr lang="zh-CN" altLang="en-US" sz="825" b="1" kern="0">
                <a:solidFill>
                  <a:srgbClr val="FFFFFF"/>
                </a:solidFill>
                <a:latin typeface="Boehringer Forward Text"/>
                <a:cs typeface="Calibri" panose="020F0502020204030204" pitchFamily="34" charset="0"/>
              </a:endParaRPr>
            </a:p>
          </p:txBody>
        </p:sp>
        <p:sp>
          <p:nvSpPr>
            <p:cNvPr id="52" name="Oval 4">
              <a:extLst>
                <a:ext uri="{FF2B5EF4-FFF2-40B4-BE49-F238E27FC236}">
                  <a16:creationId xmlns:a16="http://schemas.microsoft.com/office/drawing/2014/main" id="{7FA3610B-4C89-958A-4BC2-95973D965952}"/>
                </a:ext>
              </a:extLst>
            </p:cNvPr>
            <p:cNvSpPr>
              <a:spLocks/>
            </p:cNvSpPr>
            <p:nvPr/>
          </p:nvSpPr>
          <p:spPr>
            <a:xfrm>
              <a:off x="14295" y="1821272"/>
              <a:ext cx="447228" cy="403625"/>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defTabSz="914355">
                <a:defRPr/>
              </a:pPr>
              <a:endParaRPr lang="en-US" sz="1400" err="1">
                <a:solidFill>
                  <a:srgbClr val="FFFFFF"/>
                </a:solidFill>
                <a:latin typeface="Boehringer Forward Text"/>
              </a:endParaRPr>
            </a:p>
          </p:txBody>
        </p:sp>
        <p:sp>
          <p:nvSpPr>
            <p:cNvPr id="53" name="Rectangle: Rounded Corners 116">
              <a:extLst>
                <a:ext uri="{FF2B5EF4-FFF2-40B4-BE49-F238E27FC236}">
                  <a16:creationId xmlns:a16="http://schemas.microsoft.com/office/drawing/2014/main" id="{E9A48A82-4B52-A9DE-2473-F05A8C2E800E}"/>
                </a:ext>
              </a:extLst>
            </p:cNvPr>
            <p:cNvSpPr/>
            <p:nvPr/>
          </p:nvSpPr>
          <p:spPr bwMode="auto">
            <a:xfrm>
              <a:off x="922048" y="1849870"/>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355" eaLnBrk="0" fontAlgn="base" hangingPunct="0">
                <a:spcBef>
                  <a:spcPct val="0"/>
                </a:spcBef>
                <a:spcAft>
                  <a:spcPct val="0"/>
                </a:spcAft>
                <a:defRPr/>
              </a:pPr>
              <a:endParaRPr lang="zh-CN" altLang="en-US" sz="1100" b="1" kern="0">
                <a:solidFill>
                  <a:srgbClr val="FFFFFF"/>
                </a:solidFill>
                <a:latin typeface="Boehringer Forward Text"/>
                <a:cs typeface="Calibri" panose="020F0502020204030204" pitchFamily="34" charset="0"/>
              </a:endParaRPr>
            </a:p>
          </p:txBody>
        </p:sp>
        <p:pic>
          <p:nvPicPr>
            <p:cNvPr id="54" name="Picture 6" descr="Image result for world circle png">
              <a:extLst>
                <a:ext uri="{FF2B5EF4-FFF2-40B4-BE49-F238E27FC236}">
                  <a16:creationId xmlns:a16="http://schemas.microsoft.com/office/drawing/2014/main" id="{B4031CE8-2397-0A76-531C-C0885A17C580}"/>
                </a:ext>
              </a:extLst>
            </p:cNvPr>
            <p:cNvPicPr>
              <a:picLocks noChangeArrowheads="1"/>
            </p:cNvPicPr>
            <p:nvPr/>
          </p:nvPicPr>
          <p:blipFill rotWithShape="1">
            <a:blip r:embed="rId33" cstate="print">
              <a:extLst>
                <a:ext uri="{28A0092B-C50C-407E-A947-70E740481C1C}">
                  <a14:useLocalDpi xmlns:a14="http://schemas.microsoft.com/office/drawing/2010/main" val="0"/>
                </a:ext>
              </a:extLst>
            </a:blip>
            <a:srcRect l="4094" t="4010" r="4094" b="4010"/>
            <a:stretch/>
          </p:blipFill>
          <p:spPr bwMode="auto">
            <a:xfrm>
              <a:off x="51027" y="1857487"/>
              <a:ext cx="373767" cy="33825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5" name="Group 54">
            <a:extLst>
              <a:ext uri="{FF2B5EF4-FFF2-40B4-BE49-F238E27FC236}">
                <a16:creationId xmlns:a16="http://schemas.microsoft.com/office/drawing/2014/main" id="{71CE5C9C-0DCC-9A86-B3D8-CC1149385549}"/>
              </a:ext>
            </a:extLst>
          </p:cNvPr>
          <p:cNvGrpSpPr>
            <a:grpSpLocks noChangeAspect="1"/>
          </p:cNvGrpSpPr>
          <p:nvPr/>
        </p:nvGrpSpPr>
        <p:grpSpPr>
          <a:xfrm>
            <a:off x="20332" y="3322524"/>
            <a:ext cx="822960" cy="390650"/>
            <a:chOff x="87758" y="4551370"/>
            <a:chExt cx="942154" cy="447229"/>
          </a:xfrm>
        </p:grpSpPr>
        <p:grpSp>
          <p:nvGrpSpPr>
            <p:cNvPr id="56" name="Group 55">
              <a:extLst>
                <a:ext uri="{FF2B5EF4-FFF2-40B4-BE49-F238E27FC236}">
                  <a16:creationId xmlns:a16="http://schemas.microsoft.com/office/drawing/2014/main" id="{0EBB1CF7-E9BA-1338-F951-45429ADE82B2}"/>
                </a:ext>
              </a:extLst>
            </p:cNvPr>
            <p:cNvGrpSpPr/>
            <p:nvPr/>
          </p:nvGrpSpPr>
          <p:grpSpPr>
            <a:xfrm>
              <a:off x="87758" y="4551370"/>
              <a:ext cx="942154" cy="447229"/>
              <a:chOff x="87758" y="4551370"/>
              <a:chExt cx="942154" cy="447229"/>
            </a:xfrm>
          </p:grpSpPr>
          <p:sp>
            <p:nvSpPr>
              <p:cNvPr id="58" name="Freeform: Shape 152">
                <a:extLst>
                  <a:ext uri="{FF2B5EF4-FFF2-40B4-BE49-F238E27FC236}">
                    <a16:creationId xmlns:a16="http://schemas.microsoft.com/office/drawing/2014/main" id="{8C8AC3DB-8139-8C3B-B05C-05DCD2EB0605}"/>
                  </a:ext>
                </a:extLst>
              </p:cNvPr>
              <p:cNvSpPr/>
              <p:nvPr/>
            </p:nvSpPr>
            <p:spPr bwMode="auto">
              <a:xfrm>
                <a:off x="161232" y="4637822"/>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45720" rIns="54864" bIns="45720" numCol="1" rtlCol="0" anchor="ctr" anchorCtr="0" compatLnSpc="1">
                <a:prstTxWarp prst="textNoShape">
                  <a:avLst/>
                </a:prstTxWarp>
                <a:noAutofit/>
              </a:bodyPr>
              <a:lstStyle/>
              <a:p>
                <a:pPr defTabSz="914355" eaLnBrk="0" fontAlgn="base" hangingPunct="0">
                  <a:spcBef>
                    <a:spcPct val="0"/>
                  </a:spcBef>
                  <a:spcAft>
                    <a:spcPct val="0"/>
                  </a:spcAft>
                  <a:defRPr/>
                </a:pPr>
                <a:r>
                  <a:rPr lang="en-US" altLang="zh-CN" sz="900" b="1" kern="0">
                    <a:solidFill>
                      <a:prstClr val="white"/>
                    </a:solidFill>
                    <a:latin typeface="Boehringer Forward Text"/>
                    <a:cs typeface="Calibri" panose="020F0502020204030204" pitchFamily="34" charset="0"/>
                  </a:rPr>
                  <a:t>China</a:t>
                </a:r>
                <a:endParaRPr lang="zh-CN" altLang="en-US" sz="900" b="1" kern="0">
                  <a:solidFill>
                    <a:prstClr val="white"/>
                  </a:solidFill>
                  <a:latin typeface="Boehringer Forward Text"/>
                  <a:cs typeface="Calibri" panose="020F0502020204030204" pitchFamily="34" charset="0"/>
                </a:endParaRPr>
              </a:p>
            </p:txBody>
          </p:sp>
          <p:grpSp>
            <p:nvGrpSpPr>
              <p:cNvPr id="59" name="Group 58">
                <a:extLst>
                  <a:ext uri="{FF2B5EF4-FFF2-40B4-BE49-F238E27FC236}">
                    <a16:creationId xmlns:a16="http://schemas.microsoft.com/office/drawing/2014/main" id="{A4A5DE4C-86C4-78F4-AD04-958A5490FC71}"/>
                  </a:ext>
                </a:extLst>
              </p:cNvPr>
              <p:cNvGrpSpPr/>
              <p:nvPr/>
            </p:nvGrpSpPr>
            <p:grpSpPr>
              <a:xfrm>
                <a:off x="87758" y="4551370"/>
                <a:ext cx="447229" cy="447229"/>
                <a:chOff x="87758" y="4551370"/>
                <a:chExt cx="447229" cy="447229"/>
              </a:xfrm>
            </p:grpSpPr>
            <p:sp>
              <p:nvSpPr>
                <p:cNvPr id="60" name="Oval 134">
                  <a:extLst>
                    <a:ext uri="{FF2B5EF4-FFF2-40B4-BE49-F238E27FC236}">
                      <a16:creationId xmlns:a16="http://schemas.microsoft.com/office/drawing/2014/main" id="{6B9030E3-3C49-CC13-ECD3-3C026AFFBCC3}"/>
                    </a:ext>
                  </a:extLst>
                </p:cNvPr>
                <p:cNvSpPr/>
                <p:nvPr/>
              </p:nvSpPr>
              <p:spPr>
                <a:xfrm>
                  <a:off x="87758" y="4551370"/>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defTabSz="914355">
                    <a:defRPr/>
                  </a:pPr>
                  <a:endParaRPr lang="en-US" sz="1400" err="1">
                    <a:solidFill>
                      <a:srgbClr val="08312A">
                        <a:lumMod val="90000"/>
                        <a:lumOff val="10000"/>
                      </a:srgbClr>
                    </a:solidFill>
                    <a:latin typeface="Boehringer Forward Text"/>
                  </a:endParaRPr>
                </a:p>
              </p:txBody>
            </p:sp>
            <p:pic>
              <p:nvPicPr>
                <p:cNvPr id="61" name="Picture 2" descr="Image result for China flag circle png">
                  <a:extLst>
                    <a:ext uri="{FF2B5EF4-FFF2-40B4-BE49-F238E27FC236}">
                      <a16:creationId xmlns:a16="http://schemas.microsoft.com/office/drawing/2014/main" id="{843F4C1E-1B7D-1CDE-EAAC-4A089E5B3293}"/>
                    </a:ext>
                  </a:extLst>
                </p:cNvPr>
                <p:cNvPicPr>
                  <a:picLocks noChangeAspect="1" noChangeArrowheads="1"/>
                </p:cNvPicPr>
                <p:nvPr/>
              </p:nvPicPr>
              <p:blipFill>
                <a:blip r:embed="rId34" cstate="print">
                  <a:extLst>
                    <a:ext uri="{28A0092B-C50C-407E-A947-70E740481C1C}">
                      <a14:useLocalDpi xmlns:a14="http://schemas.microsoft.com/office/drawing/2010/main" val="0"/>
                    </a:ext>
                  </a:extLst>
                </a:blip>
                <a:srcRect/>
                <a:stretch>
                  <a:fillRect/>
                </a:stretch>
              </p:blipFill>
              <p:spPr bwMode="auto">
                <a:xfrm>
                  <a:off x="123974" y="4587586"/>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57" name="Rectangle: Rounded Corners 116">
              <a:extLst>
                <a:ext uri="{FF2B5EF4-FFF2-40B4-BE49-F238E27FC236}">
                  <a16:creationId xmlns:a16="http://schemas.microsoft.com/office/drawing/2014/main" id="{2E48C996-5284-4EC4-6276-1F52597FECF6}"/>
                </a:ext>
              </a:extLst>
            </p:cNvPr>
            <p:cNvSpPr/>
            <p:nvPr/>
          </p:nvSpPr>
          <p:spPr bwMode="auto">
            <a:xfrm>
              <a:off x="981144" y="4601823"/>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355" eaLnBrk="0" fontAlgn="base" hangingPunct="0">
                <a:spcBef>
                  <a:spcPct val="0"/>
                </a:spcBef>
                <a:spcAft>
                  <a:spcPct val="0"/>
                </a:spcAft>
                <a:defRPr/>
              </a:pPr>
              <a:endParaRPr lang="zh-CN" altLang="en-US" sz="1100" b="1" kern="0">
                <a:solidFill>
                  <a:srgbClr val="08312A">
                    <a:lumMod val="90000"/>
                    <a:lumOff val="10000"/>
                  </a:srgbClr>
                </a:solidFill>
                <a:latin typeface="Boehringer Forward Text"/>
                <a:cs typeface="Calibri" panose="020F0502020204030204" pitchFamily="34" charset="0"/>
              </a:endParaRPr>
            </a:p>
          </p:txBody>
        </p:sp>
      </p:grpSp>
      <p:grpSp>
        <p:nvGrpSpPr>
          <p:cNvPr id="62" name="Group 61">
            <a:extLst>
              <a:ext uri="{FF2B5EF4-FFF2-40B4-BE49-F238E27FC236}">
                <a16:creationId xmlns:a16="http://schemas.microsoft.com/office/drawing/2014/main" id="{36AEB8DF-D589-DDF8-56A3-812D4B2F4F40}"/>
              </a:ext>
            </a:extLst>
          </p:cNvPr>
          <p:cNvGrpSpPr/>
          <p:nvPr/>
        </p:nvGrpSpPr>
        <p:grpSpPr>
          <a:xfrm>
            <a:off x="3568508" y="1401025"/>
            <a:ext cx="530915" cy="411885"/>
            <a:chOff x="5322136" y="1343292"/>
            <a:chExt cx="530915" cy="411885"/>
          </a:xfrm>
        </p:grpSpPr>
        <p:sp>
          <p:nvSpPr>
            <p:cNvPr id="63" name="Rectangle 62">
              <a:extLst>
                <a:ext uri="{FF2B5EF4-FFF2-40B4-BE49-F238E27FC236}">
                  <a16:creationId xmlns:a16="http://schemas.microsoft.com/office/drawing/2014/main" id="{CC19AB38-F0F5-069B-5C78-77DB7FBC0B64}"/>
                </a:ext>
              </a:extLst>
            </p:cNvPr>
            <p:cNvSpPr/>
            <p:nvPr/>
          </p:nvSpPr>
          <p:spPr>
            <a:xfrm>
              <a:off x="5322136" y="1478178"/>
              <a:ext cx="530915" cy="276999"/>
            </a:xfrm>
            <a:prstGeom prst="rect">
              <a:avLst/>
            </a:prstGeom>
          </p:spPr>
          <p:txBody>
            <a:bodyPr wrap="none">
              <a:spAutoFit/>
            </a:bodyPr>
            <a:lstStyle/>
            <a:p>
              <a:pPr algn="ctr" defTabSz="685681">
                <a:defRPr/>
              </a:pPr>
              <a:r>
                <a:rPr lang="en-US" altLang="zh-CN" sz="600" b="1" err="1">
                  <a:solidFill>
                    <a:srgbClr val="44546A"/>
                  </a:solidFill>
                  <a:latin typeface="Boehringer Forward Text"/>
                  <a:cs typeface="Calibri" panose="020F0502020204030204" pitchFamily="34" charset="0"/>
                </a:rPr>
                <a:t>PoCP</a:t>
              </a:r>
              <a:endParaRPr lang="en-US" altLang="zh-CN" sz="600" b="1">
                <a:solidFill>
                  <a:srgbClr val="44546A"/>
                </a:solidFill>
                <a:latin typeface="Boehringer Forward Text"/>
                <a:cs typeface="Calibri" panose="020F0502020204030204" pitchFamily="34" charset="0"/>
              </a:endParaRPr>
            </a:p>
            <a:p>
              <a:pPr algn="ctr" defTabSz="685681">
                <a:defRPr/>
              </a:pPr>
              <a:r>
                <a:rPr lang="en-US" altLang="zh-CN" sz="600" b="1">
                  <a:solidFill>
                    <a:srgbClr val="44546A"/>
                  </a:solidFill>
                  <a:latin typeface="Boehringer Forward Text"/>
                  <a:cs typeface="Calibri" panose="020F0502020204030204" pitchFamily="34" charset="0"/>
                </a:rPr>
                <a:t>Jun 2024</a:t>
              </a:r>
              <a:endParaRPr lang="zh-CN" altLang="en-US" sz="600" b="1">
                <a:solidFill>
                  <a:srgbClr val="44546A"/>
                </a:solidFill>
                <a:latin typeface="Boehringer Forward Text"/>
                <a:cs typeface="Calibri" panose="020F0502020204030204" pitchFamily="34" charset="0"/>
              </a:endParaRPr>
            </a:p>
          </p:txBody>
        </p:sp>
        <p:sp>
          <p:nvSpPr>
            <p:cNvPr id="64" name="OTLSHAPE_M_4315c04ef6244ea3a2c8fb75205cc353_Shape">
              <a:extLst>
                <a:ext uri="{FF2B5EF4-FFF2-40B4-BE49-F238E27FC236}">
                  <a16:creationId xmlns:a16="http://schemas.microsoft.com/office/drawing/2014/main" id="{70DA6F96-3FD5-FF3A-D232-789221817F11}"/>
                </a:ext>
              </a:extLst>
            </p:cNvPr>
            <p:cNvSpPr>
              <a:spLocks noChangeAspect="1"/>
            </p:cNvSpPr>
            <p:nvPr>
              <p:custDataLst>
                <p:tags r:id="rId27"/>
              </p:custDataLst>
            </p:nvPr>
          </p:nvSpPr>
          <p:spPr>
            <a:xfrm>
              <a:off x="5516179" y="1343292"/>
              <a:ext cx="128016" cy="142240"/>
            </a:xfrm>
            <a:prstGeom prst="diamond">
              <a:avLst/>
            </a:prstGeom>
            <a:solidFill>
              <a:srgbClr val="D60093"/>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78">
                <a:defRPr/>
              </a:pPr>
              <a:endParaRPr lang="en-US" sz="600" err="1">
                <a:solidFill>
                  <a:prstClr val="black"/>
                </a:solidFill>
                <a:latin typeface="Boehringer Forward Text"/>
              </a:endParaRPr>
            </a:p>
          </p:txBody>
        </p:sp>
      </p:grpSp>
      <p:sp>
        <p:nvSpPr>
          <p:cNvPr id="66" name="Rectangle 65">
            <a:extLst>
              <a:ext uri="{FF2B5EF4-FFF2-40B4-BE49-F238E27FC236}">
                <a16:creationId xmlns:a16="http://schemas.microsoft.com/office/drawing/2014/main" id="{A0FC60C4-2637-DA68-25B7-C50B29E750CA}"/>
              </a:ext>
            </a:extLst>
          </p:cNvPr>
          <p:cNvSpPr/>
          <p:nvPr/>
        </p:nvSpPr>
        <p:spPr>
          <a:xfrm>
            <a:off x="8633800" y="2152394"/>
            <a:ext cx="577886" cy="190821"/>
          </a:xfrm>
          <a:prstGeom prst="rect">
            <a:avLst/>
          </a:prstGeom>
        </p:spPr>
        <p:txBody>
          <a:bodyPr wrap="square">
            <a:spAutoFit/>
          </a:bodyPr>
          <a:lstStyle/>
          <a:p>
            <a:pPr algn="r" defTabSz="914288">
              <a:lnSpc>
                <a:spcPts val="800"/>
              </a:lnSpc>
              <a:defRPr/>
            </a:pPr>
            <a:r>
              <a:rPr lang="en-US" altLang="zh-CN" sz="600" b="1">
                <a:solidFill>
                  <a:srgbClr val="44546A"/>
                </a:solidFill>
                <a:latin typeface="Boehringer Forward Text"/>
                <a:cs typeface="Calibri" panose="020F0502020204030204" pitchFamily="34" charset="0"/>
              </a:rPr>
              <a:t>Sep2028</a:t>
            </a:r>
            <a:endParaRPr lang="zh-CN" altLang="en-US" sz="600" b="1">
              <a:solidFill>
                <a:srgbClr val="44546A"/>
              </a:solidFill>
              <a:latin typeface="Boehringer Forward Text"/>
              <a:cs typeface="Calibri" panose="020F0502020204030204" pitchFamily="34" charset="0"/>
            </a:endParaRPr>
          </a:p>
        </p:txBody>
      </p:sp>
      <p:sp>
        <p:nvSpPr>
          <p:cNvPr id="67" name="OTLSHAPE_M_3370ef36f72d45bf9a95515fc63c0f41_Shape">
            <a:extLst>
              <a:ext uri="{FF2B5EF4-FFF2-40B4-BE49-F238E27FC236}">
                <a16:creationId xmlns:a16="http://schemas.microsoft.com/office/drawing/2014/main" id="{E49EE223-DC8B-46F3-5691-56D5CBD91C6B}"/>
              </a:ext>
            </a:extLst>
          </p:cNvPr>
          <p:cNvSpPr>
            <a:spLocks noChangeAspect="1"/>
          </p:cNvSpPr>
          <p:nvPr>
            <p:custDataLst>
              <p:tags r:id="rId6"/>
            </p:custDataLst>
          </p:nvPr>
        </p:nvSpPr>
        <p:spPr>
          <a:xfrm>
            <a:off x="8882189" y="2399982"/>
            <a:ext cx="164592" cy="182880"/>
          </a:xfrm>
          <a:prstGeom prst="star5">
            <a:avLst>
              <a:gd name="adj" fmla="val 25000"/>
              <a:gd name="hf" fmla="val 105146"/>
              <a:gd name="vf" fmla="val 110557"/>
            </a:avLst>
          </a:prstGeom>
          <a:solidFill>
            <a:srgbClr val="00B05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78">
              <a:defRPr/>
            </a:pPr>
            <a:endParaRPr lang="en-US" sz="1400">
              <a:solidFill>
                <a:prstClr val="black"/>
              </a:solidFill>
              <a:latin typeface="Boehringer Forward Text"/>
            </a:endParaRPr>
          </a:p>
        </p:txBody>
      </p:sp>
      <p:sp>
        <p:nvSpPr>
          <p:cNvPr id="71" name="TextBox 70">
            <a:extLst>
              <a:ext uri="{FF2B5EF4-FFF2-40B4-BE49-F238E27FC236}">
                <a16:creationId xmlns:a16="http://schemas.microsoft.com/office/drawing/2014/main" id="{64317571-AD38-DA2C-5FA7-1AC4ED101DC3}"/>
              </a:ext>
            </a:extLst>
          </p:cNvPr>
          <p:cNvSpPr txBox="1"/>
          <p:nvPr/>
        </p:nvSpPr>
        <p:spPr>
          <a:xfrm>
            <a:off x="114991" y="1790024"/>
            <a:ext cx="464406" cy="346249"/>
          </a:xfrm>
          <a:prstGeom prst="rect">
            <a:avLst/>
          </a:prstGeom>
          <a:noFill/>
          <a:ln>
            <a:solidFill>
              <a:schemeClr val="accent1"/>
            </a:solidFill>
          </a:ln>
        </p:spPr>
        <p:txBody>
          <a:bodyPr wrap="square" lIns="0" tIns="0" rIns="0" bIns="0" rtlCol="0">
            <a:spAutoFit/>
          </a:bodyPr>
          <a:lstStyle/>
          <a:p>
            <a:pPr algn="ctr" defTabSz="685681">
              <a:defRPr/>
            </a:pPr>
            <a:r>
              <a:rPr lang="en-US" sz="750" b="1">
                <a:solidFill>
                  <a:srgbClr val="08312A">
                    <a:lumMod val="90000"/>
                    <a:lumOff val="10000"/>
                  </a:srgbClr>
                </a:solidFill>
                <a:latin typeface="Boehringer Forward Text"/>
                <a:cs typeface="Calibri" panose="020F0502020204030204" pitchFamily="34" charset="0"/>
              </a:rPr>
              <a:t>Ph2-14</a:t>
            </a:r>
            <a:r>
              <a:rPr lang="en-US" altLang="zh-CN" sz="750" b="1">
                <a:solidFill>
                  <a:srgbClr val="08312A">
                    <a:lumMod val="90000"/>
                    <a:lumOff val="10000"/>
                  </a:srgbClr>
                </a:solidFill>
                <a:latin typeface="Boehringer Forward Text"/>
                <a:cs typeface="Calibri" panose="020F0502020204030204" pitchFamily="34" charset="0"/>
              </a:rPr>
              <a:t>54.10</a:t>
            </a:r>
          </a:p>
          <a:p>
            <a:pPr algn="ctr" defTabSz="685681">
              <a:defRPr/>
            </a:pPr>
            <a:r>
              <a:rPr lang="en-US" sz="750" b="1">
                <a:solidFill>
                  <a:srgbClr val="08312A">
                    <a:lumMod val="90000"/>
                    <a:lumOff val="10000"/>
                  </a:srgbClr>
                </a:solidFill>
                <a:latin typeface="Boehringer Forward Text"/>
                <a:cs typeface="Calibri" panose="020F0502020204030204" pitchFamily="34" charset="0"/>
              </a:rPr>
              <a:t>(3L CRC)</a:t>
            </a:r>
          </a:p>
        </p:txBody>
      </p:sp>
      <p:sp>
        <p:nvSpPr>
          <p:cNvPr id="73" name="OTLSHAPE_T_e17f3958430f4cff8650518c93c7635e_Shape">
            <a:extLst>
              <a:ext uri="{FF2B5EF4-FFF2-40B4-BE49-F238E27FC236}">
                <a16:creationId xmlns:a16="http://schemas.microsoft.com/office/drawing/2014/main" id="{65273D41-05FA-EEF1-1007-15DEC2260DDE}"/>
              </a:ext>
            </a:extLst>
          </p:cNvPr>
          <p:cNvSpPr/>
          <p:nvPr>
            <p:custDataLst>
              <p:tags r:id="rId7"/>
            </p:custDataLst>
          </p:nvPr>
        </p:nvSpPr>
        <p:spPr bwMode="auto">
          <a:xfrm>
            <a:off x="5514645" y="1851318"/>
            <a:ext cx="2243075" cy="246888"/>
          </a:xfrm>
          <a:prstGeom prst="roundRect">
            <a:avLst/>
          </a:prstGeom>
          <a:solidFill>
            <a:srgbClr val="D3F2E0"/>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685766">
              <a:defRPr/>
            </a:pPr>
            <a:r>
              <a:rPr lang="en-US" altLang="zh-CN" sz="638" b="1">
                <a:solidFill>
                  <a:srgbClr val="000000"/>
                </a:solidFill>
                <a:latin typeface="Boehringer Forward Text"/>
                <a:cs typeface="Calibri" panose="020F0502020204030204" pitchFamily="34" charset="0"/>
              </a:rPr>
              <a:t>Ph2 Mono Dose Optimization in 3L CRC </a:t>
            </a:r>
          </a:p>
          <a:p>
            <a:pPr algn="ctr" defTabSz="685766">
              <a:defRPr/>
            </a:pPr>
            <a:r>
              <a:rPr lang="en-US" altLang="zh-CN" sz="638" b="1" i="1">
                <a:solidFill>
                  <a:srgbClr val="C00000"/>
                </a:solidFill>
                <a:latin typeface="Boehringer Forward Text"/>
                <a:cs typeface="Calibri" panose="020F0502020204030204" pitchFamily="34" charset="0"/>
              </a:rPr>
              <a:t>(outsourced to </a:t>
            </a:r>
            <a:r>
              <a:rPr lang="en-US" altLang="zh-CN" sz="638" b="1" i="1" err="1">
                <a:solidFill>
                  <a:srgbClr val="C00000"/>
                </a:solidFill>
                <a:latin typeface="Boehringer Forward Text"/>
                <a:cs typeface="Calibri" panose="020F0502020204030204" pitchFamily="34" charset="0"/>
              </a:rPr>
              <a:t>Parexcel</a:t>
            </a:r>
            <a:r>
              <a:rPr lang="en-US" altLang="zh-CN" sz="638" b="1" i="1">
                <a:solidFill>
                  <a:srgbClr val="C00000"/>
                </a:solidFill>
                <a:latin typeface="Boehringer Forward Text"/>
                <a:cs typeface="Calibri" panose="020F0502020204030204" pitchFamily="34" charset="0"/>
              </a:rPr>
              <a:t>)</a:t>
            </a:r>
            <a:r>
              <a:rPr lang="en-US" altLang="zh-CN" sz="638" b="1">
                <a:solidFill>
                  <a:srgbClr val="000000"/>
                </a:solidFill>
                <a:latin typeface="Boehringer Forward Text"/>
                <a:cs typeface="Calibri" panose="020F0502020204030204" pitchFamily="34" charset="0"/>
              </a:rPr>
              <a:t> </a:t>
            </a:r>
          </a:p>
        </p:txBody>
      </p:sp>
      <p:sp>
        <p:nvSpPr>
          <p:cNvPr id="76" name="Rectangle 75">
            <a:extLst>
              <a:ext uri="{FF2B5EF4-FFF2-40B4-BE49-F238E27FC236}">
                <a16:creationId xmlns:a16="http://schemas.microsoft.com/office/drawing/2014/main" id="{C79EB7B1-1E8D-2270-593C-B2298465CF2A}"/>
              </a:ext>
            </a:extLst>
          </p:cNvPr>
          <p:cNvSpPr/>
          <p:nvPr/>
        </p:nvSpPr>
        <p:spPr>
          <a:xfrm>
            <a:off x="8234055" y="2153272"/>
            <a:ext cx="540533" cy="190821"/>
          </a:xfrm>
          <a:prstGeom prst="rect">
            <a:avLst/>
          </a:prstGeom>
        </p:spPr>
        <p:txBody>
          <a:bodyPr wrap="none">
            <a:spAutoFit/>
          </a:bodyPr>
          <a:lstStyle/>
          <a:p>
            <a:pPr algn="r" defTabSz="914288">
              <a:lnSpc>
                <a:spcPts val="800"/>
              </a:lnSpc>
              <a:defRPr/>
            </a:pPr>
            <a:r>
              <a:rPr lang="en-US" altLang="zh-CN" sz="600" b="1">
                <a:solidFill>
                  <a:srgbClr val="44546A"/>
                </a:solidFill>
                <a:latin typeface="Boehringer Forward Text"/>
                <a:cs typeface="Calibri" panose="020F0502020204030204" pitchFamily="34" charset="0"/>
              </a:rPr>
              <a:t>May2028</a:t>
            </a:r>
            <a:endParaRPr lang="zh-CN" altLang="en-US" sz="600" b="1">
              <a:solidFill>
                <a:srgbClr val="44546A"/>
              </a:solidFill>
              <a:latin typeface="Boehringer Forward Text"/>
              <a:cs typeface="Calibri" panose="020F0502020204030204" pitchFamily="34" charset="0"/>
            </a:endParaRPr>
          </a:p>
        </p:txBody>
      </p:sp>
      <p:sp>
        <p:nvSpPr>
          <p:cNvPr id="77" name="OTLSHAPE_M_4315c04ef6244ea3a2c8fb75205cc353_Shape">
            <a:extLst>
              <a:ext uri="{FF2B5EF4-FFF2-40B4-BE49-F238E27FC236}">
                <a16:creationId xmlns:a16="http://schemas.microsoft.com/office/drawing/2014/main" id="{E5E03F2A-2B93-D818-7425-EB543D08E06A}"/>
              </a:ext>
            </a:extLst>
          </p:cNvPr>
          <p:cNvSpPr>
            <a:spLocks noChangeAspect="1"/>
          </p:cNvSpPr>
          <p:nvPr>
            <p:custDataLst>
              <p:tags r:id="rId8"/>
            </p:custDataLst>
          </p:nvPr>
        </p:nvSpPr>
        <p:spPr>
          <a:xfrm>
            <a:off x="8629485" y="2448800"/>
            <a:ext cx="128016" cy="142241"/>
          </a:xfrm>
          <a:prstGeom prst="diamond">
            <a:avLst/>
          </a:prstGeom>
          <a:solidFill>
            <a:srgbClr val="00B0F0"/>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78">
              <a:defRPr/>
            </a:pPr>
            <a:endParaRPr lang="en-US" sz="1400" err="1">
              <a:solidFill>
                <a:prstClr val="black"/>
              </a:solidFill>
              <a:latin typeface="Boehringer Forward Text"/>
            </a:endParaRPr>
          </a:p>
        </p:txBody>
      </p:sp>
      <p:sp>
        <p:nvSpPr>
          <p:cNvPr id="78" name="Rectangle: Rounded Corners 77">
            <a:extLst>
              <a:ext uri="{FF2B5EF4-FFF2-40B4-BE49-F238E27FC236}">
                <a16:creationId xmlns:a16="http://schemas.microsoft.com/office/drawing/2014/main" id="{91332A9C-7A62-6211-5D8D-63B38DC269D8}"/>
              </a:ext>
            </a:extLst>
          </p:cNvPr>
          <p:cNvSpPr/>
          <p:nvPr/>
        </p:nvSpPr>
        <p:spPr>
          <a:xfrm>
            <a:off x="814766" y="1813236"/>
            <a:ext cx="3597245" cy="865691"/>
          </a:xfrm>
          <a:prstGeom prst="roundRect">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45720" bIns="91440" rtlCol="0" anchor="ctr"/>
          <a:lstStyle/>
          <a:p>
            <a:pPr defTabSz="914288">
              <a:spcAft>
                <a:spcPts val="200"/>
              </a:spcAft>
              <a:defRPr/>
            </a:pPr>
            <a:r>
              <a:rPr lang="en-US" altLang="zh-CN" sz="750" b="1" err="1">
                <a:solidFill>
                  <a:srgbClr val="000000"/>
                </a:solidFill>
                <a:latin typeface="Boehringer Forward Text"/>
              </a:rPr>
              <a:t>PoCP</a:t>
            </a:r>
            <a:r>
              <a:rPr lang="en-US" altLang="zh-CN" sz="750" b="1">
                <a:solidFill>
                  <a:srgbClr val="000000"/>
                </a:solidFill>
                <a:latin typeface="Boehringer Forward Text"/>
              </a:rPr>
              <a:t> timeline shift from Jun2024 to Dec2024:</a:t>
            </a:r>
          </a:p>
          <a:p>
            <a:pPr marL="171446" indent="-171446" defTabSz="914288">
              <a:spcAft>
                <a:spcPts val="200"/>
              </a:spcAft>
              <a:buFont typeface="Arial" panose="020B0604020202020204" pitchFamily="34" charset="0"/>
              <a:buChar char="•"/>
              <a:defRPr/>
            </a:pPr>
            <a:r>
              <a:rPr lang="en-US" altLang="zh-CN" sz="750">
                <a:solidFill>
                  <a:srgbClr val="000000"/>
                </a:solidFill>
                <a:latin typeface="Boehringer Forward Text"/>
              </a:rPr>
              <a:t>A temporary dose de-escalation resulting from two DLTs in the step-in dose resulting in 2-additional dose levels to the escalation (according to BLRM requirements) was necessary</a:t>
            </a:r>
          </a:p>
          <a:p>
            <a:pPr marL="171446" indent="-171446" defTabSz="914288">
              <a:spcAft>
                <a:spcPts val="200"/>
              </a:spcAft>
              <a:buFont typeface="Arial" panose="020B0604020202020204" pitchFamily="34" charset="0"/>
              <a:buChar char="•"/>
              <a:defRPr/>
            </a:pPr>
            <a:r>
              <a:rPr lang="en-US" altLang="zh-CN" sz="750">
                <a:solidFill>
                  <a:srgbClr val="000000"/>
                </a:solidFill>
                <a:latin typeface="Boehringer Forward Text"/>
              </a:rPr>
              <a:t>Several patients needed to be replaced due to last moment screen fails or specific patients not being evaluable, extending the enrollment period</a:t>
            </a:r>
          </a:p>
        </p:txBody>
      </p:sp>
      <p:grpSp>
        <p:nvGrpSpPr>
          <p:cNvPr id="79" name="Group 78">
            <a:extLst>
              <a:ext uri="{FF2B5EF4-FFF2-40B4-BE49-F238E27FC236}">
                <a16:creationId xmlns:a16="http://schemas.microsoft.com/office/drawing/2014/main" id="{26CD0E1F-09E8-23AF-348F-59CF0A0E93F6}"/>
              </a:ext>
            </a:extLst>
          </p:cNvPr>
          <p:cNvGrpSpPr/>
          <p:nvPr/>
        </p:nvGrpSpPr>
        <p:grpSpPr>
          <a:xfrm>
            <a:off x="7959447" y="-21587"/>
            <a:ext cx="1208232" cy="491197"/>
            <a:chOff x="10800000" y="360000"/>
            <a:chExt cx="1208232" cy="491197"/>
          </a:xfrm>
        </p:grpSpPr>
        <p:pic>
          <p:nvPicPr>
            <p:cNvPr id="80" name="Picture 79">
              <a:extLst>
                <a:ext uri="{FF2B5EF4-FFF2-40B4-BE49-F238E27FC236}">
                  <a16:creationId xmlns:a16="http://schemas.microsoft.com/office/drawing/2014/main" id="{123CBB12-7DA4-806D-3119-B1244DCFE3C2}"/>
                </a:ext>
              </a:extLst>
            </p:cNvPr>
            <p:cNvPicPr>
              <a:picLocks noChangeAspect="1"/>
            </p:cNvPicPr>
            <p:nvPr/>
          </p:nvPicPr>
          <p:blipFill>
            <a:blip r:embed="rId35"/>
            <a:stretch>
              <a:fillRect/>
            </a:stretch>
          </p:blipFill>
          <p:spPr>
            <a:xfrm>
              <a:off x="10800000" y="360000"/>
              <a:ext cx="1208232" cy="491197"/>
            </a:xfrm>
            <a:prstGeom prst="rect">
              <a:avLst/>
            </a:prstGeom>
          </p:spPr>
        </p:pic>
        <p:sp>
          <p:nvSpPr>
            <p:cNvPr id="81" name="Flowchart: Connector 80">
              <a:extLst>
                <a:ext uri="{FF2B5EF4-FFF2-40B4-BE49-F238E27FC236}">
                  <a16:creationId xmlns:a16="http://schemas.microsoft.com/office/drawing/2014/main" id="{C28E6FA7-A9C8-28CA-1761-4D06A556DB18}"/>
                </a:ext>
              </a:extLst>
            </p:cNvPr>
            <p:cNvSpPr/>
            <p:nvPr/>
          </p:nvSpPr>
          <p:spPr>
            <a:xfrm>
              <a:off x="10870485" y="433173"/>
              <a:ext cx="306000" cy="306000"/>
            </a:xfrm>
            <a:prstGeom prst="flowChartConnector">
              <a:avLst/>
            </a:prstGeom>
            <a:solidFill>
              <a:srgbClr val="80808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378">
                <a:defRPr/>
              </a:pPr>
              <a:endParaRPr lang="zh-CN" altLang="en-US" sz="1050" err="1">
                <a:solidFill>
                  <a:prstClr val="white"/>
                </a:solidFill>
                <a:latin typeface="BISans" panose="02000503040000020004" pitchFamily="2" charset="0"/>
              </a:endParaRPr>
            </a:p>
          </p:txBody>
        </p:sp>
        <p:sp>
          <p:nvSpPr>
            <p:cNvPr id="82" name="Flowchart: Connector 81">
              <a:extLst>
                <a:ext uri="{FF2B5EF4-FFF2-40B4-BE49-F238E27FC236}">
                  <a16:creationId xmlns:a16="http://schemas.microsoft.com/office/drawing/2014/main" id="{C19E005A-F357-71E8-3896-81424CA88ABA}"/>
                </a:ext>
              </a:extLst>
            </p:cNvPr>
            <p:cNvSpPr/>
            <p:nvPr/>
          </p:nvSpPr>
          <p:spPr>
            <a:xfrm>
              <a:off x="11253740" y="436602"/>
              <a:ext cx="306000" cy="306000"/>
            </a:xfrm>
            <a:prstGeom prst="flowChartConnector">
              <a:avLst/>
            </a:prstGeom>
            <a:solidFill>
              <a:srgbClr val="FFFF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defTabSz="914378">
                <a:defRPr/>
              </a:pPr>
              <a:endParaRPr lang="zh-CN" altLang="en-US" sz="1050" err="1">
                <a:solidFill>
                  <a:prstClr val="white"/>
                </a:solidFill>
                <a:latin typeface="BISans" panose="02000503040000020004" pitchFamily="2" charset="0"/>
              </a:endParaRPr>
            </a:p>
          </p:txBody>
        </p:sp>
      </p:grpSp>
      <p:grpSp>
        <p:nvGrpSpPr>
          <p:cNvPr id="4" name="Group 3">
            <a:extLst>
              <a:ext uri="{FF2B5EF4-FFF2-40B4-BE49-F238E27FC236}">
                <a16:creationId xmlns:a16="http://schemas.microsoft.com/office/drawing/2014/main" id="{50D19C3C-6BC0-2659-61E4-58445212F2B0}"/>
              </a:ext>
            </a:extLst>
          </p:cNvPr>
          <p:cNvGrpSpPr/>
          <p:nvPr/>
        </p:nvGrpSpPr>
        <p:grpSpPr>
          <a:xfrm>
            <a:off x="4454321" y="1400272"/>
            <a:ext cx="542136" cy="411885"/>
            <a:chOff x="5316525" y="1343292"/>
            <a:chExt cx="542136" cy="411885"/>
          </a:xfrm>
        </p:grpSpPr>
        <p:sp>
          <p:nvSpPr>
            <p:cNvPr id="33" name="OTLSHAPE_M_4315c04ef6244ea3a2c8fb75205cc353_Shape">
              <a:extLst>
                <a:ext uri="{FF2B5EF4-FFF2-40B4-BE49-F238E27FC236}">
                  <a16:creationId xmlns:a16="http://schemas.microsoft.com/office/drawing/2014/main" id="{0C567EDD-2210-0A74-83A3-3727E064D108}"/>
                </a:ext>
              </a:extLst>
            </p:cNvPr>
            <p:cNvSpPr>
              <a:spLocks noChangeAspect="1"/>
            </p:cNvSpPr>
            <p:nvPr>
              <p:custDataLst>
                <p:tags r:id="rId26"/>
              </p:custDataLst>
            </p:nvPr>
          </p:nvSpPr>
          <p:spPr>
            <a:xfrm>
              <a:off x="5516179" y="1343292"/>
              <a:ext cx="128016" cy="142240"/>
            </a:xfrm>
            <a:prstGeom prst="diamond">
              <a:avLst/>
            </a:prstGeom>
            <a:solidFill>
              <a:srgbClr val="E607A0"/>
            </a:solidFill>
            <a:ln w="12700" cap="flat" cmpd="sng" algn="ctr">
              <a:noFill/>
              <a:prstDash val="solid"/>
            </a:ln>
            <a:effectLst/>
            <a:scene3d>
              <a:camera prst="orthographicFront"/>
              <a:lightRig rig="threePt" dir="t"/>
            </a:scene3d>
            <a:sp3d>
              <a:bevelT h="12700"/>
            </a:sp3d>
            <a:extLst>
              <a:ext uri="{91240B29-F687-4F45-9708-019B960494DF}">
                <a14:hiddenLine xmlns:a14="http://schemas.microsoft.com/office/drawing/2010/main" w="12700" cap="flat" cmpd="sng" algn="ctr">
                  <a:solidFill>
                    <a:srgbClr val="003366"/>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914378">
                <a:defRPr/>
              </a:pPr>
              <a:endParaRPr lang="en-US" sz="600" err="1">
                <a:solidFill>
                  <a:prstClr val="black"/>
                </a:solidFill>
                <a:latin typeface="Boehringer Forward Text"/>
              </a:endParaRPr>
            </a:p>
          </p:txBody>
        </p:sp>
        <p:sp>
          <p:nvSpPr>
            <p:cNvPr id="5" name="Rectangle 4">
              <a:extLst>
                <a:ext uri="{FF2B5EF4-FFF2-40B4-BE49-F238E27FC236}">
                  <a16:creationId xmlns:a16="http://schemas.microsoft.com/office/drawing/2014/main" id="{B264B77F-0861-A32A-CAB9-F6CBE4AC21E5}"/>
                </a:ext>
              </a:extLst>
            </p:cNvPr>
            <p:cNvSpPr/>
            <p:nvPr/>
          </p:nvSpPr>
          <p:spPr>
            <a:xfrm>
              <a:off x="5316525" y="1478178"/>
              <a:ext cx="542136" cy="276999"/>
            </a:xfrm>
            <a:prstGeom prst="rect">
              <a:avLst/>
            </a:prstGeom>
          </p:spPr>
          <p:txBody>
            <a:bodyPr wrap="none">
              <a:spAutoFit/>
            </a:bodyPr>
            <a:lstStyle/>
            <a:p>
              <a:pPr algn="ctr" defTabSz="685681">
                <a:defRPr/>
              </a:pPr>
              <a:r>
                <a:rPr lang="en-US" altLang="zh-CN" sz="600" b="1" err="1">
                  <a:solidFill>
                    <a:srgbClr val="44546A"/>
                  </a:solidFill>
                  <a:latin typeface="Boehringer Forward Text"/>
                  <a:cs typeface="Calibri" panose="020F0502020204030204" pitchFamily="34" charset="0"/>
                </a:rPr>
                <a:t>PoCP</a:t>
              </a:r>
              <a:endParaRPr lang="en-US" altLang="zh-CN" sz="600" b="1">
                <a:solidFill>
                  <a:srgbClr val="44546A"/>
                </a:solidFill>
                <a:latin typeface="Boehringer Forward Text"/>
                <a:cs typeface="Calibri" panose="020F0502020204030204" pitchFamily="34" charset="0"/>
              </a:endParaRPr>
            </a:p>
            <a:p>
              <a:pPr algn="ctr" defTabSz="685681">
                <a:defRPr/>
              </a:pPr>
              <a:r>
                <a:rPr lang="en-US" altLang="zh-CN" sz="600" b="1">
                  <a:solidFill>
                    <a:srgbClr val="44546A"/>
                  </a:solidFill>
                  <a:latin typeface="Boehringer Forward Text"/>
                  <a:cs typeface="Calibri" panose="020F0502020204030204" pitchFamily="34" charset="0"/>
                </a:rPr>
                <a:t>Dec 2024</a:t>
              </a:r>
              <a:endParaRPr lang="zh-CN" altLang="en-US" sz="600" b="1">
                <a:solidFill>
                  <a:srgbClr val="44546A"/>
                </a:solidFill>
                <a:latin typeface="Boehringer Forward Text"/>
                <a:cs typeface="Calibri" panose="020F0502020204030204" pitchFamily="34" charset="0"/>
              </a:endParaRPr>
            </a:p>
          </p:txBody>
        </p:sp>
      </p:grpSp>
      <p:sp>
        <p:nvSpPr>
          <p:cNvPr id="44" name="OTLSHAPE_T_e17f3958430f4cff8650518c93c7635e_Shape">
            <a:extLst>
              <a:ext uri="{FF2B5EF4-FFF2-40B4-BE49-F238E27FC236}">
                <a16:creationId xmlns:a16="http://schemas.microsoft.com/office/drawing/2014/main" id="{FD977FDC-8D56-5327-E50E-694072E94576}"/>
              </a:ext>
            </a:extLst>
          </p:cNvPr>
          <p:cNvSpPr/>
          <p:nvPr>
            <p:custDataLst>
              <p:tags r:id="rId9"/>
            </p:custDataLst>
          </p:nvPr>
        </p:nvSpPr>
        <p:spPr bwMode="auto">
          <a:xfrm>
            <a:off x="4999183" y="1453895"/>
            <a:ext cx="2722319" cy="246888"/>
          </a:xfrm>
          <a:prstGeom prst="roundRect">
            <a:avLst/>
          </a:prstGeom>
          <a:solidFill>
            <a:srgbClr val="D5F5E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685766">
              <a:defRPr/>
            </a:pPr>
            <a:r>
              <a:rPr lang="en-US" altLang="zh-CN" sz="638" b="1">
                <a:solidFill>
                  <a:srgbClr val="000000"/>
                </a:solidFill>
                <a:latin typeface="Boehringer Forward Text"/>
                <a:cs typeface="Calibri" panose="020F0502020204030204" pitchFamily="34" charset="0"/>
              </a:rPr>
              <a:t>Ph1b Combo with </a:t>
            </a:r>
            <a:r>
              <a:rPr lang="en-US" altLang="zh-CN" sz="638" b="1" err="1">
                <a:solidFill>
                  <a:srgbClr val="000000"/>
                </a:solidFill>
                <a:latin typeface="Boehringer Forward Text"/>
                <a:cs typeface="Calibri" panose="020F0502020204030204" pitchFamily="34" charset="0"/>
              </a:rPr>
              <a:t>eza</a:t>
            </a:r>
            <a:r>
              <a:rPr lang="en-US" altLang="zh-CN" sz="638" b="1">
                <a:solidFill>
                  <a:srgbClr val="000000"/>
                </a:solidFill>
                <a:latin typeface="Boehringer Forward Text"/>
                <a:cs typeface="Calibri" panose="020F0502020204030204" pitchFamily="34" charset="0"/>
              </a:rPr>
              <a:t> (Reg C) &amp; </a:t>
            </a:r>
          </a:p>
          <a:p>
            <a:pPr algn="ctr" defTabSz="685766">
              <a:defRPr/>
            </a:pPr>
            <a:r>
              <a:rPr lang="en-US" altLang="zh-CN" sz="638" b="1">
                <a:solidFill>
                  <a:srgbClr val="000000"/>
                </a:solidFill>
                <a:latin typeface="Boehringer Forward Text"/>
                <a:cs typeface="Calibri" panose="020F0502020204030204" pitchFamily="34" charset="0"/>
              </a:rPr>
              <a:t>Mono fixed dosing (Reg B) &amp; Mono </a:t>
            </a:r>
            <a:r>
              <a:rPr lang="en-US" altLang="zh-CN" sz="638" b="1" err="1">
                <a:solidFill>
                  <a:srgbClr val="000000"/>
                </a:solidFill>
                <a:latin typeface="Boehringer Forward Text"/>
                <a:cs typeface="Calibri" panose="020F0502020204030204" pitchFamily="34" charset="0"/>
              </a:rPr>
              <a:t>s.c.</a:t>
            </a:r>
            <a:r>
              <a:rPr lang="en-US" altLang="zh-CN" sz="638" b="1">
                <a:solidFill>
                  <a:srgbClr val="000000"/>
                </a:solidFill>
                <a:latin typeface="Boehringer Forward Text"/>
                <a:cs typeface="Calibri" panose="020F0502020204030204" pitchFamily="34" charset="0"/>
              </a:rPr>
              <a:t> dosing (Reg D) </a:t>
            </a:r>
          </a:p>
        </p:txBody>
      </p:sp>
      <p:sp>
        <p:nvSpPr>
          <p:cNvPr id="87" name="Arrow: Right 86">
            <a:extLst>
              <a:ext uri="{FF2B5EF4-FFF2-40B4-BE49-F238E27FC236}">
                <a16:creationId xmlns:a16="http://schemas.microsoft.com/office/drawing/2014/main" id="{A6B93FAC-6D7A-6442-DB2E-51CD11A64C80}"/>
              </a:ext>
            </a:extLst>
          </p:cNvPr>
          <p:cNvSpPr/>
          <p:nvPr/>
        </p:nvSpPr>
        <p:spPr bwMode="gray">
          <a:xfrm>
            <a:off x="4426258" y="2087692"/>
            <a:ext cx="664500" cy="255815"/>
          </a:xfrm>
          <a:prstGeom prst="rightArrow">
            <a:avLst/>
          </a:prstGeom>
          <a:solidFill>
            <a:srgbClr val="FFC000"/>
          </a:solid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pPr>
            <a:r>
              <a:rPr lang="en-US" altLang="zh-CN" sz="600" b="1">
                <a:solidFill>
                  <a:prstClr val="black"/>
                </a:solidFill>
                <a:latin typeface="Boehringer Forward Text"/>
              </a:rPr>
              <a:t>Postponed</a:t>
            </a:r>
            <a:endParaRPr lang="zh-CN" altLang="en-US" sz="600" b="1">
              <a:solidFill>
                <a:prstClr val="black"/>
              </a:solidFill>
              <a:latin typeface="Boehringer Forward Text"/>
            </a:endParaRPr>
          </a:p>
        </p:txBody>
      </p:sp>
      <p:sp>
        <p:nvSpPr>
          <p:cNvPr id="92" name="Rectangle 91">
            <a:extLst>
              <a:ext uri="{FF2B5EF4-FFF2-40B4-BE49-F238E27FC236}">
                <a16:creationId xmlns:a16="http://schemas.microsoft.com/office/drawing/2014/main" id="{F176C008-09D4-D144-332F-2266EF01A936}"/>
              </a:ext>
            </a:extLst>
          </p:cNvPr>
          <p:cNvSpPr/>
          <p:nvPr/>
        </p:nvSpPr>
        <p:spPr>
          <a:xfrm>
            <a:off x="5367875" y="2103496"/>
            <a:ext cx="298480" cy="184666"/>
          </a:xfrm>
          <a:prstGeom prst="rect">
            <a:avLst/>
          </a:prstGeom>
        </p:spPr>
        <p:txBody>
          <a:bodyPr wrap="none">
            <a:spAutoFit/>
          </a:bodyPr>
          <a:lstStyle/>
          <a:p>
            <a:pPr algn="ctr" defTabSz="685681">
              <a:defRPr/>
            </a:pPr>
            <a:r>
              <a:rPr lang="en-US" altLang="zh-CN" sz="600" b="1">
                <a:solidFill>
                  <a:srgbClr val="44546A"/>
                </a:solidFill>
                <a:latin typeface="Boehringer Forward Text"/>
                <a:cs typeface="Calibri" panose="020F0502020204030204" pitchFamily="34" charset="0"/>
              </a:rPr>
              <a:t>FPI</a:t>
            </a:r>
            <a:endParaRPr lang="zh-CN" altLang="en-US" sz="600" b="1">
              <a:solidFill>
                <a:srgbClr val="44546A"/>
              </a:solidFill>
              <a:latin typeface="Boehringer Forward Text"/>
              <a:cs typeface="Calibri" panose="020F0502020204030204" pitchFamily="34" charset="0"/>
            </a:endParaRPr>
          </a:p>
        </p:txBody>
      </p:sp>
      <p:sp>
        <p:nvSpPr>
          <p:cNvPr id="93" name="Star: 4 Points 143">
            <a:extLst>
              <a:ext uri="{FF2B5EF4-FFF2-40B4-BE49-F238E27FC236}">
                <a16:creationId xmlns:a16="http://schemas.microsoft.com/office/drawing/2014/main" id="{5488BBC4-B846-6EF4-0182-AD2BC4F789C8}"/>
              </a:ext>
            </a:extLst>
          </p:cNvPr>
          <p:cNvSpPr/>
          <p:nvPr/>
        </p:nvSpPr>
        <p:spPr bwMode="auto">
          <a:xfrm>
            <a:off x="5450918" y="202800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64" eaLnBrk="0" fontAlgn="base" hangingPunct="0">
              <a:spcBef>
                <a:spcPct val="0"/>
              </a:spcBef>
              <a:spcAft>
                <a:spcPct val="0"/>
              </a:spcAft>
              <a:defRPr/>
            </a:pPr>
            <a:endParaRPr lang="zh-CN" altLang="en-US">
              <a:solidFill>
                <a:srgbClr val="000000"/>
              </a:solidFill>
              <a:latin typeface="Boehringer Forward Text"/>
              <a:cs typeface="Calibri" panose="020F0502020204030204" pitchFamily="34" charset="0"/>
            </a:endParaRPr>
          </a:p>
        </p:txBody>
      </p:sp>
      <p:sp>
        <p:nvSpPr>
          <p:cNvPr id="94" name="TextBox 93">
            <a:extLst>
              <a:ext uri="{FF2B5EF4-FFF2-40B4-BE49-F238E27FC236}">
                <a16:creationId xmlns:a16="http://schemas.microsoft.com/office/drawing/2014/main" id="{3C7D381B-156C-710D-3F71-956B0C2D0F25}"/>
              </a:ext>
            </a:extLst>
          </p:cNvPr>
          <p:cNvSpPr txBox="1"/>
          <p:nvPr/>
        </p:nvSpPr>
        <p:spPr>
          <a:xfrm>
            <a:off x="120099" y="2260082"/>
            <a:ext cx="464406" cy="346249"/>
          </a:xfrm>
          <a:prstGeom prst="rect">
            <a:avLst/>
          </a:prstGeom>
          <a:noFill/>
          <a:ln>
            <a:solidFill>
              <a:schemeClr val="accent1"/>
            </a:solidFill>
          </a:ln>
        </p:spPr>
        <p:txBody>
          <a:bodyPr wrap="square" lIns="0" tIns="0" rIns="0" bIns="0" rtlCol="0">
            <a:spAutoFit/>
          </a:bodyPr>
          <a:lstStyle/>
          <a:p>
            <a:pPr algn="ctr" defTabSz="685681">
              <a:defRPr/>
            </a:pPr>
            <a:r>
              <a:rPr lang="en-US" sz="750" b="1">
                <a:solidFill>
                  <a:srgbClr val="08312A">
                    <a:lumMod val="90000"/>
                    <a:lumOff val="10000"/>
                  </a:srgbClr>
                </a:solidFill>
                <a:latin typeface="Boehringer Forward Text"/>
                <a:cs typeface="Calibri" panose="020F0502020204030204" pitchFamily="34" charset="0"/>
              </a:rPr>
              <a:t>Ph3-14</a:t>
            </a:r>
            <a:r>
              <a:rPr lang="en-US" altLang="zh-CN" sz="750" b="1">
                <a:solidFill>
                  <a:srgbClr val="08312A">
                    <a:lumMod val="90000"/>
                    <a:lumOff val="10000"/>
                  </a:srgbClr>
                </a:solidFill>
                <a:latin typeface="Boehringer Forward Text"/>
                <a:cs typeface="Calibri" panose="020F0502020204030204" pitchFamily="34" charset="0"/>
              </a:rPr>
              <a:t>54.7</a:t>
            </a:r>
          </a:p>
          <a:p>
            <a:pPr algn="ctr" defTabSz="685681">
              <a:defRPr/>
            </a:pPr>
            <a:r>
              <a:rPr lang="en-US" sz="750" b="1">
                <a:solidFill>
                  <a:srgbClr val="08312A">
                    <a:lumMod val="90000"/>
                    <a:lumOff val="10000"/>
                  </a:srgbClr>
                </a:solidFill>
                <a:latin typeface="Boehringer Forward Text"/>
                <a:cs typeface="Calibri" panose="020F0502020204030204" pitchFamily="34" charset="0"/>
              </a:rPr>
              <a:t>(3L CRC)</a:t>
            </a:r>
          </a:p>
        </p:txBody>
      </p:sp>
      <p:sp>
        <p:nvSpPr>
          <p:cNvPr id="95" name="OTLSHAPE_T_e17f3958430f4cff8650518c93c7635e_Shape">
            <a:extLst>
              <a:ext uri="{FF2B5EF4-FFF2-40B4-BE49-F238E27FC236}">
                <a16:creationId xmlns:a16="http://schemas.microsoft.com/office/drawing/2014/main" id="{B7263168-0D17-2369-5F6C-B018BE5EB634}"/>
              </a:ext>
            </a:extLst>
          </p:cNvPr>
          <p:cNvSpPr/>
          <p:nvPr>
            <p:custDataLst>
              <p:tags r:id="rId10"/>
            </p:custDataLst>
          </p:nvPr>
        </p:nvSpPr>
        <p:spPr bwMode="auto">
          <a:xfrm>
            <a:off x="7511377" y="2268478"/>
            <a:ext cx="1623371" cy="246888"/>
          </a:xfrm>
          <a:prstGeom prst="roundRect">
            <a:avLst/>
          </a:prstGeom>
          <a:solidFill>
            <a:srgbClr val="0066CC">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685766">
              <a:defRPr/>
            </a:pPr>
            <a:r>
              <a:rPr lang="en-US" altLang="zh-CN" sz="638" b="1">
                <a:solidFill>
                  <a:srgbClr val="000000"/>
                </a:solidFill>
                <a:latin typeface="Boehringer Forward Text"/>
                <a:cs typeface="Calibri" panose="020F0502020204030204" pitchFamily="34" charset="0"/>
              </a:rPr>
              <a:t>Ph3 Mono Pivotal in 3L CRC</a:t>
            </a:r>
          </a:p>
        </p:txBody>
      </p:sp>
      <p:sp>
        <p:nvSpPr>
          <p:cNvPr id="96" name="Rectangle 95">
            <a:extLst>
              <a:ext uri="{FF2B5EF4-FFF2-40B4-BE49-F238E27FC236}">
                <a16:creationId xmlns:a16="http://schemas.microsoft.com/office/drawing/2014/main" id="{61A0D98F-49E3-98FA-6DE9-C3DB5DDA8BDD}"/>
              </a:ext>
            </a:extLst>
          </p:cNvPr>
          <p:cNvSpPr/>
          <p:nvPr/>
        </p:nvSpPr>
        <p:spPr>
          <a:xfrm>
            <a:off x="7370568" y="2513799"/>
            <a:ext cx="298480" cy="184666"/>
          </a:xfrm>
          <a:prstGeom prst="rect">
            <a:avLst/>
          </a:prstGeom>
        </p:spPr>
        <p:txBody>
          <a:bodyPr wrap="none">
            <a:spAutoFit/>
          </a:bodyPr>
          <a:lstStyle/>
          <a:p>
            <a:pPr algn="ctr" defTabSz="685681">
              <a:defRPr/>
            </a:pPr>
            <a:r>
              <a:rPr lang="en-US" altLang="zh-CN" sz="600" b="1">
                <a:solidFill>
                  <a:srgbClr val="44546A"/>
                </a:solidFill>
                <a:latin typeface="Boehringer Forward Text"/>
                <a:cs typeface="Calibri" panose="020F0502020204030204" pitchFamily="34" charset="0"/>
              </a:rPr>
              <a:t>FPI</a:t>
            </a:r>
            <a:endParaRPr lang="zh-CN" altLang="en-US" sz="600" b="1">
              <a:solidFill>
                <a:srgbClr val="44546A"/>
              </a:solidFill>
              <a:latin typeface="Boehringer Forward Text"/>
              <a:cs typeface="Calibri" panose="020F0502020204030204" pitchFamily="34" charset="0"/>
            </a:endParaRPr>
          </a:p>
        </p:txBody>
      </p:sp>
      <p:sp>
        <p:nvSpPr>
          <p:cNvPr id="97" name="Star: 4 Points 143">
            <a:extLst>
              <a:ext uri="{FF2B5EF4-FFF2-40B4-BE49-F238E27FC236}">
                <a16:creationId xmlns:a16="http://schemas.microsoft.com/office/drawing/2014/main" id="{13308067-5E9F-75BC-BDF8-1727F2AF5A58}"/>
              </a:ext>
            </a:extLst>
          </p:cNvPr>
          <p:cNvSpPr/>
          <p:nvPr/>
        </p:nvSpPr>
        <p:spPr bwMode="auto">
          <a:xfrm>
            <a:off x="7447649" y="243830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64" eaLnBrk="0" fontAlgn="base" hangingPunct="0">
              <a:spcBef>
                <a:spcPct val="0"/>
              </a:spcBef>
              <a:spcAft>
                <a:spcPct val="0"/>
              </a:spcAft>
              <a:defRPr/>
            </a:pPr>
            <a:endParaRPr lang="zh-CN" altLang="en-US">
              <a:solidFill>
                <a:srgbClr val="000000"/>
              </a:solidFill>
              <a:latin typeface="Boehringer Forward Text"/>
              <a:cs typeface="Calibri" panose="020F0502020204030204" pitchFamily="34" charset="0"/>
            </a:endParaRPr>
          </a:p>
        </p:txBody>
      </p:sp>
      <p:sp>
        <p:nvSpPr>
          <p:cNvPr id="98" name="Rectangle 97">
            <a:extLst>
              <a:ext uri="{FF2B5EF4-FFF2-40B4-BE49-F238E27FC236}">
                <a16:creationId xmlns:a16="http://schemas.microsoft.com/office/drawing/2014/main" id="{7616032D-AC22-C51A-C04D-28A3FFFF3137}"/>
              </a:ext>
            </a:extLst>
          </p:cNvPr>
          <p:cNvSpPr/>
          <p:nvPr/>
        </p:nvSpPr>
        <p:spPr bwMode="gray">
          <a:xfrm>
            <a:off x="4970115" y="1453895"/>
            <a:ext cx="4178880" cy="1205187"/>
          </a:xfrm>
          <a:prstGeom prst="rect">
            <a:avLst/>
          </a:prstGeom>
          <a:noFill/>
          <a:ln w="127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pPr>
            <a:endParaRPr lang="zh-CN" altLang="en-US" sz="1200">
              <a:solidFill>
                <a:prstClr val="black"/>
              </a:solidFill>
              <a:latin typeface="Boehringer Forward Text"/>
            </a:endParaRPr>
          </a:p>
        </p:txBody>
      </p:sp>
      <p:grpSp>
        <p:nvGrpSpPr>
          <p:cNvPr id="119" name="Group 118">
            <a:extLst>
              <a:ext uri="{FF2B5EF4-FFF2-40B4-BE49-F238E27FC236}">
                <a16:creationId xmlns:a16="http://schemas.microsoft.com/office/drawing/2014/main" id="{F3C25B95-3430-04AF-3CC4-3012FE13524A}"/>
              </a:ext>
            </a:extLst>
          </p:cNvPr>
          <p:cNvGrpSpPr/>
          <p:nvPr/>
        </p:nvGrpSpPr>
        <p:grpSpPr>
          <a:xfrm>
            <a:off x="3690852" y="1561025"/>
            <a:ext cx="248365" cy="225745"/>
            <a:chOff x="5788948" y="3761699"/>
            <a:chExt cx="307052" cy="448526"/>
          </a:xfrm>
        </p:grpSpPr>
        <p:cxnSp>
          <p:nvCxnSpPr>
            <p:cNvPr id="108" name="Straight Connector 107">
              <a:extLst>
                <a:ext uri="{FF2B5EF4-FFF2-40B4-BE49-F238E27FC236}">
                  <a16:creationId xmlns:a16="http://schemas.microsoft.com/office/drawing/2014/main" id="{669C3E65-785A-0C6C-B309-1EF23E680180}"/>
                </a:ext>
              </a:extLst>
            </p:cNvPr>
            <p:cNvCxnSpPr>
              <a:cxnSpLocks/>
            </p:cNvCxnSpPr>
            <p:nvPr/>
          </p:nvCxnSpPr>
          <p:spPr bwMode="gray">
            <a:xfrm>
              <a:off x="5788948" y="3770393"/>
              <a:ext cx="307052" cy="42847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B8C7746C-0709-2E4C-75FC-B9F196DCA9C7}"/>
                </a:ext>
              </a:extLst>
            </p:cNvPr>
            <p:cNvCxnSpPr>
              <a:cxnSpLocks/>
            </p:cNvCxnSpPr>
            <p:nvPr/>
          </p:nvCxnSpPr>
          <p:spPr bwMode="gray">
            <a:xfrm flipH="1">
              <a:off x="5788948" y="3761699"/>
              <a:ext cx="307052" cy="44852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20" name="Arrow: Right 119">
            <a:extLst>
              <a:ext uri="{FF2B5EF4-FFF2-40B4-BE49-F238E27FC236}">
                <a16:creationId xmlns:a16="http://schemas.microsoft.com/office/drawing/2014/main" id="{469A01D0-2FA3-9B1A-6B13-4D95AE4D7AD1}"/>
              </a:ext>
            </a:extLst>
          </p:cNvPr>
          <p:cNvSpPr/>
          <p:nvPr/>
        </p:nvSpPr>
        <p:spPr bwMode="gray">
          <a:xfrm>
            <a:off x="3988366" y="1416391"/>
            <a:ext cx="651977" cy="255815"/>
          </a:xfrm>
          <a:prstGeom prst="rightArrow">
            <a:avLst/>
          </a:prstGeom>
          <a:solidFill>
            <a:srgbClr val="FFC000"/>
          </a:solid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40000"/>
              </a:lnSpc>
            </a:pPr>
            <a:r>
              <a:rPr lang="en-US" altLang="zh-CN" sz="600" b="1">
                <a:solidFill>
                  <a:prstClr val="black"/>
                </a:solidFill>
                <a:latin typeface="Boehringer Forward Text"/>
              </a:rPr>
              <a:t>Postponed</a:t>
            </a:r>
            <a:endParaRPr lang="zh-CN" altLang="en-US" sz="600" b="1">
              <a:solidFill>
                <a:prstClr val="black"/>
              </a:solidFill>
              <a:latin typeface="Boehringer Forward Text"/>
            </a:endParaRPr>
          </a:p>
        </p:txBody>
      </p:sp>
      <p:sp>
        <p:nvSpPr>
          <p:cNvPr id="121" name="OTLSHAPE_T_e17f3958430f4cff8650518c93c7635e_Shape">
            <a:extLst>
              <a:ext uri="{FF2B5EF4-FFF2-40B4-BE49-F238E27FC236}">
                <a16:creationId xmlns:a16="http://schemas.microsoft.com/office/drawing/2014/main" id="{60823649-21C2-446C-E444-68B5CA903A0D}"/>
              </a:ext>
            </a:extLst>
          </p:cNvPr>
          <p:cNvSpPr/>
          <p:nvPr>
            <p:custDataLst>
              <p:tags r:id="rId11"/>
            </p:custDataLst>
          </p:nvPr>
        </p:nvSpPr>
        <p:spPr bwMode="auto">
          <a:xfrm>
            <a:off x="5504707" y="2974445"/>
            <a:ext cx="588445" cy="246888"/>
          </a:xfrm>
          <a:prstGeom prst="roundRect">
            <a:avLst>
              <a:gd name="adj" fmla="val 16667"/>
            </a:avLst>
          </a:prstGeom>
          <a:solidFill>
            <a:srgbClr val="D1F1D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685681">
              <a:defRPr/>
            </a:pPr>
            <a:r>
              <a:rPr lang="en-US" altLang="zh-CN" sz="500" b="1">
                <a:solidFill>
                  <a:srgbClr val="000000"/>
                </a:solidFill>
                <a:latin typeface="Boehringer Forward Text"/>
                <a:cs typeface="Calibri" panose="020F0502020204030204" pitchFamily="34" charset="0"/>
              </a:rPr>
              <a:t>Ph1</a:t>
            </a:r>
            <a:r>
              <a:rPr lang="zh-CN" altLang="en-US" sz="500" b="1">
                <a:solidFill>
                  <a:srgbClr val="000000"/>
                </a:solidFill>
                <a:latin typeface="Boehringer Forward Text"/>
                <a:cs typeface="Calibri" panose="020F0502020204030204" pitchFamily="34" charset="0"/>
              </a:rPr>
              <a:t> </a:t>
            </a:r>
            <a:r>
              <a:rPr lang="en-US" altLang="zh-CN" sz="500" b="1">
                <a:solidFill>
                  <a:srgbClr val="000000"/>
                </a:solidFill>
                <a:latin typeface="Boehringer Forward Text"/>
                <a:cs typeface="Calibri" panose="020F0502020204030204" pitchFamily="34" charset="0"/>
              </a:rPr>
              <a:t>Part II Mono expansion</a:t>
            </a:r>
            <a:endParaRPr lang="en-US" altLang="zh-CN" sz="500" b="1" i="1">
              <a:solidFill>
                <a:srgbClr val="0070C0"/>
              </a:solidFill>
              <a:latin typeface="Boehringer Forward Text"/>
              <a:cs typeface="Calibri" panose="020F0502020204030204" pitchFamily="34" charset="0"/>
            </a:endParaRPr>
          </a:p>
        </p:txBody>
      </p:sp>
      <p:cxnSp>
        <p:nvCxnSpPr>
          <p:cNvPr id="122" name="Connector: Elbow 121">
            <a:extLst>
              <a:ext uri="{FF2B5EF4-FFF2-40B4-BE49-F238E27FC236}">
                <a16:creationId xmlns:a16="http://schemas.microsoft.com/office/drawing/2014/main" id="{2CD96FFA-F164-7A4A-2BDE-72E748E08963}"/>
              </a:ext>
            </a:extLst>
          </p:cNvPr>
          <p:cNvCxnSpPr>
            <a:cxnSpLocks/>
            <a:stCxn id="43" idx="3"/>
            <a:endCxn id="121" idx="1"/>
          </p:cNvCxnSpPr>
          <p:nvPr/>
        </p:nvCxnSpPr>
        <p:spPr>
          <a:xfrm>
            <a:off x="5090758" y="3096229"/>
            <a:ext cx="413949" cy="1660"/>
          </a:xfrm>
          <a:prstGeom prst="bentConnector3">
            <a:avLst>
              <a:gd name="adj1" fmla="val 50000"/>
            </a:avLst>
          </a:prstGeom>
          <a:ln w="12700">
            <a:solidFill>
              <a:srgbClr val="003366"/>
            </a:solidFill>
            <a:prstDash val="sysDash"/>
            <a:tailEnd type="triangle" w="sm" len="sm"/>
          </a:ln>
        </p:spPr>
        <p:style>
          <a:lnRef idx="1">
            <a:schemeClr val="accent1"/>
          </a:lnRef>
          <a:fillRef idx="0">
            <a:schemeClr val="accent1"/>
          </a:fillRef>
          <a:effectRef idx="0">
            <a:schemeClr val="accent1"/>
          </a:effectRef>
          <a:fontRef idx="minor">
            <a:schemeClr val="tx1"/>
          </a:fontRef>
        </p:style>
      </p:cxnSp>
      <p:sp>
        <p:nvSpPr>
          <p:cNvPr id="127" name="OTLSHAPE_T_e17f3958430f4cff8650518c93c7635e_Shape">
            <a:extLst>
              <a:ext uri="{FF2B5EF4-FFF2-40B4-BE49-F238E27FC236}">
                <a16:creationId xmlns:a16="http://schemas.microsoft.com/office/drawing/2014/main" id="{805BBBEE-06D3-A047-E96F-A5EB3F5DDD05}"/>
              </a:ext>
            </a:extLst>
          </p:cNvPr>
          <p:cNvSpPr/>
          <p:nvPr>
            <p:custDataLst>
              <p:tags r:id="rId12"/>
            </p:custDataLst>
          </p:nvPr>
        </p:nvSpPr>
        <p:spPr bwMode="auto">
          <a:xfrm>
            <a:off x="5500085" y="3303752"/>
            <a:ext cx="1611653" cy="246888"/>
          </a:xfrm>
          <a:prstGeom prst="roundRect">
            <a:avLst>
              <a:gd name="adj" fmla="val 16667"/>
            </a:avLst>
          </a:prstGeom>
          <a:pattFill prst="smCheck">
            <a:fgClr>
              <a:srgbClr val="D1F1DF"/>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685681">
              <a:defRPr/>
            </a:pPr>
            <a:r>
              <a:rPr lang="en-US" altLang="zh-CN" sz="600" b="1">
                <a:solidFill>
                  <a:srgbClr val="000000"/>
                </a:solidFill>
                <a:latin typeface="Boehringer Forward Text"/>
                <a:cs typeface="Calibri" panose="020F0502020204030204" pitchFamily="34" charset="0"/>
              </a:rPr>
              <a:t>Ph1</a:t>
            </a:r>
            <a:r>
              <a:rPr lang="zh-CN" altLang="en-US" sz="600" b="1">
                <a:solidFill>
                  <a:srgbClr val="000000"/>
                </a:solidFill>
                <a:latin typeface="Boehringer Forward Text"/>
                <a:cs typeface="Calibri" panose="020F0502020204030204" pitchFamily="34" charset="0"/>
              </a:rPr>
              <a:t> </a:t>
            </a:r>
            <a:r>
              <a:rPr lang="en-US" altLang="zh-CN" sz="600" b="1">
                <a:solidFill>
                  <a:srgbClr val="000000"/>
                </a:solidFill>
                <a:latin typeface="Boehringer Forward Text"/>
                <a:cs typeface="Calibri" panose="020F0502020204030204" pitchFamily="34" charset="0"/>
              </a:rPr>
              <a:t>Part III &amp; IV Combo escalation &amp; expansion (optional)</a:t>
            </a:r>
            <a:endParaRPr lang="en-US" altLang="zh-CN" sz="600" b="1" i="1">
              <a:solidFill>
                <a:srgbClr val="0070C0"/>
              </a:solidFill>
              <a:latin typeface="Boehringer Forward Text"/>
              <a:cs typeface="Calibri" panose="020F0502020204030204" pitchFamily="34" charset="0"/>
            </a:endParaRPr>
          </a:p>
        </p:txBody>
      </p:sp>
      <p:cxnSp>
        <p:nvCxnSpPr>
          <p:cNvPr id="128" name="Connector: Elbow 127">
            <a:extLst>
              <a:ext uri="{FF2B5EF4-FFF2-40B4-BE49-F238E27FC236}">
                <a16:creationId xmlns:a16="http://schemas.microsoft.com/office/drawing/2014/main" id="{0415FD76-BB63-333D-B6F1-B20270E90413}"/>
              </a:ext>
            </a:extLst>
          </p:cNvPr>
          <p:cNvCxnSpPr>
            <a:cxnSpLocks/>
            <a:stCxn id="43" idx="3"/>
            <a:endCxn id="127" idx="1"/>
          </p:cNvCxnSpPr>
          <p:nvPr/>
        </p:nvCxnSpPr>
        <p:spPr>
          <a:xfrm>
            <a:off x="5090758" y="3096229"/>
            <a:ext cx="409327" cy="330967"/>
          </a:xfrm>
          <a:prstGeom prst="bentConnector3">
            <a:avLst>
              <a:gd name="adj1" fmla="val 50000"/>
            </a:avLst>
          </a:prstGeom>
          <a:ln w="12700">
            <a:solidFill>
              <a:srgbClr val="003366"/>
            </a:solidFill>
            <a:prstDash val="sysDash"/>
            <a:tailEnd type="triangle" w="sm" len="sm"/>
          </a:ln>
        </p:spPr>
        <p:style>
          <a:lnRef idx="1">
            <a:schemeClr val="accent1"/>
          </a:lnRef>
          <a:fillRef idx="0">
            <a:schemeClr val="accent1"/>
          </a:fillRef>
          <a:effectRef idx="0">
            <a:schemeClr val="accent1"/>
          </a:effectRef>
          <a:fontRef idx="minor">
            <a:schemeClr val="tx1"/>
          </a:fontRef>
        </p:style>
      </p:cxnSp>
      <p:sp>
        <p:nvSpPr>
          <p:cNvPr id="133" name="Star: 4 Points 143">
            <a:extLst>
              <a:ext uri="{FF2B5EF4-FFF2-40B4-BE49-F238E27FC236}">
                <a16:creationId xmlns:a16="http://schemas.microsoft.com/office/drawing/2014/main" id="{C1191E68-0A1B-A4E9-1572-A0BE99D93334}"/>
              </a:ext>
            </a:extLst>
          </p:cNvPr>
          <p:cNvSpPr/>
          <p:nvPr/>
        </p:nvSpPr>
        <p:spPr bwMode="auto">
          <a:xfrm>
            <a:off x="5430994" y="314774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64" eaLnBrk="0" fontAlgn="base" hangingPunct="0">
              <a:spcBef>
                <a:spcPct val="0"/>
              </a:spcBef>
              <a:spcAft>
                <a:spcPct val="0"/>
              </a:spcAft>
              <a:defRPr/>
            </a:pPr>
            <a:endParaRPr lang="zh-CN" altLang="en-US" sz="750">
              <a:solidFill>
                <a:srgbClr val="000000"/>
              </a:solidFill>
              <a:latin typeface="Boehringer Forward Text"/>
              <a:cs typeface="Calibri" panose="020F0502020204030204" pitchFamily="34" charset="0"/>
            </a:endParaRPr>
          </a:p>
        </p:txBody>
      </p:sp>
      <p:sp>
        <p:nvSpPr>
          <p:cNvPr id="36" name="OTLSHAPE_T_e17f3958430f4cff8650518c93c7635e_StartDate">
            <a:extLst>
              <a:ext uri="{FF2B5EF4-FFF2-40B4-BE49-F238E27FC236}">
                <a16:creationId xmlns:a16="http://schemas.microsoft.com/office/drawing/2014/main" id="{49FD7EF5-D1AB-966A-E29E-EF9FA25F3ABD}"/>
              </a:ext>
            </a:extLst>
          </p:cNvPr>
          <p:cNvSpPr txBox="1"/>
          <p:nvPr>
            <p:custDataLst>
              <p:tags r:id="rId13"/>
            </p:custDataLst>
          </p:nvPr>
        </p:nvSpPr>
        <p:spPr>
          <a:xfrm>
            <a:off x="5247166" y="3257514"/>
            <a:ext cx="515389"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FPI</a:t>
            </a:r>
            <a:endParaRPr lang="zh-CN" altLang="en-US" sz="600" b="1">
              <a:solidFill>
                <a:srgbClr val="44546A"/>
              </a:solidFill>
              <a:latin typeface="Boehringer Forward Text"/>
              <a:cs typeface="Calibri" panose="020F0502020204030204" pitchFamily="34" charset="0"/>
            </a:endParaRPr>
          </a:p>
        </p:txBody>
      </p:sp>
      <p:sp>
        <p:nvSpPr>
          <p:cNvPr id="137" name="Rectangle 136">
            <a:extLst>
              <a:ext uri="{FF2B5EF4-FFF2-40B4-BE49-F238E27FC236}">
                <a16:creationId xmlns:a16="http://schemas.microsoft.com/office/drawing/2014/main" id="{1B6D96CB-357A-28B4-B87C-0DF62958183D}"/>
              </a:ext>
            </a:extLst>
          </p:cNvPr>
          <p:cNvSpPr/>
          <p:nvPr/>
        </p:nvSpPr>
        <p:spPr>
          <a:xfrm>
            <a:off x="2806958" y="2833564"/>
            <a:ext cx="609462" cy="184666"/>
          </a:xfrm>
          <a:prstGeom prst="rect">
            <a:avLst/>
          </a:prstGeom>
        </p:spPr>
        <p:txBody>
          <a:bodyPr wrap="none">
            <a:spAutoFit/>
          </a:bodyPr>
          <a:lstStyle/>
          <a:p>
            <a:pPr algn="ctr" defTabSz="685681">
              <a:defRPr/>
            </a:pPr>
            <a:r>
              <a:rPr lang="en-US" altLang="zh-CN" sz="600" b="1">
                <a:solidFill>
                  <a:srgbClr val="44546A"/>
                </a:solidFill>
                <a:latin typeface="Boehringer Forward Text"/>
                <a:cs typeface="Calibri" panose="020F0502020204030204" pitchFamily="34" charset="0"/>
              </a:rPr>
              <a:t>16Feb2024</a:t>
            </a:r>
            <a:endParaRPr lang="zh-CN" altLang="en-US" sz="600" b="1">
              <a:solidFill>
                <a:srgbClr val="44546A"/>
              </a:solidFill>
              <a:latin typeface="Boehringer Forward Text"/>
              <a:cs typeface="Calibri" panose="020F0502020204030204" pitchFamily="34" charset="0"/>
            </a:endParaRPr>
          </a:p>
        </p:txBody>
      </p:sp>
      <p:sp>
        <p:nvSpPr>
          <p:cNvPr id="143" name="OTLSHAPE_T_e17f3958430f4cff8650518c93c7635e_Shape">
            <a:extLst>
              <a:ext uri="{FF2B5EF4-FFF2-40B4-BE49-F238E27FC236}">
                <a16:creationId xmlns:a16="http://schemas.microsoft.com/office/drawing/2014/main" id="{24991E3A-8EDE-2A9B-3FA0-77B9878F1F63}"/>
              </a:ext>
            </a:extLst>
          </p:cNvPr>
          <p:cNvSpPr/>
          <p:nvPr>
            <p:custDataLst>
              <p:tags r:id="rId14"/>
            </p:custDataLst>
          </p:nvPr>
        </p:nvSpPr>
        <p:spPr bwMode="auto">
          <a:xfrm>
            <a:off x="5502526" y="3781230"/>
            <a:ext cx="590526" cy="246888"/>
          </a:xfrm>
          <a:prstGeom prst="roundRect">
            <a:avLst>
              <a:gd name="adj" fmla="val 16667"/>
            </a:avLst>
          </a:prstGeom>
          <a:solidFill>
            <a:srgbClr val="D1F1D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685681">
              <a:defRPr/>
            </a:pPr>
            <a:r>
              <a:rPr lang="en-US" altLang="zh-CN" sz="500" b="1">
                <a:solidFill>
                  <a:srgbClr val="000000"/>
                </a:solidFill>
                <a:latin typeface="Boehringer Forward Text"/>
                <a:cs typeface="Calibri" panose="020F0502020204030204" pitchFamily="34" charset="0"/>
              </a:rPr>
              <a:t>Ph1</a:t>
            </a:r>
            <a:r>
              <a:rPr lang="zh-CN" altLang="en-US" sz="500" b="1">
                <a:solidFill>
                  <a:srgbClr val="000000"/>
                </a:solidFill>
                <a:latin typeface="Boehringer Forward Text"/>
                <a:cs typeface="Calibri" panose="020F0502020204030204" pitchFamily="34" charset="0"/>
              </a:rPr>
              <a:t> </a:t>
            </a:r>
            <a:r>
              <a:rPr lang="en-US" altLang="zh-CN" sz="500" b="1">
                <a:solidFill>
                  <a:srgbClr val="000000"/>
                </a:solidFill>
                <a:latin typeface="Boehringer Forward Text"/>
                <a:cs typeface="Calibri" panose="020F0502020204030204" pitchFamily="34" charset="0"/>
              </a:rPr>
              <a:t>Part II Mono expansion</a:t>
            </a:r>
            <a:endParaRPr lang="en-US" altLang="zh-CN" sz="500" b="1" i="1">
              <a:solidFill>
                <a:srgbClr val="0070C0"/>
              </a:solidFill>
              <a:latin typeface="Boehringer Forward Text"/>
              <a:cs typeface="Calibri" panose="020F0502020204030204" pitchFamily="34" charset="0"/>
            </a:endParaRPr>
          </a:p>
        </p:txBody>
      </p:sp>
      <p:sp>
        <p:nvSpPr>
          <p:cNvPr id="146" name="Rectangle 145">
            <a:extLst>
              <a:ext uri="{FF2B5EF4-FFF2-40B4-BE49-F238E27FC236}">
                <a16:creationId xmlns:a16="http://schemas.microsoft.com/office/drawing/2014/main" id="{595DAE53-ABA0-E6C8-6E85-FD783B4E557F}"/>
              </a:ext>
            </a:extLst>
          </p:cNvPr>
          <p:cNvSpPr/>
          <p:nvPr/>
        </p:nvSpPr>
        <p:spPr>
          <a:xfrm>
            <a:off x="7250480" y="2144810"/>
            <a:ext cx="532518" cy="184666"/>
          </a:xfrm>
          <a:prstGeom prst="rect">
            <a:avLst/>
          </a:prstGeom>
        </p:spPr>
        <p:txBody>
          <a:bodyPr wrap="none">
            <a:spAutoFit/>
          </a:bodyPr>
          <a:lstStyle/>
          <a:p>
            <a:pPr algn="ctr" defTabSz="685681">
              <a:defRPr/>
            </a:pPr>
            <a:r>
              <a:rPr lang="en-US" altLang="zh-CN" sz="600" b="1">
                <a:solidFill>
                  <a:srgbClr val="44546A"/>
                </a:solidFill>
                <a:latin typeface="Boehringer Forward Text"/>
                <a:cs typeface="Calibri" panose="020F0502020204030204" pitchFamily="34" charset="0"/>
              </a:rPr>
              <a:t>Nov2026</a:t>
            </a:r>
            <a:endParaRPr lang="zh-CN" altLang="en-US" sz="600" b="1">
              <a:solidFill>
                <a:srgbClr val="44546A"/>
              </a:solidFill>
              <a:latin typeface="Boehringer Forward Text"/>
              <a:cs typeface="Calibri" panose="020F0502020204030204" pitchFamily="34" charset="0"/>
            </a:endParaRPr>
          </a:p>
        </p:txBody>
      </p:sp>
      <p:sp>
        <p:nvSpPr>
          <p:cNvPr id="147" name="Rectangle 146">
            <a:extLst>
              <a:ext uri="{FF2B5EF4-FFF2-40B4-BE49-F238E27FC236}">
                <a16:creationId xmlns:a16="http://schemas.microsoft.com/office/drawing/2014/main" id="{99A77086-9F61-EC5B-96B9-61E29B5F3C38}"/>
              </a:ext>
            </a:extLst>
          </p:cNvPr>
          <p:cNvSpPr/>
          <p:nvPr/>
        </p:nvSpPr>
        <p:spPr>
          <a:xfrm>
            <a:off x="8751583" y="2539258"/>
            <a:ext cx="441467" cy="276999"/>
          </a:xfrm>
          <a:prstGeom prst="rect">
            <a:avLst/>
          </a:prstGeom>
        </p:spPr>
        <p:txBody>
          <a:bodyPr wrap="square">
            <a:spAutoFit/>
          </a:bodyPr>
          <a:lstStyle/>
          <a:p>
            <a:pPr algn="ctr" defTabSz="914288">
              <a:defRPr/>
            </a:pPr>
            <a:r>
              <a:rPr lang="en-US" altLang="zh-CN" sz="600" b="1">
                <a:solidFill>
                  <a:srgbClr val="44546A"/>
                </a:solidFill>
                <a:latin typeface="Boehringer Forward Text"/>
                <a:cs typeface="Calibri" panose="020F0502020204030204" pitchFamily="34" charset="0"/>
              </a:rPr>
              <a:t>AA</a:t>
            </a:r>
          </a:p>
          <a:p>
            <a:pPr algn="ctr" defTabSz="914288">
              <a:defRPr/>
            </a:pPr>
            <a:r>
              <a:rPr lang="en-US" altLang="zh-CN" sz="600" b="1">
                <a:solidFill>
                  <a:srgbClr val="44546A"/>
                </a:solidFill>
                <a:latin typeface="Boehringer Forward Text"/>
                <a:cs typeface="Calibri" panose="020F0502020204030204" pitchFamily="34" charset="0"/>
              </a:rPr>
              <a:t>NDA-a</a:t>
            </a:r>
          </a:p>
        </p:txBody>
      </p:sp>
      <p:sp>
        <p:nvSpPr>
          <p:cNvPr id="148" name="Rectangle 147">
            <a:extLst>
              <a:ext uri="{FF2B5EF4-FFF2-40B4-BE49-F238E27FC236}">
                <a16:creationId xmlns:a16="http://schemas.microsoft.com/office/drawing/2014/main" id="{A05539F4-B884-7FAF-402F-5D6EEA426747}"/>
              </a:ext>
            </a:extLst>
          </p:cNvPr>
          <p:cNvSpPr/>
          <p:nvPr/>
        </p:nvSpPr>
        <p:spPr>
          <a:xfrm>
            <a:off x="8424176" y="2535930"/>
            <a:ext cx="428322" cy="293414"/>
          </a:xfrm>
          <a:prstGeom prst="rect">
            <a:avLst/>
          </a:prstGeom>
        </p:spPr>
        <p:txBody>
          <a:bodyPr wrap="none">
            <a:spAutoFit/>
          </a:bodyPr>
          <a:lstStyle/>
          <a:p>
            <a:pPr algn="ctr" defTabSz="914288">
              <a:lnSpc>
                <a:spcPts val="800"/>
              </a:lnSpc>
              <a:defRPr/>
            </a:pPr>
            <a:r>
              <a:rPr lang="en-US" altLang="zh-CN" sz="600" b="1">
                <a:solidFill>
                  <a:srgbClr val="44546A"/>
                </a:solidFill>
                <a:latin typeface="Boehringer Forward Text"/>
                <a:cs typeface="Calibri" panose="020F0502020204030204" pitchFamily="34" charset="0"/>
              </a:rPr>
              <a:t>AA </a:t>
            </a:r>
          </a:p>
          <a:p>
            <a:pPr algn="ctr" defTabSz="914288">
              <a:lnSpc>
                <a:spcPts val="800"/>
              </a:lnSpc>
              <a:defRPr/>
            </a:pPr>
            <a:r>
              <a:rPr lang="en-US" altLang="zh-CN" sz="600" b="1">
                <a:solidFill>
                  <a:srgbClr val="44546A"/>
                </a:solidFill>
                <a:latin typeface="Boehringer Forward Text"/>
                <a:cs typeface="Calibri" panose="020F0502020204030204" pitchFamily="34" charset="0"/>
              </a:rPr>
              <a:t>NDA-s</a:t>
            </a:r>
          </a:p>
        </p:txBody>
      </p:sp>
      <p:sp>
        <p:nvSpPr>
          <p:cNvPr id="149" name="Rectangle 148">
            <a:extLst>
              <a:ext uri="{FF2B5EF4-FFF2-40B4-BE49-F238E27FC236}">
                <a16:creationId xmlns:a16="http://schemas.microsoft.com/office/drawing/2014/main" id="{47DCF2AB-25F1-18CF-F58A-B916E1772C2C}"/>
              </a:ext>
            </a:extLst>
          </p:cNvPr>
          <p:cNvSpPr/>
          <p:nvPr/>
        </p:nvSpPr>
        <p:spPr>
          <a:xfrm>
            <a:off x="5259854" y="1722586"/>
            <a:ext cx="540534" cy="184666"/>
          </a:xfrm>
          <a:prstGeom prst="rect">
            <a:avLst/>
          </a:prstGeom>
        </p:spPr>
        <p:txBody>
          <a:bodyPr wrap="none">
            <a:spAutoFit/>
          </a:bodyPr>
          <a:lstStyle/>
          <a:p>
            <a:pPr algn="ctr" defTabSz="685681">
              <a:defRPr/>
            </a:pPr>
            <a:r>
              <a:rPr lang="en-US" altLang="zh-CN" sz="600" b="1">
                <a:solidFill>
                  <a:srgbClr val="44546A"/>
                </a:solidFill>
                <a:latin typeface="Boehringer Forward Text"/>
                <a:cs typeface="Calibri" panose="020F0502020204030204" pitchFamily="34" charset="0"/>
              </a:rPr>
              <a:t>May2025</a:t>
            </a:r>
            <a:endParaRPr lang="zh-CN" altLang="en-US" sz="600" b="1">
              <a:solidFill>
                <a:srgbClr val="44546A"/>
              </a:solidFill>
              <a:latin typeface="Boehringer Forward Text"/>
              <a:cs typeface="Calibri" panose="020F0502020204030204" pitchFamily="34" charset="0"/>
            </a:endParaRPr>
          </a:p>
        </p:txBody>
      </p:sp>
      <p:sp>
        <p:nvSpPr>
          <p:cNvPr id="150" name="OTLSHAPE_T_e17f3958430f4cff8650518c93c7635e_StartDate">
            <a:extLst>
              <a:ext uri="{FF2B5EF4-FFF2-40B4-BE49-F238E27FC236}">
                <a16:creationId xmlns:a16="http://schemas.microsoft.com/office/drawing/2014/main" id="{D22A57D3-3416-00C2-DAB1-8B65B8FDCA00}"/>
              </a:ext>
            </a:extLst>
          </p:cNvPr>
          <p:cNvSpPr txBox="1"/>
          <p:nvPr>
            <p:custDataLst>
              <p:tags r:id="rId15"/>
            </p:custDataLst>
          </p:nvPr>
        </p:nvSpPr>
        <p:spPr>
          <a:xfrm>
            <a:off x="5256815" y="2894571"/>
            <a:ext cx="515389"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May2025</a:t>
            </a:r>
            <a:endParaRPr lang="zh-CN" altLang="en-US" sz="600" b="1">
              <a:solidFill>
                <a:srgbClr val="44546A"/>
              </a:solidFill>
              <a:latin typeface="Boehringer Forward Text"/>
              <a:cs typeface="Calibri" panose="020F0502020204030204" pitchFamily="34" charset="0"/>
            </a:endParaRPr>
          </a:p>
        </p:txBody>
      </p:sp>
      <p:sp>
        <p:nvSpPr>
          <p:cNvPr id="153" name="Star: 4 Points 143">
            <a:extLst>
              <a:ext uri="{FF2B5EF4-FFF2-40B4-BE49-F238E27FC236}">
                <a16:creationId xmlns:a16="http://schemas.microsoft.com/office/drawing/2014/main" id="{E99DEC6E-8183-0145-C0A8-269506344BE5}"/>
              </a:ext>
            </a:extLst>
          </p:cNvPr>
          <p:cNvSpPr/>
          <p:nvPr/>
        </p:nvSpPr>
        <p:spPr bwMode="auto">
          <a:xfrm>
            <a:off x="5425393" y="395385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64" eaLnBrk="0" fontAlgn="base" hangingPunct="0">
              <a:spcBef>
                <a:spcPct val="0"/>
              </a:spcBef>
              <a:spcAft>
                <a:spcPct val="0"/>
              </a:spcAft>
              <a:defRPr/>
            </a:pPr>
            <a:endParaRPr lang="zh-CN" altLang="en-US" sz="750">
              <a:solidFill>
                <a:srgbClr val="000000"/>
              </a:solidFill>
              <a:latin typeface="Boehringer Forward Text"/>
              <a:cs typeface="Calibri" panose="020F0502020204030204" pitchFamily="34" charset="0"/>
            </a:endParaRPr>
          </a:p>
        </p:txBody>
      </p:sp>
      <p:sp>
        <p:nvSpPr>
          <p:cNvPr id="154" name="OTLSHAPE_T_e17f3958430f4cff8650518c93c7635e_StartDate">
            <a:extLst>
              <a:ext uri="{FF2B5EF4-FFF2-40B4-BE49-F238E27FC236}">
                <a16:creationId xmlns:a16="http://schemas.microsoft.com/office/drawing/2014/main" id="{3BF28C89-0B78-B599-0885-B263BA43847B}"/>
              </a:ext>
            </a:extLst>
          </p:cNvPr>
          <p:cNvSpPr txBox="1"/>
          <p:nvPr>
            <p:custDataLst>
              <p:tags r:id="rId16"/>
            </p:custDataLst>
          </p:nvPr>
        </p:nvSpPr>
        <p:spPr>
          <a:xfrm>
            <a:off x="5235577" y="4063624"/>
            <a:ext cx="515389"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FPI</a:t>
            </a:r>
            <a:endParaRPr lang="zh-CN" altLang="en-US" sz="600" b="1">
              <a:solidFill>
                <a:srgbClr val="44546A"/>
              </a:solidFill>
              <a:latin typeface="Boehringer Forward Text"/>
              <a:cs typeface="Calibri" panose="020F0502020204030204" pitchFamily="34" charset="0"/>
            </a:endParaRPr>
          </a:p>
        </p:txBody>
      </p:sp>
      <p:sp>
        <p:nvSpPr>
          <p:cNvPr id="155" name="OTLSHAPE_T_e17f3958430f4cff8650518c93c7635e_StartDate">
            <a:extLst>
              <a:ext uri="{FF2B5EF4-FFF2-40B4-BE49-F238E27FC236}">
                <a16:creationId xmlns:a16="http://schemas.microsoft.com/office/drawing/2014/main" id="{C522162D-A887-83D6-CA5C-DFD85C7B5689}"/>
              </a:ext>
            </a:extLst>
          </p:cNvPr>
          <p:cNvSpPr txBox="1"/>
          <p:nvPr>
            <p:custDataLst>
              <p:tags r:id="rId17"/>
            </p:custDataLst>
          </p:nvPr>
        </p:nvSpPr>
        <p:spPr>
          <a:xfrm>
            <a:off x="5251214" y="3700681"/>
            <a:ext cx="515389"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May2025</a:t>
            </a:r>
            <a:endParaRPr lang="zh-CN" altLang="en-US" sz="600" b="1">
              <a:solidFill>
                <a:srgbClr val="44546A"/>
              </a:solidFill>
              <a:latin typeface="Boehringer Forward Text"/>
              <a:cs typeface="Calibri" panose="020F0502020204030204" pitchFamily="34" charset="0"/>
            </a:endParaRPr>
          </a:p>
        </p:txBody>
      </p:sp>
      <p:sp>
        <p:nvSpPr>
          <p:cNvPr id="158" name="Text Placeholder 3">
            <a:extLst>
              <a:ext uri="{FF2B5EF4-FFF2-40B4-BE49-F238E27FC236}">
                <a16:creationId xmlns:a16="http://schemas.microsoft.com/office/drawing/2014/main" id="{27BD42FB-7102-5580-67B7-473236014DE9}"/>
              </a:ext>
            </a:extLst>
          </p:cNvPr>
          <p:cNvSpPr>
            <a:spLocks noGrp="1"/>
          </p:cNvSpPr>
          <p:nvPr>
            <p:ph type="body" sz="quarter" idx="13"/>
          </p:nvPr>
        </p:nvSpPr>
        <p:spPr>
          <a:xfrm>
            <a:off x="1359210" y="4549916"/>
            <a:ext cx="8424000" cy="108000"/>
          </a:xfrm>
        </p:spPr>
        <p:txBody>
          <a:bodyPr/>
          <a:lstStyle/>
          <a:p>
            <a:r>
              <a:rPr lang="en-US" altLang="zh-CN"/>
              <a:t>*site ready for CTP v3.0 except IMP &amp; kit which will only be shipped when Part II initiates.</a:t>
            </a:r>
            <a:endParaRPr lang="zh-CN" altLang="en-US"/>
          </a:p>
        </p:txBody>
      </p:sp>
      <p:sp>
        <p:nvSpPr>
          <p:cNvPr id="162" name="文本框 135">
            <a:extLst>
              <a:ext uri="{FF2B5EF4-FFF2-40B4-BE49-F238E27FC236}">
                <a16:creationId xmlns:a16="http://schemas.microsoft.com/office/drawing/2014/main" id="{AB842C90-582D-8634-F7E1-DFF05024601F}"/>
              </a:ext>
            </a:extLst>
          </p:cNvPr>
          <p:cNvSpPr txBox="1"/>
          <p:nvPr/>
        </p:nvSpPr>
        <p:spPr>
          <a:xfrm>
            <a:off x="4781208" y="4541376"/>
            <a:ext cx="1791774" cy="646331"/>
          </a:xfrm>
          <a:prstGeom prst="rect">
            <a:avLst/>
          </a:prstGeom>
          <a:noFill/>
        </p:spPr>
        <p:txBody>
          <a:bodyPr wrap="square" rtlCol="0">
            <a:spAutoFit/>
          </a:bodyPr>
          <a:lstStyle>
            <a:defPPr>
              <a:defRPr lang="de-DE"/>
            </a:defPPr>
            <a:lvl1pPr defTabSz="685800">
              <a:defRPr sz="650" b="1">
                <a:solidFill>
                  <a:srgbClr val="000000"/>
                </a:solidFill>
                <a:latin typeface="BISansOpti" panose="02000503040000020004" pitchFamily="2" charset="0"/>
                <a:ea typeface="游ゴシック"/>
              </a:defRPr>
            </a:lvl1pPr>
          </a:lstStyle>
          <a:p>
            <a:pPr defTabSz="514337">
              <a:defRPr/>
            </a:pPr>
            <a:r>
              <a:rPr lang="en-US" altLang="zh-CN" sz="600">
                <a:solidFill>
                  <a:prstClr val="black"/>
                </a:solidFill>
                <a:latin typeface="Boehringer Forward Text"/>
              </a:rPr>
              <a:t>Abbreviations</a:t>
            </a:r>
            <a:br>
              <a:rPr lang="en-US" altLang="zh-CN" sz="600" b="0">
                <a:solidFill>
                  <a:prstClr val="black"/>
                </a:solidFill>
                <a:latin typeface="Boehringer Forward Text"/>
              </a:rPr>
            </a:br>
            <a:r>
              <a:rPr lang="en-US" altLang="zh-CN" sz="600" b="0">
                <a:solidFill>
                  <a:prstClr val="black"/>
                </a:solidFill>
                <a:latin typeface="Boehringer Forward Text"/>
              </a:rPr>
              <a:t>FPI: first patient in</a:t>
            </a:r>
          </a:p>
          <a:p>
            <a:pPr defTabSz="514337">
              <a:defRPr/>
            </a:pPr>
            <a:r>
              <a:rPr lang="en-US" altLang="zh-CN" sz="600" b="0" err="1">
                <a:solidFill>
                  <a:prstClr val="black"/>
                </a:solidFill>
                <a:latin typeface="Boehringer Forward Text"/>
              </a:rPr>
              <a:t>PoCP</a:t>
            </a:r>
            <a:r>
              <a:rPr lang="en-US" altLang="zh-CN" sz="600" b="0">
                <a:solidFill>
                  <a:prstClr val="black"/>
                </a:solidFill>
                <a:latin typeface="Boehringer Forward Text"/>
              </a:rPr>
              <a:t>: Proof of Clinical Principle</a:t>
            </a:r>
          </a:p>
          <a:p>
            <a:pPr defTabSz="514337">
              <a:defRPr/>
            </a:pPr>
            <a:r>
              <a:rPr lang="en-US" altLang="zh-CN" sz="600" b="0">
                <a:solidFill>
                  <a:prstClr val="black"/>
                </a:solidFill>
                <a:latin typeface="Boehringer Forward Text"/>
              </a:rPr>
              <a:t>AA: Accelerated Approval</a:t>
            </a:r>
          </a:p>
          <a:p>
            <a:pPr defTabSz="514337">
              <a:defRPr/>
            </a:pPr>
            <a:r>
              <a:rPr lang="en-US" altLang="zh-CN" sz="600" b="0">
                <a:solidFill>
                  <a:prstClr val="black"/>
                </a:solidFill>
                <a:latin typeface="Boehringer Forward Text"/>
              </a:rPr>
              <a:t>NDA-s: New Drug Application Submission</a:t>
            </a:r>
          </a:p>
          <a:p>
            <a:pPr defTabSz="514337">
              <a:defRPr/>
            </a:pPr>
            <a:r>
              <a:rPr lang="en-US" altLang="zh-CN" sz="600" b="0">
                <a:solidFill>
                  <a:prstClr val="black"/>
                </a:solidFill>
                <a:latin typeface="Boehringer Forward Text"/>
              </a:rPr>
              <a:t>NDA-a: New Drug Application Approval</a:t>
            </a:r>
          </a:p>
        </p:txBody>
      </p:sp>
      <p:sp>
        <p:nvSpPr>
          <p:cNvPr id="21" name="TextBox 20">
            <a:extLst>
              <a:ext uri="{FF2B5EF4-FFF2-40B4-BE49-F238E27FC236}">
                <a16:creationId xmlns:a16="http://schemas.microsoft.com/office/drawing/2014/main" id="{694544B2-8056-0807-B891-D35D36C63A32}"/>
              </a:ext>
            </a:extLst>
          </p:cNvPr>
          <p:cNvSpPr txBox="1"/>
          <p:nvPr/>
        </p:nvSpPr>
        <p:spPr bwMode="gray">
          <a:xfrm>
            <a:off x="123169" y="2733206"/>
            <a:ext cx="877924" cy="217175"/>
          </a:xfrm>
          <a:prstGeom prst="rect">
            <a:avLst/>
          </a:prstGeom>
          <a:noFill/>
        </p:spPr>
        <p:txBody>
          <a:bodyPr wrap="square" lIns="0" tIns="0" rIns="0" bIns="0" rtlCol="0">
            <a:spAutoFit/>
          </a:bodyPr>
          <a:lstStyle/>
          <a:p>
            <a:pPr algn="l">
              <a:lnSpc>
                <a:spcPct val="140000"/>
              </a:lnSpc>
            </a:pPr>
            <a:r>
              <a:rPr lang="en-US" altLang="zh-CN" sz="1100"/>
              <a:t>Asian Trial </a:t>
            </a:r>
            <a:endParaRPr lang="zh-CN" altLang="en-US" sz="1100"/>
          </a:p>
        </p:txBody>
      </p:sp>
      <p:sp>
        <p:nvSpPr>
          <p:cNvPr id="42" name="Star: 4 Points 143">
            <a:extLst>
              <a:ext uri="{FF2B5EF4-FFF2-40B4-BE49-F238E27FC236}">
                <a16:creationId xmlns:a16="http://schemas.microsoft.com/office/drawing/2014/main" id="{ACE43B7A-4043-25CA-1361-7D1D9A7AD5EB}"/>
              </a:ext>
            </a:extLst>
          </p:cNvPr>
          <p:cNvSpPr/>
          <p:nvPr/>
        </p:nvSpPr>
        <p:spPr bwMode="auto">
          <a:xfrm>
            <a:off x="5028127" y="3143096"/>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64" eaLnBrk="0" fontAlgn="base" hangingPunct="0">
              <a:spcBef>
                <a:spcPct val="0"/>
              </a:spcBef>
              <a:spcAft>
                <a:spcPct val="0"/>
              </a:spcAft>
              <a:defRPr/>
            </a:pPr>
            <a:endParaRPr lang="zh-CN" altLang="en-US" sz="750">
              <a:solidFill>
                <a:srgbClr val="000000"/>
              </a:solidFill>
              <a:latin typeface="Boehringer Forward Text"/>
              <a:cs typeface="Calibri" panose="020F0502020204030204" pitchFamily="34" charset="0"/>
            </a:endParaRPr>
          </a:p>
        </p:txBody>
      </p:sp>
      <p:sp>
        <p:nvSpPr>
          <p:cNvPr id="48" name="OTLSHAPE_T_e17f3958430f4cff8650518c93c7635e_StartDate">
            <a:extLst>
              <a:ext uri="{FF2B5EF4-FFF2-40B4-BE49-F238E27FC236}">
                <a16:creationId xmlns:a16="http://schemas.microsoft.com/office/drawing/2014/main" id="{0653C882-77EB-E918-055F-FC2346A11605}"/>
              </a:ext>
            </a:extLst>
          </p:cNvPr>
          <p:cNvSpPr txBox="1"/>
          <p:nvPr>
            <p:custDataLst>
              <p:tags r:id="rId18"/>
            </p:custDataLst>
          </p:nvPr>
        </p:nvSpPr>
        <p:spPr>
          <a:xfrm>
            <a:off x="4844299" y="3252865"/>
            <a:ext cx="515389"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LPI</a:t>
            </a:r>
            <a:endParaRPr lang="zh-CN" altLang="en-US" sz="600" b="1">
              <a:solidFill>
                <a:srgbClr val="44546A"/>
              </a:solidFill>
              <a:latin typeface="Boehringer Forward Text"/>
              <a:cs typeface="Calibri" panose="020F0502020204030204" pitchFamily="34" charset="0"/>
            </a:endParaRPr>
          </a:p>
        </p:txBody>
      </p:sp>
      <p:sp>
        <p:nvSpPr>
          <p:cNvPr id="65" name="OTLSHAPE_T_e17f3958430f4cff8650518c93c7635e_StartDate">
            <a:extLst>
              <a:ext uri="{FF2B5EF4-FFF2-40B4-BE49-F238E27FC236}">
                <a16:creationId xmlns:a16="http://schemas.microsoft.com/office/drawing/2014/main" id="{4AB1B9E5-D526-A25B-3039-5006A82783F9}"/>
              </a:ext>
            </a:extLst>
          </p:cNvPr>
          <p:cNvSpPr txBox="1"/>
          <p:nvPr>
            <p:custDataLst>
              <p:tags r:id="rId19"/>
            </p:custDataLst>
          </p:nvPr>
        </p:nvSpPr>
        <p:spPr>
          <a:xfrm>
            <a:off x="4853948" y="2889922"/>
            <a:ext cx="515389"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Feb2025</a:t>
            </a:r>
            <a:endParaRPr lang="zh-CN" altLang="en-US" sz="600" b="1">
              <a:solidFill>
                <a:srgbClr val="44546A"/>
              </a:solidFill>
              <a:latin typeface="Boehringer Forward Text"/>
              <a:cs typeface="Calibri" panose="020F0502020204030204" pitchFamily="34" charset="0"/>
            </a:endParaRPr>
          </a:p>
        </p:txBody>
      </p:sp>
      <p:sp>
        <p:nvSpPr>
          <p:cNvPr id="68" name="Star: 4 Points 143">
            <a:extLst>
              <a:ext uri="{FF2B5EF4-FFF2-40B4-BE49-F238E27FC236}">
                <a16:creationId xmlns:a16="http://schemas.microsoft.com/office/drawing/2014/main" id="{D213B62B-D959-3032-0853-B52AFF1E5C89}"/>
              </a:ext>
            </a:extLst>
          </p:cNvPr>
          <p:cNvSpPr/>
          <p:nvPr/>
        </p:nvSpPr>
        <p:spPr bwMode="auto">
          <a:xfrm>
            <a:off x="6026697" y="3143369"/>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64" eaLnBrk="0" fontAlgn="base" hangingPunct="0">
              <a:spcBef>
                <a:spcPct val="0"/>
              </a:spcBef>
              <a:spcAft>
                <a:spcPct val="0"/>
              </a:spcAft>
              <a:defRPr/>
            </a:pPr>
            <a:endParaRPr lang="zh-CN" altLang="en-US" sz="750">
              <a:solidFill>
                <a:srgbClr val="000000"/>
              </a:solidFill>
              <a:latin typeface="Boehringer Forward Text"/>
              <a:cs typeface="Calibri" panose="020F0502020204030204" pitchFamily="34" charset="0"/>
            </a:endParaRPr>
          </a:p>
        </p:txBody>
      </p:sp>
      <p:sp>
        <p:nvSpPr>
          <p:cNvPr id="69" name="OTLSHAPE_T_e17f3958430f4cff8650518c93c7635e_StartDate">
            <a:extLst>
              <a:ext uri="{FF2B5EF4-FFF2-40B4-BE49-F238E27FC236}">
                <a16:creationId xmlns:a16="http://schemas.microsoft.com/office/drawing/2014/main" id="{C0FC8585-7870-EA53-1967-33C000F1B3FE}"/>
              </a:ext>
            </a:extLst>
          </p:cNvPr>
          <p:cNvSpPr txBox="1"/>
          <p:nvPr>
            <p:custDataLst>
              <p:tags r:id="rId20"/>
            </p:custDataLst>
          </p:nvPr>
        </p:nvSpPr>
        <p:spPr>
          <a:xfrm>
            <a:off x="5842869" y="3253138"/>
            <a:ext cx="515389"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LPI</a:t>
            </a:r>
            <a:endParaRPr lang="zh-CN" altLang="en-US" sz="600" b="1">
              <a:solidFill>
                <a:srgbClr val="44546A"/>
              </a:solidFill>
              <a:latin typeface="Boehringer Forward Text"/>
              <a:cs typeface="Calibri" panose="020F0502020204030204" pitchFamily="34" charset="0"/>
            </a:endParaRPr>
          </a:p>
        </p:txBody>
      </p:sp>
      <p:sp>
        <p:nvSpPr>
          <p:cNvPr id="70" name="OTLSHAPE_T_e17f3958430f4cff8650518c93c7635e_StartDate">
            <a:extLst>
              <a:ext uri="{FF2B5EF4-FFF2-40B4-BE49-F238E27FC236}">
                <a16:creationId xmlns:a16="http://schemas.microsoft.com/office/drawing/2014/main" id="{F4DBBBD6-C431-8A8F-8484-0659FB12FAF0}"/>
              </a:ext>
            </a:extLst>
          </p:cNvPr>
          <p:cNvSpPr txBox="1"/>
          <p:nvPr>
            <p:custDataLst>
              <p:tags r:id="rId21"/>
            </p:custDataLst>
          </p:nvPr>
        </p:nvSpPr>
        <p:spPr>
          <a:xfrm>
            <a:off x="5852518" y="2890195"/>
            <a:ext cx="515389"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Aug2025</a:t>
            </a:r>
            <a:endParaRPr lang="zh-CN" altLang="en-US" sz="600" b="1">
              <a:solidFill>
                <a:srgbClr val="44546A"/>
              </a:solidFill>
              <a:latin typeface="Boehringer Forward Text"/>
              <a:cs typeface="Calibri" panose="020F0502020204030204" pitchFamily="34" charset="0"/>
            </a:endParaRPr>
          </a:p>
        </p:txBody>
      </p:sp>
      <p:sp>
        <p:nvSpPr>
          <p:cNvPr id="72" name="Star: 4 Points 143">
            <a:extLst>
              <a:ext uri="{FF2B5EF4-FFF2-40B4-BE49-F238E27FC236}">
                <a16:creationId xmlns:a16="http://schemas.microsoft.com/office/drawing/2014/main" id="{962B9641-8588-E6C3-A5DF-22615ABD9D45}"/>
              </a:ext>
            </a:extLst>
          </p:cNvPr>
          <p:cNvSpPr/>
          <p:nvPr/>
        </p:nvSpPr>
        <p:spPr bwMode="auto">
          <a:xfrm>
            <a:off x="6024682" y="395857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64" eaLnBrk="0" fontAlgn="base" hangingPunct="0">
              <a:spcBef>
                <a:spcPct val="0"/>
              </a:spcBef>
              <a:spcAft>
                <a:spcPct val="0"/>
              </a:spcAft>
              <a:defRPr/>
            </a:pPr>
            <a:endParaRPr lang="zh-CN" altLang="en-US" sz="750">
              <a:solidFill>
                <a:srgbClr val="000000"/>
              </a:solidFill>
              <a:latin typeface="Boehringer Forward Text"/>
              <a:cs typeface="Calibri" panose="020F0502020204030204" pitchFamily="34" charset="0"/>
            </a:endParaRPr>
          </a:p>
        </p:txBody>
      </p:sp>
      <p:sp>
        <p:nvSpPr>
          <p:cNvPr id="74" name="OTLSHAPE_T_e17f3958430f4cff8650518c93c7635e_StartDate">
            <a:extLst>
              <a:ext uri="{FF2B5EF4-FFF2-40B4-BE49-F238E27FC236}">
                <a16:creationId xmlns:a16="http://schemas.microsoft.com/office/drawing/2014/main" id="{6741249E-3051-2AFC-FAA6-CFAE1B2E6972}"/>
              </a:ext>
            </a:extLst>
          </p:cNvPr>
          <p:cNvSpPr txBox="1"/>
          <p:nvPr>
            <p:custDataLst>
              <p:tags r:id="rId22"/>
            </p:custDataLst>
          </p:nvPr>
        </p:nvSpPr>
        <p:spPr>
          <a:xfrm>
            <a:off x="5840854" y="4068342"/>
            <a:ext cx="515389"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LPI</a:t>
            </a:r>
            <a:endParaRPr lang="zh-CN" altLang="en-US" sz="600" b="1">
              <a:solidFill>
                <a:srgbClr val="44546A"/>
              </a:solidFill>
              <a:latin typeface="Boehringer Forward Text"/>
              <a:cs typeface="Calibri" panose="020F0502020204030204" pitchFamily="34" charset="0"/>
            </a:endParaRPr>
          </a:p>
        </p:txBody>
      </p:sp>
      <p:sp>
        <p:nvSpPr>
          <p:cNvPr id="75" name="OTLSHAPE_T_e17f3958430f4cff8650518c93c7635e_StartDate">
            <a:extLst>
              <a:ext uri="{FF2B5EF4-FFF2-40B4-BE49-F238E27FC236}">
                <a16:creationId xmlns:a16="http://schemas.microsoft.com/office/drawing/2014/main" id="{B6397310-ACB1-EDC1-CE53-C9428BEDBF4F}"/>
              </a:ext>
            </a:extLst>
          </p:cNvPr>
          <p:cNvSpPr txBox="1"/>
          <p:nvPr>
            <p:custDataLst>
              <p:tags r:id="rId23"/>
            </p:custDataLst>
          </p:nvPr>
        </p:nvSpPr>
        <p:spPr>
          <a:xfrm>
            <a:off x="5850503" y="3705399"/>
            <a:ext cx="515389"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Aug2025</a:t>
            </a:r>
            <a:endParaRPr lang="zh-CN" altLang="en-US" sz="600" b="1">
              <a:solidFill>
                <a:srgbClr val="44546A"/>
              </a:solidFill>
              <a:latin typeface="Boehringer Forward Text"/>
              <a:cs typeface="Calibri" panose="020F0502020204030204" pitchFamily="34" charset="0"/>
            </a:endParaRPr>
          </a:p>
        </p:txBody>
      </p:sp>
      <p:sp>
        <p:nvSpPr>
          <p:cNvPr id="101" name="Star: 4 Points 143">
            <a:extLst>
              <a:ext uri="{FF2B5EF4-FFF2-40B4-BE49-F238E27FC236}">
                <a16:creationId xmlns:a16="http://schemas.microsoft.com/office/drawing/2014/main" id="{C70C5C82-2E9B-8960-0D13-D0DDDCE549F3}"/>
              </a:ext>
            </a:extLst>
          </p:cNvPr>
          <p:cNvSpPr/>
          <p:nvPr/>
        </p:nvSpPr>
        <p:spPr bwMode="auto">
          <a:xfrm>
            <a:off x="7043890" y="348336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664" eaLnBrk="0" fontAlgn="base" hangingPunct="0">
              <a:spcBef>
                <a:spcPct val="0"/>
              </a:spcBef>
              <a:spcAft>
                <a:spcPct val="0"/>
              </a:spcAft>
              <a:defRPr/>
            </a:pPr>
            <a:endParaRPr lang="zh-CN" altLang="en-US" sz="750">
              <a:solidFill>
                <a:srgbClr val="000000"/>
              </a:solidFill>
              <a:latin typeface="Boehringer Forward Text"/>
              <a:cs typeface="Calibri" panose="020F0502020204030204" pitchFamily="34" charset="0"/>
            </a:endParaRPr>
          </a:p>
        </p:txBody>
      </p:sp>
      <p:sp>
        <p:nvSpPr>
          <p:cNvPr id="102" name="OTLSHAPE_T_e17f3958430f4cff8650518c93c7635e_StartDate">
            <a:extLst>
              <a:ext uri="{FF2B5EF4-FFF2-40B4-BE49-F238E27FC236}">
                <a16:creationId xmlns:a16="http://schemas.microsoft.com/office/drawing/2014/main" id="{92D11E0C-0727-1EB1-5FEB-F38899838068}"/>
              </a:ext>
            </a:extLst>
          </p:cNvPr>
          <p:cNvSpPr txBox="1"/>
          <p:nvPr>
            <p:custDataLst>
              <p:tags r:id="rId24"/>
            </p:custDataLst>
          </p:nvPr>
        </p:nvSpPr>
        <p:spPr>
          <a:xfrm>
            <a:off x="6860062" y="3593134"/>
            <a:ext cx="515389"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LPI</a:t>
            </a:r>
            <a:endParaRPr lang="zh-CN" altLang="en-US" sz="600" b="1">
              <a:solidFill>
                <a:srgbClr val="44546A"/>
              </a:solidFill>
              <a:latin typeface="Boehringer Forward Text"/>
              <a:cs typeface="Calibri" panose="020F0502020204030204" pitchFamily="34" charset="0"/>
            </a:endParaRPr>
          </a:p>
        </p:txBody>
      </p:sp>
      <p:sp>
        <p:nvSpPr>
          <p:cNvPr id="103" name="OTLSHAPE_T_e17f3958430f4cff8650518c93c7635e_StartDate">
            <a:extLst>
              <a:ext uri="{FF2B5EF4-FFF2-40B4-BE49-F238E27FC236}">
                <a16:creationId xmlns:a16="http://schemas.microsoft.com/office/drawing/2014/main" id="{1FD624DA-52F8-E234-C72D-73E515DD6567}"/>
              </a:ext>
            </a:extLst>
          </p:cNvPr>
          <p:cNvSpPr txBox="1"/>
          <p:nvPr>
            <p:custDataLst>
              <p:tags r:id="rId25"/>
            </p:custDataLst>
          </p:nvPr>
        </p:nvSpPr>
        <p:spPr>
          <a:xfrm>
            <a:off x="6869711" y="3230191"/>
            <a:ext cx="515389" cy="92333"/>
          </a:xfrm>
          <a:prstGeom prst="rect">
            <a:avLst/>
          </a:prstGeom>
          <a:noFill/>
        </p:spPr>
        <p:txBody>
          <a:bodyPr vert="horz" wrap="square" lIns="0" tIns="0" rIns="0" bIns="0" rtlCol="0" anchor="ctr" anchorCtr="0">
            <a:spAutoFit/>
          </a:bodyPr>
          <a:lstStyle/>
          <a:p>
            <a:pPr algn="ctr" defTabSz="685681">
              <a:defRPr/>
            </a:pPr>
            <a:r>
              <a:rPr lang="en-US" altLang="zh-CN" sz="600" b="1">
                <a:solidFill>
                  <a:srgbClr val="44546A"/>
                </a:solidFill>
                <a:latin typeface="Boehringer Forward Text"/>
                <a:cs typeface="Calibri" panose="020F0502020204030204" pitchFamily="34" charset="0"/>
              </a:rPr>
              <a:t>May2026</a:t>
            </a:r>
            <a:endParaRPr lang="zh-CN" altLang="en-US" sz="600" b="1">
              <a:solidFill>
                <a:srgbClr val="44546A"/>
              </a:solidFill>
              <a:latin typeface="Boehringer Forward Text"/>
              <a:cs typeface="Calibri" panose="020F0502020204030204" pitchFamily="34" charset="0"/>
            </a:endParaRPr>
          </a:p>
        </p:txBody>
      </p:sp>
      <p:sp>
        <p:nvSpPr>
          <p:cNvPr id="10" name="Rectangle: Rounded Corners 9">
            <a:extLst>
              <a:ext uri="{FF2B5EF4-FFF2-40B4-BE49-F238E27FC236}">
                <a16:creationId xmlns:a16="http://schemas.microsoft.com/office/drawing/2014/main" id="{4365105C-37E1-5F21-83FD-1CBFC1E47F7C}"/>
              </a:ext>
            </a:extLst>
          </p:cNvPr>
          <p:cNvSpPr/>
          <p:nvPr/>
        </p:nvSpPr>
        <p:spPr>
          <a:xfrm>
            <a:off x="6386185" y="3744955"/>
            <a:ext cx="2624465" cy="661799"/>
          </a:xfrm>
          <a:prstGeom prst="roundRect">
            <a:avLst/>
          </a:prstGeom>
          <a:solidFill>
            <a:srgbClr val="D9D9D9"/>
          </a:solidFill>
          <a:ln w="12700">
            <a:solidFill>
              <a:srgbClr val="E5E3DE"/>
            </a:solidFill>
          </a:ln>
        </p:spPr>
        <p:style>
          <a:lnRef idx="2">
            <a:schemeClr val="accent1">
              <a:shade val="50000"/>
            </a:schemeClr>
          </a:lnRef>
          <a:fillRef idx="1">
            <a:schemeClr val="accent1"/>
          </a:fillRef>
          <a:effectRef idx="0">
            <a:schemeClr val="accent1"/>
          </a:effectRef>
          <a:fontRef idx="minor">
            <a:schemeClr val="lt1"/>
          </a:fontRef>
        </p:style>
        <p:txBody>
          <a:bodyPr lIns="45720" tIns="91440" rIns="45720" bIns="91440" rtlCol="0" anchor="ctr"/>
          <a:lstStyle/>
          <a:p>
            <a:pPr defTabSz="914288">
              <a:spcAft>
                <a:spcPts val="200"/>
              </a:spcAft>
              <a:defRPr/>
            </a:pPr>
            <a:r>
              <a:rPr lang="en-US" altLang="zh-CN" sz="750" b="1">
                <a:solidFill>
                  <a:srgbClr val="000000"/>
                </a:solidFill>
                <a:latin typeface="Boehringer Forward Text"/>
              </a:rPr>
              <a:t>China Status:</a:t>
            </a:r>
          </a:p>
          <a:p>
            <a:pPr marL="171446" indent="-171446" defTabSz="914288">
              <a:spcAft>
                <a:spcPts val="200"/>
              </a:spcAft>
              <a:buFont typeface="Arial" panose="020B0604020202020204" pitchFamily="34" charset="0"/>
              <a:buChar char="•"/>
              <a:defRPr/>
            </a:pPr>
            <a:r>
              <a:rPr lang="en-US" altLang="zh-CN" sz="750">
                <a:solidFill>
                  <a:srgbClr val="000000"/>
                </a:solidFill>
                <a:latin typeface="Boehringer Forward Text"/>
              </a:rPr>
              <a:t>Global evidence team may consider to have China sites joining in 1454-0004 Part I escalation depending on the global enrollment speed (and China assay availability by then).</a:t>
            </a:r>
          </a:p>
        </p:txBody>
      </p:sp>
      <p:sp>
        <p:nvSpPr>
          <p:cNvPr id="20" name="Rectangle 19">
            <a:extLst>
              <a:ext uri="{FF2B5EF4-FFF2-40B4-BE49-F238E27FC236}">
                <a16:creationId xmlns:a16="http://schemas.microsoft.com/office/drawing/2014/main" id="{62114E45-69AC-F813-1043-D9C47D7E426A}"/>
              </a:ext>
            </a:extLst>
          </p:cNvPr>
          <p:cNvSpPr/>
          <p:nvPr/>
        </p:nvSpPr>
        <p:spPr bwMode="gray">
          <a:xfrm rot="20158111">
            <a:off x="3213941" y="2730857"/>
            <a:ext cx="2922310" cy="270985"/>
          </a:xfrm>
          <a:prstGeom prst="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200" b="1" i="1">
                <a:solidFill>
                  <a:schemeClr val="tx1"/>
                </a:solidFill>
              </a:rPr>
              <a:t>No Major Update</a:t>
            </a:r>
            <a:endParaRPr lang="zh-CN" altLang="en-US" sz="1200" b="1" i="1">
              <a:solidFill>
                <a:schemeClr val="tx1"/>
              </a:solidFill>
            </a:endParaRPr>
          </a:p>
        </p:txBody>
      </p:sp>
    </p:spTree>
    <p:extLst>
      <p:ext uri="{BB962C8B-B14F-4D97-AF65-F5344CB8AC3E}">
        <p14:creationId xmlns:p14="http://schemas.microsoft.com/office/powerpoint/2010/main" val="2785038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TLSHAPE_T_e17f3958430f4cff8650518c93c7635e_Shape">
            <a:extLst>
              <a:ext uri="{FF2B5EF4-FFF2-40B4-BE49-F238E27FC236}">
                <a16:creationId xmlns:a16="http://schemas.microsoft.com/office/drawing/2014/main" id="{49D53B04-DF91-978E-629A-79AAC37142C5}"/>
              </a:ext>
            </a:extLst>
          </p:cNvPr>
          <p:cNvSpPr/>
          <p:nvPr>
            <p:custDataLst>
              <p:tags r:id="rId1"/>
            </p:custDataLst>
          </p:nvPr>
        </p:nvSpPr>
        <p:spPr bwMode="auto">
          <a:xfrm>
            <a:off x="1823437" y="3148664"/>
            <a:ext cx="434658" cy="216000"/>
          </a:xfrm>
          <a:prstGeom prst="roundRect">
            <a:avLst/>
          </a:prstGeom>
          <a:ln>
            <a:headEnd type="none" w="med" len="med"/>
            <a:tailEnd type="none" w="med" len="med"/>
          </a:ln>
          <a:extLst>
            <a:ext uri="{53640926-AAD7-44D8-BBD7-CCE9431645EC}">
              <a14:shadowObscured xmlns:a14="http://schemas.microsoft.com/office/drawing/2010/main" val="1"/>
            </a:ext>
          </a:extLst>
        </p:spPr>
        <p:style>
          <a:lnRef idx="0">
            <a:schemeClr val="accent6"/>
          </a:lnRef>
          <a:fillRef idx="3">
            <a:schemeClr val="accent6"/>
          </a:fillRef>
          <a:effectRef idx="3">
            <a:schemeClr val="accent6"/>
          </a:effectRef>
          <a:fontRef idx="minor">
            <a:schemeClr val="lt1"/>
          </a:fontRef>
        </p:style>
        <p:txBody>
          <a:bodyPr vert="horz" wrap="square" lIns="68580" tIns="34291" rIns="68580" bIns="34291" numCol="1" rtlCol="0" anchor="ctr" anchorCtr="0" compatLnSpc="1">
            <a:prstTxWarp prst="textNoShape">
              <a:avLst/>
            </a:prstTxWarp>
          </a:bodyPr>
          <a:lstStyle/>
          <a:p>
            <a:pPr algn="ctr" defTabSz="914309" eaLnBrk="0" fontAlgn="base" hangingPunct="0">
              <a:spcBef>
                <a:spcPct val="0"/>
              </a:spcBef>
              <a:spcAft>
                <a:spcPct val="0"/>
              </a:spcAft>
              <a:defRPr/>
            </a:pPr>
            <a:r>
              <a:rPr lang="en-US" altLang="zh-CN" sz="600" b="1">
                <a:solidFill>
                  <a:srgbClr val="000000"/>
                </a:solidFill>
                <a:ea typeface="+mj-ea"/>
                <a:cs typeface="Calibri" panose="020F0502020204030204" pitchFamily="34" charset="0"/>
              </a:rPr>
              <a:t>CTA prep</a:t>
            </a:r>
            <a:endParaRPr lang="zh-CN" altLang="en-US" sz="600" b="1">
              <a:solidFill>
                <a:srgbClr val="000000"/>
              </a:solidFill>
              <a:ea typeface="+mj-ea"/>
              <a:cs typeface="Calibri" panose="020F0502020204030204" pitchFamily="34" charset="0"/>
            </a:endParaRPr>
          </a:p>
        </p:txBody>
      </p:sp>
      <p:sp>
        <p:nvSpPr>
          <p:cNvPr id="23" name="OTLSHAPE_T_e17f3958430f4cff8650518c93c7635e_StartDate">
            <a:extLst>
              <a:ext uri="{FF2B5EF4-FFF2-40B4-BE49-F238E27FC236}">
                <a16:creationId xmlns:a16="http://schemas.microsoft.com/office/drawing/2014/main" id="{23F95A6B-8040-AF43-21B2-3E7EAFBBC9F4}"/>
              </a:ext>
            </a:extLst>
          </p:cNvPr>
          <p:cNvSpPr txBox="1"/>
          <p:nvPr>
            <p:custDataLst>
              <p:tags r:id="rId2"/>
            </p:custDataLst>
          </p:nvPr>
        </p:nvSpPr>
        <p:spPr>
          <a:xfrm>
            <a:off x="1255290" y="1291931"/>
            <a:ext cx="412205"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等线" panose="02010600030101010101" pitchFamily="2" charset="-122"/>
              </a:rPr>
              <a:t>Mar</a:t>
            </a:r>
          </a:p>
          <a:p>
            <a:pPr algn="ctr" defTabSz="914309">
              <a:defRPr/>
            </a:pPr>
            <a:r>
              <a:rPr lang="en-US" altLang="zh-CN" sz="600" b="1">
                <a:solidFill>
                  <a:srgbClr val="44546A"/>
                </a:solidFill>
                <a:ea typeface="等线" panose="02010600030101010101" pitchFamily="2" charset="-122"/>
              </a:rPr>
              <a:t>2024</a:t>
            </a:r>
            <a:endParaRPr lang="zh-CN" altLang="en-US" sz="600" b="1">
              <a:solidFill>
                <a:srgbClr val="44546A"/>
              </a:solidFill>
              <a:ea typeface="等线" panose="02010600030101010101" pitchFamily="2" charset="-122"/>
            </a:endParaRPr>
          </a:p>
        </p:txBody>
      </p:sp>
      <p:graphicFrame>
        <p:nvGraphicFramePr>
          <p:cNvPr id="2" name="Table 1">
            <a:extLst>
              <a:ext uri="{FF2B5EF4-FFF2-40B4-BE49-F238E27FC236}">
                <a16:creationId xmlns:a16="http://schemas.microsoft.com/office/drawing/2014/main" id="{C86ECF73-932A-C3EF-83FD-852147BC214C}"/>
              </a:ext>
            </a:extLst>
          </p:cNvPr>
          <p:cNvGraphicFramePr>
            <a:graphicFrameLocks noGrp="1"/>
          </p:cNvGraphicFramePr>
          <p:nvPr/>
        </p:nvGraphicFramePr>
        <p:xfrm>
          <a:off x="985780" y="736746"/>
          <a:ext cx="7973568" cy="514350"/>
        </p:xfrm>
        <a:graphic>
          <a:graphicData uri="http://schemas.openxmlformats.org/drawingml/2006/table">
            <a:tbl>
              <a:tblPr firstRow="1" bandRow="1"/>
              <a:tblGrid>
                <a:gridCol w="475488">
                  <a:extLst>
                    <a:ext uri="{9D8B030D-6E8A-4147-A177-3AD203B41FA5}">
                      <a16:colId xmlns:a16="http://schemas.microsoft.com/office/drawing/2014/main" val="3411862845"/>
                    </a:ext>
                  </a:extLst>
                </a:gridCol>
                <a:gridCol w="475488">
                  <a:extLst>
                    <a:ext uri="{9D8B030D-6E8A-4147-A177-3AD203B41FA5}">
                      <a16:colId xmlns:a16="http://schemas.microsoft.com/office/drawing/2014/main" val="2851474774"/>
                    </a:ext>
                  </a:extLst>
                </a:gridCol>
                <a:gridCol w="475488">
                  <a:extLst>
                    <a:ext uri="{9D8B030D-6E8A-4147-A177-3AD203B41FA5}">
                      <a16:colId xmlns:a16="http://schemas.microsoft.com/office/drawing/2014/main" val="107595344"/>
                    </a:ext>
                  </a:extLst>
                </a:gridCol>
                <a:gridCol w="475488">
                  <a:extLst>
                    <a:ext uri="{9D8B030D-6E8A-4147-A177-3AD203B41FA5}">
                      <a16:colId xmlns:a16="http://schemas.microsoft.com/office/drawing/2014/main" val="1666999431"/>
                    </a:ext>
                  </a:extLst>
                </a:gridCol>
                <a:gridCol w="475488">
                  <a:extLst>
                    <a:ext uri="{9D8B030D-6E8A-4147-A177-3AD203B41FA5}">
                      <a16:colId xmlns:a16="http://schemas.microsoft.com/office/drawing/2014/main" val="3696607442"/>
                    </a:ext>
                  </a:extLst>
                </a:gridCol>
                <a:gridCol w="475488">
                  <a:extLst>
                    <a:ext uri="{9D8B030D-6E8A-4147-A177-3AD203B41FA5}">
                      <a16:colId xmlns:a16="http://schemas.microsoft.com/office/drawing/2014/main" val="223989776"/>
                    </a:ext>
                  </a:extLst>
                </a:gridCol>
                <a:gridCol w="475488">
                  <a:extLst>
                    <a:ext uri="{9D8B030D-6E8A-4147-A177-3AD203B41FA5}">
                      <a16:colId xmlns:a16="http://schemas.microsoft.com/office/drawing/2014/main" val="124731204"/>
                    </a:ext>
                  </a:extLst>
                </a:gridCol>
                <a:gridCol w="475488">
                  <a:extLst>
                    <a:ext uri="{9D8B030D-6E8A-4147-A177-3AD203B41FA5}">
                      <a16:colId xmlns:a16="http://schemas.microsoft.com/office/drawing/2014/main" val="3066978585"/>
                    </a:ext>
                  </a:extLst>
                </a:gridCol>
                <a:gridCol w="475488">
                  <a:extLst>
                    <a:ext uri="{9D8B030D-6E8A-4147-A177-3AD203B41FA5}">
                      <a16:colId xmlns:a16="http://schemas.microsoft.com/office/drawing/2014/main" val="1064917641"/>
                    </a:ext>
                  </a:extLst>
                </a:gridCol>
                <a:gridCol w="475488">
                  <a:extLst>
                    <a:ext uri="{9D8B030D-6E8A-4147-A177-3AD203B41FA5}">
                      <a16:colId xmlns:a16="http://schemas.microsoft.com/office/drawing/2014/main" val="4221117315"/>
                    </a:ext>
                  </a:extLst>
                </a:gridCol>
                <a:gridCol w="475488">
                  <a:extLst>
                    <a:ext uri="{9D8B030D-6E8A-4147-A177-3AD203B41FA5}">
                      <a16:colId xmlns:a16="http://schemas.microsoft.com/office/drawing/2014/main" val="3266065341"/>
                    </a:ext>
                  </a:extLst>
                </a:gridCol>
                <a:gridCol w="475488">
                  <a:extLst>
                    <a:ext uri="{9D8B030D-6E8A-4147-A177-3AD203B41FA5}">
                      <a16:colId xmlns:a16="http://schemas.microsoft.com/office/drawing/2014/main" val="2374051224"/>
                    </a:ext>
                  </a:extLst>
                </a:gridCol>
                <a:gridCol w="475488">
                  <a:extLst>
                    <a:ext uri="{9D8B030D-6E8A-4147-A177-3AD203B41FA5}">
                      <a16:colId xmlns:a16="http://schemas.microsoft.com/office/drawing/2014/main" val="1840388365"/>
                    </a:ext>
                  </a:extLst>
                </a:gridCol>
                <a:gridCol w="475488">
                  <a:extLst>
                    <a:ext uri="{9D8B030D-6E8A-4147-A177-3AD203B41FA5}">
                      <a16:colId xmlns:a16="http://schemas.microsoft.com/office/drawing/2014/main" val="267750830"/>
                    </a:ext>
                  </a:extLst>
                </a:gridCol>
                <a:gridCol w="475488">
                  <a:extLst>
                    <a:ext uri="{9D8B030D-6E8A-4147-A177-3AD203B41FA5}">
                      <a16:colId xmlns:a16="http://schemas.microsoft.com/office/drawing/2014/main" val="3966469970"/>
                    </a:ext>
                  </a:extLst>
                </a:gridCol>
                <a:gridCol w="475488">
                  <a:extLst>
                    <a:ext uri="{9D8B030D-6E8A-4147-A177-3AD203B41FA5}">
                      <a16:colId xmlns:a16="http://schemas.microsoft.com/office/drawing/2014/main" val="2522973146"/>
                    </a:ext>
                  </a:extLst>
                </a:gridCol>
                <a:gridCol w="365760">
                  <a:extLst>
                    <a:ext uri="{9D8B030D-6E8A-4147-A177-3AD203B41FA5}">
                      <a16:colId xmlns:a16="http://schemas.microsoft.com/office/drawing/2014/main" val="2254751904"/>
                    </a:ext>
                  </a:extLst>
                </a:gridCol>
              </a:tblGrid>
              <a:tr h="19431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mn-lt"/>
                          <a:cs typeface="Arial" panose="020B0604020202020204" pitchFamily="34" charset="0"/>
                        </a:rPr>
                        <a:t>2024</a:t>
                      </a:r>
                      <a:endParaRPr lang="zh-CN" altLang="en-US" sz="800" b="1">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mn-lt"/>
                          <a:cs typeface="Arial" panose="020B0604020202020204" pitchFamily="34" charset="0"/>
                        </a:rPr>
                        <a:t>2025</a:t>
                      </a:r>
                      <a:endParaRPr lang="zh-CN" altLang="en-US" sz="800" b="1">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mn-lt"/>
                          <a:cs typeface="Arial" panose="020B0604020202020204" pitchFamily="34" charset="0"/>
                        </a:rPr>
                        <a:t>2026</a:t>
                      </a:r>
                      <a:endParaRPr lang="zh-CN" altLang="en-US" sz="800" b="1">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800" b="1" kern="1200">
                          <a:solidFill>
                            <a:schemeClr val="lt1"/>
                          </a:solidFill>
                          <a:latin typeface="+mn-lt"/>
                          <a:ea typeface="+mn-ea"/>
                          <a:cs typeface="Arial" panose="020B0604020202020204" pitchFamily="34" charset="0"/>
                        </a:rPr>
                        <a:t>2027</a:t>
                      </a:r>
                      <a:endParaRPr lang="zh-CN" altLang="en-US" sz="800" b="1" kern="1200">
                        <a:solidFill>
                          <a:schemeClr val="lt1"/>
                        </a:solidFill>
                        <a:latin typeface="+mn-lt"/>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800" b="1" kern="1200">
                          <a:solidFill>
                            <a:schemeClr val="lt1"/>
                          </a:solidFill>
                          <a:latin typeface="+mn-lt"/>
                          <a:ea typeface="+mn-ea"/>
                          <a:cs typeface="Arial" panose="020B0604020202020204" pitchFamily="34" charset="0"/>
                        </a:rPr>
                        <a:t>2028</a:t>
                      </a:r>
                      <a:endParaRPr lang="zh-CN" altLang="en-US" sz="800" b="1" kern="1200">
                        <a:solidFill>
                          <a:schemeClr val="lt1"/>
                        </a:solidFill>
                        <a:latin typeface="+mn-lt"/>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800" b="1" kern="1200">
                          <a:solidFill>
                            <a:schemeClr val="lt1"/>
                          </a:solidFill>
                          <a:latin typeface="+mn-lt"/>
                          <a:ea typeface="+mn-ea"/>
                          <a:cs typeface="Arial" panose="020B0604020202020204" pitchFamily="34" charset="0"/>
                        </a:rPr>
                        <a:t>2029</a:t>
                      </a:r>
                      <a:endParaRPr lang="zh-CN" altLang="en-US" sz="800" b="1" kern="1200">
                        <a:solidFill>
                          <a:schemeClr val="lt1"/>
                        </a:solidFill>
                        <a:latin typeface="+mn-lt"/>
                        <a:ea typeface="+mn-ea"/>
                        <a:cs typeface="Arial" panose="020B0604020202020204" pitchFamily="34" charset="0"/>
                      </a:endParaRPr>
                    </a:p>
                  </a:txBody>
                  <a:tcPr marL="68580" marR="68580" marT="34290" marB="34290"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2004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mn-lt"/>
                          <a:cs typeface="Arial" panose="020B0604020202020204" pitchFamily="34" charset="0"/>
                        </a:rPr>
                        <a:t>Q1</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mn-lt"/>
                          <a:cs typeface="Arial" panose="020B0604020202020204" pitchFamily="34" charset="0"/>
                        </a:rPr>
                        <a:t>Q2</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Q3</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mn-lt"/>
                          <a:cs typeface="Arial" panose="020B0604020202020204" pitchFamily="34" charset="0"/>
                        </a:rPr>
                        <a:t>Q4</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mn-lt"/>
                          <a:cs typeface="Arial" panose="020B0604020202020204" pitchFamily="34" charset="0"/>
                        </a:rPr>
                        <a:t>Q1</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mn-lt"/>
                          <a:cs typeface="Arial" panose="020B0604020202020204" pitchFamily="34" charset="0"/>
                        </a:rPr>
                        <a:t>Q2</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Q3</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mn-lt"/>
                          <a:cs typeface="Arial" panose="020B0604020202020204" pitchFamily="34" charset="0"/>
                        </a:rPr>
                        <a:t>Q4</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mn-lt"/>
                          <a:cs typeface="Arial" panose="020B0604020202020204" pitchFamily="34" charset="0"/>
                        </a:rPr>
                        <a:t>Q1</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a:solidFill>
                            <a:srgbClr val="000000"/>
                          </a:solidFill>
                          <a:latin typeface="+mn-lt"/>
                          <a:cs typeface="Arial" panose="020B0604020202020204" pitchFamily="34" charset="0"/>
                        </a:rPr>
                        <a:t>Q2</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Q3</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800" b="1">
                          <a:solidFill>
                            <a:srgbClr val="000000"/>
                          </a:solidFill>
                          <a:latin typeface="+mn-lt"/>
                          <a:cs typeface="Arial" panose="020B0604020202020204" pitchFamily="34" charset="0"/>
                        </a:rPr>
                        <a:t>Q4</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H1</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H2</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H1</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800" b="1">
                          <a:solidFill>
                            <a:srgbClr val="000000"/>
                          </a:solidFill>
                          <a:latin typeface="+mn-lt"/>
                          <a:cs typeface="Arial" panose="020B0604020202020204" pitchFamily="34" charset="0"/>
                        </a:rPr>
                        <a:t>H2</a:t>
                      </a:r>
                      <a:endParaRPr lang="zh-CN" altLang="en-US" sz="800" b="1">
                        <a:solidFill>
                          <a:srgbClr val="000000"/>
                        </a:solidFill>
                        <a:latin typeface="+mn-lt"/>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cxnSp>
        <p:nvCxnSpPr>
          <p:cNvPr id="3" name="Straight Connector 2">
            <a:extLst>
              <a:ext uri="{FF2B5EF4-FFF2-40B4-BE49-F238E27FC236}">
                <a16:creationId xmlns:a16="http://schemas.microsoft.com/office/drawing/2014/main" id="{CC578037-E112-12E4-BF22-ED17B58C9C6B}"/>
              </a:ext>
            </a:extLst>
          </p:cNvPr>
          <p:cNvCxnSpPr>
            <a:cxnSpLocks/>
          </p:cNvCxnSpPr>
          <p:nvPr/>
        </p:nvCxnSpPr>
        <p:spPr bwMode="auto">
          <a:xfrm flipH="1">
            <a:off x="0" y="2595608"/>
            <a:ext cx="912114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6" name="Isosceles Triangle 5">
            <a:extLst>
              <a:ext uri="{FF2B5EF4-FFF2-40B4-BE49-F238E27FC236}">
                <a16:creationId xmlns:a16="http://schemas.microsoft.com/office/drawing/2014/main" id="{FD35A972-500C-21A9-58D5-58731C71008C}"/>
              </a:ext>
            </a:extLst>
          </p:cNvPr>
          <p:cNvSpPr/>
          <p:nvPr/>
        </p:nvSpPr>
        <p:spPr>
          <a:xfrm rot="16200000" flipH="1">
            <a:off x="651993" y="907356"/>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685681">
              <a:defRPr/>
            </a:pPr>
            <a:endParaRPr lang="en-US" sz="1400" err="1">
              <a:solidFill>
                <a:srgbClr val="000000"/>
              </a:solidFill>
            </a:endParaRPr>
          </a:p>
        </p:txBody>
      </p:sp>
      <p:sp>
        <p:nvSpPr>
          <p:cNvPr id="7" name="Isosceles Triangle 6">
            <a:extLst>
              <a:ext uri="{FF2B5EF4-FFF2-40B4-BE49-F238E27FC236}">
                <a16:creationId xmlns:a16="http://schemas.microsoft.com/office/drawing/2014/main" id="{56C18D71-BAA3-C286-891A-7FE0987794D0}"/>
              </a:ext>
            </a:extLst>
          </p:cNvPr>
          <p:cNvSpPr/>
          <p:nvPr/>
        </p:nvSpPr>
        <p:spPr>
          <a:xfrm rot="5400000">
            <a:off x="8806344" y="907038"/>
            <a:ext cx="486295" cy="170512"/>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defTabSz="685681">
              <a:defRPr/>
            </a:pPr>
            <a:endParaRPr lang="en-US" sz="1400" err="1">
              <a:solidFill>
                <a:srgbClr val="000000"/>
              </a:solidFill>
            </a:endParaRPr>
          </a:p>
        </p:txBody>
      </p:sp>
      <p:sp>
        <p:nvSpPr>
          <p:cNvPr id="8" name="TextBox 7">
            <a:extLst>
              <a:ext uri="{FF2B5EF4-FFF2-40B4-BE49-F238E27FC236}">
                <a16:creationId xmlns:a16="http://schemas.microsoft.com/office/drawing/2014/main" id="{89C72B67-DABB-F4AB-A173-244E0428F280}"/>
              </a:ext>
            </a:extLst>
          </p:cNvPr>
          <p:cNvSpPr txBox="1"/>
          <p:nvPr/>
        </p:nvSpPr>
        <p:spPr>
          <a:xfrm>
            <a:off x="121447" y="1439048"/>
            <a:ext cx="464406" cy="230832"/>
          </a:xfrm>
          <a:prstGeom prst="rect">
            <a:avLst/>
          </a:prstGeom>
          <a:noFill/>
          <a:ln>
            <a:solidFill>
              <a:schemeClr val="accent1"/>
            </a:solidFill>
          </a:ln>
        </p:spPr>
        <p:txBody>
          <a:bodyPr wrap="square" lIns="0" tIns="0" rIns="0" bIns="0" rtlCol="0">
            <a:spAutoFit/>
          </a:bodyPr>
          <a:lstStyle/>
          <a:p>
            <a:pPr algn="ctr" defTabSz="685681">
              <a:defRPr/>
            </a:pPr>
            <a:r>
              <a:rPr lang="en-US" sz="750" b="1">
                <a:solidFill>
                  <a:srgbClr val="08312A">
                    <a:lumMod val="90000"/>
                    <a:lumOff val="10000"/>
                  </a:srgbClr>
                </a:solidFill>
                <a:cs typeface="Calibri" panose="020F0502020204030204" pitchFamily="34" charset="0"/>
              </a:rPr>
              <a:t>Ph1-1463</a:t>
            </a:r>
            <a:r>
              <a:rPr lang="en-US" altLang="zh-CN" sz="750" b="1">
                <a:solidFill>
                  <a:srgbClr val="08312A">
                    <a:lumMod val="90000"/>
                    <a:lumOff val="10000"/>
                  </a:srgbClr>
                </a:solidFill>
                <a:cs typeface="Calibri" panose="020F0502020204030204" pitchFamily="34" charset="0"/>
              </a:rPr>
              <a:t>.1</a:t>
            </a:r>
            <a:endParaRPr lang="en-US" sz="750" b="1">
              <a:solidFill>
                <a:srgbClr val="08312A">
                  <a:lumMod val="90000"/>
                  <a:lumOff val="10000"/>
                </a:srgbClr>
              </a:solidFill>
              <a:cs typeface="Calibri" panose="020F0502020204030204" pitchFamily="34" charset="0"/>
            </a:endParaRPr>
          </a:p>
        </p:txBody>
      </p:sp>
      <p:sp>
        <p:nvSpPr>
          <p:cNvPr id="9" name="OTLSHAPE_T_e17f3958430f4cff8650518c93c7635e_Shape">
            <a:extLst>
              <a:ext uri="{FF2B5EF4-FFF2-40B4-BE49-F238E27FC236}">
                <a16:creationId xmlns:a16="http://schemas.microsoft.com/office/drawing/2014/main" id="{1FA540F2-5C9F-236F-619E-977F90D43CA6}"/>
              </a:ext>
            </a:extLst>
          </p:cNvPr>
          <p:cNvSpPr/>
          <p:nvPr>
            <p:custDataLst>
              <p:tags r:id="rId3"/>
            </p:custDataLst>
          </p:nvPr>
        </p:nvSpPr>
        <p:spPr bwMode="auto">
          <a:xfrm>
            <a:off x="827732" y="1446258"/>
            <a:ext cx="1892483" cy="243773"/>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ctr" anchorCtr="0" compatLnSpc="1">
            <a:prstTxWarp prst="textNoShape">
              <a:avLst/>
            </a:prstTxWarp>
          </a:bodyPr>
          <a:lstStyle/>
          <a:p>
            <a:pPr algn="ctr" defTabSz="685681">
              <a:defRPr/>
            </a:pPr>
            <a:r>
              <a:rPr lang="en-US" altLang="zh-CN" sz="600" b="1">
                <a:solidFill>
                  <a:srgbClr val="000000"/>
                </a:solidFill>
                <a:cs typeface="Calibri" panose="020F0502020204030204" pitchFamily="34" charset="0"/>
              </a:rPr>
              <a:t>Ph1a Escalation in mono (Arm A) &amp; combo (Arm B) &amp; </a:t>
            </a:r>
            <a:r>
              <a:rPr lang="en-US" altLang="zh-CN" sz="600" b="1" err="1">
                <a:solidFill>
                  <a:srgbClr val="000000"/>
                </a:solidFill>
                <a:cs typeface="Calibri" panose="020F0502020204030204" pitchFamily="34" charset="0"/>
              </a:rPr>
              <a:t>BioD</a:t>
            </a:r>
            <a:r>
              <a:rPr lang="en-US" altLang="zh-CN" sz="600" b="1">
                <a:solidFill>
                  <a:srgbClr val="000000"/>
                </a:solidFill>
                <a:cs typeface="Calibri" panose="020F0502020204030204" pitchFamily="34" charset="0"/>
              </a:rPr>
              <a:t> (Arm C) &amp; PET (Arm D)</a:t>
            </a:r>
          </a:p>
        </p:txBody>
      </p:sp>
      <p:sp>
        <p:nvSpPr>
          <p:cNvPr id="15" name="TextBox 14">
            <a:extLst>
              <a:ext uri="{FF2B5EF4-FFF2-40B4-BE49-F238E27FC236}">
                <a16:creationId xmlns:a16="http://schemas.microsoft.com/office/drawing/2014/main" id="{0BA9AABE-5773-D7BF-A65D-F299233716E2}"/>
              </a:ext>
            </a:extLst>
          </p:cNvPr>
          <p:cNvSpPr txBox="1"/>
          <p:nvPr/>
        </p:nvSpPr>
        <p:spPr>
          <a:xfrm>
            <a:off x="125913" y="3167384"/>
            <a:ext cx="453307" cy="230832"/>
          </a:xfrm>
          <a:prstGeom prst="rect">
            <a:avLst/>
          </a:prstGeom>
          <a:noFill/>
          <a:ln>
            <a:solidFill>
              <a:schemeClr val="accent1"/>
            </a:solidFill>
          </a:ln>
        </p:spPr>
        <p:txBody>
          <a:bodyPr wrap="square" lIns="0" tIns="0" rIns="0" bIns="0" rtlCol="0" anchor="ctr">
            <a:spAutoFit/>
          </a:bodyPr>
          <a:lstStyle/>
          <a:p>
            <a:pPr algn="ctr" defTabSz="685681">
              <a:defRPr/>
            </a:pPr>
            <a:r>
              <a:rPr lang="en-US" sz="750" b="1">
                <a:solidFill>
                  <a:srgbClr val="08312A">
                    <a:lumMod val="90000"/>
                    <a:lumOff val="10000"/>
                  </a:srgbClr>
                </a:solidFill>
                <a:cs typeface="Calibri" panose="020F0502020204030204" pitchFamily="34" charset="0"/>
              </a:rPr>
              <a:t>Join in 1463.1 </a:t>
            </a:r>
            <a:r>
              <a:rPr lang="en-US" sz="750" b="1" err="1">
                <a:solidFill>
                  <a:srgbClr val="08312A">
                    <a:lumMod val="90000"/>
                    <a:lumOff val="10000"/>
                  </a:srgbClr>
                </a:solidFill>
                <a:cs typeface="Calibri" panose="020F0502020204030204" pitchFamily="34" charset="0"/>
              </a:rPr>
              <a:t>Ib</a:t>
            </a:r>
            <a:endParaRPr lang="en-US" sz="750" b="1">
              <a:solidFill>
                <a:srgbClr val="08312A">
                  <a:lumMod val="90000"/>
                  <a:lumOff val="10000"/>
                </a:srgbClr>
              </a:solidFill>
              <a:cs typeface="Calibri" panose="020F0502020204030204" pitchFamily="34" charset="0"/>
            </a:endParaRPr>
          </a:p>
        </p:txBody>
      </p:sp>
      <p:sp>
        <p:nvSpPr>
          <p:cNvPr id="32" name="标题 1">
            <a:extLst>
              <a:ext uri="{FF2B5EF4-FFF2-40B4-BE49-F238E27FC236}">
                <a16:creationId xmlns:a16="http://schemas.microsoft.com/office/drawing/2014/main" id="{E7E49A9E-C654-DFAE-99E3-58FBAA4FFD7F}"/>
              </a:ext>
            </a:extLst>
          </p:cNvPr>
          <p:cNvSpPr txBox="1">
            <a:spLocks/>
          </p:cNvSpPr>
          <p:nvPr/>
        </p:nvSpPr>
        <p:spPr>
          <a:xfrm>
            <a:off x="69104" y="135588"/>
            <a:ext cx="8408850" cy="492443"/>
          </a:xfrm>
          <a:prstGeom prst="rect">
            <a:avLst/>
          </a:prstGeom>
        </p:spPr>
        <p:txBody>
          <a:bodyPr vert="horz" wrap="square" lIns="0" tIns="0" rIns="0" bIns="0" rtlCol="0" anchor="t" anchorCtr="0">
            <a:spAutoFit/>
          </a:bodyPr>
          <a:lstStyle>
            <a:lvl1pPr algn="l" defTabSz="914400" rtl="0" eaLnBrk="1" latinLnBrk="0" hangingPunct="1">
              <a:lnSpc>
                <a:spcPct val="85000"/>
              </a:lnSpc>
              <a:spcBef>
                <a:spcPct val="0"/>
              </a:spcBef>
              <a:buNone/>
              <a:defRPr sz="2400" b="0" i="0" kern="1200">
                <a:solidFill>
                  <a:srgbClr val="003366"/>
                </a:solidFill>
                <a:latin typeface="BISansOptiCond"/>
                <a:ea typeface="+mj-ea"/>
                <a:cs typeface="BISansOptiCond"/>
              </a:defRPr>
            </a:lvl1pPr>
          </a:lstStyle>
          <a:p>
            <a:pPr defTabSz="914288">
              <a:lnSpc>
                <a:spcPct val="100000"/>
              </a:lnSpc>
              <a:defRPr/>
            </a:pPr>
            <a:r>
              <a:rPr lang="en-US" altLang="zh-CN" sz="1600" b="1">
                <a:solidFill>
                  <a:srgbClr val="08312A"/>
                </a:solidFill>
                <a:latin typeface="Boehringer Forward Head"/>
                <a:cs typeface="+mj-cs"/>
              </a:rPr>
              <a:t>Ongoing:</a:t>
            </a:r>
            <a:br>
              <a:rPr lang="en-US" altLang="zh-CN" sz="1600" b="1">
                <a:solidFill>
                  <a:srgbClr val="08312A"/>
                </a:solidFill>
                <a:latin typeface="Boehringer Forward Head"/>
                <a:cs typeface="+mj-cs"/>
              </a:rPr>
            </a:br>
            <a:r>
              <a:rPr lang="en-US" altLang="zh-CN" sz="1600" b="1">
                <a:solidFill>
                  <a:srgbClr val="08312A"/>
                </a:solidFill>
                <a:latin typeface="Boehringer Forward Head"/>
                <a:cs typeface="+mj-cs"/>
              </a:rPr>
              <a:t>BI 765179 (CD137/FAP): 1L R/M Head and Neck Squamous Cell Carcinoma (HNSCC)</a:t>
            </a:r>
          </a:p>
        </p:txBody>
      </p:sp>
      <p:grpSp>
        <p:nvGrpSpPr>
          <p:cNvPr id="50" name="Group 49">
            <a:extLst>
              <a:ext uri="{FF2B5EF4-FFF2-40B4-BE49-F238E27FC236}">
                <a16:creationId xmlns:a16="http://schemas.microsoft.com/office/drawing/2014/main" id="{F0489B83-EBB6-CDC5-5B87-2584DD730307}"/>
              </a:ext>
            </a:extLst>
          </p:cNvPr>
          <p:cNvGrpSpPr/>
          <p:nvPr/>
        </p:nvGrpSpPr>
        <p:grpSpPr>
          <a:xfrm>
            <a:off x="9787" y="1028147"/>
            <a:ext cx="822960" cy="403625"/>
            <a:chOff x="14295" y="1821272"/>
            <a:chExt cx="956521" cy="403625"/>
          </a:xfrm>
        </p:grpSpPr>
        <p:sp>
          <p:nvSpPr>
            <p:cNvPr id="51" name="Freeform: Shape 147">
              <a:extLst>
                <a:ext uri="{FF2B5EF4-FFF2-40B4-BE49-F238E27FC236}">
                  <a16:creationId xmlns:a16="http://schemas.microsoft.com/office/drawing/2014/main" id="{84D735CD-FEBD-CC49-984A-EE03A2B49A19}"/>
                </a:ext>
              </a:extLst>
            </p:cNvPr>
            <p:cNvSpPr/>
            <p:nvPr/>
          </p:nvSpPr>
          <p:spPr bwMode="auto">
            <a:xfrm>
              <a:off x="97722" y="1891290"/>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347472" tIns="45720" rIns="54864" bIns="45720" numCol="1" rtlCol="0" anchor="ctr" anchorCtr="0" compatLnSpc="1">
              <a:prstTxWarp prst="textNoShape">
                <a:avLst/>
              </a:prstTxWarp>
              <a:noAutofit/>
            </a:bodyPr>
            <a:lstStyle/>
            <a:p>
              <a:pPr defTabSz="914355" eaLnBrk="0" fontAlgn="base" hangingPunct="0">
                <a:spcBef>
                  <a:spcPct val="0"/>
                </a:spcBef>
                <a:spcAft>
                  <a:spcPct val="0"/>
                </a:spcAft>
                <a:defRPr/>
              </a:pPr>
              <a:r>
                <a:rPr lang="en-US" altLang="zh-CN" sz="825" b="1" kern="0">
                  <a:solidFill>
                    <a:srgbClr val="FFFFFF"/>
                  </a:solidFill>
                  <a:cs typeface="Calibri" panose="020F0502020204030204" pitchFamily="34" charset="0"/>
                </a:rPr>
                <a:t>Global</a:t>
              </a:r>
              <a:endParaRPr lang="zh-CN" altLang="en-US" sz="825" b="1" kern="0">
                <a:solidFill>
                  <a:srgbClr val="FFFFFF"/>
                </a:solidFill>
                <a:cs typeface="Calibri" panose="020F0502020204030204" pitchFamily="34" charset="0"/>
              </a:endParaRPr>
            </a:p>
          </p:txBody>
        </p:sp>
        <p:sp>
          <p:nvSpPr>
            <p:cNvPr id="52" name="Oval 4">
              <a:extLst>
                <a:ext uri="{FF2B5EF4-FFF2-40B4-BE49-F238E27FC236}">
                  <a16:creationId xmlns:a16="http://schemas.microsoft.com/office/drawing/2014/main" id="{7FA3610B-4C89-958A-4BC2-95973D965952}"/>
                </a:ext>
              </a:extLst>
            </p:cNvPr>
            <p:cNvSpPr>
              <a:spLocks/>
            </p:cNvSpPr>
            <p:nvPr/>
          </p:nvSpPr>
          <p:spPr>
            <a:xfrm>
              <a:off x="14295" y="1821272"/>
              <a:ext cx="447228" cy="403625"/>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defTabSz="914355">
                <a:defRPr/>
              </a:pPr>
              <a:endParaRPr lang="en-US" sz="1400" err="1">
                <a:solidFill>
                  <a:srgbClr val="FFFFFF"/>
                </a:solidFill>
              </a:endParaRPr>
            </a:p>
          </p:txBody>
        </p:sp>
        <p:sp>
          <p:nvSpPr>
            <p:cNvPr id="53" name="Rectangle: Rounded Corners 116">
              <a:extLst>
                <a:ext uri="{FF2B5EF4-FFF2-40B4-BE49-F238E27FC236}">
                  <a16:creationId xmlns:a16="http://schemas.microsoft.com/office/drawing/2014/main" id="{E9A48A82-4B52-A9DE-2473-F05A8C2E800E}"/>
                </a:ext>
              </a:extLst>
            </p:cNvPr>
            <p:cNvSpPr/>
            <p:nvPr/>
          </p:nvSpPr>
          <p:spPr bwMode="auto">
            <a:xfrm>
              <a:off x="922048" y="1849870"/>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355" eaLnBrk="0" fontAlgn="base" hangingPunct="0">
                <a:spcBef>
                  <a:spcPct val="0"/>
                </a:spcBef>
                <a:spcAft>
                  <a:spcPct val="0"/>
                </a:spcAft>
                <a:defRPr/>
              </a:pPr>
              <a:endParaRPr lang="zh-CN" altLang="en-US" sz="1100" b="1" kern="0">
                <a:solidFill>
                  <a:srgbClr val="FFFFFF"/>
                </a:solidFill>
                <a:cs typeface="Calibri" panose="020F0502020204030204" pitchFamily="34" charset="0"/>
              </a:endParaRPr>
            </a:p>
          </p:txBody>
        </p:sp>
        <p:pic>
          <p:nvPicPr>
            <p:cNvPr id="54" name="Picture 6" descr="Image result for world circle png">
              <a:extLst>
                <a:ext uri="{FF2B5EF4-FFF2-40B4-BE49-F238E27FC236}">
                  <a16:creationId xmlns:a16="http://schemas.microsoft.com/office/drawing/2014/main" id="{B4031CE8-2397-0A76-531C-C0885A17C580}"/>
                </a:ext>
              </a:extLst>
            </p:cNvPr>
            <p:cNvPicPr>
              <a:picLocks noChangeArrowheads="1"/>
            </p:cNvPicPr>
            <p:nvPr/>
          </p:nvPicPr>
          <p:blipFill rotWithShape="1">
            <a:blip r:embed="rId30" cstate="print">
              <a:extLst>
                <a:ext uri="{28A0092B-C50C-407E-A947-70E740481C1C}">
                  <a14:useLocalDpi xmlns:a14="http://schemas.microsoft.com/office/drawing/2010/main" val="0"/>
                </a:ext>
              </a:extLst>
            </a:blip>
            <a:srcRect l="4094" t="4010" r="4094" b="4010"/>
            <a:stretch/>
          </p:blipFill>
          <p:spPr bwMode="auto">
            <a:xfrm>
              <a:off x="51027" y="1857487"/>
              <a:ext cx="373767" cy="33825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5" name="Group 54">
            <a:extLst>
              <a:ext uri="{FF2B5EF4-FFF2-40B4-BE49-F238E27FC236}">
                <a16:creationId xmlns:a16="http://schemas.microsoft.com/office/drawing/2014/main" id="{71CE5C9C-0DCC-9A86-B3D8-CC1149385549}"/>
              </a:ext>
            </a:extLst>
          </p:cNvPr>
          <p:cNvGrpSpPr>
            <a:grpSpLocks noChangeAspect="1"/>
          </p:cNvGrpSpPr>
          <p:nvPr/>
        </p:nvGrpSpPr>
        <p:grpSpPr>
          <a:xfrm>
            <a:off x="20332" y="2636722"/>
            <a:ext cx="822960" cy="390650"/>
            <a:chOff x="87758" y="4551370"/>
            <a:chExt cx="942154" cy="447229"/>
          </a:xfrm>
        </p:grpSpPr>
        <p:grpSp>
          <p:nvGrpSpPr>
            <p:cNvPr id="56" name="Group 55">
              <a:extLst>
                <a:ext uri="{FF2B5EF4-FFF2-40B4-BE49-F238E27FC236}">
                  <a16:creationId xmlns:a16="http://schemas.microsoft.com/office/drawing/2014/main" id="{0EBB1CF7-E9BA-1338-F951-45429ADE82B2}"/>
                </a:ext>
              </a:extLst>
            </p:cNvPr>
            <p:cNvGrpSpPr/>
            <p:nvPr/>
          </p:nvGrpSpPr>
          <p:grpSpPr>
            <a:xfrm>
              <a:off x="87758" y="4551370"/>
              <a:ext cx="942154" cy="447229"/>
              <a:chOff x="87758" y="4551370"/>
              <a:chExt cx="942154" cy="447229"/>
            </a:xfrm>
          </p:grpSpPr>
          <p:sp>
            <p:nvSpPr>
              <p:cNvPr id="58" name="Freeform: Shape 152">
                <a:extLst>
                  <a:ext uri="{FF2B5EF4-FFF2-40B4-BE49-F238E27FC236}">
                    <a16:creationId xmlns:a16="http://schemas.microsoft.com/office/drawing/2014/main" id="{8C8AC3DB-8139-8C3B-B05C-05DCD2EB0605}"/>
                  </a:ext>
                </a:extLst>
              </p:cNvPr>
              <p:cNvSpPr/>
              <p:nvPr/>
            </p:nvSpPr>
            <p:spPr bwMode="auto">
              <a:xfrm>
                <a:off x="161232" y="4637822"/>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45720" rIns="54864" bIns="45720" numCol="1" rtlCol="0" anchor="ctr" anchorCtr="0" compatLnSpc="1">
                <a:prstTxWarp prst="textNoShape">
                  <a:avLst/>
                </a:prstTxWarp>
                <a:noAutofit/>
              </a:bodyPr>
              <a:lstStyle/>
              <a:p>
                <a:pPr defTabSz="914355" eaLnBrk="0" fontAlgn="base" hangingPunct="0">
                  <a:spcBef>
                    <a:spcPct val="0"/>
                  </a:spcBef>
                  <a:spcAft>
                    <a:spcPct val="0"/>
                  </a:spcAft>
                  <a:defRPr/>
                </a:pPr>
                <a:r>
                  <a:rPr lang="en-US" altLang="zh-CN" sz="900" b="1" kern="0">
                    <a:solidFill>
                      <a:prstClr val="white"/>
                    </a:solidFill>
                    <a:cs typeface="Calibri" panose="020F0502020204030204" pitchFamily="34" charset="0"/>
                  </a:rPr>
                  <a:t>China</a:t>
                </a:r>
                <a:endParaRPr lang="zh-CN" altLang="en-US" sz="900" b="1" kern="0">
                  <a:solidFill>
                    <a:prstClr val="white"/>
                  </a:solidFill>
                  <a:cs typeface="Calibri" panose="020F0502020204030204" pitchFamily="34" charset="0"/>
                </a:endParaRPr>
              </a:p>
            </p:txBody>
          </p:sp>
          <p:grpSp>
            <p:nvGrpSpPr>
              <p:cNvPr id="59" name="Group 58">
                <a:extLst>
                  <a:ext uri="{FF2B5EF4-FFF2-40B4-BE49-F238E27FC236}">
                    <a16:creationId xmlns:a16="http://schemas.microsoft.com/office/drawing/2014/main" id="{A4A5DE4C-86C4-78F4-AD04-958A5490FC71}"/>
                  </a:ext>
                </a:extLst>
              </p:cNvPr>
              <p:cNvGrpSpPr/>
              <p:nvPr/>
            </p:nvGrpSpPr>
            <p:grpSpPr>
              <a:xfrm>
                <a:off x="87758" y="4551370"/>
                <a:ext cx="447229" cy="447229"/>
                <a:chOff x="87758" y="4551370"/>
                <a:chExt cx="447229" cy="447229"/>
              </a:xfrm>
            </p:grpSpPr>
            <p:sp>
              <p:nvSpPr>
                <p:cNvPr id="60" name="Oval 134">
                  <a:extLst>
                    <a:ext uri="{FF2B5EF4-FFF2-40B4-BE49-F238E27FC236}">
                      <a16:creationId xmlns:a16="http://schemas.microsoft.com/office/drawing/2014/main" id="{6B9030E3-3C49-CC13-ECD3-3C026AFFBCC3}"/>
                    </a:ext>
                  </a:extLst>
                </p:cNvPr>
                <p:cNvSpPr/>
                <p:nvPr/>
              </p:nvSpPr>
              <p:spPr>
                <a:xfrm>
                  <a:off x="87758" y="4551370"/>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defTabSz="914355">
                    <a:defRPr/>
                  </a:pPr>
                  <a:endParaRPr lang="en-US" sz="1400" err="1">
                    <a:solidFill>
                      <a:srgbClr val="08312A">
                        <a:lumMod val="90000"/>
                        <a:lumOff val="10000"/>
                      </a:srgbClr>
                    </a:solidFill>
                  </a:endParaRPr>
                </a:p>
              </p:txBody>
            </p:sp>
            <p:pic>
              <p:nvPicPr>
                <p:cNvPr id="61" name="Picture 2" descr="Image result for China flag circle png">
                  <a:extLst>
                    <a:ext uri="{FF2B5EF4-FFF2-40B4-BE49-F238E27FC236}">
                      <a16:creationId xmlns:a16="http://schemas.microsoft.com/office/drawing/2014/main" id="{843F4C1E-1B7D-1CDE-EAAC-4A089E5B3293}"/>
                    </a:ext>
                  </a:extLst>
                </p:cNvPr>
                <p:cNvPicPr>
                  <a:picLocks noChangeAspect="1" noChangeArrowheads="1"/>
                </p:cNvPicPr>
                <p:nvPr/>
              </p:nvPicPr>
              <p:blipFill>
                <a:blip r:embed="rId31" cstate="print">
                  <a:extLst>
                    <a:ext uri="{28A0092B-C50C-407E-A947-70E740481C1C}">
                      <a14:useLocalDpi xmlns:a14="http://schemas.microsoft.com/office/drawing/2010/main" val="0"/>
                    </a:ext>
                  </a:extLst>
                </a:blip>
                <a:srcRect/>
                <a:stretch>
                  <a:fillRect/>
                </a:stretch>
              </p:blipFill>
              <p:spPr bwMode="auto">
                <a:xfrm>
                  <a:off x="123974" y="4587586"/>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57" name="Rectangle: Rounded Corners 116">
              <a:extLst>
                <a:ext uri="{FF2B5EF4-FFF2-40B4-BE49-F238E27FC236}">
                  <a16:creationId xmlns:a16="http://schemas.microsoft.com/office/drawing/2014/main" id="{2E48C996-5284-4EC4-6276-1F52597FECF6}"/>
                </a:ext>
              </a:extLst>
            </p:cNvPr>
            <p:cNvSpPr/>
            <p:nvPr/>
          </p:nvSpPr>
          <p:spPr bwMode="auto">
            <a:xfrm>
              <a:off x="981144" y="4601823"/>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355" eaLnBrk="0" fontAlgn="base" hangingPunct="0">
                <a:spcBef>
                  <a:spcPct val="0"/>
                </a:spcBef>
                <a:spcAft>
                  <a:spcPct val="0"/>
                </a:spcAft>
                <a:defRPr/>
              </a:pPr>
              <a:endParaRPr lang="zh-CN" altLang="en-US" sz="1100" b="1" kern="0">
                <a:solidFill>
                  <a:srgbClr val="08312A">
                    <a:lumMod val="90000"/>
                    <a:lumOff val="10000"/>
                  </a:srgbClr>
                </a:solidFill>
                <a:cs typeface="Calibri" panose="020F0502020204030204" pitchFamily="34" charset="0"/>
              </a:endParaRPr>
            </a:p>
          </p:txBody>
        </p:sp>
      </p:grpSp>
      <p:sp>
        <p:nvSpPr>
          <p:cNvPr id="158" name="Text Placeholder 3">
            <a:extLst>
              <a:ext uri="{FF2B5EF4-FFF2-40B4-BE49-F238E27FC236}">
                <a16:creationId xmlns:a16="http://schemas.microsoft.com/office/drawing/2014/main" id="{27BD42FB-7102-5580-67B7-473236014DE9}"/>
              </a:ext>
            </a:extLst>
          </p:cNvPr>
          <p:cNvSpPr>
            <a:spLocks noGrp="1"/>
          </p:cNvSpPr>
          <p:nvPr>
            <p:ph type="body" sz="quarter" idx="13"/>
          </p:nvPr>
        </p:nvSpPr>
        <p:spPr>
          <a:xfrm>
            <a:off x="1383867" y="4626977"/>
            <a:ext cx="8424000" cy="108000"/>
          </a:xfrm>
        </p:spPr>
        <p:txBody>
          <a:bodyPr/>
          <a:lstStyle/>
          <a:p>
            <a:r>
              <a:rPr lang="en-US" altLang="zh-CN"/>
              <a:t>*This timeline exhibits the scenario where safety run-in is not required by HA. </a:t>
            </a:r>
          </a:p>
        </p:txBody>
      </p:sp>
      <p:pic>
        <p:nvPicPr>
          <p:cNvPr id="10" name="Picture 63" descr="Traffic light - Simple English Wikipedia, the free ...">
            <a:extLst>
              <a:ext uri="{FF2B5EF4-FFF2-40B4-BE49-F238E27FC236}">
                <a16:creationId xmlns:a16="http://schemas.microsoft.com/office/drawing/2014/main" id="{3E0E7DB9-CAFE-2C25-5938-03A61876DE23}"/>
              </a:ext>
            </a:extLst>
          </p:cNvPr>
          <p:cNvPicPr>
            <a:picLocks noChangeAspect="1"/>
          </p:cNvPicPr>
          <p:nvPr/>
        </p:nvPicPr>
        <p:blipFill rotWithShape="1">
          <a:blip r:embed="rId32" cstate="print">
            <a:extLst>
              <a:ext uri="{28A0092B-C50C-407E-A947-70E740481C1C}">
                <a14:useLocalDpi xmlns:a14="http://schemas.microsoft.com/office/drawing/2010/main"/>
              </a:ext>
            </a:extLst>
          </a:blip>
          <a:srcRect/>
          <a:stretch/>
        </p:blipFill>
        <p:spPr>
          <a:xfrm rot="16200000" flipV="1">
            <a:off x="8250651" y="-488934"/>
            <a:ext cx="523878" cy="1294885"/>
          </a:xfrm>
          <a:prstGeom prst="rect">
            <a:avLst/>
          </a:prstGeom>
        </p:spPr>
      </p:pic>
      <p:sp>
        <p:nvSpPr>
          <p:cNvPr id="21" name="OTLSHAPE_T_e17f3958430f4cff8650518c93c7635e_StartDate">
            <a:extLst>
              <a:ext uri="{FF2B5EF4-FFF2-40B4-BE49-F238E27FC236}">
                <a16:creationId xmlns:a16="http://schemas.microsoft.com/office/drawing/2014/main" id="{35ED2365-2691-CD52-CD5F-BDB0E928CC2F}"/>
              </a:ext>
            </a:extLst>
          </p:cNvPr>
          <p:cNvSpPr txBox="1"/>
          <p:nvPr>
            <p:custDataLst>
              <p:tags r:id="rId4"/>
            </p:custDataLst>
          </p:nvPr>
        </p:nvSpPr>
        <p:spPr>
          <a:xfrm>
            <a:off x="1404908" y="1115892"/>
            <a:ext cx="410060" cy="230832"/>
          </a:xfrm>
          <a:prstGeom prst="rect">
            <a:avLst/>
          </a:prstGeom>
          <a:noFill/>
          <a:ln w="12700">
            <a:noFill/>
          </a:ln>
        </p:spPr>
        <p:txBody>
          <a:bodyPr vert="horz" wrap="square" lIns="0" tIns="0" rIns="0" bIns="0" rtlCol="0" anchor="ctr" anchorCtr="0">
            <a:spAutoFit/>
          </a:bodyPr>
          <a:lstStyle/>
          <a:p>
            <a:pPr algn="ctr" defTabSz="685766">
              <a:defRPr/>
            </a:pPr>
            <a:r>
              <a:rPr lang="en-US" altLang="zh-CN" sz="750" b="1">
                <a:solidFill>
                  <a:srgbClr val="FF0000"/>
                </a:solidFill>
                <a:ea typeface="等线" panose="02010600030101010101" pitchFamily="2" charset="-122"/>
                <a:cs typeface="Calibri" panose="020F0502020204030204" pitchFamily="34" charset="0"/>
              </a:rPr>
              <a:t>We are here</a:t>
            </a:r>
            <a:endParaRPr lang="zh-CN" altLang="en-US" sz="750" b="1">
              <a:solidFill>
                <a:srgbClr val="FF0000"/>
              </a:solidFill>
              <a:ea typeface="等线" panose="02010600030101010101" pitchFamily="2" charset="-122"/>
              <a:cs typeface="Calibri" panose="020F0502020204030204" pitchFamily="34" charset="0"/>
            </a:endParaRPr>
          </a:p>
        </p:txBody>
      </p:sp>
      <p:cxnSp>
        <p:nvCxnSpPr>
          <p:cNvPr id="22" name="Straight Connector 47">
            <a:extLst>
              <a:ext uri="{FF2B5EF4-FFF2-40B4-BE49-F238E27FC236}">
                <a16:creationId xmlns:a16="http://schemas.microsoft.com/office/drawing/2014/main" id="{D54EF711-BF0E-E59D-AA2B-52A03EF0BAD3}"/>
              </a:ext>
            </a:extLst>
          </p:cNvPr>
          <p:cNvCxnSpPr>
            <a:cxnSpLocks/>
          </p:cNvCxnSpPr>
          <p:nvPr/>
        </p:nvCxnSpPr>
        <p:spPr bwMode="auto">
          <a:xfrm flipV="1">
            <a:off x="1595588" y="1462680"/>
            <a:ext cx="0" cy="3590999"/>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27" name="Rectangle 52">
            <a:extLst>
              <a:ext uri="{FF2B5EF4-FFF2-40B4-BE49-F238E27FC236}">
                <a16:creationId xmlns:a16="http://schemas.microsoft.com/office/drawing/2014/main" id="{1FF275CD-CAFB-458D-46BB-FAA2573583D0}"/>
              </a:ext>
            </a:extLst>
          </p:cNvPr>
          <p:cNvSpPr/>
          <p:nvPr/>
        </p:nvSpPr>
        <p:spPr>
          <a:xfrm>
            <a:off x="1476419" y="1733666"/>
            <a:ext cx="613988" cy="276999"/>
          </a:xfrm>
          <a:prstGeom prst="rect">
            <a:avLst/>
          </a:prstGeom>
        </p:spPr>
        <p:txBody>
          <a:bodyPr wrap="square">
            <a:spAutoFit/>
          </a:bodyPr>
          <a:lstStyle/>
          <a:p>
            <a:pPr algn="ctr" defTabSz="914309">
              <a:defRPr/>
            </a:pPr>
            <a:r>
              <a:rPr lang="en-US" altLang="zh-CN" sz="600" b="1">
                <a:solidFill>
                  <a:srgbClr val="44546A"/>
                </a:solidFill>
                <a:ea typeface="等线" panose="02010600030101010101" pitchFamily="2" charset="-122"/>
              </a:rPr>
              <a:t>FDA interaction</a:t>
            </a:r>
            <a:endParaRPr lang="zh-CN" altLang="en-US" sz="600" b="1">
              <a:solidFill>
                <a:srgbClr val="44546A"/>
              </a:solidFill>
              <a:ea typeface="等线" panose="02010600030101010101" pitchFamily="2" charset="-122"/>
            </a:endParaRPr>
          </a:p>
        </p:txBody>
      </p:sp>
      <p:sp>
        <p:nvSpPr>
          <p:cNvPr id="28" name="OTLSHAPE_T_e17f3958430f4cff8650518c93c7635e_StartDate">
            <a:extLst>
              <a:ext uri="{FF2B5EF4-FFF2-40B4-BE49-F238E27FC236}">
                <a16:creationId xmlns:a16="http://schemas.microsoft.com/office/drawing/2014/main" id="{BAA58ED2-052E-B4C3-529E-8DFB67877D69}"/>
              </a:ext>
            </a:extLst>
          </p:cNvPr>
          <p:cNvSpPr txBox="1"/>
          <p:nvPr>
            <p:custDataLst>
              <p:tags r:id="rId5"/>
            </p:custDataLst>
          </p:nvPr>
        </p:nvSpPr>
        <p:spPr>
          <a:xfrm>
            <a:off x="1569228" y="1291353"/>
            <a:ext cx="412207"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等线" panose="02010600030101010101" pitchFamily="2" charset="-122"/>
              </a:rPr>
              <a:t>May</a:t>
            </a:r>
          </a:p>
          <a:p>
            <a:pPr algn="ctr" defTabSz="914309">
              <a:defRPr/>
            </a:pPr>
            <a:r>
              <a:rPr lang="en-US" altLang="zh-CN" sz="600" b="1">
                <a:solidFill>
                  <a:srgbClr val="44546A"/>
                </a:solidFill>
                <a:ea typeface="等线" panose="02010600030101010101" pitchFamily="2" charset="-122"/>
              </a:rPr>
              <a:t>2024</a:t>
            </a:r>
            <a:endParaRPr lang="zh-CN" altLang="en-US" sz="600" b="1">
              <a:solidFill>
                <a:srgbClr val="44546A"/>
              </a:solidFill>
              <a:ea typeface="等线" panose="02010600030101010101" pitchFamily="2" charset="-122"/>
            </a:endParaRPr>
          </a:p>
        </p:txBody>
      </p:sp>
      <p:sp>
        <p:nvSpPr>
          <p:cNvPr id="26" name="Star: 4 Points 143">
            <a:extLst>
              <a:ext uri="{FF2B5EF4-FFF2-40B4-BE49-F238E27FC236}">
                <a16:creationId xmlns:a16="http://schemas.microsoft.com/office/drawing/2014/main" id="{CA14AC3A-D8E2-70F2-2D9E-77EF5B506B99}"/>
              </a:ext>
            </a:extLst>
          </p:cNvPr>
          <p:cNvSpPr/>
          <p:nvPr/>
        </p:nvSpPr>
        <p:spPr bwMode="auto">
          <a:xfrm>
            <a:off x="1713980" y="163380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sz="600" b="1">
              <a:solidFill>
                <a:prstClr val="black"/>
              </a:solidFill>
              <a:ea typeface="等线" panose="02010600030101010101" pitchFamily="2" charset="-122"/>
              <a:cs typeface="Calibri" panose="020F0502020204030204" pitchFamily="34" charset="0"/>
            </a:endParaRPr>
          </a:p>
        </p:txBody>
      </p:sp>
      <p:grpSp>
        <p:nvGrpSpPr>
          <p:cNvPr id="29" name="Group 28">
            <a:extLst>
              <a:ext uri="{FF2B5EF4-FFF2-40B4-BE49-F238E27FC236}">
                <a16:creationId xmlns:a16="http://schemas.microsoft.com/office/drawing/2014/main" id="{2890A0D2-055F-0A08-2102-55AE486CDE69}"/>
              </a:ext>
            </a:extLst>
          </p:cNvPr>
          <p:cNvGrpSpPr/>
          <p:nvPr/>
        </p:nvGrpSpPr>
        <p:grpSpPr>
          <a:xfrm>
            <a:off x="1204545" y="1649452"/>
            <a:ext cx="491700" cy="356399"/>
            <a:chOff x="1136932" y="2443107"/>
            <a:chExt cx="655600" cy="475199"/>
          </a:xfrm>
        </p:grpSpPr>
        <p:sp>
          <p:nvSpPr>
            <p:cNvPr id="30" name="Rectangle 52">
              <a:extLst>
                <a:ext uri="{FF2B5EF4-FFF2-40B4-BE49-F238E27FC236}">
                  <a16:creationId xmlns:a16="http://schemas.microsoft.com/office/drawing/2014/main" id="{16C3D0CB-3E78-8154-996C-C01F1A07FE9E}"/>
                </a:ext>
              </a:extLst>
            </p:cNvPr>
            <p:cNvSpPr/>
            <p:nvPr/>
          </p:nvSpPr>
          <p:spPr>
            <a:xfrm>
              <a:off x="1136932" y="2548974"/>
              <a:ext cx="655600" cy="369332"/>
            </a:xfrm>
            <a:prstGeom prst="rect">
              <a:avLst/>
            </a:prstGeom>
          </p:spPr>
          <p:txBody>
            <a:bodyPr wrap="square">
              <a:spAutoFit/>
            </a:bodyPr>
            <a:lstStyle/>
            <a:p>
              <a:pPr algn="ctr" defTabSz="914309">
                <a:defRPr/>
              </a:pPr>
              <a:r>
                <a:rPr lang="en-US" altLang="zh-CN" sz="600" b="1">
                  <a:solidFill>
                    <a:srgbClr val="44546A"/>
                  </a:solidFill>
                  <a:ea typeface="等线" panose="02010600030101010101" pitchFamily="2" charset="-122"/>
                </a:rPr>
                <a:t>Lean </a:t>
              </a:r>
              <a:r>
                <a:rPr lang="en-US" altLang="zh-CN" sz="600" b="1" err="1">
                  <a:solidFill>
                    <a:srgbClr val="44546A"/>
                  </a:solidFill>
                  <a:ea typeface="等线" panose="02010600030101010101" pitchFamily="2" charset="-122"/>
                </a:rPr>
                <a:t>PoCP</a:t>
              </a:r>
              <a:endParaRPr lang="zh-CN" altLang="en-US" sz="600" b="1">
                <a:solidFill>
                  <a:srgbClr val="44546A"/>
                </a:solidFill>
                <a:ea typeface="等线" panose="02010600030101010101" pitchFamily="2" charset="-122"/>
              </a:endParaRPr>
            </a:p>
          </p:txBody>
        </p:sp>
        <p:sp>
          <p:nvSpPr>
            <p:cNvPr id="31" name="Diamond 30">
              <a:extLst>
                <a:ext uri="{FF2B5EF4-FFF2-40B4-BE49-F238E27FC236}">
                  <a16:creationId xmlns:a16="http://schemas.microsoft.com/office/drawing/2014/main" id="{DB06C604-6284-0FFC-1D91-EDC094B8BE74}"/>
                </a:ext>
              </a:extLst>
            </p:cNvPr>
            <p:cNvSpPr/>
            <p:nvPr/>
          </p:nvSpPr>
          <p:spPr bwMode="gray">
            <a:xfrm>
              <a:off x="1376028" y="2443107"/>
              <a:ext cx="182880" cy="182880"/>
            </a:xfrm>
            <a:prstGeom prst="diamond">
              <a:avLst/>
            </a:prstGeom>
            <a:solidFill>
              <a:srgbClr val="FF0000"/>
            </a:solidFill>
            <a:ln w="6350">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600">
                <a:solidFill>
                  <a:schemeClr val="tx1"/>
                </a:solidFill>
              </a:endParaRPr>
            </a:p>
          </p:txBody>
        </p:sp>
      </p:grpSp>
      <p:sp>
        <p:nvSpPr>
          <p:cNvPr id="38" name="Rectangle 52">
            <a:extLst>
              <a:ext uri="{FF2B5EF4-FFF2-40B4-BE49-F238E27FC236}">
                <a16:creationId xmlns:a16="http://schemas.microsoft.com/office/drawing/2014/main" id="{DB3BA5AF-CB82-043F-0109-B8515FA390E6}"/>
              </a:ext>
            </a:extLst>
          </p:cNvPr>
          <p:cNvSpPr/>
          <p:nvPr/>
        </p:nvSpPr>
        <p:spPr>
          <a:xfrm>
            <a:off x="1854007" y="1737730"/>
            <a:ext cx="621137" cy="276999"/>
          </a:xfrm>
          <a:prstGeom prst="rect">
            <a:avLst/>
          </a:prstGeom>
        </p:spPr>
        <p:txBody>
          <a:bodyPr wrap="square">
            <a:spAutoFit/>
          </a:bodyPr>
          <a:lstStyle/>
          <a:p>
            <a:pPr algn="ctr" defTabSz="914309">
              <a:defRPr/>
            </a:pPr>
            <a:r>
              <a:rPr lang="en-US" altLang="zh-CN" sz="600" b="1">
                <a:solidFill>
                  <a:srgbClr val="44546A"/>
                </a:solidFill>
                <a:ea typeface="等线" panose="02010600030101010101" pitchFamily="2" charset="-122"/>
              </a:rPr>
              <a:t>CTP </a:t>
            </a:r>
          </a:p>
          <a:p>
            <a:pPr algn="ctr" defTabSz="914309">
              <a:defRPr/>
            </a:pPr>
            <a:r>
              <a:rPr lang="en-US" altLang="zh-CN" sz="600" b="1">
                <a:solidFill>
                  <a:srgbClr val="44546A"/>
                </a:solidFill>
                <a:ea typeface="等线" panose="02010600030101010101" pitchFamily="2" charset="-122"/>
              </a:rPr>
              <a:t>amend</a:t>
            </a:r>
            <a:endParaRPr lang="zh-CN" altLang="en-US" sz="600" b="1">
              <a:solidFill>
                <a:srgbClr val="44546A"/>
              </a:solidFill>
              <a:ea typeface="等线" panose="02010600030101010101" pitchFamily="2" charset="-122"/>
            </a:endParaRPr>
          </a:p>
        </p:txBody>
      </p:sp>
      <p:sp>
        <p:nvSpPr>
          <p:cNvPr id="42" name="OTLSHAPE_T_e17f3958430f4cff8650518c93c7635e_StartDate">
            <a:extLst>
              <a:ext uri="{FF2B5EF4-FFF2-40B4-BE49-F238E27FC236}">
                <a16:creationId xmlns:a16="http://schemas.microsoft.com/office/drawing/2014/main" id="{A203BA07-9931-BC35-5E97-185118C971B7}"/>
              </a:ext>
            </a:extLst>
          </p:cNvPr>
          <p:cNvSpPr txBox="1"/>
          <p:nvPr>
            <p:custDataLst>
              <p:tags r:id="rId6"/>
            </p:custDataLst>
          </p:nvPr>
        </p:nvSpPr>
        <p:spPr>
          <a:xfrm>
            <a:off x="1892263" y="1295416"/>
            <a:ext cx="412208"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等线" panose="02010600030101010101" pitchFamily="2" charset="-122"/>
              </a:rPr>
              <a:t>Jul</a:t>
            </a:r>
          </a:p>
          <a:p>
            <a:pPr algn="ctr" defTabSz="914309">
              <a:defRPr/>
            </a:pPr>
            <a:r>
              <a:rPr lang="en-US" altLang="zh-CN" sz="600" b="1">
                <a:solidFill>
                  <a:srgbClr val="44546A"/>
                </a:solidFill>
                <a:ea typeface="等线" panose="02010600030101010101" pitchFamily="2" charset="-122"/>
              </a:rPr>
              <a:t>2024</a:t>
            </a:r>
            <a:endParaRPr lang="zh-CN" altLang="en-US" sz="600" b="1">
              <a:solidFill>
                <a:srgbClr val="44546A"/>
              </a:solidFill>
              <a:ea typeface="等线" panose="02010600030101010101" pitchFamily="2" charset="-122"/>
            </a:endParaRPr>
          </a:p>
        </p:txBody>
      </p:sp>
      <p:sp>
        <p:nvSpPr>
          <p:cNvPr id="37" name="Star: 4 Points 143">
            <a:extLst>
              <a:ext uri="{FF2B5EF4-FFF2-40B4-BE49-F238E27FC236}">
                <a16:creationId xmlns:a16="http://schemas.microsoft.com/office/drawing/2014/main" id="{5D02EF5D-49B3-4D1F-80A7-74052AF0F764}"/>
              </a:ext>
            </a:extLst>
          </p:cNvPr>
          <p:cNvSpPr/>
          <p:nvPr/>
        </p:nvSpPr>
        <p:spPr bwMode="auto">
          <a:xfrm>
            <a:off x="2030479" y="163787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sz="600" b="1">
              <a:solidFill>
                <a:prstClr val="black"/>
              </a:solidFill>
              <a:ea typeface="等线" panose="02010600030101010101" pitchFamily="2" charset="-122"/>
              <a:cs typeface="Calibri" panose="020F0502020204030204" pitchFamily="34" charset="0"/>
            </a:endParaRPr>
          </a:p>
        </p:txBody>
      </p:sp>
      <p:sp>
        <p:nvSpPr>
          <p:cNvPr id="65" name="OTLSHAPE_T_5a934a26f311425e8ebaa0f45e6533ad_Shape">
            <a:extLst>
              <a:ext uri="{FF2B5EF4-FFF2-40B4-BE49-F238E27FC236}">
                <a16:creationId xmlns:a16="http://schemas.microsoft.com/office/drawing/2014/main" id="{47B65194-CBA0-802E-B241-12F5C2B55F4F}"/>
              </a:ext>
            </a:extLst>
          </p:cNvPr>
          <p:cNvSpPr/>
          <p:nvPr>
            <p:custDataLst>
              <p:tags r:id="rId7"/>
            </p:custDataLst>
          </p:nvPr>
        </p:nvSpPr>
        <p:spPr bwMode="auto">
          <a:xfrm>
            <a:off x="4983314" y="1440546"/>
            <a:ext cx="612000" cy="246888"/>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685766">
              <a:defRPr/>
            </a:pPr>
            <a:endParaRPr lang="en-US" altLang="zh-CN" sz="600" b="1" spc="-5">
              <a:solidFill>
                <a:srgbClr val="000000"/>
              </a:solidFill>
              <a:ea typeface="+mj-ea"/>
            </a:endParaRPr>
          </a:p>
        </p:txBody>
      </p:sp>
      <p:sp>
        <p:nvSpPr>
          <p:cNvPr id="69" name="Rectangle 52">
            <a:extLst>
              <a:ext uri="{FF2B5EF4-FFF2-40B4-BE49-F238E27FC236}">
                <a16:creationId xmlns:a16="http://schemas.microsoft.com/office/drawing/2014/main" id="{76202A5A-DC90-F2A2-E4AC-35664B96CEC3}"/>
              </a:ext>
            </a:extLst>
          </p:cNvPr>
          <p:cNvSpPr/>
          <p:nvPr/>
        </p:nvSpPr>
        <p:spPr>
          <a:xfrm>
            <a:off x="2617779" y="1694227"/>
            <a:ext cx="298480" cy="184666"/>
          </a:xfrm>
          <a:prstGeom prst="rect">
            <a:avLst/>
          </a:prstGeom>
        </p:spPr>
        <p:txBody>
          <a:bodyPr wrap="none">
            <a:spAutoFit/>
          </a:bodyPr>
          <a:lstStyle/>
          <a:p>
            <a:pPr algn="ctr" defTabSz="914309">
              <a:defRPr/>
            </a:pPr>
            <a:r>
              <a:rPr lang="en-US" altLang="zh-CN" sz="600" b="1">
                <a:solidFill>
                  <a:srgbClr val="44546A"/>
                </a:solidFill>
                <a:ea typeface="+mj-ea"/>
              </a:rPr>
              <a:t>FPI</a:t>
            </a:r>
            <a:endParaRPr lang="zh-CN" altLang="en-US" sz="600" b="1">
              <a:solidFill>
                <a:srgbClr val="44546A"/>
              </a:solidFill>
              <a:ea typeface="+mj-ea"/>
            </a:endParaRPr>
          </a:p>
        </p:txBody>
      </p:sp>
      <p:sp>
        <p:nvSpPr>
          <p:cNvPr id="70" name="OTLSHAPE_T_e17f3958430f4cff8650518c93c7635e_StartDate">
            <a:extLst>
              <a:ext uri="{FF2B5EF4-FFF2-40B4-BE49-F238E27FC236}">
                <a16:creationId xmlns:a16="http://schemas.microsoft.com/office/drawing/2014/main" id="{2299DFB0-2B5E-9C7D-089F-592C3A04F7A8}"/>
              </a:ext>
            </a:extLst>
          </p:cNvPr>
          <p:cNvSpPr txBox="1"/>
          <p:nvPr>
            <p:custDataLst>
              <p:tags r:id="rId8"/>
            </p:custDataLst>
          </p:nvPr>
        </p:nvSpPr>
        <p:spPr>
          <a:xfrm>
            <a:off x="2523778" y="1290868"/>
            <a:ext cx="506090"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rPr>
              <a:t>Nov</a:t>
            </a:r>
          </a:p>
          <a:p>
            <a:pPr algn="ctr" defTabSz="914309">
              <a:defRPr/>
            </a:pPr>
            <a:r>
              <a:rPr lang="en-US" altLang="zh-CN" sz="600" b="1">
                <a:solidFill>
                  <a:srgbClr val="44546A"/>
                </a:solidFill>
                <a:ea typeface="+mj-ea"/>
              </a:rPr>
              <a:t>2024</a:t>
            </a:r>
            <a:endParaRPr lang="zh-CN" altLang="en-US" sz="600" b="1">
              <a:solidFill>
                <a:srgbClr val="44546A"/>
              </a:solidFill>
              <a:ea typeface="+mj-ea"/>
            </a:endParaRPr>
          </a:p>
        </p:txBody>
      </p:sp>
      <p:sp>
        <p:nvSpPr>
          <p:cNvPr id="72" name="OTLSHAPE_T_e17f3958430f4cff8650518c93c7635e_Shape">
            <a:extLst>
              <a:ext uri="{FF2B5EF4-FFF2-40B4-BE49-F238E27FC236}">
                <a16:creationId xmlns:a16="http://schemas.microsoft.com/office/drawing/2014/main" id="{F16BA442-29D3-BA41-6AFF-E49A199B1EAF}"/>
              </a:ext>
            </a:extLst>
          </p:cNvPr>
          <p:cNvSpPr/>
          <p:nvPr>
            <p:custDataLst>
              <p:tags r:id="rId9"/>
            </p:custDataLst>
          </p:nvPr>
        </p:nvSpPr>
        <p:spPr bwMode="auto">
          <a:xfrm>
            <a:off x="2776823" y="1436958"/>
            <a:ext cx="2200530" cy="246888"/>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09">
              <a:defRPr/>
            </a:pPr>
            <a:r>
              <a:rPr lang="en-US" altLang="zh-CN" sz="675" b="1">
                <a:solidFill>
                  <a:prstClr val="black"/>
                </a:solidFill>
                <a:ea typeface="+mj-ea"/>
                <a:cs typeface="Calibri" panose="020F0502020204030204" pitchFamily="34" charset="0"/>
              </a:rPr>
              <a:t>Ph1b Combo Dose Optimization </a:t>
            </a:r>
          </a:p>
          <a:p>
            <a:pPr algn="ctr" defTabSz="914309">
              <a:defRPr/>
            </a:pPr>
            <a:r>
              <a:rPr lang="en-US" altLang="zh-CN" sz="675" b="1">
                <a:solidFill>
                  <a:prstClr val="black"/>
                </a:solidFill>
                <a:ea typeface="+mj-ea"/>
                <a:cs typeface="Calibri" panose="020F0502020204030204" pitchFamily="34" charset="0"/>
              </a:rPr>
              <a:t>in 1L R/M HNSCC (N = 60)</a:t>
            </a:r>
            <a:endParaRPr lang="en-US" altLang="zh-CN" sz="675" b="1">
              <a:solidFill>
                <a:srgbClr val="000000"/>
              </a:solidFill>
              <a:ea typeface="+mj-ea"/>
              <a:cs typeface="Calibri" panose="020F0502020204030204" pitchFamily="34" charset="0"/>
            </a:endParaRPr>
          </a:p>
        </p:txBody>
      </p:sp>
      <p:sp>
        <p:nvSpPr>
          <p:cNvPr id="74" name="OTLSHAPE_T_e17f3958430f4cff8650518c93c7635e_Shape">
            <a:extLst>
              <a:ext uri="{FF2B5EF4-FFF2-40B4-BE49-F238E27FC236}">
                <a16:creationId xmlns:a16="http://schemas.microsoft.com/office/drawing/2014/main" id="{21500191-4F10-0FE8-BF3B-83D92AF36B7D}"/>
              </a:ext>
            </a:extLst>
          </p:cNvPr>
          <p:cNvSpPr/>
          <p:nvPr>
            <p:custDataLst>
              <p:tags r:id="rId10"/>
            </p:custDataLst>
          </p:nvPr>
        </p:nvSpPr>
        <p:spPr bwMode="auto">
          <a:xfrm>
            <a:off x="3214633" y="3154030"/>
            <a:ext cx="1762460" cy="216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09">
              <a:defRPr/>
            </a:pPr>
            <a:r>
              <a:rPr lang="en-US" altLang="zh-CN" sz="600" b="1">
                <a:solidFill>
                  <a:prstClr val="black"/>
                </a:solidFill>
                <a:ea typeface="+mj-ea"/>
                <a:cs typeface="Calibri" panose="020F0502020204030204" pitchFamily="34" charset="0"/>
              </a:rPr>
              <a:t>CN Recruit. win:</a:t>
            </a:r>
            <a:r>
              <a:rPr lang="zh-CN" altLang="en-US" sz="600" b="1">
                <a:solidFill>
                  <a:prstClr val="black"/>
                </a:solidFill>
                <a:ea typeface="+mj-ea"/>
                <a:cs typeface="Calibri" panose="020F0502020204030204" pitchFamily="34" charset="0"/>
              </a:rPr>
              <a:t> </a:t>
            </a:r>
            <a:r>
              <a:rPr lang="en-US" altLang="zh-CN" sz="600" b="1">
                <a:solidFill>
                  <a:prstClr val="black"/>
                </a:solidFill>
                <a:ea typeface="+mj-ea"/>
                <a:cs typeface="Calibri" panose="020F0502020204030204" pitchFamily="34" charset="0"/>
              </a:rPr>
              <a:t>10-11M</a:t>
            </a:r>
          </a:p>
          <a:p>
            <a:pPr algn="ctr" defTabSz="914309">
              <a:defRPr/>
            </a:pPr>
            <a:r>
              <a:rPr lang="en-US" altLang="zh-CN" sz="600" b="1">
                <a:solidFill>
                  <a:prstClr val="black"/>
                </a:solidFill>
                <a:ea typeface="+mj-ea"/>
                <a:cs typeface="Calibri" panose="020F0502020204030204" pitchFamily="34" charset="0"/>
              </a:rPr>
              <a:t>(6 patients with 4 sites)</a:t>
            </a:r>
          </a:p>
        </p:txBody>
      </p:sp>
      <p:sp>
        <p:nvSpPr>
          <p:cNvPr id="75" name="OTLSHAPE_T_e17f3958430f4cff8650518c93c7635e_StartDate">
            <a:extLst>
              <a:ext uri="{FF2B5EF4-FFF2-40B4-BE49-F238E27FC236}">
                <a16:creationId xmlns:a16="http://schemas.microsoft.com/office/drawing/2014/main" id="{559734B3-C5E4-3FFA-0092-EFFC4B577808}"/>
              </a:ext>
            </a:extLst>
          </p:cNvPr>
          <p:cNvSpPr txBox="1"/>
          <p:nvPr>
            <p:custDataLst>
              <p:tags r:id="rId11"/>
            </p:custDataLst>
          </p:nvPr>
        </p:nvSpPr>
        <p:spPr>
          <a:xfrm>
            <a:off x="2855046" y="2988347"/>
            <a:ext cx="682623"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cs typeface="Calibri" panose="020F0502020204030204" pitchFamily="34" charset="0"/>
              </a:rPr>
              <a:t>Feb </a:t>
            </a:r>
          </a:p>
          <a:p>
            <a:pPr algn="ctr" defTabSz="914309">
              <a:defRPr/>
            </a:pPr>
            <a:r>
              <a:rPr lang="en-US" altLang="zh-CN" sz="600" b="1">
                <a:solidFill>
                  <a:srgbClr val="44546A"/>
                </a:solidFill>
                <a:ea typeface="+mj-ea"/>
                <a:cs typeface="Calibri" panose="020F0502020204030204" pitchFamily="34" charset="0"/>
              </a:rPr>
              <a:t>2025</a:t>
            </a:r>
            <a:endParaRPr lang="zh-CN" altLang="en-US" sz="600" b="1">
              <a:solidFill>
                <a:srgbClr val="44546A"/>
              </a:solidFill>
              <a:ea typeface="+mj-ea"/>
              <a:cs typeface="Calibri" panose="020F0502020204030204" pitchFamily="34" charset="0"/>
            </a:endParaRPr>
          </a:p>
        </p:txBody>
      </p:sp>
      <p:sp>
        <p:nvSpPr>
          <p:cNvPr id="83" name="OTLSHAPE_T_e17f3958430f4cff8650518c93c7635e_Shape">
            <a:extLst>
              <a:ext uri="{FF2B5EF4-FFF2-40B4-BE49-F238E27FC236}">
                <a16:creationId xmlns:a16="http://schemas.microsoft.com/office/drawing/2014/main" id="{4D9B6ECA-36EF-07E6-5A56-F1023E5231B9}"/>
              </a:ext>
            </a:extLst>
          </p:cNvPr>
          <p:cNvSpPr/>
          <p:nvPr>
            <p:custDataLst>
              <p:tags r:id="rId12"/>
            </p:custDataLst>
          </p:nvPr>
        </p:nvSpPr>
        <p:spPr bwMode="auto">
          <a:xfrm>
            <a:off x="2276544" y="3152231"/>
            <a:ext cx="936000" cy="216000"/>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1" rIns="68580" bIns="34291" numCol="1" rtlCol="0" anchor="ctr" anchorCtr="0" compatLnSpc="1">
            <a:prstTxWarp prst="textNoShape">
              <a:avLst/>
            </a:prstTxWarp>
          </a:bodyPr>
          <a:lstStyle/>
          <a:p>
            <a:pPr algn="ctr" defTabSz="914309" eaLnBrk="0" fontAlgn="base" hangingPunct="0">
              <a:spcBef>
                <a:spcPct val="0"/>
              </a:spcBef>
              <a:spcAft>
                <a:spcPct val="0"/>
              </a:spcAft>
              <a:defRPr/>
            </a:pPr>
            <a:r>
              <a:rPr lang="en-US" altLang="zh-CN" sz="600" b="1">
                <a:solidFill>
                  <a:srgbClr val="000000"/>
                </a:solidFill>
                <a:ea typeface="+mj-ea"/>
                <a:cs typeface="Calibri" panose="020F0502020204030204" pitchFamily="34" charset="0"/>
              </a:rPr>
              <a:t>CTA Review + EC + HGRAC + 1</a:t>
            </a:r>
            <a:r>
              <a:rPr lang="en-US" altLang="zh-CN" sz="600" b="1" baseline="30000">
                <a:solidFill>
                  <a:srgbClr val="000000"/>
                </a:solidFill>
                <a:ea typeface="+mj-ea"/>
                <a:cs typeface="Calibri" panose="020F0502020204030204" pitchFamily="34" charset="0"/>
              </a:rPr>
              <a:t>st</a:t>
            </a:r>
            <a:r>
              <a:rPr lang="en-US" altLang="zh-CN" sz="600" b="1">
                <a:solidFill>
                  <a:srgbClr val="000000"/>
                </a:solidFill>
                <a:ea typeface="+mj-ea"/>
                <a:cs typeface="Calibri" panose="020F0502020204030204" pitchFamily="34" charset="0"/>
              </a:rPr>
              <a:t> SIV</a:t>
            </a:r>
            <a:endParaRPr lang="zh-CN" altLang="en-US" sz="600" b="1">
              <a:solidFill>
                <a:srgbClr val="000000"/>
              </a:solidFill>
              <a:ea typeface="+mj-ea"/>
              <a:cs typeface="Calibri" panose="020F0502020204030204" pitchFamily="34" charset="0"/>
            </a:endParaRPr>
          </a:p>
        </p:txBody>
      </p:sp>
      <p:sp>
        <p:nvSpPr>
          <p:cNvPr id="84" name="OTLSHAPE_T_e17f3958430f4cff8650518c93c7635e_StartDate">
            <a:extLst>
              <a:ext uri="{FF2B5EF4-FFF2-40B4-BE49-F238E27FC236}">
                <a16:creationId xmlns:a16="http://schemas.microsoft.com/office/drawing/2014/main" id="{56A135D5-DF78-803F-961D-5A6A8BDABFC3}"/>
              </a:ext>
            </a:extLst>
          </p:cNvPr>
          <p:cNvSpPr txBox="1"/>
          <p:nvPr>
            <p:custDataLst>
              <p:tags r:id="rId13"/>
            </p:custDataLst>
          </p:nvPr>
        </p:nvSpPr>
        <p:spPr>
          <a:xfrm>
            <a:off x="2027092" y="2988347"/>
            <a:ext cx="511967"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cs typeface="Calibri" panose="020F0502020204030204" pitchFamily="34" charset="0"/>
              </a:rPr>
              <a:t>Aug </a:t>
            </a:r>
          </a:p>
          <a:p>
            <a:pPr algn="ctr" defTabSz="914309">
              <a:defRPr/>
            </a:pPr>
            <a:r>
              <a:rPr lang="en-US" altLang="zh-CN" sz="600" b="1">
                <a:solidFill>
                  <a:srgbClr val="44546A"/>
                </a:solidFill>
                <a:ea typeface="+mj-ea"/>
                <a:cs typeface="Calibri" panose="020F0502020204030204" pitchFamily="34" charset="0"/>
              </a:rPr>
              <a:t>2024</a:t>
            </a:r>
            <a:endParaRPr lang="zh-CN" altLang="en-US" sz="600" b="1">
              <a:solidFill>
                <a:srgbClr val="44546A"/>
              </a:solidFill>
              <a:ea typeface="+mj-ea"/>
              <a:cs typeface="Calibri" panose="020F0502020204030204" pitchFamily="34" charset="0"/>
            </a:endParaRPr>
          </a:p>
        </p:txBody>
      </p:sp>
      <p:sp>
        <p:nvSpPr>
          <p:cNvPr id="85" name="Rectangle 77">
            <a:extLst>
              <a:ext uri="{FF2B5EF4-FFF2-40B4-BE49-F238E27FC236}">
                <a16:creationId xmlns:a16="http://schemas.microsoft.com/office/drawing/2014/main" id="{C1928367-E80D-4CD5-D683-1F1F10470812}"/>
              </a:ext>
            </a:extLst>
          </p:cNvPr>
          <p:cNvSpPr/>
          <p:nvPr/>
        </p:nvSpPr>
        <p:spPr>
          <a:xfrm>
            <a:off x="3003570" y="3391343"/>
            <a:ext cx="469995" cy="184666"/>
          </a:xfrm>
          <a:prstGeom prst="rect">
            <a:avLst/>
          </a:prstGeom>
        </p:spPr>
        <p:txBody>
          <a:bodyPr wrap="square">
            <a:spAutoFit/>
          </a:bodyPr>
          <a:lstStyle/>
          <a:p>
            <a:pPr algn="ctr" defTabSz="914309">
              <a:defRPr/>
            </a:pPr>
            <a:r>
              <a:rPr lang="en-US" altLang="zh-CN" sz="600" b="1">
                <a:solidFill>
                  <a:srgbClr val="44546A"/>
                </a:solidFill>
                <a:ea typeface="+mj-ea"/>
                <a:cs typeface="Calibri" panose="020F0502020204030204" pitchFamily="34" charset="0"/>
              </a:rPr>
              <a:t>1</a:t>
            </a:r>
            <a:r>
              <a:rPr lang="en-US" altLang="zh-CN" sz="600" b="1" baseline="30000">
                <a:solidFill>
                  <a:srgbClr val="44546A"/>
                </a:solidFill>
                <a:ea typeface="+mj-ea"/>
                <a:cs typeface="Calibri" panose="020F0502020204030204" pitchFamily="34" charset="0"/>
              </a:rPr>
              <a:t>st</a:t>
            </a:r>
            <a:r>
              <a:rPr lang="en-US" altLang="zh-CN" sz="600" b="1">
                <a:solidFill>
                  <a:srgbClr val="44546A"/>
                </a:solidFill>
                <a:ea typeface="+mj-ea"/>
                <a:cs typeface="Calibri" panose="020F0502020204030204" pitchFamily="34" charset="0"/>
              </a:rPr>
              <a:t> SIV</a:t>
            </a:r>
            <a:endParaRPr lang="zh-CN" altLang="en-US" sz="600" b="1">
              <a:solidFill>
                <a:srgbClr val="44546A"/>
              </a:solidFill>
              <a:ea typeface="+mj-ea"/>
              <a:cs typeface="Calibri" panose="020F0502020204030204" pitchFamily="34" charset="0"/>
            </a:endParaRPr>
          </a:p>
        </p:txBody>
      </p:sp>
      <p:sp>
        <p:nvSpPr>
          <p:cNvPr id="88" name="OTLSHAPE_M_39ea6ebc19a94c9fab6ef5006c31df58_Shape">
            <a:extLst>
              <a:ext uri="{FF2B5EF4-FFF2-40B4-BE49-F238E27FC236}">
                <a16:creationId xmlns:a16="http://schemas.microsoft.com/office/drawing/2014/main" id="{C74FCB26-AE57-2537-E450-537D0498FC83}"/>
              </a:ext>
            </a:extLst>
          </p:cNvPr>
          <p:cNvSpPr/>
          <p:nvPr>
            <p:custDataLst>
              <p:tags r:id="rId14"/>
            </p:custDataLst>
          </p:nvPr>
        </p:nvSpPr>
        <p:spPr bwMode="auto">
          <a:xfrm rot="16200000">
            <a:off x="2261940" y="3333458"/>
            <a:ext cx="57992" cy="598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68580" tIns="34291" rIns="68580" bIns="34291" numCol="1" rtlCol="0" anchor="t" anchorCtr="0" compatLnSpc="1">
            <a:prstTxWarp prst="textNoShape">
              <a:avLst/>
            </a:prstTxWarp>
          </a:bodyPr>
          <a:lstStyle/>
          <a:p>
            <a:pPr defTabSz="685732" eaLnBrk="0" fontAlgn="base" hangingPunct="0">
              <a:spcBef>
                <a:spcPct val="0"/>
              </a:spcBef>
              <a:spcAft>
                <a:spcPct val="0"/>
              </a:spcAft>
              <a:defRPr/>
            </a:pPr>
            <a:endParaRPr lang="zh-CN" altLang="en-US" sz="600">
              <a:solidFill>
                <a:srgbClr val="000000"/>
              </a:solidFill>
              <a:ea typeface="+mj-ea"/>
              <a:cs typeface="Calibri" panose="020F0502020204030204" pitchFamily="34" charset="0"/>
            </a:endParaRPr>
          </a:p>
        </p:txBody>
      </p:sp>
      <p:sp>
        <p:nvSpPr>
          <p:cNvPr id="89" name="OTLSHAPE_M_39ea6ebc19a94c9fab6ef5006c31df58_Title">
            <a:extLst>
              <a:ext uri="{FF2B5EF4-FFF2-40B4-BE49-F238E27FC236}">
                <a16:creationId xmlns:a16="http://schemas.microsoft.com/office/drawing/2014/main" id="{7FBED814-6FBC-517B-4021-713240DE8A43}"/>
              </a:ext>
            </a:extLst>
          </p:cNvPr>
          <p:cNvSpPr txBox="1"/>
          <p:nvPr>
            <p:custDataLst>
              <p:tags r:id="rId15"/>
            </p:custDataLst>
          </p:nvPr>
        </p:nvSpPr>
        <p:spPr>
          <a:xfrm>
            <a:off x="2061074" y="3400503"/>
            <a:ext cx="696153" cy="92333"/>
          </a:xfrm>
          <a:prstGeom prst="rect">
            <a:avLst/>
          </a:prstGeom>
          <a:noFill/>
        </p:spPr>
        <p:txBody>
          <a:bodyPr vert="horz" wrap="square" lIns="0" tIns="0" rIns="0" bIns="0" rtlCol="0" anchor="ctr" anchorCtr="0">
            <a:spAutoFit/>
          </a:bodyPr>
          <a:lstStyle/>
          <a:p>
            <a:pPr defTabSz="914309">
              <a:defRPr/>
            </a:pPr>
            <a:r>
              <a:rPr lang="en-US" altLang="zh-CN" sz="600" b="1">
                <a:solidFill>
                  <a:srgbClr val="44546A"/>
                </a:solidFill>
                <a:ea typeface="+mj-ea"/>
                <a:cs typeface="Calibri" panose="020F0502020204030204" pitchFamily="34" charset="0"/>
              </a:rPr>
              <a:t>CTA Sub</a:t>
            </a:r>
            <a:endParaRPr lang="zh-CN" altLang="en-US" sz="600" b="1">
              <a:solidFill>
                <a:srgbClr val="44546A"/>
              </a:solidFill>
              <a:ea typeface="+mj-ea"/>
              <a:cs typeface="Calibri" panose="020F0502020204030204" pitchFamily="34" charset="0"/>
            </a:endParaRPr>
          </a:p>
        </p:txBody>
      </p:sp>
      <p:sp>
        <p:nvSpPr>
          <p:cNvPr id="101" name="Rectangle 55">
            <a:extLst>
              <a:ext uri="{FF2B5EF4-FFF2-40B4-BE49-F238E27FC236}">
                <a16:creationId xmlns:a16="http://schemas.microsoft.com/office/drawing/2014/main" id="{34F5A320-A993-35C5-D2DE-34E376B7C7AC}"/>
              </a:ext>
            </a:extLst>
          </p:cNvPr>
          <p:cNvSpPr/>
          <p:nvPr/>
        </p:nvSpPr>
        <p:spPr>
          <a:xfrm>
            <a:off x="4802051" y="1694818"/>
            <a:ext cx="300082" cy="184666"/>
          </a:xfrm>
          <a:prstGeom prst="rect">
            <a:avLst/>
          </a:prstGeom>
        </p:spPr>
        <p:txBody>
          <a:bodyPr wrap="none">
            <a:spAutoFit/>
          </a:bodyPr>
          <a:lstStyle/>
          <a:p>
            <a:pPr algn="ctr" defTabSz="914309">
              <a:defRPr/>
            </a:pPr>
            <a:r>
              <a:rPr lang="en-US" altLang="zh-CN" sz="600" b="1">
                <a:solidFill>
                  <a:srgbClr val="44546A"/>
                </a:solidFill>
                <a:ea typeface="+mj-ea"/>
                <a:cs typeface="Calibri" panose="020F0502020204030204" pitchFamily="34" charset="0"/>
              </a:rPr>
              <a:t>LPI</a:t>
            </a:r>
            <a:endParaRPr lang="zh-CN" altLang="en-US" sz="600" b="1">
              <a:solidFill>
                <a:srgbClr val="44546A"/>
              </a:solidFill>
              <a:ea typeface="+mj-ea"/>
              <a:cs typeface="Calibri" panose="020F0502020204030204" pitchFamily="34" charset="0"/>
            </a:endParaRPr>
          </a:p>
        </p:txBody>
      </p:sp>
      <p:sp>
        <p:nvSpPr>
          <p:cNvPr id="102" name="OTLSHAPE_T_e17f3958430f4cff8650518c93c7635e_StartDate">
            <a:extLst>
              <a:ext uri="{FF2B5EF4-FFF2-40B4-BE49-F238E27FC236}">
                <a16:creationId xmlns:a16="http://schemas.microsoft.com/office/drawing/2014/main" id="{7287F0A7-2243-B5EA-9BDC-6FC2F7AE7DB5}"/>
              </a:ext>
            </a:extLst>
          </p:cNvPr>
          <p:cNvSpPr txBox="1"/>
          <p:nvPr>
            <p:custDataLst>
              <p:tags r:id="rId16"/>
            </p:custDataLst>
          </p:nvPr>
        </p:nvSpPr>
        <p:spPr>
          <a:xfrm>
            <a:off x="4626100" y="1290863"/>
            <a:ext cx="683360"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cs typeface="Calibri" panose="020F0502020204030204" pitchFamily="34" charset="0"/>
              </a:rPr>
              <a:t>Jan</a:t>
            </a:r>
          </a:p>
          <a:p>
            <a:pPr algn="ctr" defTabSz="914309">
              <a:defRPr/>
            </a:pPr>
            <a:r>
              <a:rPr lang="en-US" altLang="zh-CN" sz="600" b="1">
                <a:solidFill>
                  <a:srgbClr val="44546A"/>
                </a:solidFill>
                <a:ea typeface="+mj-ea"/>
                <a:cs typeface="Calibri" panose="020F0502020204030204" pitchFamily="34" charset="0"/>
              </a:rPr>
              <a:t>2026</a:t>
            </a:r>
            <a:endParaRPr lang="zh-CN" altLang="en-US" sz="600" b="1">
              <a:solidFill>
                <a:srgbClr val="44546A"/>
              </a:solidFill>
              <a:ea typeface="+mj-ea"/>
              <a:cs typeface="Calibri" panose="020F0502020204030204" pitchFamily="34" charset="0"/>
            </a:endParaRPr>
          </a:p>
        </p:txBody>
      </p:sp>
      <p:sp>
        <p:nvSpPr>
          <p:cNvPr id="105" name="OTLSHAPE_T_e17f3958430f4cff8650518c93c7635e_StartDate">
            <a:extLst>
              <a:ext uri="{FF2B5EF4-FFF2-40B4-BE49-F238E27FC236}">
                <a16:creationId xmlns:a16="http://schemas.microsoft.com/office/drawing/2014/main" id="{50E4525B-B4B0-7816-750F-02D9270E575D}"/>
              </a:ext>
            </a:extLst>
          </p:cNvPr>
          <p:cNvSpPr txBox="1"/>
          <p:nvPr>
            <p:custDataLst>
              <p:tags r:id="rId17"/>
            </p:custDataLst>
          </p:nvPr>
        </p:nvSpPr>
        <p:spPr>
          <a:xfrm>
            <a:off x="5269165" y="1289853"/>
            <a:ext cx="683363"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cs typeface="Calibri" panose="020F0502020204030204" pitchFamily="34" charset="0"/>
              </a:rPr>
              <a:t>May</a:t>
            </a:r>
          </a:p>
          <a:p>
            <a:pPr algn="ctr" defTabSz="914309">
              <a:defRPr/>
            </a:pPr>
            <a:r>
              <a:rPr lang="en-US" altLang="zh-CN" sz="600" b="1">
                <a:solidFill>
                  <a:srgbClr val="44546A"/>
                </a:solidFill>
                <a:ea typeface="+mj-ea"/>
                <a:cs typeface="Calibri" panose="020F0502020204030204" pitchFamily="34" charset="0"/>
              </a:rPr>
              <a:t>2026</a:t>
            </a:r>
            <a:endParaRPr lang="zh-CN" altLang="en-US" sz="600" b="1">
              <a:solidFill>
                <a:srgbClr val="44546A"/>
              </a:solidFill>
              <a:ea typeface="+mj-ea"/>
              <a:cs typeface="Calibri" panose="020F0502020204030204" pitchFamily="34" charset="0"/>
            </a:endParaRPr>
          </a:p>
        </p:txBody>
      </p:sp>
      <p:sp>
        <p:nvSpPr>
          <p:cNvPr id="106" name="Star: 4 Points 143">
            <a:extLst>
              <a:ext uri="{FF2B5EF4-FFF2-40B4-BE49-F238E27FC236}">
                <a16:creationId xmlns:a16="http://schemas.microsoft.com/office/drawing/2014/main" id="{47F8E560-CC17-4628-41E8-0CD9D4579FE3}"/>
              </a:ext>
            </a:extLst>
          </p:cNvPr>
          <p:cNvSpPr/>
          <p:nvPr/>
        </p:nvSpPr>
        <p:spPr bwMode="auto">
          <a:xfrm>
            <a:off x="2701592" y="161413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sz="600">
              <a:solidFill>
                <a:prstClr val="black"/>
              </a:solidFill>
              <a:latin typeface="+mj-ea"/>
              <a:ea typeface="+mj-ea"/>
              <a:cs typeface="Calibri" panose="020F0502020204030204" pitchFamily="34" charset="0"/>
            </a:endParaRPr>
          </a:p>
        </p:txBody>
      </p:sp>
      <p:sp>
        <p:nvSpPr>
          <p:cNvPr id="107" name="Star: 4 Points 143">
            <a:extLst>
              <a:ext uri="{FF2B5EF4-FFF2-40B4-BE49-F238E27FC236}">
                <a16:creationId xmlns:a16="http://schemas.microsoft.com/office/drawing/2014/main" id="{27DF2C2F-67AB-5162-49A3-3D9A80683EE2}"/>
              </a:ext>
            </a:extLst>
          </p:cNvPr>
          <p:cNvSpPr/>
          <p:nvPr/>
        </p:nvSpPr>
        <p:spPr bwMode="auto">
          <a:xfrm>
            <a:off x="4909172" y="161413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sz="600">
              <a:solidFill>
                <a:prstClr val="black"/>
              </a:solidFill>
              <a:ea typeface="+mj-ea"/>
              <a:cs typeface="Calibri" panose="020F0502020204030204" pitchFamily="34" charset="0"/>
            </a:endParaRPr>
          </a:p>
        </p:txBody>
      </p:sp>
      <p:sp>
        <p:nvSpPr>
          <p:cNvPr id="111" name="Star: 4 Points 143">
            <a:extLst>
              <a:ext uri="{FF2B5EF4-FFF2-40B4-BE49-F238E27FC236}">
                <a16:creationId xmlns:a16="http://schemas.microsoft.com/office/drawing/2014/main" id="{F7030001-B397-31FE-EC05-98B084B38759}"/>
              </a:ext>
            </a:extLst>
          </p:cNvPr>
          <p:cNvSpPr/>
          <p:nvPr/>
        </p:nvSpPr>
        <p:spPr bwMode="auto">
          <a:xfrm>
            <a:off x="3137860" y="330381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sz="600">
              <a:solidFill>
                <a:prstClr val="black"/>
              </a:solidFill>
              <a:ea typeface="+mj-ea"/>
              <a:cs typeface="Calibri" panose="020F0502020204030204" pitchFamily="34" charset="0"/>
            </a:endParaRPr>
          </a:p>
        </p:txBody>
      </p:sp>
      <p:sp>
        <p:nvSpPr>
          <p:cNvPr id="125" name="OTLSHAPE_T_e17f3958430f4cff8650518c93c7635e_Shape">
            <a:extLst>
              <a:ext uri="{FF2B5EF4-FFF2-40B4-BE49-F238E27FC236}">
                <a16:creationId xmlns:a16="http://schemas.microsoft.com/office/drawing/2014/main" id="{A1CD91F6-B4AF-DAEA-5647-7AD3262BAFF4}"/>
              </a:ext>
            </a:extLst>
          </p:cNvPr>
          <p:cNvSpPr/>
          <p:nvPr>
            <p:custDataLst>
              <p:tags r:id="rId18"/>
            </p:custDataLst>
          </p:nvPr>
        </p:nvSpPr>
        <p:spPr bwMode="auto">
          <a:xfrm>
            <a:off x="6595547" y="2088043"/>
            <a:ext cx="2539201" cy="246888"/>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algn="ctr" defTabSz="914309">
              <a:defRPr/>
            </a:pPr>
            <a:r>
              <a:rPr lang="en-US" altLang="zh-CN" sz="750" b="1">
                <a:solidFill>
                  <a:prstClr val="black"/>
                </a:solidFill>
                <a:ea typeface="+mj-ea"/>
                <a:cs typeface="Calibri" panose="020F0502020204030204" pitchFamily="34" charset="0"/>
              </a:rPr>
              <a:t>Ph2/3 Combo in 1L R/M HNSCC</a:t>
            </a:r>
            <a:endParaRPr lang="en-US" altLang="zh-CN" sz="750" b="1">
              <a:solidFill>
                <a:srgbClr val="000000"/>
              </a:solidFill>
              <a:ea typeface="+mj-ea"/>
              <a:cs typeface="Calibri" panose="020F0502020204030204" pitchFamily="34" charset="0"/>
            </a:endParaRPr>
          </a:p>
        </p:txBody>
      </p:sp>
      <p:sp>
        <p:nvSpPr>
          <p:cNvPr id="129" name="Rectangle 55">
            <a:extLst>
              <a:ext uri="{FF2B5EF4-FFF2-40B4-BE49-F238E27FC236}">
                <a16:creationId xmlns:a16="http://schemas.microsoft.com/office/drawing/2014/main" id="{18D39E99-03A1-9DAF-D805-B0C95D4B4100}"/>
              </a:ext>
            </a:extLst>
          </p:cNvPr>
          <p:cNvSpPr/>
          <p:nvPr/>
        </p:nvSpPr>
        <p:spPr>
          <a:xfrm>
            <a:off x="8608984" y="2340954"/>
            <a:ext cx="351379" cy="276999"/>
          </a:xfrm>
          <a:prstGeom prst="rect">
            <a:avLst/>
          </a:prstGeom>
        </p:spPr>
        <p:txBody>
          <a:bodyPr wrap="none">
            <a:spAutoFit/>
          </a:bodyPr>
          <a:lstStyle/>
          <a:p>
            <a:pPr algn="ctr" defTabSz="914309">
              <a:defRPr/>
            </a:pPr>
            <a:r>
              <a:rPr lang="en-US" altLang="zh-CN" sz="600" b="1">
                <a:solidFill>
                  <a:srgbClr val="44546A"/>
                </a:solidFill>
                <a:ea typeface="+mj-ea"/>
                <a:cs typeface="Calibri" panose="020F0502020204030204" pitchFamily="34" charset="0"/>
              </a:rPr>
              <a:t>BLA </a:t>
            </a:r>
          </a:p>
          <a:p>
            <a:pPr algn="ctr" defTabSz="914309">
              <a:defRPr/>
            </a:pPr>
            <a:r>
              <a:rPr lang="en-US" altLang="zh-CN" sz="600" b="1">
                <a:solidFill>
                  <a:srgbClr val="44546A"/>
                </a:solidFill>
                <a:ea typeface="+mj-ea"/>
                <a:cs typeface="Calibri" panose="020F0502020204030204" pitchFamily="34" charset="0"/>
              </a:rPr>
              <a:t>sub.</a:t>
            </a:r>
            <a:endParaRPr lang="zh-CN" altLang="en-US" sz="600" b="1">
              <a:solidFill>
                <a:srgbClr val="44546A"/>
              </a:solidFill>
              <a:ea typeface="+mj-ea"/>
              <a:cs typeface="Calibri" panose="020F0502020204030204" pitchFamily="34" charset="0"/>
            </a:endParaRPr>
          </a:p>
        </p:txBody>
      </p:sp>
      <p:sp>
        <p:nvSpPr>
          <p:cNvPr id="130" name="OTLSHAPE_T_e17f3958430f4cff8650518c93c7635e_StartDate">
            <a:extLst>
              <a:ext uri="{FF2B5EF4-FFF2-40B4-BE49-F238E27FC236}">
                <a16:creationId xmlns:a16="http://schemas.microsoft.com/office/drawing/2014/main" id="{58E75F98-5A3D-F026-CC4B-6752D1D95760}"/>
              </a:ext>
            </a:extLst>
          </p:cNvPr>
          <p:cNvSpPr txBox="1"/>
          <p:nvPr>
            <p:custDataLst>
              <p:tags r:id="rId19"/>
            </p:custDataLst>
          </p:nvPr>
        </p:nvSpPr>
        <p:spPr>
          <a:xfrm>
            <a:off x="8440291" y="1943660"/>
            <a:ext cx="683363"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cs typeface="Calibri" panose="020F0502020204030204" pitchFamily="34" charset="0"/>
              </a:rPr>
              <a:t>Oct</a:t>
            </a:r>
          </a:p>
          <a:p>
            <a:pPr algn="ctr" defTabSz="914309">
              <a:defRPr/>
            </a:pPr>
            <a:r>
              <a:rPr lang="en-US" altLang="zh-CN" sz="600" b="1">
                <a:solidFill>
                  <a:srgbClr val="44546A"/>
                </a:solidFill>
                <a:ea typeface="+mj-ea"/>
                <a:cs typeface="Calibri" panose="020F0502020204030204" pitchFamily="34" charset="0"/>
              </a:rPr>
              <a:t>2029</a:t>
            </a:r>
            <a:endParaRPr lang="zh-CN" altLang="en-US" sz="600" b="1">
              <a:solidFill>
                <a:srgbClr val="44546A"/>
              </a:solidFill>
              <a:ea typeface="+mj-ea"/>
              <a:cs typeface="Calibri" panose="020F0502020204030204" pitchFamily="34" charset="0"/>
            </a:endParaRPr>
          </a:p>
        </p:txBody>
      </p:sp>
      <p:sp>
        <p:nvSpPr>
          <p:cNvPr id="132" name="Rectangle 55">
            <a:extLst>
              <a:ext uri="{FF2B5EF4-FFF2-40B4-BE49-F238E27FC236}">
                <a16:creationId xmlns:a16="http://schemas.microsoft.com/office/drawing/2014/main" id="{2F07E2ED-99C5-A461-6946-7511B28A9418}"/>
              </a:ext>
            </a:extLst>
          </p:cNvPr>
          <p:cNvSpPr/>
          <p:nvPr/>
        </p:nvSpPr>
        <p:spPr>
          <a:xfrm>
            <a:off x="8884437" y="2340873"/>
            <a:ext cx="351379" cy="276999"/>
          </a:xfrm>
          <a:prstGeom prst="rect">
            <a:avLst/>
          </a:prstGeom>
        </p:spPr>
        <p:txBody>
          <a:bodyPr wrap="none">
            <a:spAutoFit/>
          </a:bodyPr>
          <a:lstStyle/>
          <a:p>
            <a:pPr algn="ctr" defTabSz="914309">
              <a:defRPr/>
            </a:pPr>
            <a:r>
              <a:rPr lang="en-US" altLang="zh-CN" sz="600" b="1">
                <a:solidFill>
                  <a:srgbClr val="44546A"/>
                </a:solidFill>
                <a:ea typeface="+mj-ea"/>
                <a:cs typeface="Calibri" panose="020F0502020204030204" pitchFamily="34" charset="0"/>
              </a:rPr>
              <a:t>BLA </a:t>
            </a:r>
          </a:p>
          <a:p>
            <a:pPr algn="ctr" defTabSz="914309">
              <a:defRPr/>
            </a:pPr>
            <a:r>
              <a:rPr lang="en-US" altLang="zh-CN" sz="600" b="1">
                <a:solidFill>
                  <a:srgbClr val="44546A"/>
                </a:solidFill>
                <a:ea typeface="+mj-ea"/>
                <a:cs typeface="Calibri" panose="020F0502020204030204" pitchFamily="34" charset="0"/>
              </a:rPr>
              <a:t>app.</a:t>
            </a:r>
            <a:endParaRPr lang="zh-CN" altLang="en-US" sz="600" b="1">
              <a:solidFill>
                <a:srgbClr val="44546A"/>
              </a:solidFill>
              <a:ea typeface="+mj-ea"/>
              <a:cs typeface="Calibri" panose="020F0502020204030204" pitchFamily="34" charset="0"/>
            </a:endParaRPr>
          </a:p>
        </p:txBody>
      </p:sp>
      <p:sp>
        <p:nvSpPr>
          <p:cNvPr id="134" name="OTLSHAPE_T_e17f3958430f4cff8650518c93c7635e_StartDate">
            <a:extLst>
              <a:ext uri="{FF2B5EF4-FFF2-40B4-BE49-F238E27FC236}">
                <a16:creationId xmlns:a16="http://schemas.microsoft.com/office/drawing/2014/main" id="{1A61C0DF-3C4E-BB7F-38A3-51F2EB353929}"/>
              </a:ext>
            </a:extLst>
          </p:cNvPr>
          <p:cNvSpPr txBox="1"/>
          <p:nvPr>
            <p:custDataLst>
              <p:tags r:id="rId20"/>
            </p:custDataLst>
          </p:nvPr>
        </p:nvSpPr>
        <p:spPr>
          <a:xfrm>
            <a:off x="8706111" y="1943659"/>
            <a:ext cx="683363"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cs typeface="Calibri" panose="020F0502020204030204" pitchFamily="34" charset="0"/>
              </a:rPr>
              <a:t>Oct</a:t>
            </a:r>
          </a:p>
          <a:p>
            <a:pPr algn="ctr" defTabSz="914309">
              <a:defRPr/>
            </a:pPr>
            <a:r>
              <a:rPr lang="en-US" altLang="zh-CN" sz="600" b="1">
                <a:solidFill>
                  <a:srgbClr val="44546A"/>
                </a:solidFill>
                <a:ea typeface="+mj-ea"/>
                <a:cs typeface="Calibri" panose="020F0502020204030204" pitchFamily="34" charset="0"/>
              </a:rPr>
              <a:t>2030</a:t>
            </a:r>
            <a:endParaRPr lang="zh-CN" altLang="en-US" sz="600" b="1">
              <a:solidFill>
                <a:srgbClr val="44546A"/>
              </a:solidFill>
              <a:ea typeface="+mj-ea"/>
              <a:cs typeface="Calibri" panose="020F0502020204030204" pitchFamily="34" charset="0"/>
            </a:endParaRPr>
          </a:p>
        </p:txBody>
      </p:sp>
      <p:sp>
        <p:nvSpPr>
          <p:cNvPr id="135" name="Star: 4 Points 143">
            <a:extLst>
              <a:ext uri="{FF2B5EF4-FFF2-40B4-BE49-F238E27FC236}">
                <a16:creationId xmlns:a16="http://schemas.microsoft.com/office/drawing/2014/main" id="{74DA0D67-8721-1358-D282-04E65878A81C}"/>
              </a:ext>
            </a:extLst>
          </p:cNvPr>
          <p:cNvSpPr/>
          <p:nvPr/>
        </p:nvSpPr>
        <p:spPr bwMode="auto">
          <a:xfrm>
            <a:off x="8711320" y="2260466"/>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sz="600">
              <a:solidFill>
                <a:prstClr val="black"/>
              </a:solidFill>
              <a:ea typeface="+mj-ea"/>
              <a:cs typeface="Calibri" panose="020F0502020204030204" pitchFamily="34" charset="0"/>
            </a:endParaRPr>
          </a:p>
        </p:txBody>
      </p:sp>
      <p:sp>
        <p:nvSpPr>
          <p:cNvPr id="138" name="Rectangle 55">
            <a:extLst>
              <a:ext uri="{FF2B5EF4-FFF2-40B4-BE49-F238E27FC236}">
                <a16:creationId xmlns:a16="http://schemas.microsoft.com/office/drawing/2014/main" id="{F9F5B75A-BEF3-587B-7AA5-49F6673363DD}"/>
              </a:ext>
            </a:extLst>
          </p:cNvPr>
          <p:cNvSpPr/>
          <p:nvPr/>
        </p:nvSpPr>
        <p:spPr>
          <a:xfrm>
            <a:off x="6434953" y="2349239"/>
            <a:ext cx="298480" cy="184666"/>
          </a:xfrm>
          <a:prstGeom prst="rect">
            <a:avLst/>
          </a:prstGeom>
        </p:spPr>
        <p:txBody>
          <a:bodyPr wrap="none">
            <a:spAutoFit/>
          </a:bodyPr>
          <a:lstStyle/>
          <a:p>
            <a:pPr algn="ctr" defTabSz="914309">
              <a:defRPr/>
            </a:pPr>
            <a:r>
              <a:rPr lang="en-US" altLang="zh-CN" sz="600" b="1">
                <a:solidFill>
                  <a:srgbClr val="44546A"/>
                </a:solidFill>
                <a:ea typeface="+mj-ea"/>
                <a:cs typeface="Calibri" panose="020F0502020204030204" pitchFamily="34" charset="0"/>
              </a:rPr>
              <a:t>FPI</a:t>
            </a:r>
            <a:endParaRPr lang="zh-CN" altLang="en-US" sz="600" b="1">
              <a:solidFill>
                <a:srgbClr val="44546A"/>
              </a:solidFill>
              <a:ea typeface="+mj-ea"/>
              <a:cs typeface="Calibri" panose="020F0502020204030204" pitchFamily="34" charset="0"/>
            </a:endParaRPr>
          </a:p>
        </p:txBody>
      </p:sp>
      <p:sp>
        <p:nvSpPr>
          <p:cNvPr id="139" name="OTLSHAPE_T_e17f3958430f4cff8650518c93c7635e_StartDate">
            <a:extLst>
              <a:ext uri="{FF2B5EF4-FFF2-40B4-BE49-F238E27FC236}">
                <a16:creationId xmlns:a16="http://schemas.microsoft.com/office/drawing/2014/main" id="{82B08C60-E3E3-07E9-A460-193104E86AFF}"/>
              </a:ext>
            </a:extLst>
          </p:cNvPr>
          <p:cNvSpPr txBox="1"/>
          <p:nvPr>
            <p:custDataLst>
              <p:tags r:id="rId21"/>
            </p:custDataLst>
          </p:nvPr>
        </p:nvSpPr>
        <p:spPr>
          <a:xfrm>
            <a:off x="6256199" y="1952026"/>
            <a:ext cx="683363"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cs typeface="Calibri" panose="020F0502020204030204" pitchFamily="34" charset="0"/>
              </a:rPr>
              <a:t>Oct</a:t>
            </a:r>
          </a:p>
          <a:p>
            <a:pPr algn="ctr" defTabSz="914309">
              <a:defRPr/>
            </a:pPr>
            <a:r>
              <a:rPr lang="en-US" altLang="zh-CN" sz="600" b="1">
                <a:solidFill>
                  <a:srgbClr val="44546A"/>
                </a:solidFill>
                <a:ea typeface="+mj-ea"/>
                <a:cs typeface="Calibri" panose="020F0502020204030204" pitchFamily="34" charset="0"/>
              </a:rPr>
              <a:t>2026</a:t>
            </a:r>
            <a:endParaRPr lang="zh-CN" altLang="en-US" sz="600" b="1">
              <a:solidFill>
                <a:srgbClr val="44546A"/>
              </a:solidFill>
              <a:ea typeface="+mj-ea"/>
              <a:cs typeface="Calibri" panose="020F0502020204030204" pitchFamily="34" charset="0"/>
            </a:endParaRPr>
          </a:p>
        </p:txBody>
      </p:sp>
      <p:sp>
        <p:nvSpPr>
          <p:cNvPr id="140" name="Star: 4 Points 143">
            <a:extLst>
              <a:ext uri="{FF2B5EF4-FFF2-40B4-BE49-F238E27FC236}">
                <a16:creationId xmlns:a16="http://schemas.microsoft.com/office/drawing/2014/main" id="{1F26D093-62E1-3996-C91C-455403CFC7DA}"/>
              </a:ext>
            </a:extLst>
          </p:cNvPr>
          <p:cNvSpPr/>
          <p:nvPr/>
        </p:nvSpPr>
        <p:spPr bwMode="auto">
          <a:xfrm>
            <a:off x="6520135" y="226883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sz="600">
              <a:solidFill>
                <a:prstClr val="black"/>
              </a:solidFill>
              <a:ea typeface="+mj-ea"/>
              <a:cs typeface="Calibri" panose="020F0502020204030204" pitchFamily="34" charset="0"/>
            </a:endParaRPr>
          </a:p>
        </p:txBody>
      </p:sp>
      <p:sp>
        <p:nvSpPr>
          <p:cNvPr id="151" name="五角星 55">
            <a:extLst>
              <a:ext uri="{FF2B5EF4-FFF2-40B4-BE49-F238E27FC236}">
                <a16:creationId xmlns:a16="http://schemas.microsoft.com/office/drawing/2014/main" id="{FE5F82D3-04ED-DD4D-90EE-907197B9A071}"/>
              </a:ext>
            </a:extLst>
          </p:cNvPr>
          <p:cNvSpPr>
            <a:spLocks/>
          </p:cNvSpPr>
          <p:nvPr/>
        </p:nvSpPr>
        <p:spPr bwMode="auto">
          <a:xfrm>
            <a:off x="8991966" y="2252220"/>
            <a:ext cx="108000" cy="108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685766" eaLnBrk="0" hangingPunct="0">
              <a:defRPr/>
            </a:pPr>
            <a:endParaRPr lang="zh-CN" altLang="en-US" sz="600">
              <a:solidFill>
                <a:srgbClr val="FF0000"/>
              </a:solidFill>
              <a:ea typeface="+mj-ea"/>
            </a:endParaRPr>
          </a:p>
        </p:txBody>
      </p:sp>
      <p:cxnSp>
        <p:nvCxnSpPr>
          <p:cNvPr id="152" name="连接符: 肘形 164">
            <a:extLst>
              <a:ext uri="{FF2B5EF4-FFF2-40B4-BE49-F238E27FC236}">
                <a16:creationId xmlns:a16="http://schemas.microsoft.com/office/drawing/2014/main" id="{749E55B9-D170-5736-24F0-2F3B90DCC23B}"/>
              </a:ext>
            </a:extLst>
          </p:cNvPr>
          <p:cNvCxnSpPr>
            <a:cxnSpLocks/>
            <a:stCxn id="38" idx="2"/>
            <a:endCxn id="83" idx="1"/>
          </p:cNvCxnSpPr>
          <p:nvPr/>
        </p:nvCxnSpPr>
        <p:spPr bwMode="gray">
          <a:xfrm rot="16200000" flipH="1">
            <a:off x="1597809" y="2581496"/>
            <a:ext cx="1245502" cy="111968"/>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C99D744C-4225-8B61-4022-A0450A8DFE65}"/>
              </a:ext>
            </a:extLst>
          </p:cNvPr>
          <p:cNvGrpSpPr/>
          <p:nvPr/>
        </p:nvGrpSpPr>
        <p:grpSpPr>
          <a:xfrm>
            <a:off x="5349464" y="1606237"/>
            <a:ext cx="491700" cy="461795"/>
            <a:chOff x="1136932" y="2443107"/>
            <a:chExt cx="655600" cy="615727"/>
          </a:xfrm>
        </p:grpSpPr>
        <p:sp>
          <p:nvSpPr>
            <p:cNvPr id="160" name="Rectangle 52">
              <a:extLst>
                <a:ext uri="{FF2B5EF4-FFF2-40B4-BE49-F238E27FC236}">
                  <a16:creationId xmlns:a16="http://schemas.microsoft.com/office/drawing/2014/main" id="{8CACE833-0644-5A2D-1F30-0C912672C768}"/>
                </a:ext>
              </a:extLst>
            </p:cNvPr>
            <p:cNvSpPr/>
            <p:nvPr/>
          </p:nvSpPr>
          <p:spPr>
            <a:xfrm>
              <a:off x="1136932" y="2566391"/>
              <a:ext cx="655600" cy="492443"/>
            </a:xfrm>
            <a:prstGeom prst="rect">
              <a:avLst/>
            </a:prstGeom>
          </p:spPr>
          <p:txBody>
            <a:bodyPr wrap="square">
              <a:spAutoFit/>
            </a:bodyPr>
            <a:lstStyle/>
            <a:p>
              <a:pPr algn="ctr" defTabSz="914309">
                <a:defRPr/>
              </a:pPr>
              <a:r>
                <a:rPr lang="en-US" altLang="zh-CN" sz="600" b="1" err="1">
                  <a:solidFill>
                    <a:srgbClr val="44546A"/>
                  </a:solidFill>
                  <a:ea typeface="等线" panose="02010600030101010101" pitchFamily="2" charset="-122"/>
                </a:rPr>
                <a:t>PoCC</a:t>
              </a:r>
              <a:r>
                <a:rPr lang="en-US" altLang="zh-CN" sz="600" b="1">
                  <a:solidFill>
                    <a:srgbClr val="44546A"/>
                  </a:solidFill>
                  <a:ea typeface="等线" panose="02010600030101010101" pitchFamily="2" charset="-122"/>
                </a:rPr>
                <a:t>-like </a:t>
              </a:r>
              <a:r>
                <a:rPr lang="en-US" altLang="zh-CN" sz="600" b="1" err="1">
                  <a:solidFill>
                    <a:srgbClr val="44546A"/>
                  </a:solidFill>
                  <a:ea typeface="等线" panose="02010600030101010101" pitchFamily="2" charset="-122"/>
                </a:rPr>
                <a:t>PoCP</a:t>
              </a:r>
              <a:endParaRPr lang="zh-CN" altLang="en-US" sz="600" b="1">
                <a:solidFill>
                  <a:srgbClr val="44546A"/>
                </a:solidFill>
                <a:ea typeface="等线" panose="02010600030101010101" pitchFamily="2" charset="-122"/>
              </a:endParaRPr>
            </a:p>
          </p:txBody>
        </p:sp>
        <p:sp>
          <p:nvSpPr>
            <p:cNvPr id="161" name="Diamond 160">
              <a:extLst>
                <a:ext uri="{FF2B5EF4-FFF2-40B4-BE49-F238E27FC236}">
                  <a16:creationId xmlns:a16="http://schemas.microsoft.com/office/drawing/2014/main" id="{AE666D37-56B9-BCF8-AF31-2655340E3987}"/>
                </a:ext>
              </a:extLst>
            </p:cNvPr>
            <p:cNvSpPr/>
            <p:nvPr/>
          </p:nvSpPr>
          <p:spPr bwMode="gray">
            <a:xfrm>
              <a:off x="1376028" y="2443107"/>
              <a:ext cx="182880" cy="182880"/>
            </a:xfrm>
            <a:prstGeom prst="diamond">
              <a:avLst/>
            </a:prstGeom>
            <a:solidFill>
              <a:srgbClr val="FF0000"/>
            </a:solidFill>
            <a:ln w="6350">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600">
                <a:solidFill>
                  <a:schemeClr val="tx1"/>
                </a:solidFill>
              </a:endParaRPr>
            </a:p>
          </p:txBody>
        </p:sp>
      </p:grpSp>
      <p:sp>
        <p:nvSpPr>
          <p:cNvPr id="164" name="TextBox 163">
            <a:extLst>
              <a:ext uri="{FF2B5EF4-FFF2-40B4-BE49-F238E27FC236}">
                <a16:creationId xmlns:a16="http://schemas.microsoft.com/office/drawing/2014/main" id="{88E7C60F-CBA9-8AAF-C1B5-4E3F70073CF7}"/>
              </a:ext>
            </a:extLst>
          </p:cNvPr>
          <p:cNvSpPr txBox="1"/>
          <p:nvPr/>
        </p:nvSpPr>
        <p:spPr>
          <a:xfrm>
            <a:off x="118518" y="2075653"/>
            <a:ext cx="464406" cy="300082"/>
          </a:xfrm>
          <a:prstGeom prst="rect">
            <a:avLst/>
          </a:prstGeom>
          <a:noFill/>
          <a:ln>
            <a:solidFill>
              <a:schemeClr val="accent1"/>
            </a:solidFill>
          </a:ln>
        </p:spPr>
        <p:txBody>
          <a:bodyPr wrap="square" lIns="0" tIns="0" rIns="0" bIns="0" rtlCol="0">
            <a:spAutoFit/>
          </a:bodyPr>
          <a:lstStyle/>
          <a:p>
            <a:pPr algn="ctr" defTabSz="685681">
              <a:defRPr/>
            </a:pPr>
            <a:r>
              <a:rPr lang="en-US" sz="750" b="1">
                <a:solidFill>
                  <a:srgbClr val="08312A">
                    <a:lumMod val="90000"/>
                    <a:lumOff val="10000"/>
                  </a:srgbClr>
                </a:solidFill>
                <a:cs typeface="Calibri" panose="020F0502020204030204" pitchFamily="34" charset="0"/>
              </a:rPr>
              <a:t>Ph2/3</a:t>
            </a:r>
          </a:p>
          <a:p>
            <a:pPr algn="ctr" defTabSz="685681">
              <a:defRPr/>
            </a:pPr>
            <a:r>
              <a:rPr lang="en-US" sz="600" b="1">
                <a:solidFill>
                  <a:srgbClr val="08312A">
                    <a:lumMod val="90000"/>
                    <a:lumOff val="10000"/>
                  </a:srgbClr>
                </a:solidFill>
                <a:cs typeface="Calibri" panose="020F0502020204030204" pitchFamily="34" charset="0"/>
              </a:rPr>
              <a:t>(1L R/M HNSCC)</a:t>
            </a:r>
          </a:p>
        </p:txBody>
      </p:sp>
      <p:sp>
        <p:nvSpPr>
          <p:cNvPr id="166" name="OTLSHAPE_T_5a934a26f311425e8ebaa0f45e6533ad_Shape">
            <a:extLst>
              <a:ext uri="{FF2B5EF4-FFF2-40B4-BE49-F238E27FC236}">
                <a16:creationId xmlns:a16="http://schemas.microsoft.com/office/drawing/2014/main" id="{33C431EB-8B44-EADE-BDE8-C9B2A78DB9D0}"/>
              </a:ext>
            </a:extLst>
          </p:cNvPr>
          <p:cNvSpPr/>
          <p:nvPr>
            <p:custDataLst>
              <p:tags r:id="rId22"/>
            </p:custDataLst>
          </p:nvPr>
        </p:nvSpPr>
        <p:spPr bwMode="auto">
          <a:xfrm>
            <a:off x="4987064" y="3136308"/>
            <a:ext cx="612000" cy="246888"/>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0" rIns="68580" bIns="34290" numCol="1" rtlCol="0" anchor="t" anchorCtr="0" compatLnSpc="1">
            <a:prstTxWarp prst="textNoShape">
              <a:avLst/>
            </a:prstTxWarp>
          </a:bodyPr>
          <a:lstStyle/>
          <a:p>
            <a:pPr algn="ctr" defTabSz="685766">
              <a:defRPr/>
            </a:pPr>
            <a:endParaRPr lang="en-US" altLang="zh-CN" sz="600" b="1" spc="-5">
              <a:solidFill>
                <a:srgbClr val="000000"/>
              </a:solidFill>
              <a:ea typeface="+mj-ea"/>
            </a:endParaRPr>
          </a:p>
        </p:txBody>
      </p:sp>
      <p:sp>
        <p:nvSpPr>
          <p:cNvPr id="168" name="Rectangle 55">
            <a:extLst>
              <a:ext uri="{FF2B5EF4-FFF2-40B4-BE49-F238E27FC236}">
                <a16:creationId xmlns:a16="http://schemas.microsoft.com/office/drawing/2014/main" id="{785C8914-5BAC-7F14-2B92-54192C7D3037}"/>
              </a:ext>
            </a:extLst>
          </p:cNvPr>
          <p:cNvSpPr/>
          <p:nvPr/>
        </p:nvSpPr>
        <p:spPr>
          <a:xfrm>
            <a:off x="4805801" y="3390580"/>
            <a:ext cx="300082" cy="184666"/>
          </a:xfrm>
          <a:prstGeom prst="rect">
            <a:avLst/>
          </a:prstGeom>
        </p:spPr>
        <p:txBody>
          <a:bodyPr wrap="none">
            <a:spAutoFit/>
          </a:bodyPr>
          <a:lstStyle/>
          <a:p>
            <a:pPr algn="ctr" defTabSz="914309">
              <a:defRPr/>
            </a:pPr>
            <a:r>
              <a:rPr lang="en-US" altLang="zh-CN" sz="600" b="1">
                <a:solidFill>
                  <a:srgbClr val="44546A"/>
                </a:solidFill>
                <a:ea typeface="+mj-ea"/>
                <a:cs typeface="Calibri" panose="020F0502020204030204" pitchFamily="34" charset="0"/>
              </a:rPr>
              <a:t>LPI</a:t>
            </a:r>
            <a:endParaRPr lang="zh-CN" altLang="en-US" sz="600" b="1">
              <a:solidFill>
                <a:srgbClr val="44546A"/>
              </a:solidFill>
              <a:ea typeface="+mj-ea"/>
              <a:cs typeface="Calibri" panose="020F0502020204030204" pitchFamily="34" charset="0"/>
            </a:endParaRPr>
          </a:p>
        </p:txBody>
      </p:sp>
      <p:sp>
        <p:nvSpPr>
          <p:cNvPr id="169" name="OTLSHAPE_T_e17f3958430f4cff8650518c93c7635e_StartDate">
            <a:extLst>
              <a:ext uri="{FF2B5EF4-FFF2-40B4-BE49-F238E27FC236}">
                <a16:creationId xmlns:a16="http://schemas.microsoft.com/office/drawing/2014/main" id="{8582953B-9F9E-D52E-843A-BEFE2AE9400E}"/>
              </a:ext>
            </a:extLst>
          </p:cNvPr>
          <p:cNvSpPr txBox="1"/>
          <p:nvPr>
            <p:custDataLst>
              <p:tags r:id="rId23"/>
            </p:custDataLst>
          </p:nvPr>
        </p:nvSpPr>
        <p:spPr>
          <a:xfrm>
            <a:off x="4629850" y="2986625"/>
            <a:ext cx="683360"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cs typeface="Calibri" panose="020F0502020204030204" pitchFamily="34" charset="0"/>
              </a:rPr>
              <a:t>Jan</a:t>
            </a:r>
          </a:p>
          <a:p>
            <a:pPr algn="ctr" defTabSz="914309">
              <a:defRPr/>
            </a:pPr>
            <a:r>
              <a:rPr lang="en-US" altLang="zh-CN" sz="600" b="1">
                <a:solidFill>
                  <a:srgbClr val="44546A"/>
                </a:solidFill>
                <a:ea typeface="+mj-ea"/>
                <a:cs typeface="Calibri" panose="020F0502020204030204" pitchFamily="34" charset="0"/>
              </a:rPr>
              <a:t>2026</a:t>
            </a:r>
            <a:endParaRPr lang="zh-CN" altLang="en-US" sz="600" b="1">
              <a:solidFill>
                <a:srgbClr val="44546A"/>
              </a:solidFill>
              <a:ea typeface="+mj-ea"/>
              <a:cs typeface="Calibri" panose="020F0502020204030204" pitchFamily="34" charset="0"/>
            </a:endParaRPr>
          </a:p>
        </p:txBody>
      </p:sp>
      <p:sp>
        <p:nvSpPr>
          <p:cNvPr id="170" name="OTLSHAPE_T_e17f3958430f4cff8650518c93c7635e_StartDate">
            <a:extLst>
              <a:ext uri="{FF2B5EF4-FFF2-40B4-BE49-F238E27FC236}">
                <a16:creationId xmlns:a16="http://schemas.microsoft.com/office/drawing/2014/main" id="{9451CB3C-C04F-0311-BE65-48C37A65E134}"/>
              </a:ext>
            </a:extLst>
          </p:cNvPr>
          <p:cNvSpPr txBox="1"/>
          <p:nvPr>
            <p:custDataLst>
              <p:tags r:id="rId24"/>
            </p:custDataLst>
          </p:nvPr>
        </p:nvSpPr>
        <p:spPr>
          <a:xfrm>
            <a:off x="5272915" y="2985615"/>
            <a:ext cx="683363"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cs typeface="Calibri" panose="020F0502020204030204" pitchFamily="34" charset="0"/>
              </a:rPr>
              <a:t>May</a:t>
            </a:r>
          </a:p>
          <a:p>
            <a:pPr algn="ctr" defTabSz="914309">
              <a:defRPr/>
            </a:pPr>
            <a:r>
              <a:rPr lang="en-US" altLang="zh-CN" sz="600" b="1">
                <a:solidFill>
                  <a:srgbClr val="44546A"/>
                </a:solidFill>
                <a:ea typeface="+mj-ea"/>
                <a:cs typeface="Calibri" panose="020F0502020204030204" pitchFamily="34" charset="0"/>
              </a:rPr>
              <a:t>2026</a:t>
            </a:r>
            <a:endParaRPr lang="zh-CN" altLang="en-US" sz="600" b="1">
              <a:solidFill>
                <a:srgbClr val="44546A"/>
              </a:solidFill>
              <a:ea typeface="+mj-ea"/>
              <a:cs typeface="Calibri" panose="020F0502020204030204" pitchFamily="34" charset="0"/>
            </a:endParaRPr>
          </a:p>
        </p:txBody>
      </p:sp>
      <p:grpSp>
        <p:nvGrpSpPr>
          <p:cNvPr id="171" name="Group 170">
            <a:extLst>
              <a:ext uri="{FF2B5EF4-FFF2-40B4-BE49-F238E27FC236}">
                <a16:creationId xmlns:a16="http://schemas.microsoft.com/office/drawing/2014/main" id="{C4AA7D60-7E60-AB20-F334-5C72A7C32EBD}"/>
              </a:ext>
            </a:extLst>
          </p:cNvPr>
          <p:cNvGrpSpPr/>
          <p:nvPr/>
        </p:nvGrpSpPr>
        <p:grpSpPr>
          <a:xfrm>
            <a:off x="5353214" y="3301997"/>
            <a:ext cx="491700" cy="448732"/>
            <a:chOff x="1136932" y="2443107"/>
            <a:chExt cx="655600" cy="598309"/>
          </a:xfrm>
        </p:grpSpPr>
        <p:sp>
          <p:nvSpPr>
            <p:cNvPr id="172" name="Rectangle 52">
              <a:extLst>
                <a:ext uri="{FF2B5EF4-FFF2-40B4-BE49-F238E27FC236}">
                  <a16:creationId xmlns:a16="http://schemas.microsoft.com/office/drawing/2014/main" id="{4662B1A5-4B19-E17D-CE72-A310C22CE72D}"/>
                </a:ext>
              </a:extLst>
            </p:cNvPr>
            <p:cNvSpPr/>
            <p:nvPr/>
          </p:nvSpPr>
          <p:spPr>
            <a:xfrm>
              <a:off x="1136932" y="2548974"/>
              <a:ext cx="655600" cy="492442"/>
            </a:xfrm>
            <a:prstGeom prst="rect">
              <a:avLst/>
            </a:prstGeom>
          </p:spPr>
          <p:txBody>
            <a:bodyPr wrap="square">
              <a:spAutoFit/>
            </a:bodyPr>
            <a:lstStyle/>
            <a:p>
              <a:pPr algn="ctr" defTabSz="914309">
                <a:defRPr/>
              </a:pPr>
              <a:r>
                <a:rPr lang="en-US" altLang="zh-CN" sz="600" b="1" err="1">
                  <a:solidFill>
                    <a:srgbClr val="44546A"/>
                  </a:solidFill>
                  <a:ea typeface="等线" panose="02010600030101010101" pitchFamily="2" charset="-122"/>
                </a:rPr>
                <a:t>PoCC</a:t>
              </a:r>
              <a:r>
                <a:rPr lang="en-US" altLang="zh-CN" sz="600" b="1">
                  <a:solidFill>
                    <a:srgbClr val="44546A"/>
                  </a:solidFill>
                  <a:ea typeface="等线" panose="02010600030101010101" pitchFamily="2" charset="-122"/>
                </a:rPr>
                <a:t>-like </a:t>
              </a:r>
              <a:r>
                <a:rPr lang="en-US" altLang="zh-CN" sz="600" b="1" err="1">
                  <a:solidFill>
                    <a:srgbClr val="44546A"/>
                  </a:solidFill>
                  <a:ea typeface="等线" panose="02010600030101010101" pitchFamily="2" charset="-122"/>
                </a:rPr>
                <a:t>PoCP</a:t>
              </a:r>
              <a:endParaRPr lang="zh-CN" altLang="en-US" sz="600" b="1">
                <a:solidFill>
                  <a:srgbClr val="44546A"/>
                </a:solidFill>
                <a:ea typeface="等线" panose="02010600030101010101" pitchFamily="2" charset="-122"/>
              </a:endParaRPr>
            </a:p>
          </p:txBody>
        </p:sp>
        <p:sp>
          <p:nvSpPr>
            <p:cNvPr id="173" name="Diamond 172">
              <a:extLst>
                <a:ext uri="{FF2B5EF4-FFF2-40B4-BE49-F238E27FC236}">
                  <a16:creationId xmlns:a16="http://schemas.microsoft.com/office/drawing/2014/main" id="{655CD8D0-94D6-426F-97D8-BF64808CA889}"/>
                </a:ext>
              </a:extLst>
            </p:cNvPr>
            <p:cNvSpPr/>
            <p:nvPr/>
          </p:nvSpPr>
          <p:spPr bwMode="gray">
            <a:xfrm>
              <a:off x="1376028" y="2443107"/>
              <a:ext cx="182880" cy="182880"/>
            </a:xfrm>
            <a:prstGeom prst="diamond">
              <a:avLst/>
            </a:prstGeom>
            <a:solidFill>
              <a:srgbClr val="FF0000"/>
            </a:solidFill>
            <a:ln w="6350">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600">
                <a:solidFill>
                  <a:schemeClr val="tx1"/>
                </a:solidFill>
              </a:endParaRPr>
            </a:p>
          </p:txBody>
        </p:sp>
      </p:grpSp>
      <p:sp>
        <p:nvSpPr>
          <p:cNvPr id="174" name="Star: 4 Points 143">
            <a:extLst>
              <a:ext uri="{FF2B5EF4-FFF2-40B4-BE49-F238E27FC236}">
                <a16:creationId xmlns:a16="http://schemas.microsoft.com/office/drawing/2014/main" id="{9392BBEE-976E-A8B4-F082-4B23164E2327}"/>
              </a:ext>
            </a:extLst>
          </p:cNvPr>
          <p:cNvSpPr/>
          <p:nvPr/>
        </p:nvSpPr>
        <p:spPr bwMode="auto">
          <a:xfrm>
            <a:off x="4912651" y="331444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sz="600">
              <a:solidFill>
                <a:prstClr val="black"/>
              </a:solidFill>
              <a:ea typeface="+mj-ea"/>
              <a:cs typeface="Calibri" panose="020F0502020204030204" pitchFamily="34" charset="0"/>
            </a:endParaRPr>
          </a:p>
        </p:txBody>
      </p:sp>
      <p:sp>
        <p:nvSpPr>
          <p:cNvPr id="180" name="Rectangle 55">
            <a:extLst>
              <a:ext uri="{FF2B5EF4-FFF2-40B4-BE49-F238E27FC236}">
                <a16:creationId xmlns:a16="http://schemas.microsoft.com/office/drawing/2014/main" id="{74D4229B-93D3-77F5-8534-E663C6242BA3}"/>
              </a:ext>
            </a:extLst>
          </p:cNvPr>
          <p:cNvSpPr/>
          <p:nvPr/>
        </p:nvSpPr>
        <p:spPr>
          <a:xfrm>
            <a:off x="8608984" y="4014189"/>
            <a:ext cx="351379" cy="276999"/>
          </a:xfrm>
          <a:prstGeom prst="rect">
            <a:avLst/>
          </a:prstGeom>
        </p:spPr>
        <p:txBody>
          <a:bodyPr wrap="none">
            <a:spAutoFit/>
          </a:bodyPr>
          <a:lstStyle/>
          <a:p>
            <a:pPr algn="ctr" defTabSz="914309">
              <a:defRPr/>
            </a:pPr>
            <a:r>
              <a:rPr lang="en-US" altLang="zh-CN" sz="600" b="1">
                <a:solidFill>
                  <a:srgbClr val="44546A"/>
                </a:solidFill>
                <a:ea typeface="+mj-ea"/>
                <a:cs typeface="Calibri" panose="020F0502020204030204" pitchFamily="34" charset="0"/>
              </a:rPr>
              <a:t>BLA </a:t>
            </a:r>
          </a:p>
          <a:p>
            <a:pPr algn="ctr" defTabSz="914309">
              <a:defRPr/>
            </a:pPr>
            <a:r>
              <a:rPr lang="en-US" altLang="zh-CN" sz="600" b="1">
                <a:solidFill>
                  <a:srgbClr val="44546A"/>
                </a:solidFill>
                <a:ea typeface="+mj-ea"/>
                <a:cs typeface="Calibri" panose="020F0502020204030204" pitchFamily="34" charset="0"/>
              </a:rPr>
              <a:t>sub.</a:t>
            </a:r>
            <a:endParaRPr lang="zh-CN" altLang="en-US" sz="600" b="1">
              <a:solidFill>
                <a:srgbClr val="44546A"/>
              </a:solidFill>
              <a:ea typeface="+mj-ea"/>
              <a:cs typeface="Calibri" panose="020F0502020204030204" pitchFamily="34" charset="0"/>
            </a:endParaRPr>
          </a:p>
        </p:txBody>
      </p:sp>
      <p:sp>
        <p:nvSpPr>
          <p:cNvPr id="181" name="OTLSHAPE_T_e17f3958430f4cff8650518c93c7635e_StartDate">
            <a:extLst>
              <a:ext uri="{FF2B5EF4-FFF2-40B4-BE49-F238E27FC236}">
                <a16:creationId xmlns:a16="http://schemas.microsoft.com/office/drawing/2014/main" id="{A9F167D4-FF24-4584-7431-AACA1BCEA379}"/>
              </a:ext>
            </a:extLst>
          </p:cNvPr>
          <p:cNvSpPr txBox="1"/>
          <p:nvPr>
            <p:custDataLst>
              <p:tags r:id="rId25"/>
            </p:custDataLst>
          </p:nvPr>
        </p:nvSpPr>
        <p:spPr>
          <a:xfrm>
            <a:off x="8440291" y="3616895"/>
            <a:ext cx="683363"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cs typeface="Calibri" panose="020F0502020204030204" pitchFamily="34" charset="0"/>
              </a:rPr>
              <a:t>Nov</a:t>
            </a:r>
          </a:p>
          <a:p>
            <a:pPr algn="ctr" defTabSz="914309">
              <a:defRPr/>
            </a:pPr>
            <a:r>
              <a:rPr lang="en-US" altLang="zh-CN" sz="600" b="1">
                <a:solidFill>
                  <a:srgbClr val="44546A"/>
                </a:solidFill>
                <a:ea typeface="+mj-ea"/>
                <a:cs typeface="Calibri" panose="020F0502020204030204" pitchFamily="34" charset="0"/>
              </a:rPr>
              <a:t>2029</a:t>
            </a:r>
            <a:endParaRPr lang="zh-CN" altLang="en-US" sz="600" b="1">
              <a:solidFill>
                <a:srgbClr val="44546A"/>
              </a:solidFill>
              <a:ea typeface="+mj-ea"/>
              <a:cs typeface="Calibri" panose="020F0502020204030204" pitchFamily="34" charset="0"/>
            </a:endParaRPr>
          </a:p>
        </p:txBody>
      </p:sp>
      <p:sp>
        <p:nvSpPr>
          <p:cNvPr id="182" name="Rectangle 55">
            <a:extLst>
              <a:ext uri="{FF2B5EF4-FFF2-40B4-BE49-F238E27FC236}">
                <a16:creationId xmlns:a16="http://schemas.microsoft.com/office/drawing/2014/main" id="{C995A809-E95B-F43A-F131-E7893DB23D66}"/>
              </a:ext>
            </a:extLst>
          </p:cNvPr>
          <p:cNvSpPr/>
          <p:nvPr/>
        </p:nvSpPr>
        <p:spPr>
          <a:xfrm>
            <a:off x="8884437" y="4014107"/>
            <a:ext cx="351379" cy="276999"/>
          </a:xfrm>
          <a:prstGeom prst="rect">
            <a:avLst/>
          </a:prstGeom>
        </p:spPr>
        <p:txBody>
          <a:bodyPr wrap="none">
            <a:spAutoFit/>
          </a:bodyPr>
          <a:lstStyle/>
          <a:p>
            <a:pPr algn="ctr" defTabSz="914309">
              <a:defRPr/>
            </a:pPr>
            <a:r>
              <a:rPr lang="en-US" altLang="zh-CN" sz="600" b="1">
                <a:solidFill>
                  <a:srgbClr val="44546A"/>
                </a:solidFill>
                <a:ea typeface="+mj-ea"/>
                <a:cs typeface="Calibri" panose="020F0502020204030204" pitchFamily="34" charset="0"/>
              </a:rPr>
              <a:t>BLA </a:t>
            </a:r>
          </a:p>
          <a:p>
            <a:pPr algn="ctr" defTabSz="914309">
              <a:defRPr/>
            </a:pPr>
            <a:r>
              <a:rPr lang="en-US" altLang="zh-CN" sz="600" b="1">
                <a:solidFill>
                  <a:srgbClr val="44546A"/>
                </a:solidFill>
                <a:ea typeface="+mj-ea"/>
                <a:cs typeface="Calibri" panose="020F0502020204030204" pitchFamily="34" charset="0"/>
              </a:rPr>
              <a:t>app.</a:t>
            </a:r>
            <a:endParaRPr lang="zh-CN" altLang="en-US" sz="600" b="1">
              <a:solidFill>
                <a:srgbClr val="44546A"/>
              </a:solidFill>
              <a:ea typeface="+mj-ea"/>
              <a:cs typeface="Calibri" panose="020F0502020204030204" pitchFamily="34" charset="0"/>
            </a:endParaRPr>
          </a:p>
        </p:txBody>
      </p:sp>
      <p:sp>
        <p:nvSpPr>
          <p:cNvPr id="183" name="OTLSHAPE_T_e17f3958430f4cff8650518c93c7635e_StartDate">
            <a:extLst>
              <a:ext uri="{FF2B5EF4-FFF2-40B4-BE49-F238E27FC236}">
                <a16:creationId xmlns:a16="http://schemas.microsoft.com/office/drawing/2014/main" id="{B7482EC9-00E9-1FDB-E866-22ED17D45CBA}"/>
              </a:ext>
            </a:extLst>
          </p:cNvPr>
          <p:cNvSpPr txBox="1"/>
          <p:nvPr>
            <p:custDataLst>
              <p:tags r:id="rId26"/>
            </p:custDataLst>
          </p:nvPr>
        </p:nvSpPr>
        <p:spPr>
          <a:xfrm>
            <a:off x="8893869" y="3616893"/>
            <a:ext cx="304410"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cs typeface="Calibri" panose="020F0502020204030204" pitchFamily="34" charset="0"/>
              </a:rPr>
              <a:t>Nov</a:t>
            </a:r>
          </a:p>
          <a:p>
            <a:pPr algn="ctr" defTabSz="914309">
              <a:defRPr/>
            </a:pPr>
            <a:r>
              <a:rPr lang="en-US" altLang="zh-CN" sz="600" b="1">
                <a:solidFill>
                  <a:srgbClr val="44546A"/>
                </a:solidFill>
                <a:ea typeface="+mj-ea"/>
                <a:cs typeface="Calibri" panose="020F0502020204030204" pitchFamily="34" charset="0"/>
              </a:rPr>
              <a:t>2030</a:t>
            </a:r>
            <a:endParaRPr lang="zh-CN" altLang="en-US" sz="600" b="1">
              <a:solidFill>
                <a:srgbClr val="44546A"/>
              </a:solidFill>
              <a:ea typeface="+mj-ea"/>
              <a:cs typeface="Calibri" panose="020F0502020204030204" pitchFamily="34" charset="0"/>
            </a:endParaRPr>
          </a:p>
        </p:txBody>
      </p:sp>
      <p:sp>
        <p:nvSpPr>
          <p:cNvPr id="184" name="Star: 4 Points 143">
            <a:extLst>
              <a:ext uri="{FF2B5EF4-FFF2-40B4-BE49-F238E27FC236}">
                <a16:creationId xmlns:a16="http://schemas.microsoft.com/office/drawing/2014/main" id="{7C110A51-6BD2-7193-18C4-5D317720B2EB}"/>
              </a:ext>
            </a:extLst>
          </p:cNvPr>
          <p:cNvSpPr/>
          <p:nvPr/>
        </p:nvSpPr>
        <p:spPr bwMode="auto">
          <a:xfrm>
            <a:off x="8711320" y="3933700"/>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68580" tIns="34290" rIns="68580" bIns="34290" numCol="1" rtlCol="0" anchor="t" anchorCtr="0" compatLnSpc="1">
            <a:prstTxWarp prst="textNoShape">
              <a:avLst/>
            </a:prstTxWarp>
          </a:bodyPr>
          <a:lstStyle/>
          <a:p>
            <a:pPr defTabSz="685749" eaLnBrk="0" fontAlgn="base" hangingPunct="0">
              <a:spcBef>
                <a:spcPct val="0"/>
              </a:spcBef>
              <a:spcAft>
                <a:spcPct val="0"/>
              </a:spcAft>
              <a:defRPr/>
            </a:pPr>
            <a:endParaRPr lang="zh-CN" altLang="en-US" sz="600">
              <a:solidFill>
                <a:prstClr val="black"/>
              </a:solidFill>
              <a:ea typeface="+mj-ea"/>
              <a:cs typeface="Calibri" panose="020F0502020204030204" pitchFamily="34" charset="0"/>
            </a:endParaRPr>
          </a:p>
        </p:txBody>
      </p:sp>
      <p:sp>
        <p:nvSpPr>
          <p:cNvPr id="185" name="五角星 55">
            <a:extLst>
              <a:ext uri="{FF2B5EF4-FFF2-40B4-BE49-F238E27FC236}">
                <a16:creationId xmlns:a16="http://schemas.microsoft.com/office/drawing/2014/main" id="{8955FC48-7547-44A0-3DD1-A7C9A8595C58}"/>
              </a:ext>
            </a:extLst>
          </p:cNvPr>
          <p:cNvSpPr>
            <a:spLocks/>
          </p:cNvSpPr>
          <p:nvPr/>
        </p:nvSpPr>
        <p:spPr bwMode="auto">
          <a:xfrm>
            <a:off x="8991966" y="3925454"/>
            <a:ext cx="108000" cy="108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685766" eaLnBrk="0" hangingPunct="0">
              <a:defRPr/>
            </a:pPr>
            <a:endParaRPr lang="zh-CN" altLang="en-US" sz="600">
              <a:solidFill>
                <a:srgbClr val="FF0000"/>
              </a:solidFill>
              <a:ea typeface="+mj-ea"/>
            </a:endParaRPr>
          </a:p>
        </p:txBody>
      </p:sp>
      <p:sp>
        <p:nvSpPr>
          <p:cNvPr id="187" name="Rectangle: Rounded Corners 186">
            <a:extLst>
              <a:ext uri="{FF2B5EF4-FFF2-40B4-BE49-F238E27FC236}">
                <a16:creationId xmlns:a16="http://schemas.microsoft.com/office/drawing/2014/main" id="{602CCD44-A612-8847-8E81-1D7296DD3A6C}"/>
              </a:ext>
            </a:extLst>
          </p:cNvPr>
          <p:cNvSpPr/>
          <p:nvPr/>
        </p:nvSpPr>
        <p:spPr>
          <a:xfrm>
            <a:off x="2340075" y="1842339"/>
            <a:ext cx="3076859" cy="719756"/>
          </a:xfrm>
          <a:prstGeom prst="round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45720" tIns="91440" rIns="45720" bIns="91440" rtlCol="0" anchor="ctr"/>
          <a:lstStyle/>
          <a:p>
            <a:pPr defTabSz="914288">
              <a:spcAft>
                <a:spcPts val="200"/>
              </a:spcAft>
              <a:defRPr/>
            </a:pPr>
            <a:r>
              <a:rPr lang="en-US" altLang="zh-CN" sz="750" b="1" dirty="0">
                <a:solidFill>
                  <a:srgbClr val="000000"/>
                </a:solidFill>
              </a:rPr>
              <a:t>Global Status:</a:t>
            </a:r>
          </a:p>
          <a:p>
            <a:pPr marL="128588" indent="-128588" defTabSz="914288">
              <a:spcAft>
                <a:spcPts val="200"/>
              </a:spcAft>
              <a:buFont typeface="Arial" panose="020B0604020202020204" pitchFamily="34" charset="0"/>
              <a:buChar char="•"/>
              <a:defRPr/>
            </a:pPr>
            <a:r>
              <a:rPr lang="en-US" altLang="zh-CN" sz="675" b="1" i="1" dirty="0">
                <a:solidFill>
                  <a:srgbClr val="002060"/>
                </a:solidFill>
              </a:rPr>
              <a:t>TALC endorsed biomarker-based Lean-</a:t>
            </a:r>
            <a:r>
              <a:rPr lang="en-US" altLang="zh-CN" sz="675" b="1" i="1" dirty="0" err="1">
                <a:solidFill>
                  <a:srgbClr val="002060"/>
                </a:solidFill>
              </a:rPr>
              <a:t>PoCP</a:t>
            </a:r>
            <a:r>
              <a:rPr lang="en-US" altLang="zh-CN" sz="675" b="1" i="1" dirty="0">
                <a:solidFill>
                  <a:srgbClr val="002060"/>
                </a:solidFill>
              </a:rPr>
              <a:t> criteria </a:t>
            </a:r>
            <a:r>
              <a:rPr lang="en-US" altLang="zh-CN" sz="675" dirty="0">
                <a:solidFill>
                  <a:srgbClr val="000000"/>
                </a:solidFill>
              </a:rPr>
              <a:t>on 2024-04-02. HPSC planned in 2024Jun for formal endorsement.</a:t>
            </a:r>
          </a:p>
          <a:p>
            <a:pPr marL="128588" indent="-128588" defTabSz="914288">
              <a:spcAft>
                <a:spcPts val="200"/>
              </a:spcAft>
              <a:buFont typeface="Arial" panose="020B0604020202020204" pitchFamily="34" charset="0"/>
              <a:buChar char="•"/>
              <a:defRPr/>
            </a:pPr>
            <a:r>
              <a:rPr lang="en-US" altLang="zh-CN" sz="675" dirty="0">
                <a:solidFill>
                  <a:srgbClr val="000000"/>
                </a:solidFill>
              </a:rPr>
              <a:t>No asset maximization planned for lean </a:t>
            </a:r>
            <a:r>
              <a:rPr lang="en-US" altLang="zh-CN" sz="675" dirty="0" err="1">
                <a:solidFill>
                  <a:srgbClr val="000000"/>
                </a:solidFill>
              </a:rPr>
              <a:t>PoCP</a:t>
            </a:r>
            <a:r>
              <a:rPr lang="en-US" altLang="zh-CN" sz="675" dirty="0">
                <a:solidFill>
                  <a:srgbClr val="000000"/>
                </a:solidFill>
              </a:rPr>
              <a:t>. </a:t>
            </a:r>
            <a:r>
              <a:rPr lang="en-US" altLang="zh-CN" sz="675" b="1" i="1" dirty="0" err="1">
                <a:solidFill>
                  <a:srgbClr val="002060"/>
                </a:solidFill>
              </a:rPr>
              <a:t>mNSCLC</a:t>
            </a:r>
            <a:r>
              <a:rPr lang="en-US" altLang="zh-CN" sz="675" dirty="0">
                <a:solidFill>
                  <a:srgbClr val="000000"/>
                </a:solidFill>
              </a:rPr>
              <a:t> may be considered as the 2nd indication in addition to HNSCC for further development. Updated strategy will be endorsed in June HPSC.</a:t>
            </a:r>
          </a:p>
        </p:txBody>
      </p:sp>
      <p:grpSp>
        <p:nvGrpSpPr>
          <p:cNvPr id="192" name="Group 191">
            <a:extLst>
              <a:ext uri="{FF2B5EF4-FFF2-40B4-BE49-F238E27FC236}">
                <a16:creationId xmlns:a16="http://schemas.microsoft.com/office/drawing/2014/main" id="{7C013757-4491-0FF4-63E8-D520E05D286B}"/>
              </a:ext>
            </a:extLst>
          </p:cNvPr>
          <p:cNvGrpSpPr/>
          <p:nvPr/>
        </p:nvGrpSpPr>
        <p:grpSpPr>
          <a:xfrm>
            <a:off x="4539726" y="4548859"/>
            <a:ext cx="3089606" cy="646331"/>
            <a:chOff x="5626385" y="5718527"/>
            <a:chExt cx="4119472" cy="861774"/>
          </a:xfrm>
        </p:grpSpPr>
        <p:sp>
          <p:nvSpPr>
            <p:cNvPr id="162" name="文本框 135">
              <a:extLst>
                <a:ext uri="{FF2B5EF4-FFF2-40B4-BE49-F238E27FC236}">
                  <a16:creationId xmlns:a16="http://schemas.microsoft.com/office/drawing/2014/main" id="{AB842C90-582D-8634-F7E1-DFF05024601F}"/>
                </a:ext>
              </a:extLst>
            </p:cNvPr>
            <p:cNvSpPr txBox="1"/>
            <p:nvPr/>
          </p:nvSpPr>
          <p:spPr>
            <a:xfrm>
              <a:off x="5626385" y="5718527"/>
              <a:ext cx="2389032" cy="861774"/>
            </a:xfrm>
            <a:prstGeom prst="rect">
              <a:avLst/>
            </a:prstGeom>
            <a:noFill/>
          </p:spPr>
          <p:txBody>
            <a:bodyPr wrap="square" rtlCol="0">
              <a:spAutoFit/>
            </a:bodyPr>
            <a:lstStyle>
              <a:defPPr>
                <a:defRPr lang="de-DE"/>
              </a:defPPr>
              <a:lvl1pPr defTabSz="685800">
                <a:defRPr sz="650" b="1">
                  <a:solidFill>
                    <a:srgbClr val="000000"/>
                  </a:solidFill>
                  <a:latin typeface="BISansOpti" panose="02000503040000020004" pitchFamily="2" charset="0"/>
                  <a:ea typeface="游ゴシック"/>
                </a:defRPr>
              </a:lvl1pPr>
            </a:lstStyle>
            <a:p>
              <a:pPr defTabSz="514337">
                <a:defRPr/>
              </a:pPr>
              <a:r>
                <a:rPr lang="en-US" altLang="zh-CN" sz="600">
                  <a:solidFill>
                    <a:schemeClr val="tx1"/>
                  </a:solidFill>
                  <a:latin typeface="+mn-lt"/>
                  <a:ea typeface="+mn-ea"/>
                </a:rPr>
                <a:t>Abbreviations</a:t>
              </a:r>
              <a:br>
                <a:rPr lang="en-US" altLang="zh-CN" sz="600" b="0">
                  <a:solidFill>
                    <a:schemeClr val="tx1"/>
                  </a:solidFill>
                  <a:latin typeface="+mn-lt"/>
                  <a:ea typeface="+mn-ea"/>
                </a:rPr>
              </a:br>
              <a:r>
                <a:rPr lang="en-US" altLang="zh-CN" sz="600" b="0">
                  <a:solidFill>
                    <a:schemeClr val="tx1"/>
                  </a:solidFill>
                  <a:latin typeface="+mn-lt"/>
                  <a:ea typeface="+mn-ea"/>
                </a:rPr>
                <a:t>FPI: first patient in</a:t>
              </a:r>
            </a:p>
            <a:p>
              <a:pPr defTabSz="514337">
                <a:defRPr/>
              </a:pPr>
              <a:r>
                <a:rPr lang="en-US" altLang="zh-CN" sz="600" b="0" err="1">
                  <a:solidFill>
                    <a:schemeClr val="tx1"/>
                  </a:solidFill>
                  <a:latin typeface="+mn-lt"/>
                  <a:ea typeface="+mn-ea"/>
                </a:rPr>
                <a:t>PoCP</a:t>
              </a:r>
              <a:r>
                <a:rPr lang="en-US" altLang="zh-CN" sz="600" b="0">
                  <a:solidFill>
                    <a:schemeClr val="tx1"/>
                  </a:solidFill>
                  <a:latin typeface="+mn-lt"/>
                  <a:ea typeface="+mn-ea"/>
                </a:rPr>
                <a:t>: Proof of Clinical Principle</a:t>
              </a:r>
            </a:p>
            <a:p>
              <a:pPr defTabSz="514337">
                <a:defRPr/>
              </a:pPr>
              <a:r>
                <a:rPr lang="en-US" altLang="zh-CN" sz="600" b="0" err="1">
                  <a:solidFill>
                    <a:schemeClr val="tx1"/>
                  </a:solidFill>
                  <a:latin typeface="+mn-lt"/>
                  <a:ea typeface="+mn-ea"/>
                </a:rPr>
                <a:t>PoCC</a:t>
              </a:r>
              <a:r>
                <a:rPr lang="en-US" altLang="zh-CN" sz="600" b="0">
                  <a:solidFill>
                    <a:schemeClr val="tx1"/>
                  </a:solidFill>
                  <a:latin typeface="+mn-lt"/>
                  <a:ea typeface="+mn-ea"/>
                </a:rPr>
                <a:t>: Proof of Clinical Concept</a:t>
              </a:r>
            </a:p>
            <a:p>
              <a:pPr defTabSz="514337">
                <a:defRPr/>
              </a:pPr>
              <a:r>
                <a:rPr lang="en-US" altLang="zh-CN" sz="600" b="0" err="1">
                  <a:solidFill>
                    <a:schemeClr val="tx1"/>
                  </a:solidFill>
                  <a:latin typeface="+mn-lt"/>
                  <a:ea typeface="+mn-ea"/>
                </a:rPr>
                <a:t>AxMP</a:t>
              </a:r>
              <a:r>
                <a:rPr lang="en-US" altLang="zh-CN" sz="600" b="0">
                  <a:solidFill>
                    <a:schemeClr val="tx1"/>
                  </a:solidFill>
                  <a:latin typeface="+mn-lt"/>
                  <a:ea typeface="+mn-ea"/>
                </a:rPr>
                <a:t>: Auxiliary Medicinal Products</a:t>
              </a:r>
            </a:p>
            <a:p>
              <a:pPr defTabSz="514337">
                <a:defRPr/>
              </a:pPr>
              <a:r>
                <a:rPr lang="en-US" altLang="zh-CN" sz="600" b="0">
                  <a:solidFill>
                    <a:schemeClr val="tx1"/>
                  </a:solidFill>
                  <a:latin typeface="+mn-lt"/>
                  <a:ea typeface="+mn-ea"/>
                </a:rPr>
                <a:t>SQV: Site Qualification Visit</a:t>
              </a:r>
            </a:p>
          </p:txBody>
        </p:sp>
        <p:sp>
          <p:nvSpPr>
            <p:cNvPr id="191" name="TextBox 190">
              <a:extLst>
                <a:ext uri="{FF2B5EF4-FFF2-40B4-BE49-F238E27FC236}">
                  <a16:creationId xmlns:a16="http://schemas.microsoft.com/office/drawing/2014/main" id="{F718391F-EA2F-99B4-FDA7-547D1610F2FC}"/>
                </a:ext>
              </a:extLst>
            </p:cNvPr>
            <p:cNvSpPr txBox="1"/>
            <p:nvPr/>
          </p:nvSpPr>
          <p:spPr bwMode="gray">
            <a:xfrm>
              <a:off x="7498057" y="5844375"/>
              <a:ext cx="2247800" cy="615553"/>
            </a:xfrm>
            <a:prstGeom prst="rect">
              <a:avLst/>
            </a:prstGeom>
            <a:noFill/>
          </p:spPr>
          <p:txBody>
            <a:bodyPr wrap="square">
              <a:spAutoFit/>
            </a:bodyPr>
            <a:lstStyle/>
            <a:p>
              <a:pPr defTabSz="514337">
                <a:defRPr/>
              </a:pPr>
              <a:r>
                <a:rPr lang="en-US" altLang="zh-CN" sz="600">
                  <a:solidFill>
                    <a:prstClr val="black"/>
                  </a:solidFill>
                </a:rPr>
                <a:t>AA: Accelerated Approval</a:t>
              </a:r>
            </a:p>
            <a:p>
              <a:pPr defTabSz="514337">
                <a:defRPr/>
              </a:pPr>
              <a:r>
                <a:rPr lang="en-US" altLang="zh-CN" sz="600">
                  <a:solidFill>
                    <a:prstClr val="black"/>
                  </a:solidFill>
                </a:rPr>
                <a:t>BLA: Biologics License Application</a:t>
              </a:r>
            </a:p>
            <a:p>
              <a:pPr defTabSz="514337">
                <a:defRPr/>
              </a:pPr>
              <a:r>
                <a:rPr lang="en-US" altLang="zh-CN" sz="600">
                  <a:solidFill>
                    <a:prstClr val="black"/>
                  </a:solidFill>
                </a:rPr>
                <a:t>Sub.: submission</a:t>
              </a:r>
            </a:p>
            <a:p>
              <a:pPr defTabSz="514337">
                <a:defRPr/>
              </a:pPr>
              <a:r>
                <a:rPr lang="en-US" altLang="zh-CN" sz="600">
                  <a:solidFill>
                    <a:prstClr val="black"/>
                  </a:solidFill>
                </a:rPr>
                <a:t>App.: approval</a:t>
              </a:r>
            </a:p>
          </p:txBody>
        </p:sp>
      </p:grpSp>
      <p:sp>
        <p:nvSpPr>
          <p:cNvPr id="4" name="Rectangle: Rounded Corners 3">
            <a:extLst>
              <a:ext uri="{FF2B5EF4-FFF2-40B4-BE49-F238E27FC236}">
                <a16:creationId xmlns:a16="http://schemas.microsoft.com/office/drawing/2014/main" id="{B43A7AC3-9CBD-7EE0-AEF0-FE6B99C32DD3}"/>
              </a:ext>
            </a:extLst>
          </p:cNvPr>
          <p:cNvSpPr/>
          <p:nvPr/>
        </p:nvSpPr>
        <p:spPr>
          <a:xfrm>
            <a:off x="1713980" y="3708450"/>
            <a:ext cx="3273083" cy="870887"/>
          </a:xfrm>
          <a:prstGeom prst="roundRect">
            <a:avLst/>
          </a:prstGeom>
          <a:solidFill>
            <a:schemeClr val="bg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45720" tIns="91440" rIns="45720" bIns="91440" rtlCol="0" anchor="ctr"/>
          <a:lstStyle/>
          <a:p>
            <a:pPr defTabSz="914288">
              <a:spcAft>
                <a:spcPts val="200"/>
              </a:spcAft>
              <a:defRPr/>
            </a:pPr>
            <a:r>
              <a:rPr lang="en-US" altLang="zh-CN" sz="750" b="1">
                <a:solidFill>
                  <a:srgbClr val="000000"/>
                </a:solidFill>
              </a:rPr>
              <a:t>China Status: </a:t>
            </a:r>
          </a:p>
          <a:p>
            <a:pPr marL="128588" indent="-128588" defTabSz="914288">
              <a:spcAft>
                <a:spcPts val="200"/>
              </a:spcAft>
              <a:buFont typeface="Arial" panose="020B0604020202020204" pitchFamily="34" charset="0"/>
              <a:buChar char="•"/>
              <a:defRPr/>
            </a:pPr>
            <a:r>
              <a:rPr lang="en-US" altLang="zh-CN" sz="675">
                <a:solidFill>
                  <a:srgbClr val="000000"/>
                </a:solidFill>
              </a:rPr>
              <a:t>CTA kick-off is planned at the week of 2024-05-06 targeting CTA submission by Aug 2024. The critical path is the amended CTP with </a:t>
            </a:r>
            <a:r>
              <a:rPr lang="en-US" altLang="zh-CN" sz="675" err="1">
                <a:solidFill>
                  <a:srgbClr val="000000"/>
                </a:solidFill>
              </a:rPr>
              <a:t>Ib</a:t>
            </a:r>
            <a:r>
              <a:rPr lang="en-US" altLang="zh-CN" sz="675">
                <a:solidFill>
                  <a:srgbClr val="000000"/>
                </a:solidFill>
              </a:rPr>
              <a:t> design planned on 2024-07-17 after FDA interaction.</a:t>
            </a:r>
          </a:p>
          <a:p>
            <a:pPr marL="128588" indent="-128588" defTabSz="914288">
              <a:spcAft>
                <a:spcPts val="200"/>
              </a:spcAft>
              <a:buFont typeface="Arial" panose="020B0604020202020204" pitchFamily="34" charset="0"/>
              <a:buChar char="•"/>
              <a:defRPr/>
            </a:pPr>
            <a:r>
              <a:rPr lang="en-US" altLang="zh-CN" sz="675">
                <a:solidFill>
                  <a:srgbClr val="000000"/>
                </a:solidFill>
              </a:rPr>
              <a:t>Site feasibility training was completed on 2024-04-10; SQVs will be completed by end of May; 4 sites selection will be confirmed by end of Jun.</a:t>
            </a:r>
          </a:p>
          <a:p>
            <a:pPr marL="128588" indent="-128588" defTabSz="914288">
              <a:spcAft>
                <a:spcPts val="200"/>
              </a:spcAft>
              <a:buFont typeface="Arial" panose="020B0604020202020204" pitchFamily="34" charset="0"/>
              <a:buChar char="•"/>
              <a:defRPr/>
            </a:pPr>
            <a:r>
              <a:rPr lang="en-US" altLang="zh-CN" sz="675">
                <a:solidFill>
                  <a:srgbClr val="000000"/>
                </a:solidFill>
              </a:rPr>
              <a:t>Follow up with global TMCP lead on assay transfer timeline.</a:t>
            </a:r>
          </a:p>
        </p:txBody>
      </p:sp>
      <p:sp>
        <p:nvSpPr>
          <p:cNvPr id="12" name="OTLSHAPE_T_e17f3958430f4cff8650518c93c7635e_StartDate">
            <a:extLst>
              <a:ext uri="{FF2B5EF4-FFF2-40B4-BE49-F238E27FC236}">
                <a16:creationId xmlns:a16="http://schemas.microsoft.com/office/drawing/2014/main" id="{3D071D1C-B291-264A-9E71-348124E8748F}"/>
              </a:ext>
            </a:extLst>
          </p:cNvPr>
          <p:cNvSpPr txBox="1"/>
          <p:nvPr>
            <p:custDataLst>
              <p:tags r:id="rId27"/>
            </p:custDataLst>
          </p:nvPr>
        </p:nvSpPr>
        <p:spPr>
          <a:xfrm>
            <a:off x="1573527" y="3000700"/>
            <a:ext cx="511967" cy="184666"/>
          </a:xfrm>
          <a:prstGeom prst="rect">
            <a:avLst/>
          </a:prstGeom>
          <a:noFill/>
        </p:spPr>
        <p:txBody>
          <a:bodyPr vert="horz" wrap="square" lIns="0" tIns="0" rIns="0" bIns="0" rtlCol="0" anchor="ctr" anchorCtr="0">
            <a:spAutoFit/>
          </a:bodyPr>
          <a:lstStyle/>
          <a:p>
            <a:pPr algn="ctr" defTabSz="914309">
              <a:defRPr/>
            </a:pPr>
            <a:r>
              <a:rPr lang="en-US" altLang="zh-CN" sz="600" b="1">
                <a:solidFill>
                  <a:srgbClr val="44546A"/>
                </a:solidFill>
                <a:ea typeface="+mj-ea"/>
                <a:cs typeface="Calibri" panose="020F0502020204030204" pitchFamily="34" charset="0"/>
              </a:rPr>
              <a:t>May </a:t>
            </a:r>
          </a:p>
          <a:p>
            <a:pPr algn="ctr" defTabSz="914309">
              <a:defRPr/>
            </a:pPr>
            <a:r>
              <a:rPr lang="en-US" altLang="zh-CN" sz="600" b="1">
                <a:solidFill>
                  <a:srgbClr val="44546A"/>
                </a:solidFill>
                <a:ea typeface="+mj-ea"/>
                <a:cs typeface="Calibri" panose="020F0502020204030204" pitchFamily="34" charset="0"/>
              </a:rPr>
              <a:t>2024</a:t>
            </a:r>
            <a:endParaRPr lang="zh-CN" altLang="en-US" sz="600" b="1">
              <a:solidFill>
                <a:srgbClr val="44546A"/>
              </a:solidFill>
              <a:ea typeface="+mj-ea"/>
              <a:cs typeface="Calibri" panose="020F0502020204030204" pitchFamily="34" charset="0"/>
            </a:endParaRPr>
          </a:p>
        </p:txBody>
      </p:sp>
    </p:spTree>
    <p:extLst>
      <p:ext uri="{BB962C8B-B14F-4D97-AF65-F5344CB8AC3E}">
        <p14:creationId xmlns:p14="http://schemas.microsoft.com/office/powerpoint/2010/main" val="3326657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D4EE1E-6C48-BAAC-792C-14DD0DA7D9EB}"/>
              </a:ext>
            </a:extLst>
          </p:cNvPr>
          <p:cNvSpPr>
            <a:spLocks noGrp="1"/>
          </p:cNvSpPr>
          <p:nvPr>
            <p:ph type="title"/>
          </p:nvPr>
        </p:nvSpPr>
        <p:spPr/>
        <p:txBody>
          <a:bodyPr/>
          <a:lstStyle/>
          <a:p>
            <a:r>
              <a:rPr lang="en-US" altLang="zh-CN"/>
              <a:t>ONIS &amp; IIS</a:t>
            </a:r>
            <a:endParaRPr lang="zh-CN" altLang="en-US"/>
          </a:p>
        </p:txBody>
      </p:sp>
      <p:sp>
        <p:nvSpPr>
          <p:cNvPr id="3" name="副标题 2">
            <a:extLst>
              <a:ext uri="{FF2B5EF4-FFF2-40B4-BE49-F238E27FC236}">
                <a16:creationId xmlns:a16="http://schemas.microsoft.com/office/drawing/2014/main" id="{C862A8C9-4D25-4F03-0C31-A5426E0D81BA}"/>
              </a:ext>
            </a:extLst>
          </p:cNvPr>
          <p:cNvSpPr>
            <a:spLocks noGrp="1"/>
          </p:cNvSpPr>
          <p:nvPr>
            <p:ph type="subTitle" idx="14"/>
          </p:nvPr>
        </p:nvSpPr>
        <p:spPr/>
        <p:txBody>
          <a:bodyPr/>
          <a:lstStyle/>
          <a:p>
            <a:endParaRPr lang="zh-CN" altLang="en-US"/>
          </a:p>
        </p:txBody>
      </p:sp>
      <p:sp>
        <p:nvSpPr>
          <p:cNvPr id="4" name="灯片编号占位符 3">
            <a:extLst>
              <a:ext uri="{FF2B5EF4-FFF2-40B4-BE49-F238E27FC236}">
                <a16:creationId xmlns:a16="http://schemas.microsoft.com/office/drawing/2014/main" id="{D3EEEDBC-87B8-90D5-F65F-6DEEEA688046}"/>
              </a:ext>
            </a:extLst>
          </p:cNvPr>
          <p:cNvSpPr>
            <a:spLocks noGrp="1"/>
          </p:cNvSpPr>
          <p:nvPr>
            <p:ph type="sldNum" sz="quarter" idx="16"/>
          </p:nvPr>
        </p:nvSpPr>
        <p:spPr/>
        <p:txBody>
          <a:bodyPr/>
          <a:lstStyle/>
          <a:p>
            <a:fld id="{8FF9B0DE-3FEB-4AA0-B465-B80EF7C1333D}" type="slidenum">
              <a:rPr lang="en-US" smtClean="0"/>
              <a:pPr/>
              <a:t>25</a:t>
            </a:fld>
            <a:endParaRPr lang="en-US"/>
          </a:p>
        </p:txBody>
      </p:sp>
      <p:sp>
        <p:nvSpPr>
          <p:cNvPr id="5" name="页脚占位符 4">
            <a:extLst>
              <a:ext uri="{FF2B5EF4-FFF2-40B4-BE49-F238E27FC236}">
                <a16:creationId xmlns:a16="http://schemas.microsoft.com/office/drawing/2014/main" id="{8BF24D09-0F8E-B31B-52B6-E8DFD474B3C1}"/>
              </a:ext>
            </a:extLst>
          </p:cNvPr>
          <p:cNvSpPr>
            <a:spLocks noGrp="1"/>
          </p:cNvSpPr>
          <p:nvPr>
            <p:ph type="ftr" sz="quarter" idx="19"/>
          </p:nvPr>
        </p:nvSpPr>
        <p:spPr/>
        <p:txBody>
          <a:bodyPr/>
          <a:lstStyle/>
          <a:p>
            <a:r>
              <a:rPr lang="en-US"/>
              <a:t>Presentation title    |    ONLY FOR INTERNAL USE</a:t>
            </a:r>
          </a:p>
        </p:txBody>
      </p:sp>
    </p:spTree>
    <p:extLst>
      <p:ext uri="{BB962C8B-B14F-4D97-AF65-F5344CB8AC3E}">
        <p14:creationId xmlns:p14="http://schemas.microsoft.com/office/powerpoint/2010/main" val="36846465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4"/>
          <p:cNvSpPr>
            <a:spLocks noGrp="1"/>
          </p:cNvSpPr>
          <p:nvPr>
            <p:ph type="title"/>
          </p:nvPr>
        </p:nvSpPr>
        <p:spPr>
          <a:xfrm>
            <a:off x="359569" y="95694"/>
            <a:ext cx="8424863" cy="362091"/>
          </a:xfrm>
        </p:spPr>
        <p:txBody>
          <a:bodyPr/>
          <a:lstStyle/>
          <a:p>
            <a:r>
              <a:rPr lang="en-US" altLang="zh-CN"/>
              <a:t>Portfolio Overview TA Oncology- ONIS &amp; IIS</a:t>
            </a:r>
            <a:endParaRPr lang="zh-CN" altLang="en-US"/>
          </a:p>
        </p:txBody>
      </p:sp>
      <p:sp>
        <p:nvSpPr>
          <p:cNvPr id="2" name="文本占位符 1">
            <a:extLst>
              <a:ext uri="{FF2B5EF4-FFF2-40B4-BE49-F238E27FC236}">
                <a16:creationId xmlns:a16="http://schemas.microsoft.com/office/drawing/2014/main" id="{90417443-4071-B064-89B8-0F41B1B66AB3}"/>
              </a:ext>
            </a:extLst>
          </p:cNvPr>
          <p:cNvSpPr>
            <a:spLocks noGrp="1"/>
          </p:cNvSpPr>
          <p:nvPr>
            <p:ph type="body" sz="quarter" idx="13"/>
          </p:nvPr>
        </p:nvSpPr>
        <p:spPr/>
        <p:txBody>
          <a:bodyPr/>
          <a:lstStyle/>
          <a:p>
            <a:endParaRPr lang="zh-CN" altLang="en-US"/>
          </a:p>
        </p:txBody>
      </p:sp>
      <p:sp>
        <p:nvSpPr>
          <p:cNvPr id="4" name="灯片编号占位符 3"/>
          <p:cNvSpPr>
            <a:spLocks noGrp="1"/>
          </p:cNvSpPr>
          <p:nvPr>
            <p:ph type="sldNum" sz="quarter" idx="11"/>
          </p:nvPr>
        </p:nvSpPr>
        <p:spPr/>
        <p:txBody>
          <a:bodyPr/>
          <a:lstStyle/>
          <a:p>
            <a:pPr defTabSz="685800">
              <a:defRPr/>
            </a:pPr>
            <a:fld id="{143B55C4-4F5A-416B-997D-6CE47EB0A945}" type="slidenum">
              <a:rPr lang="en-GB" sz="1000">
                <a:solidFill>
                  <a:srgbClr val="FFFFFF">
                    <a:lumMod val="50000"/>
                  </a:srgbClr>
                </a:solidFill>
                <a:latin typeface="BISansOptiCond"/>
              </a:rPr>
              <a:pPr defTabSz="685800">
                <a:defRPr/>
              </a:pPr>
              <a:t>26</a:t>
            </a:fld>
            <a:endParaRPr lang="en-GB" sz="1000">
              <a:solidFill>
                <a:srgbClr val="FFFFFF">
                  <a:lumMod val="50000"/>
                </a:srgbClr>
              </a:solidFill>
              <a:latin typeface="BISansOptiCond"/>
            </a:endParaRPr>
          </a:p>
        </p:txBody>
      </p:sp>
      <p:graphicFrame>
        <p:nvGraphicFramePr>
          <p:cNvPr id="6" name="Content Placeholder 3"/>
          <p:cNvGraphicFramePr>
            <a:graphicFrameLocks/>
          </p:cNvGraphicFramePr>
          <p:nvPr>
            <p:extLst>
              <p:ext uri="{D42A27DB-BD31-4B8C-83A1-F6EECF244321}">
                <p14:modId xmlns:p14="http://schemas.microsoft.com/office/powerpoint/2010/main" val="2329724774"/>
              </p:ext>
            </p:extLst>
          </p:nvPr>
        </p:nvGraphicFramePr>
        <p:xfrm>
          <a:off x="161005" y="389830"/>
          <a:ext cx="8828342" cy="4366631"/>
        </p:xfrm>
        <a:graphic>
          <a:graphicData uri="http://schemas.openxmlformats.org/drawingml/2006/table">
            <a:tbl>
              <a:tblPr firstRow="1" bandRow="1">
                <a:tableStyleId>{21E4AEA4-8DFA-4A89-87EB-49C32662AFE0}</a:tableStyleId>
              </a:tblPr>
              <a:tblGrid>
                <a:gridCol w="742895">
                  <a:extLst>
                    <a:ext uri="{9D8B030D-6E8A-4147-A177-3AD203B41FA5}">
                      <a16:colId xmlns:a16="http://schemas.microsoft.com/office/drawing/2014/main" val="20000"/>
                    </a:ext>
                  </a:extLst>
                </a:gridCol>
                <a:gridCol w="954095">
                  <a:extLst>
                    <a:ext uri="{9D8B030D-6E8A-4147-A177-3AD203B41FA5}">
                      <a16:colId xmlns:a16="http://schemas.microsoft.com/office/drawing/2014/main" val="20002"/>
                    </a:ext>
                  </a:extLst>
                </a:gridCol>
                <a:gridCol w="1384976">
                  <a:extLst>
                    <a:ext uri="{9D8B030D-6E8A-4147-A177-3AD203B41FA5}">
                      <a16:colId xmlns:a16="http://schemas.microsoft.com/office/drawing/2014/main" val="20003"/>
                    </a:ext>
                  </a:extLst>
                </a:gridCol>
                <a:gridCol w="656582">
                  <a:extLst>
                    <a:ext uri="{9D8B030D-6E8A-4147-A177-3AD203B41FA5}">
                      <a16:colId xmlns:a16="http://schemas.microsoft.com/office/drawing/2014/main" val="20004"/>
                    </a:ext>
                  </a:extLst>
                </a:gridCol>
                <a:gridCol w="615545">
                  <a:extLst>
                    <a:ext uri="{9D8B030D-6E8A-4147-A177-3AD203B41FA5}">
                      <a16:colId xmlns:a16="http://schemas.microsoft.com/office/drawing/2014/main" val="3852805294"/>
                    </a:ext>
                  </a:extLst>
                </a:gridCol>
                <a:gridCol w="742703">
                  <a:extLst>
                    <a:ext uri="{9D8B030D-6E8A-4147-A177-3AD203B41FA5}">
                      <a16:colId xmlns:a16="http://schemas.microsoft.com/office/drawing/2014/main" val="4100973461"/>
                    </a:ext>
                  </a:extLst>
                </a:gridCol>
                <a:gridCol w="3566930">
                  <a:extLst>
                    <a:ext uri="{9D8B030D-6E8A-4147-A177-3AD203B41FA5}">
                      <a16:colId xmlns:a16="http://schemas.microsoft.com/office/drawing/2014/main" val="20006"/>
                    </a:ext>
                  </a:extLst>
                </a:gridCol>
                <a:gridCol w="164616">
                  <a:extLst>
                    <a:ext uri="{9D8B030D-6E8A-4147-A177-3AD203B41FA5}">
                      <a16:colId xmlns:a16="http://schemas.microsoft.com/office/drawing/2014/main" val="1531765474"/>
                    </a:ext>
                  </a:extLst>
                </a:gridCol>
              </a:tblGrid>
              <a:tr h="507319">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bg1"/>
                          </a:solidFill>
                        </a:rPr>
                        <a:t>Product</a:t>
                      </a:r>
                      <a:endParaRPr lang="en-US" altLang="zh-CN" sz="800" kern="1200">
                        <a:solidFill>
                          <a:schemeClr val="bg1"/>
                        </a:solidFill>
                        <a:latin typeface="Calibri"/>
                        <a:ea typeface="+mn-ea"/>
                        <a:cs typeface="+mn-cs"/>
                      </a:endParaRPr>
                    </a:p>
                  </a:txBody>
                  <a:tcPr marL="69608" marR="69608" marT="28575" marB="28575"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1200">
                          <a:solidFill>
                            <a:schemeClr val="bg1"/>
                          </a:solidFill>
                        </a:rPr>
                        <a:t>Indication</a:t>
                      </a:r>
                      <a:endParaRPr lang="en-US" sz="800" kern="1200">
                        <a:solidFill>
                          <a:schemeClr val="bg1"/>
                        </a:solidFill>
                        <a:latin typeface="Calibri"/>
                        <a:ea typeface="+mn-ea"/>
                        <a:cs typeface="+mn-cs"/>
                      </a:endParaRPr>
                    </a:p>
                  </a:txBody>
                  <a:tcPr marL="69608" marR="69608" marT="28575" marB="28575"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bg1"/>
                          </a:solidFill>
                        </a:rPr>
                        <a:t>Study type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bg1"/>
                          </a:solidFill>
                        </a:rPr>
                        <a:t>(Study</a:t>
                      </a:r>
                      <a:r>
                        <a:rPr lang="en-US" altLang="zh-CN" sz="800" kern="1200" baseline="0">
                          <a:solidFill>
                            <a:schemeClr val="bg1"/>
                          </a:solidFill>
                        </a:rPr>
                        <a:t> no.: FPI-LPO,CTR</a:t>
                      </a:r>
                      <a:r>
                        <a:rPr lang="en-US" altLang="zh-CN" sz="800" kern="1200">
                          <a:solidFill>
                            <a:schemeClr val="bg1"/>
                          </a:solidFill>
                        </a:rPr>
                        <a:t>)</a:t>
                      </a:r>
                      <a:endParaRPr lang="zh-CN" altLang="en-US" sz="80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altLang="zh-CN" sz="800" b="1" kern="1200">
                          <a:solidFill>
                            <a:schemeClr val="bg1"/>
                          </a:solidFill>
                        </a:rPr>
                        <a:t> Next Mile-stone</a:t>
                      </a:r>
                      <a:endParaRPr lang="zh-CN" altLang="en-US" sz="80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altLang="zh-CN" sz="800" b="1" kern="1200">
                          <a:solidFill>
                            <a:schemeClr val="bg1"/>
                          </a:solidFill>
                        </a:rPr>
                        <a:t>China</a:t>
                      </a:r>
                      <a:r>
                        <a:rPr lang="en-US" altLang="zh-CN" sz="800" b="1" kern="1200" baseline="0">
                          <a:solidFill>
                            <a:schemeClr val="bg1"/>
                          </a:solidFil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baseline="0">
                          <a:solidFill>
                            <a:schemeClr val="bg1"/>
                          </a:solidFill>
                        </a:rPr>
                        <a:t>Dev. Strat.</a:t>
                      </a:r>
                      <a:endParaRPr lang="zh-CN" altLang="en-US" sz="80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bg1"/>
                          </a:solidFill>
                        </a:rPr>
                        <a:t>Current status</a:t>
                      </a:r>
                      <a:endParaRPr lang="zh-CN" altLang="en-US" sz="800" b="1" kern="1200">
                        <a:solidFill>
                          <a:schemeClr val="bg1"/>
                        </a:solidFill>
                        <a:latin typeface="+mn-ea"/>
                        <a:ea typeface="+mn-ea"/>
                        <a:cs typeface="+mn-cs"/>
                      </a:endParaRPr>
                    </a:p>
                  </a:txBody>
                  <a:tcPr marL="69608" marR="69608" marT="34290" marB="3429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bg1"/>
                          </a:solidFill>
                        </a:rPr>
                        <a:t>Key Updates</a:t>
                      </a:r>
                      <a:endParaRPr lang="zh-CN" altLang="en-US" sz="80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extLst>
                  <a:ext uri="{0D108BD9-81ED-4DB2-BD59-A6C34878D82A}">
                    <a16:rowId xmlns:a16="http://schemas.microsoft.com/office/drawing/2014/main" val="10000"/>
                  </a:ext>
                </a:extLst>
              </a:tr>
              <a:tr h="8793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Afatinib 30mg &amp; 40mg</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NSCLC</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PMO-</a:t>
                      </a:r>
                      <a:r>
                        <a:rPr lang="en-US" altLang="zh-CN" sz="800" kern="1200" err="1">
                          <a:solidFill>
                            <a:schemeClr val="tx1"/>
                          </a:solidFill>
                          <a:latin typeface="+mn-lt"/>
                          <a:ea typeface="+mn-ea"/>
                          <a:cs typeface="+mn-cs"/>
                        </a:rPr>
                        <a:t>NISnd</a:t>
                      </a:r>
                      <a:r>
                        <a:rPr lang="en-US" altLang="zh-CN" sz="800" kern="1200">
                          <a:solidFill>
                            <a:schemeClr val="tx1"/>
                          </a:solidFill>
                          <a:latin typeface="+mn-lt"/>
                          <a:ea typeface="+mn-ea"/>
                          <a:cs typeface="+mn-cs"/>
                        </a:rPr>
                        <a:t> (1200-0318):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May.2019-Dec.2023,</a:t>
                      </a:r>
                      <a:r>
                        <a:rPr lang="zh-CN" altLang="en-US" sz="800" kern="1200">
                          <a:solidFill>
                            <a:schemeClr val="tx1"/>
                          </a:solidFill>
                          <a:latin typeface="+mn-lt"/>
                          <a:ea typeface="+mn-ea"/>
                          <a:cs typeface="+mn-cs"/>
                        </a:rPr>
                        <a:t> </a:t>
                      </a:r>
                      <a:r>
                        <a:rPr lang="en-US" altLang="zh-CN" sz="800" kern="1200">
                          <a:solidFill>
                            <a:schemeClr val="tx1"/>
                          </a:solidFill>
                          <a:latin typeface="+mn-lt"/>
                          <a:ea typeface="+mn-ea"/>
                          <a:cs typeface="+mn-cs"/>
                        </a:rPr>
                        <a:t>Sep.2024</a:t>
                      </a:r>
                      <a:endParaRPr lang="zh-CN" altLang="en-US" sz="800" kern="1200">
                        <a:solidFill>
                          <a:schemeClr val="tx1"/>
                        </a:solidFill>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latin typeface="+mn-lt"/>
                          <a:ea typeface="+mn-ea"/>
                          <a:cs typeface="+mn-cs"/>
                        </a:rPr>
                        <a:t>CTR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latin typeface="+mn-lt"/>
                          <a:ea typeface="+mn-ea"/>
                          <a:cs typeface="+mn-cs"/>
                        </a:rPr>
                        <a:t>(Sep 2024)</a:t>
                      </a:r>
                      <a:endParaRPr lang="zh-CN" altLang="en-US" sz="800" kern="1200" noProof="0">
                        <a:solidFill>
                          <a:schemeClr val="tx1"/>
                        </a:solidFill>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latin typeface="+mn-lt"/>
                          <a:ea typeface="+mn-ea"/>
                          <a:cs typeface="+mn-cs"/>
                        </a:rPr>
                        <a:t>China alone</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latin typeface="+mn-lt"/>
                          <a:ea typeface="+mn-ea"/>
                          <a:cs typeface="+mn-cs"/>
                        </a:rPr>
                        <a:t>DBL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latin typeface="+mn-lt"/>
                          <a:ea typeface="+mn-ea"/>
                          <a:cs typeface="+mn-cs"/>
                        </a:rPr>
                        <a:t>(10Apr2024)</a:t>
                      </a:r>
                    </a:p>
                  </a:txBody>
                  <a:tcPr marL="69608" marR="69608" marT="28575" marB="28575"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800" kern="1200" noProof="0">
                          <a:solidFill>
                            <a:schemeClr val="tx1"/>
                          </a:solidFill>
                        </a:rPr>
                        <a:t>FSI &amp;</a:t>
                      </a:r>
                      <a:r>
                        <a:rPr lang="en-US" altLang="zh-CN" sz="800" kern="1200" baseline="0" noProof="0">
                          <a:solidFill>
                            <a:schemeClr val="tx1"/>
                          </a:solidFill>
                        </a:rPr>
                        <a:t> FPI</a:t>
                      </a:r>
                      <a:r>
                        <a:rPr lang="en-US" altLang="zh-CN" sz="800" kern="1200" noProof="0">
                          <a:solidFill>
                            <a:schemeClr val="tx1"/>
                          </a:solidFill>
                        </a:rPr>
                        <a:t> achieved on 20May2020; LPI achieved on 22Dec2021. </a:t>
                      </a:r>
                      <a:r>
                        <a:rPr lang="en-US" altLang="zh-CN" sz="800" kern="1200" baseline="0" noProof="0">
                          <a:solidFill>
                            <a:schemeClr val="tx1"/>
                          </a:solidFill>
                        </a:rPr>
                        <a:t>76 patients recruited from 10 initiated sites till end 2021</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lang="en-US" altLang="zh-CN" sz="800" kern="1200" baseline="0" noProof="0">
                          <a:solidFill>
                            <a:schemeClr val="tx1"/>
                          </a:solidFill>
                        </a:rPr>
                        <a:t>LPO on Dec22 2023</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800" kern="1200" baseline="0" noProof="0">
                          <a:solidFill>
                            <a:schemeClr val="accent2">
                              <a:lumMod val="75000"/>
                            </a:schemeClr>
                          </a:solidFill>
                          <a:latin typeface="+mn-lt"/>
                          <a:ea typeface="+mn-ea"/>
                          <a:cs typeface="+mn-cs"/>
                        </a:rPr>
                        <a:t>DBL on 10Apr 2024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800" kern="1200" baseline="0" noProof="0">
                          <a:solidFill>
                            <a:schemeClr val="accent2">
                              <a:lumMod val="75000"/>
                            </a:schemeClr>
                          </a:solidFill>
                          <a:latin typeface="+mn-lt"/>
                          <a:ea typeface="+mn-ea"/>
                          <a:cs typeface="+mn-cs"/>
                        </a:rPr>
                        <a:t>CTR process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800" kern="1200" baseline="0" noProof="0">
                          <a:solidFill>
                            <a:schemeClr val="accent2">
                              <a:lumMod val="75000"/>
                            </a:schemeClr>
                          </a:solidFill>
                          <a:latin typeface="+mn-lt"/>
                          <a:ea typeface="+mn-ea"/>
                          <a:cs typeface="+mn-cs"/>
                        </a:rPr>
                        <a:t>SEAP 2.0 in BI review &amp; approve process</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schemeClr val="bg1">
                            <a:lumMod val="75000"/>
                          </a:schemeClr>
                        </a:solidFill>
                        <a:effectLst/>
                        <a:uLnTx/>
                        <a:uFillTx/>
                        <a:latin typeface="Calibri" panose="020F0502020204030204" pitchFamily="34" charset="0"/>
                        <a:ea typeface="+mn-ea"/>
                        <a:cs typeface="Calibri" panose="020F0502020204030204" pitchFamily="34" charset="0"/>
                      </a:endParaRPr>
                    </a:p>
                  </a:txBody>
                  <a:tcPr marL="69608" marR="69608" marT="28575" marB="28575" anchor="ctr">
                    <a:solidFill>
                      <a:srgbClr val="009933"/>
                    </a:solidFill>
                  </a:tcPr>
                </a:tc>
                <a:extLst>
                  <a:ext uri="{0D108BD9-81ED-4DB2-BD59-A6C34878D82A}">
                    <a16:rowId xmlns:a16="http://schemas.microsoft.com/office/drawing/2014/main" val="1542785504"/>
                  </a:ext>
                </a:extLst>
              </a:tr>
              <a:tr h="8793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Afatinib 30mg &amp; 40mg</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Non-</a:t>
                      </a:r>
                      <a:r>
                        <a:rPr lang="en-US" altLang="zh-CN" sz="800" kern="1200" err="1">
                          <a:solidFill>
                            <a:schemeClr val="tx1"/>
                          </a:solidFill>
                          <a:latin typeface="+mn-lt"/>
                          <a:ea typeface="+mn-ea"/>
                          <a:cs typeface="+mn-cs"/>
                        </a:rPr>
                        <a:t>SqCC</a:t>
                      </a:r>
                      <a:r>
                        <a:rPr lang="en-US" altLang="zh-CN" sz="800" kern="1200">
                          <a:solidFill>
                            <a:schemeClr val="tx1"/>
                          </a:solidFill>
                          <a:latin typeface="+mn-lt"/>
                          <a:ea typeface="+mn-ea"/>
                          <a:cs typeface="+mn-cs"/>
                        </a:rPr>
                        <a:t> NSCLC</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Neoadjuvant</a:t>
                      </a:r>
                      <a:endParaRPr lang="zh-CN" altLang="en-US" sz="800" kern="1200">
                        <a:solidFill>
                          <a:schemeClr val="tx1"/>
                        </a:solidFill>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IIS (1200-0328):</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Jul.2020 - May.2022(stage 1), Apr.2025 (stage 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Sep.2025</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LPO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(Apr 2025)</a:t>
                      </a:r>
                      <a:endParaRPr lang="zh-CN" altLang="en-US" sz="800" kern="1200">
                        <a:solidFill>
                          <a:schemeClr val="tx1"/>
                        </a:solidFill>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latin typeface="+mn-lt"/>
                          <a:ea typeface="+mn-ea"/>
                          <a:cs typeface="+mn-cs"/>
                        </a:rPr>
                        <a:t>China alone</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Follow up </a:t>
                      </a:r>
                    </a:p>
                  </a:txBody>
                  <a:tcPr marL="69608" marR="69608" marT="28575" marB="28575" anchor="ctr">
                    <a:solidFill>
                      <a:schemeClr val="bg1">
                        <a:lumMod val="85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kumimoji="0" lang="en-US" altLang="zh-CN" sz="800" b="0" u="none" strike="noStrike" kern="1200" cap="none" spc="0" normalizeH="0" baseline="0">
                          <a:ln>
                            <a:noFill/>
                          </a:ln>
                          <a:solidFill>
                            <a:schemeClr val="tx1"/>
                          </a:solidFill>
                          <a:effectLst/>
                          <a:uLnTx/>
                          <a:uFillTx/>
                        </a:rPr>
                        <a:t>Enrollment completion on 9Feb2022</a:t>
                      </a:r>
                      <a:r>
                        <a:rPr lang="en-US" altLang="zh-CN" sz="800" b="0" u="none" strike="noStrike" kern="1200" cap="none" spc="0" normalizeH="0" baseline="0">
                          <a:ln>
                            <a:noFill/>
                          </a:ln>
                          <a:solidFill>
                            <a:schemeClr val="tx1"/>
                          </a:solidFill>
                          <a:effectLst/>
                          <a:uLnTx/>
                          <a:uFillTx/>
                        </a:rPr>
                        <a:t> </a:t>
                      </a:r>
                      <a:r>
                        <a:rPr kumimoji="0" lang="en-US" altLang="zh-CN" sz="800" b="0" u="none" strike="noStrike" kern="1200" cap="none" spc="0" normalizeH="0" baseline="0">
                          <a:ln>
                            <a:noFill/>
                          </a:ln>
                          <a:solidFill>
                            <a:schemeClr val="tx1"/>
                          </a:solidFill>
                          <a:effectLst/>
                          <a:uLnTx/>
                          <a:uFillTx/>
                        </a:rPr>
                        <a:t> ,total 47 patients enrolled</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kumimoji="0" lang="en-US" altLang="zh-CN" sz="800" b="0" u="none" strike="noStrike" kern="1200" cap="none" spc="0" normalizeH="0" baseline="0">
                          <a:ln>
                            <a:noFill/>
                          </a:ln>
                          <a:solidFill>
                            <a:schemeClr val="tx1"/>
                          </a:solidFill>
                          <a:effectLst/>
                          <a:uLnTx/>
                          <a:uFillTx/>
                        </a:rPr>
                        <a:t>primary endpoint (stage 1) results has </a:t>
                      </a:r>
                      <a:r>
                        <a:rPr lang="en-US" altLang="zh-CN" sz="800" b="0" u="none" strike="noStrike" kern="1200" cap="none" spc="0" normalizeH="0" baseline="0">
                          <a:ln>
                            <a:noFill/>
                          </a:ln>
                          <a:solidFill>
                            <a:schemeClr val="tx1"/>
                          </a:solidFill>
                          <a:effectLst/>
                          <a:uLnTx/>
                          <a:uFillTx/>
                        </a:rPr>
                        <a:t>reached: Abstract</a:t>
                      </a:r>
                      <a:r>
                        <a:rPr kumimoji="0" lang="en-US" altLang="zh-CN" sz="800" b="0" u="none" strike="noStrike" kern="1200" cap="none" spc="0" normalizeH="0" baseline="0">
                          <a:ln>
                            <a:noFill/>
                          </a:ln>
                          <a:solidFill>
                            <a:schemeClr val="tx1"/>
                          </a:solidFill>
                          <a:effectLst/>
                          <a:uLnTx/>
                          <a:uFillTx/>
                        </a:rPr>
                        <a:t> has</a:t>
                      </a:r>
                      <a:r>
                        <a:rPr lang="en-US" altLang="zh-CN" sz="800" b="0" u="none" strike="noStrike" kern="1200" cap="none" spc="0" normalizeH="0" baseline="0">
                          <a:ln>
                            <a:noFill/>
                          </a:ln>
                          <a:solidFill>
                            <a:schemeClr val="tx1"/>
                          </a:solidFill>
                          <a:effectLst/>
                          <a:uLnTx/>
                          <a:uFillTx/>
                        </a:rPr>
                        <a:t> </a:t>
                      </a:r>
                      <a:r>
                        <a:rPr kumimoji="0" lang="en-US" altLang="zh-CN" sz="800" b="0" u="none" strike="noStrike" kern="1200" cap="none" spc="0" normalizeH="0" baseline="0">
                          <a:ln>
                            <a:noFill/>
                          </a:ln>
                          <a:solidFill>
                            <a:schemeClr val="tx1"/>
                          </a:solidFill>
                          <a:effectLst/>
                          <a:uLnTx/>
                          <a:uFillTx/>
                        </a:rPr>
                        <a:t> oral </a:t>
                      </a:r>
                      <a:r>
                        <a:rPr lang="en-US" altLang="zh-CN" sz="800" b="0" u="none" strike="noStrike" kern="1200" cap="none" spc="0" normalizeH="0" baseline="0">
                          <a:ln>
                            <a:noFill/>
                          </a:ln>
                          <a:solidFill>
                            <a:schemeClr val="tx1"/>
                          </a:solidFill>
                          <a:effectLst/>
                          <a:uLnTx/>
                          <a:uFillTx/>
                        </a:rPr>
                        <a:t>presented</a:t>
                      </a:r>
                      <a:r>
                        <a:rPr kumimoji="0" lang="en-US" altLang="zh-CN" sz="800" b="0" u="none" strike="noStrike" kern="1200" cap="none" spc="0" normalizeH="0" baseline="0">
                          <a:ln>
                            <a:noFill/>
                          </a:ln>
                          <a:solidFill>
                            <a:schemeClr val="tx1"/>
                          </a:solidFill>
                          <a:effectLst/>
                          <a:uLnTx/>
                          <a:uFillTx/>
                        </a:rPr>
                        <a:t> at 59th STS</a:t>
                      </a:r>
                      <a:r>
                        <a:rPr kumimoji="0" lang="zh-CN" altLang="en-US" sz="800" b="0" u="none" strike="noStrike" kern="1200" cap="none" spc="0" normalizeH="0" baseline="0">
                          <a:ln>
                            <a:noFill/>
                          </a:ln>
                          <a:solidFill>
                            <a:schemeClr val="tx1"/>
                          </a:solidFill>
                          <a:effectLst/>
                          <a:uLnTx/>
                          <a:uFillTx/>
                        </a:rPr>
                        <a:t> </a:t>
                      </a:r>
                      <a:r>
                        <a:rPr kumimoji="0" lang="en-US" altLang="zh-CN" sz="800" b="0" u="none" strike="noStrike" kern="1200" cap="none" spc="0" normalizeH="0" baseline="0">
                          <a:ln>
                            <a:noFill/>
                          </a:ln>
                          <a:solidFill>
                            <a:schemeClr val="tx1"/>
                          </a:solidFill>
                          <a:effectLst/>
                          <a:uLnTx/>
                          <a:uFillTx/>
                        </a:rPr>
                        <a:t>done in Jan 2023</a:t>
                      </a:r>
                      <a:r>
                        <a:rPr kumimoji="0" lang="zh-CN" altLang="en-US" sz="800" b="0" u="none" strike="noStrike" kern="1200" cap="none" spc="0" normalizeH="0" baseline="0">
                          <a:ln>
                            <a:noFill/>
                          </a:ln>
                          <a:solidFill>
                            <a:schemeClr val="tx1"/>
                          </a:solidFill>
                          <a:effectLst/>
                          <a:uLnTx/>
                          <a:uFillTx/>
                        </a:rPr>
                        <a:t>，</a:t>
                      </a:r>
                      <a:r>
                        <a:rPr kumimoji="0" lang="en-US" altLang="zh-CN" sz="800" b="0" u="none" strike="noStrike" kern="1200" cap="none" spc="0" normalizeH="0" baseline="0">
                          <a:ln>
                            <a:noFill/>
                          </a:ln>
                          <a:solidFill>
                            <a:schemeClr val="tx1"/>
                          </a:solidFill>
                          <a:effectLst/>
                          <a:uLnTx/>
                          <a:uFillTx/>
                        </a:rPr>
                        <a:t>Report </a:t>
                      </a:r>
                      <a:r>
                        <a:rPr lang="en-US" altLang="zh-CN" sz="800" b="0" u="none" strike="noStrike" kern="1200" cap="none" spc="0" normalizeH="0" baseline="0">
                          <a:ln>
                            <a:noFill/>
                          </a:ln>
                          <a:solidFill>
                            <a:schemeClr val="tx1"/>
                          </a:solidFill>
                          <a:effectLst/>
                          <a:uLnTx/>
                          <a:uFillTx/>
                        </a:rPr>
                        <a:t> </a:t>
                      </a:r>
                      <a:r>
                        <a:rPr kumimoji="0" lang="en-US" altLang="zh-CN" sz="800" b="0" u="none" strike="noStrike" kern="1200" cap="none" spc="0" normalizeH="0" baseline="0">
                          <a:ln>
                            <a:noFill/>
                          </a:ln>
                          <a:solidFill>
                            <a:schemeClr val="tx1"/>
                          </a:solidFill>
                          <a:effectLst/>
                          <a:uLnTx/>
                          <a:uFillTx/>
                        </a:rPr>
                        <a:t>accepted by Nature communications on 26July2023.</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kumimoji="0" lang="en-US" altLang="zh-CN" sz="800" b="0" u="none" strike="noStrike" kern="1200" cap="none" spc="0" normalizeH="0" baseline="0">
                          <a:ln>
                            <a:noFill/>
                          </a:ln>
                          <a:solidFill>
                            <a:schemeClr val="tx1"/>
                          </a:solidFill>
                          <a:effectLst/>
                          <a:uLnTx/>
                          <a:uFillTx/>
                        </a:rPr>
                        <a:t>DIM report submitted successfully in Aug2023</a:t>
                      </a:r>
                    </a:p>
                    <a:p>
                      <a:pPr marL="171450" marR="0" lvl="0" indent="-171450" algn="l">
                        <a:lnSpc>
                          <a:spcPct val="100000"/>
                        </a:lnSpc>
                        <a:spcBef>
                          <a:spcPts val="0"/>
                        </a:spcBef>
                        <a:spcAft>
                          <a:spcPts val="0"/>
                        </a:spcAft>
                        <a:buClrTx/>
                        <a:buSzTx/>
                        <a:buFont typeface="Wingdings" panose="05000000000000000000" pitchFamily="2" charset="2"/>
                        <a:buChar char="Ø"/>
                      </a:pPr>
                      <a:r>
                        <a:rPr lang="en-US" sz="800" b="0" u="none" strike="noStrike" kern="1200" cap="none" spc="0" normalizeH="0" baseline="0" noProof="0">
                          <a:ln>
                            <a:noFill/>
                          </a:ln>
                          <a:solidFill>
                            <a:schemeClr val="tx1"/>
                          </a:solidFill>
                          <a:effectLst/>
                          <a:uLnTx/>
                          <a:uFillTx/>
                          <a:latin typeface="+mn-lt"/>
                          <a:ea typeface="+mn-ea"/>
                          <a:cs typeface="+mn-cs"/>
                        </a:rPr>
                        <a:t>Stage 2 follow up on track</a:t>
                      </a:r>
                      <a:endParaRPr lang="en-US" altLang="zh-CN" sz="800" b="0" u="none" strike="noStrike" kern="1200" cap="none" spc="0" normalizeH="0" baseline="0">
                        <a:ln>
                          <a:noFill/>
                        </a:ln>
                        <a:solidFill>
                          <a:schemeClr val="tx1"/>
                        </a:solidFill>
                        <a:effectLst/>
                        <a:uLnTx/>
                        <a:uFillTx/>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a:txBody>
                  <a:tcPr marL="69608" marR="69608" marT="28575" marB="28575" anchor="ctr">
                    <a:solidFill>
                      <a:srgbClr val="009933"/>
                    </a:solidFill>
                  </a:tcPr>
                </a:tc>
                <a:extLst>
                  <a:ext uri="{0D108BD9-81ED-4DB2-BD59-A6C34878D82A}">
                    <a16:rowId xmlns:a16="http://schemas.microsoft.com/office/drawing/2014/main" val="210179929"/>
                  </a:ext>
                </a:extLst>
              </a:tr>
              <a:tr h="4734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Afatinib 40mg</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Chordoma</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IIS (1200-0329):</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Oct.2022 – Dec.2025, Mar2026</a:t>
                      </a:r>
                      <a:endParaRPr lang="zh-CN" altLang="en-US" sz="800" kern="1200">
                        <a:solidFill>
                          <a:schemeClr val="tx1"/>
                        </a:solidFill>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LPI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(Dec 2024)</a:t>
                      </a:r>
                      <a:endParaRPr lang="zh-CN" altLang="en-US" sz="800" kern="1200">
                        <a:solidFill>
                          <a:schemeClr val="tx1"/>
                        </a:solidFill>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latin typeface="+mn-lt"/>
                          <a:ea typeface="+mn-ea"/>
                          <a:cs typeface="+mn-cs"/>
                        </a:rPr>
                        <a:t>China alone</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latin typeface="+mn-lt"/>
                          <a:ea typeface="+mn-ea"/>
                          <a:cs typeface="+mn-cs"/>
                        </a:rPr>
                        <a:t>Enrollment</a:t>
                      </a:r>
                    </a:p>
                  </a:txBody>
                  <a:tcPr marL="69608" marR="69608" marT="28575" marB="28575" anchor="ctr">
                    <a:solidFill>
                      <a:schemeClr val="bg1">
                        <a:lumMod val="85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lang="en-US" sz="800" b="0" u="none" strike="noStrike" kern="1200" cap="none" spc="0" normalizeH="0" baseline="0" noProof="0">
                          <a:ln>
                            <a:noFill/>
                          </a:ln>
                          <a:effectLst/>
                          <a:uLnTx/>
                          <a:uFillTx/>
                        </a:rPr>
                        <a:t>Clinical trail agreement</a:t>
                      </a:r>
                      <a:r>
                        <a:rPr lang="en-US" altLang="zh-CN" sz="800" b="0" u="none" strike="noStrike" kern="1200" cap="none" spc="0" normalizeH="0" baseline="0">
                          <a:ln>
                            <a:noFill/>
                          </a:ln>
                          <a:solidFill>
                            <a:schemeClr val="tx1"/>
                          </a:solidFill>
                          <a:effectLst/>
                          <a:uLnTx/>
                          <a:uFillTx/>
                        </a:rPr>
                        <a:t> </a:t>
                      </a:r>
                      <a:r>
                        <a:rPr kumimoji="0" lang="en-US" altLang="zh-CN" sz="800" b="0" u="none" strike="noStrike" kern="1200" cap="none" spc="0" normalizeH="0" baseline="0">
                          <a:ln>
                            <a:noFill/>
                          </a:ln>
                          <a:solidFill>
                            <a:schemeClr val="tx1"/>
                          </a:solidFill>
                          <a:effectLst/>
                          <a:uLnTx/>
                          <a:uFillTx/>
                        </a:rPr>
                        <a:t>fully signed, SIV:30Sep2022</a:t>
                      </a:r>
                      <a:r>
                        <a:rPr kumimoji="0" lang="zh-CN" altLang="en-US" sz="800" b="0" u="none" strike="noStrike" kern="1200" cap="none" spc="0" normalizeH="0" baseline="0">
                          <a:ln>
                            <a:noFill/>
                          </a:ln>
                          <a:solidFill>
                            <a:schemeClr val="tx1"/>
                          </a:solidFill>
                          <a:effectLst/>
                          <a:uLnTx/>
                          <a:uFillTx/>
                        </a:rPr>
                        <a:t>（</a:t>
                      </a:r>
                      <a:r>
                        <a:rPr kumimoji="0" lang="en-US" altLang="zh-CN" sz="800" b="0" u="none" strike="noStrike" kern="1200" cap="none" spc="0" normalizeH="0" baseline="0">
                          <a:ln>
                            <a:noFill/>
                          </a:ln>
                          <a:solidFill>
                            <a:schemeClr val="tx1"/>
                          </a:solidFill>
                          <a:effectLst/>
                          <a:uLnTx/>
                          <a:uFillTx/>
                        </a:rPr>
                        <a:t>sample size: 20)</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800" kern="1200" baseline="0">
                          <a:solidFill>
                            <a:schemeClr val="accent2">
                              <a:lumMod val="75000"/>
                            </a:schemeClr>
                          </a:solidFill>
                        </a:rPr>
                        <a:t>Actual recruit/ Planned recruit: </a:t>
                      </a:r>
                      <a:r>
                        <a:rPr lang="en-US" altLang="zh-CN" sz="800" kern="1200" baseline="0">
                          <a:solidFill>
                            <a:schemeClr val="accent2">
                              <a:lumMod val="75000"/>
                            </a:schemeClr>
                          </a:solidFill>
                          <a:latin typeface="+mn-lt"/>
                          <a:ea typeface="+mn-ea"/>
                          <a:cs typeface="+mn-cs"/>
                        </a:rPr>
                        <a:t>9/2</a:t>
                      </a:r>
                      <a:r>
                        <a:rPr lang="en-US" altLang="zh-CN" sz="800" kern="1200" baseline="0">
                          <a:solidFill>
                            <a:schemeClr val="accent2">
                              <a:lumMod val="75000"/>
                            </a:schemeClr>
                          </a:solidFill>
                        </a:rPr>
                        <a:t>0 (by 18Apr)​</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lang="en-US" altLang="zh-CN" sz="800" b="0" u="none" strike="noStrike" kern="1200" cap="none" spc="0" normalizeH="0" baseline="0">
                          <a:ln>
                            <a:noFill/>
                          </a:ln>
                          <a:solidFill>
                            <a:schemeClr val="tx1"/>
                          </a:solidFill>
                          <a:effectLst/>
                          <a:uLnTx/>
                          <a:uFillTx/>
                        </a:rPr>
                        <a:t>FPI</a:t>
                      </a:r>
                      <a:r>
                        <a:rPr lang="zh-CN" altLang="en-US" sz="800" b="0" u="none" strike="noStrike" kern="1200" cap="none" spc="0" normalizeH="0" baseline="0">
                          <a:ln>
                            <a:noFill/>
                          </a:ln>
                          <a:solidFill>
                            <a:schemeClr val="tx1"/>
                          </a:solidFill>
                          <a:effectLst/>
                          <a:uLnTx/>
                          <a:uFillTx/>
                        </a:rPr>
                        <a:t>：</a:t>
                      </a:r>
                      <a:r>
                        <a:rPr lang="en-US" altLang="zh-CN" sz="800" b="0" u="none" strike="noStrike" kern="1200" cap="none" spc="0" normalizeH="0" baseline="0">
                          <a:ln>
                            <a:noFill/>
                          </a:ln>
                          <a:solidFill>
                            <a:schemeClr val="tx1"/>
                          </a:solidFill>
                          <a:effectLst/>
                          <a:uLnTx/>
                          <a:uFillTx/>
                        </a:rPr>
                        <a:t>26Oct2022</a:t>
                      </a:r>
                      <a:endParaRPr lang="en-US" altLang="zh-CN" sz="800" b="0" i="0" u="none" strike="noStrike" kern="1200" cap="none" spc="0" normalizeH="0" baseline="0">
                        <a:ln>
                          <a:noFill/>
                        </a:ln>
                        <a:solidFill>
                          <a:schemeClr val="tx1"/>
                        </a:solidFill>
                        <a:effectLst/>
                        <a:uLnTx/>
                        <a:uFillTx/>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a:txBody>
                  <a:tcPr marL="69608" marR="69608" marT="28575" marB="28575" anchor="ctr">
                    <a:solidFill>
                      <a:srgbClr val="009933"/>
                    </a:solidFill>
                  </a:tcPr>
                </a:tc>
                <a:extLst>
                  <a:ext uri="{0D108BD9-81ED-4DB2-BD59-A6C34878D82A}">
                    <a16:rowId xmlns:a16="http://schemas.microsoft.com/office/drawing/2014/main" val="24637481"/>
                  </a:ext>
                </a:extLst>
              </a:tr>
              <a:tr h="6087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err="1">
                          <a:solidFill>
                            <a:schemeClr val="tx1"/>
                          </a:solidFill>
                          <a:highlight>
                            <a:srgbClr val="FFFF00"/>
                          </a:highlight>
                          <a:latin typeface="+mn-lt"/>
                          <a:ea typeface="+mn-ea"/>
                          <a:cs typeface="+mn-cs"/>
                        </a:rPr>
                        <a:t>Brigimadlin</a:t>
                      </a:r>
                      <a:endParaRPr lang="en-US" altLang="zh-CN" sz="800" kern="1200">
                        <a:solidFill>
                          <a:schemeClr val="tx1"/>
                        </a:solidFill>
                        <a:highlight>
                          <a:srgbClr val="FFFF00"/>
                        </a:highlight>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highlight>
                            <a:srgbClr val="FFFF00"/>
                          </a:highlight>
                          <a:latin typeface="+mn-lt"/>
                          <a:ea typeface="+mn-ea"/>
                          <a:cs typeface="+mn-cs"/>
                        </a:rPr>
                        <a:t>DDLPS</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err="1">
                          <a:solidFill>
                            <a:schemeClr val="tx1"/>
                          </a:solidFill>
                          <a:highlight>
                            <a:srgbClr val="FFFF00"/>
                          </a:highlight>
                          <a:latin typeface="+mn-lt"/>
                          <a:ea typeface="+mn-ea"/>
                          <a:cs typeface="+mn-cs"/>
                        </a:rPr>
                        <a:t>ONISed</a:t>
                      </a:r>
                      <a:r>
                        <a:rPr lang="en-US" altLang="zh-CN" sz="800" kern="1200">
                          <a:solidFill>
                            <a:schemeClr val="tx1"/>
                          </a:solidFill>
                          <a:highlight>
                            <a:srgbClr val="FFFF00"/>
                          </a:highlight>
                          <a:latin typeface="+mn-lt"/>
                          <a:ea typeface="+mn-ea"/>
                          <a:cs typeface="+mn-cs"/>
                        </a:rPr>
                        <a:t> (1403-0024</a:t>
                      </a:r>
                      <a:r>
                        <a:rPr lang="zh-CN" altLang="en-US" sz="800" kern="1200">
                          <a:solidFill>
                            <a:schemeClr val="tx1"/>
                          </a:solidFill>
                          <a:highlight>
                            <a:srgbClr val="FFFF00"/>
                          </a:highlight>
                          <a:latin typeface="+mn-lt"/>
                          <a:ea typeface="+mn-ea"/>
                          <a:cs typeface="+mn-cs"/>
                        </a:rPr>
                        <a:t>）</a:t>
                      </a:r>
                      <a:endParaRPr lang="en-US" altLang="zh-CN" sz="800" kern="1200">
                        <a:solidFill>
                          <a:schemeClr val="tx1"/>
                        </a:solidFill>
                        <a:highlight>
                          <a:srgbClr val="FFFF00"/>
                        </a:highlight>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highlight>
                            <a:srgbClr val="FFFF00"/>
                          </a:highlight>
                          <a:latin typeface="+mn-lt"/>
                          <a:ea typeface="+mn-ea"/>
                          <a:cs typeface="+mn-cs"/>
                        </a:rPr>
                        <a:t>Mar.2024,</a:t>
                      </a:r>
                      <a:r>
                        <a:rPr lang="zh-CN" altLang="en-US" sz="800" kern="1200">
                          <a:solidFill>
                            <a:schemeClr val="tx1"/>
                          </a:solidFill>
                          <a:highlight>
                            <a:srgbClr val="FFFF00"/>
                          </a:highlight>
                          <a:latin typeface="+mn-lt"/>
                          <a:ea typeface="+mn-ea"/>
                          <a:cs typeface="+mn-cs"/>
                        </a:rPr>
                        <a:t> </a:t>
                      </a:r>
                      <a:r>
                        <a:rPr lang="en-US" altLang="zh-CN" sz="800" kern="1200">
                          <a:solidFill>
                            <a:schemeClr val="tx1"/>
                          </a:solidFill>
                          <a:highlight>
                            <a:srgbClr val="FFFF00"/>
                          </a:highlight>
                          <a:latin typeface="+mn-lt"/>
                          <a:ea typeface="+mn-ea"/>
                          <a:cs typeface="+mn-cs"/>
                        </a:rPr>
                        <a:t>Aug.2024</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highlight>
                            <a:srgbClr val="FFFF00"/>
                          </a:highlight>
                          <a:latin typeface="+mn-lt"/>
                          <a:ea typeface="+mn-ea"/>
                          <a:cs typeface="+mn-cs"/>
                        </a:rPr>
                        <a:t>Final Report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highlight>
                            <a:srgbClr val="FFFF00"/>
                          </a:highlight>
                          <a:latin typeface="+mn-lt"/>
                          <a:ea typeface="+mn-ea"/>
                          <a:cs typeface="+mn-cs"/>
                        </a:rPr>
                        <a:t>(Aug 2024)</a:t>
                      </a:r>
                      <a:endParaRPr lang="zh-CN" altLang="en-US" sz="800" kern="1200">
                        <a:solidFill>
                          <a:schemeClr val="tx1"/>
                        </a:solidFill>
                        <a:highlight>
                          <a:srgbClr val="FFFF00"/>
                        </a:highlight>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highlight>
                            <a:srgbClr val="FFFF00"/>
                          </a:highlight>
                          <a:latin typeface="+mn-lt"/>
                          <a:ea typeface="+mn-ea"/>
                          <a:cs typeface="+mn-cs"/>
                        </a:rPr>
                        <a:t>China alone</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highlight>
                            <a:srgbClr val="FFFF00"/>
                          </a:highlight>
                          <a:latin typeface="+mn-lt"/>
                          <a:ea typeface="+mn-ea"/>
                          <a:cs typeface="+mn-cs"/>
                        </a:rPr>
                        <a:t>Data analysis</a:t>
                      </a:r>
                    </a:p>
                  </a:txBody>
                  <a:tcPr marL="69608" marR="69608" marT="28575" marB="28575"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highlight>
                            <a:srgbClr val="FFFF00"/>
                          </a:highlight>
                          <a:uLnTx/>
                          <a:uFillTx/>
                        </a:rPr>
                        <a:t>Summary approval: Jan 2023</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highlight>
                            <a:srgbClr val="FFFF00"/>
                          </a:highlight>
                          <a:uLnTx/>
                          <a:uFillTx/>
                        </a:rPr>
                        <a:t>Visited target PI on 15Feb 2023</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highlight>
                            <a:srgbClr val="FFFF00"/>
                          </a:highlight>
                          <a:uLnTx/>
                          <a:uFillTx/>
                          <a:latin typeface="+mn-lt"/>
                          <a:ea typeface="+mn-ea"/>
                          <a:cs typeface="+mn-cs"/>
                        </a:rPr>
                        <a:t>Got formal EC approval letter in Nov 2023.</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800" kern="1200" baseline="0">
                          <a:solidFill>
                            <a:schemeClr val="accent2">
                              <a:lumMod val="75000"/>
                            </a:schemeClr>
                          </a:solidFill>
                          <a:highlight>
                            <a:srgbClr val="FFFF00"/>
                          </a:highlight>
                          <a:latin typeface="+mn-lt"/>
                          <a:ea typeface="+mn-ea"/>
                          <a:cs typeface="+mn-cs"/>
                        </a:rPr>
                        <a:t>SIV: 13Mar 2024</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srgbClr val="FF0000"/>
                        </a:solidFill>
                        <a:effectLst/>
                        <a:highlight>
                          <a:srgbClr val="FFFF00"/>
                        </a:highlight>
                        <a:uLnTx/>
                        <a:uFillTx/>
                        <a:latin typeface="Calibri" panose="020F0502020204030204" pitchFamily="34" charset="0"/>
                        <a:ea typeface="+mn-ea"/>
                        <a:cs typeface="Calibri" panose="020F0502020204030204" pitchFamily="34" charset="0"/>
                      </a:endParaRPr>
                    </a:p>
                  </a:txBody>
                  <a:tcPr marL="69608" marR="69608" marT="28575" marB="28575" anchor="ctr">
                    <a:solidFill>
                      <a:srgbClr val="009933"/>
                    </a:solidFill>
                  </a:tcPr>
                </a:tc>
                <a:extLst>
                  <a:ext uri="{0D108BD9-81ED-4DB2-BD59-A6C34878D82A}">
                    <a16:rowId xmlns:a16="http://schemas.microsoft.com/office/drawing/2014/main" val="3984676028"/>
                  </a:ext>
                </a:extLst>
              </a:tr>
              <a:tr h="4734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Afatinib 40mg</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err="1">
                          <a:solidFill>
                            <a:schemeClr val="tx1"/>
                          </a:solidFill>
                          <a:latin typeface="+mn-lt"/>
                          <a:ea typeface="+mn-ea"/>
                          <a:cs typeface="+mn-cs"/>
                        </a:rPr>
                        <a:t>SqCC</a:t>
                      </a:r>
                      <a:endParaRPr lang="zh-CN" altLang="en-US" sz="800" kern="1200">
                        <a:solidFill>
                          <a:schemeClr val="tx1"/>
                        </a:solidFill>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IIS (1200-0279):</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Feb.2019-Dec.2022,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Sep.2023</a:t>
                      </a:r>
                      <a:endParaRPr lang="zh-CN" altLang="en-US" sz="800" kern="1200">
                        <a:solidFill>
                          <a:schemeClr val="tx1"/>
                        </a:solidFill>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Close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(Jul 2024)</a:t>
                      </a:r>
                      <a:endParaRPr lang="zh-CN" altLang="en-US" sz="800" kern="1200">
                        <a:solidFill>
                          <a:schemeClr val="tx1"/>
                        </a:solidFill>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latin typeface="+mn-lt"/>
                          <a:ea typeface="+mn-ea"/>
                          <a:cs typeface="+mn-cs"/>
                        </a:rPr>
                        <a:t>China alone</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latin typeface="+mn-lt"/>
                          <a:ea typeface="+mn-ea"/>
                          <a:cs typeface="+mn-cs"/>
                        </a:rPr>
                        <a:t>CTR</a:t>
                      </a:r>
                    </a:p>
                  </a:txBody>
                  <a:tcPr marL="69608" marR="69608" marT="28575" marB="28575"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uLnTx/>
                          <a:uFillTx/>
                        </a:rPr>
                        <a:t>Termination/waiting for final report</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uLnTx/>
                          <a:uFillTx/>
                          <a:latin typeface="+mn-lt"/>
                          <a:ea typeface="+mn-ea"/>
                          <a:cs typeface="+mn-cs"/>
                        </a:rPr>
                        <a:t>Agreement is under site reviewing.</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800" kern="1200" baseline="0">
                          <a:solidFill>
                            <a:schemeClr val="accent2">
                              <a:lumMod val="75000"/>
                            </a:schemeClr>
                          </a:solidFill>
                          <a:latin typeface="+mn-lt"/>
                          <a:ea typeface="+mn-ea"/>
                          <a:cs typeface="+mn-cs"/>
                        </a:rPr>
                        <a:t>Unilateral termination notice is in communication with legal.</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a:txBody>
                  <a:tcPr marL="69608" marR="69608" marT="28575" marB="28575" anchor="ctr">
                    <a:solidFill>
                      <a:schemeClr val="tx1">
                        <a:lumMod val="50000"/>
                        <a:lumOff val="50000"/>
                      </a:schemeClr>
                    </a:solidFill>
                  </a:tcPr>
                </a:tc>
                <a:extLst>
                  <a:ext uri="{0D108BD9-81ED-4DB2-BD59-A6C34878D82A}">
                    <a16:rowId xmlns:a16="http://schemas.microsoft.com/office/drawing/2014/main" val="3790385856"/>
                  </a:ext>
                </a:extLst>
              </a:tr>
              <a:tr h="4734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Afatinib 40mg</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NSCLC</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NRG1 </a:t>
                      </a:r>
                      <a:r>
                        <a:rPr lang="zh-CN" altLang="en-US" sz="800" kern="1200">
                          <a:solidFill>
                            <a:schemeClr val="tx1"/>
                          </a:solidFill>
                          <a:latin typeface="+mn-lt"/>
                          <a:ea typeface="+mn-ea"/>
                          <a:cs typeface="+mn-cs"/>
                        </a:rPr>
                        <a:t>≥</a:t>
                      </a:r>
                      <a:r>
                        <a:rPr lang="en-US" altLang="zh-CN" sz="800" kern="1200">
                          <a:solidFill>
                            <a:schemeClr val="tx1"/>
                          </a:solidFill>
                          <a:latin typeface="+mn-lt"/>
                          <a:ea typeface="+mn-ea"/>
                          <a:cs typeface="+mn-cs"/>
                        </a:rPr>
                        <a:t>2nd line setting</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IIS (1200-0332)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Aug.2021– Apr.2024, Oct.2024</a:t>
                      </a:r>
                      <a:endParaRPr lang="zh-CN" altLang="en-US" sz="800" kern="1200">
                        <a:solidFill>
                          <a:schemeClr val="tx1"/>
                        </a:solidFill>
                        <a:latin typeface="+mn-lt"/>
                        <a:ea typeface="+mn-ea"/>
                        <a:cs typeface="+mn-cs"/>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Close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(Dec 2024)</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latin typeface="+mn-lt"/>
                          <a:ea typeface="+mn-ea"/>
                          <a:cs typeface="+mn-cs"/>
                        </a:rPr>
                        <a:t>China alone</a:t>
                      </a: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noProof="0">
                          <a:solidFill>
                            <a:schemeClr val="tx1"/>
                          </a:solidFill>
                          <a:latin typeface="+mn-lt"/>
                          <a:ea typeface="+mn-ea"/>
                          <a:cs typeface="+mn-cs"/>
                        </a:rPr>
                        <a:t>CTR</a:t>
                      </a:r>
                    </a:p>
                  </a:txBody>
                  <a:tcPr marL="69608" marR="69608" marT="28575" marB="28575" anchor="ctr">
                    <a:solidFill>
                      <a:schemeClr val="bg1">
                        <a:lumMod val="85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kumimoji="0" lang="en-US" altLang="zh-CN" sz="800" b="0" u="none" strike="noStrike" kern="1200" cap="none" spc="0" normalizeH="0" baseline="0">
                          <a:ln>
                            <a:noFill/>
                          </a:ln>
                          <a:solidFill>
                            <a:schemeClr val="tx1"/>
                          </a:solidFill>
                          <a:effectLst/>
                          <a:uLnTx/>
                          <a:uFillTx/>
                        </a:rPr>
                        <a:t>FPI achieved on 27th Sep(sample size: 15, Actual recruit:2)</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uLnTx/>
                          <a:uFillTx/>
                        </a:rPr>
                        <a:t>Termination/waiting for final report.</a:t>
                      </a:r>
                      <a:endParaRPr kumimoji="0" lang="zh-CN" altLang="en-US" sz="800" b="0" i="0" u="none" strike="noStrike" kern="1200" cap="none" spc="0" normalizeH="0" baseline="0">
                        <a:ln>
                          <a:noFill/>
                        </a:ln>
                        <a:solidFill>
                          <a:schemeClr val="tx1"/>
                        </a:solidFill>
                        <a:effectLst/>
                        <a:uLnTx/>
                        <a:uFillTx/>
                        <a:latin typeface="Calibri"/>
                        <a:ea typeface="+mn-ea"/>
                        <a:cs typeface="Calibri"/>
                      </a:endParaRPr>
                    </a:p>
                  </a:txBody>
                  <a:tcPr marL="69608" marR="69608" marT="28575" marB="28575"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srgbClr val="FFFF00"/>
                        </a:solidFill>
                        <a:effectLst/>
                        <a:highlight>
                          <a:srgbClr val="C0C0C0"/>
                        </a:highlight>
                        <a:uLnTx/>
                        <a:uFillTx/>
                        <a:latin typeface="Calibri" panose="020F0502020204030204" pitchFamily="34" charset="0"/>
                        <a:ea typeface="+mn-ea"/>
                        <a:cs typeface="Calibri" panose="020F0502020204030204" pitchFamily="34" charset="0"/>
                      </a:endParaRPr>
                    </a:p>
                  </a:txBody>
                  <a:tcPr marL="69608" marR="69608" marT="28575" marB="28575" anchor="ctr">
                    <a:solidFill>
                      <a:schemeClr val="tx1">
                        <a:lumMod val="50000"/>
                        <a:lumOff val="50000"/>
                      </a:schemeClr>
                    </a:solidFill>
                  </a:tcPr>
                </a:tc>
                <a:extLst>
                  <a:ext uri="{0D108BD9-81ED-4DB2-BD59-A6C34878D82A}">
                    <a16:rowId xmlns:a16="http://schemas.microsoft.com/office/drawing/2014/main" val="3863045654"/>
                  </a:ext>
                </a:extLst>
              </a:tr>
            </a:tbl>
          </a:graphicData>
        </a:graphic>
      </p:graphicFrame>
    </p:spTree>
    <p:extLst>
      <p:ext uri="{BB962C8B-B14F-4D97-AF65-F5344CB8AC3E}">
        <p14:creationId xmlns:p14="http://schemas.microsoft.com/office/powerpoint/2010/main" val="3260843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B6A312B-8F65-0785-0027-90EA033550FC}"/>
              </a:ext>
            </a:extLst>
          </p:cNvPr>
          <p:cNvSpPr>
            <a:spLocks noGrp="1"/>
          </p:cNvSpPr>
          <p:nvPr>
            <p:ph type="title"/>
          </p:nvPr>
        </p:nvSpPr>
        <p:spPr/>
        <p:txBody>
          <a:bodyPr/>
          <a:lstStyle/>
          <a:p>
            <a:r>
              <a:rPr lang="en-US" altLang="zh-CN"/>
              <a:t>Back-up</a:t>
            </a:r>
            <a:endParaRPr lang="zh-CN" altLang="en-US"/>
          </a:p>
        </p:txBody>
      </p:sp>
      <p:sp>
        <p:nvSpPr>
          <p:cNvPr id="5" name="Slide Number Placeholder 4">
            <a:extLst>
              <a:ext uri="{FF2B5EF4-FFF2-40B4-BE49-F238E27FC236}">
                <a16:creationId xmlns:a16="http://schemas.microsoft.com/office/drawing/2014/main" id="{9C6A5750-0934-4CFD-9A23-E5E6788109E9}"/>
              </a:ext>
            </a:extLst>
          </p:cNvPr>
          <p:cNvSpPr>
            <a:spLocks noGrp="1"/>
          </p:cNvSpPr>
          <p:nvPr>
            <p:ph type="sldNum" sz="quarter" idx="16"/>
          </p:nvPr>
        </p:nvSpPr>
        <p:spPr/>
        <p:txBody>
          <a:bodyPr/>
          <a:lstStyle/>
          <a:p>
            <a:fld id="{143B55C4-4F5A-416B-997D-6CE47EB0A945}" type="slidenum">
              <a:rPr lang="en-GB" smtClean="0"/>
              <a:pPr/>
              <a:t>27</a:t>
            </a:fld>
            <a:endParaRPr lang="en-GB"/>
          </a:p>
        </p:txBody>
      </p:sp>
      <p:sp>
        <p:nvSpPr>
          <p:cNvPr id="6" name="副标题 5">
            <a:extLst>
              <a:ext uri="{FF2B5EF4-FFF2-40B4-BE49-F238E27FC236}">
                <a16:creationId xmlns:a16="http://schemas.microsoft.com/office/drawing/2014/main" id="{64735846-FFCD-F1E8-8DB3-5EEEAF9AECA3}"/>
              </a:ext>
            </a:extLst>
          </p:cNvPr>
          <p:cNvSpPr>
            <a:spLocks noGrp="1"/>
          </p:cNvSpPr>
          <p:nvPr>
            <p:ph type="subTitle" idx="14"/>
          </p:nvPr>
        </p:nvSpPr>
        <p:spPr/>
        <p:txBody>
          <a:bodyPr/>
          <a:lstStyle/>
          <a:p>
            <a:endParaRPr lang="zh-CN" altLang="en-US"/>
          </a:p>
        </p:txBody>
      </p:sp>
    </p:spTree>
    <p:extLst>
      <p:ext uri="{BB962C8B-B14F-4D97-AF65-F5344CB8AC3E}">
        <p14:creationId xmlns:p14="http://schemas.microsoft.com/office/powerpoint/2010/main" val="109056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内容占位符 65">
            <a:extLst>
              <a:ext uri="{FF2B5EF4-FFF2-40B4-BE49-F238E27FC236}">
                <a16:creationId xmlns:a16="http://schemas.microsoft.com/office/drawing/2014/main" id="{39D3766B-C18B-0839-8EC7-EE498F708E5A}"/>
              </a:ext>
            </a:extLst>
          </p:cNvPr>
          <p:cNvPicPr>
            <a:picLocks noGrp="1" noChangeAspect="1"/>
          </p:cNvPicPr>
          <p:nvPr>
            <p:ph idx="1"/>
          </p:nvPr>
        </p:nvPicPr>
        <p:blipFill>
          <a:blip r:embed="rId2"/>
          <a:stretch>
            <a:fillRect/>
          </a:stretch>
        </p:blipFill>
        <p:spPr>
          <a:xfrm>
            <a:off x="623500" y="1060450"/>
            <a:ext cx="7898587" cy="3402013"/>
          </a:xfrm>
        </p:spPr>
      </p:pic>
      <p:sp>
        <p:nvSpPr>
          <p:cNvPr id="4" name="灯片编号占位符 3">
            <a:extLst>
              <a:ext uri="{FF2B5EF4-FFF2-40B4-BE49-F238E27FC236}">
                <a16:creationId xmlns:a16="http://schemas.microsoft.com/office/drawing/2014/main" id="{29717437-06CB-DB49-41AE-0A0F0A6F9A86}"/>
              </a:ext>
            </a:extLst>
          </p:cNvPr>
          <p:cNvSpPr>
            <a:spLocks noGrp="1"/>
          </p:cNvSpPr>
          <p:nvPr>
            <p:ph type="sldNum" sz="quarter" idx="12"/>
          </p:nvPr>
        </p:nvSpPr>
        <p:spPr/>
        <p:txBody>
          <a:bodyPr/>
          <a:lstStyle/>
          <a:p>
            <a:fld id="{143B55C4-4F5A-416B-997D-6CE47EB0A945}" type="slidenum">
              <a:rPr lang="en-GB" smtClean="0"/>
              <a:pPr/>
              <a:t>28</a:t>
            </a:fld>
            <a:endParaRPr lang="en-GB"/>
          </a:p>
        </p:txBody>
      </p:sp>
      <p:sp>
        <p:nvSpPr>
          <p:cNvPr id="5" name="标题 4">
            <a:extLst>
              <a:ext uri="{FF2B5EF4-FFF2-40B4-BE49-F238E27FC236}">
                <a16:creationId xmlns:a16="http://schemas.microsoft.com/office/drawing/2014/main" id="{E7716C4B-35B6-D163-D2DC-0E81A9ED5E37}"/>
              </a:ext>
            </a:extLst>
          </p:cNvPr>
          <p:cNvSpPr>
            <a:spLocks noGrp="1"/>
          </p:cNvSpPr>
          <p:nvPr>
            <p:ph type="title"/>
          </p:nvPr>
        </p:nvSpPr>
        <p:spPr/>
        <p:txBody>
          <a:bodyPr/>
          <a:lstStyle/>
          <a:p>
            <a:r>
              <a:rPr lang="en-US" altLang="zh-CN"/>
              <a:t>1403.8 (BL-1) Study design</a:t>
            </a:r>
            <a:endParaRPr lang="zh-CN" altLang="en-US"/>
          </a:p>
        </p:txBody>
      </p:sp>
      <p:sp>
        <p:nvSpPr>
          <p:cNvPr id="67" name="文本框 66">
            <a:extLst>
              <a:ext uri="{FF2B5EF4-FFF2-40B4-BE49-F238E27FC236}">
                <a16:creationId xmlns:a16="http://schemas.microsoft.com/office/drawing/2014/main" id="{5CC38298-9083-BD93-9AF0-510B98D98E5B}"/>
              </a:ext>
            </a:extLst>
          </p:cNvPr>
          <p:cNvSpPr txBox="1"/>
          <p:nvPr/>
        </p:nvSpPr>
        <p:spPr>
          <a:xfrm>
            <a:off x="4697254" y="4657684"/>
            <a:ext cx="620039" cy="169277"/>
          </a:xfrm>
          <a:prstGeom prst="rect">
            <a:avLst/>
          </a:prstGeom>
          <a:noFill/>
        </p:spPr>
        <p:txBody>
          <a:bodyPr wrap="square" lIns="0" tIns="0" rIns="0" bIns="0" rtlCol="0">
            <a:spAutoFit/>
          </a:bodyPr>
          <a:lstStyle/>
          <a:p>
            <a:r>
              <a:rPr lang="en-US" altLang="zh-CN" sz="1100">
                <a:solidFill>
                  <a:srgbClr val="CC3333"/>
                </a:solidFill>
              </a:rPr>
              <a:t>HR&lt;0.80</a:t>
            </a:r>
            <a:endParaRPr lang="zh-CN" altLang="en-US" sz="1100">
              <a:solidFill>
                <a:srgbClr val="CC3333"/>
              </a:solidFill>
            </a:endParaRPr>
          </a:p>
        </p:txBody>
      </p:sp>
      <p:sp>
        <p:nvSpPr>
          <p:cNvPr id="68" name="文本框 67">
            <a:extLst>
              <a:ext uri="{FF2B5EF4-FFF2-40B4-BE49-F238E27FC236}">
                <a16:creationId xmlns:a16="http://schemas.microsoft.com/office/drawing/2014/main" id="{25C98A2B-2E33-31F9-D12C-4812CC95C662}"/>
              </a:ext>
            </a:extLst>
          </p:cNvPr>
          <p:cNvSpPr txBox="1"/>
          <p:nvPr/>
        </p:nvSpPr>
        <p:spPr>
          <a:xfrm>
            <a:off x="6504559" y="4657685"/>
            <a:ext cx="776614" cy="169277"/>
          </a:xfrm>
          <a:prstGeom prst="rect">
            <a:avLst/>
          </a:prstGeom>
          <a:noFill/>
        </p:spPr>
        <p:txBody>
          <a:bodyPr wrap="square" lIns="0" tIns="0" rIns="0" bIns="0" rtlCol="0">
            <a:spAutoFit/>
          </a:bodyPr>
          <a:lstStyle/>
          <a:p>
            <a:r>
              <a:rPr lang="en-US" altLang="zh-CN" sz="1100">
                <a:solidFill>
                  <a:srgbClr val="CC3333"/>
                </a:solidFill>
              </a:rPr>
              <a:t>HR&lt;0.55</a:t>
            </a:r>
            <a:endParaRPr lang="zh-CN" altLang="en-US" sz="1100">
              <a:solidFill>
                <a:srgbClr val="CC3333"/>
              </a:solidFill>
            </a:endParaRPr>
          </a:p>
        </p:txBody>
      </p:sp>
    </p:spTree>
    <p:extLst>
      <p:ext uri="{BB962C8B-B14F-4D97-AF65-F5344CB8AC3E}">
        <p14:creationId xmlns:p14="http://schemas.microsoft.com/office/powerpoint/2010/main" val="303457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a:extLst>
              <a:ext uri="{FF2B5EF4-FFF2-40B4-BE49-F238E27FC236}">
                <a16:creationId xmlns:a16="http://schemas.microsoft.com/office/drawing/2014/main" id="{C76F9AAA-4602-9851-34E3-6F5644601B3B}"/>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443830EA-4660-EAD3-C8A2-C0B54CD27EF1}"/>
              </a:ext>
            </a:extLst>
          </p:cNvPr>
          <p:cNvSpPr>
            <a:spLocks noGrp="1"/>
          </p:cNvSpPr>
          <p:nvPr>
            <p:ph type="sldNum" sz="quarter" idx="12"/>
          </p:nvPr>
        </p:nvSpPr>
        <p:spPr/>
        <p:txBody>
          <a:bodyPr/>
          <a:lstStyle/>
          <a:p>
            <a:fld id="{143B55C4-4F5A-416B-997D-6CE47EB0A945}" type="slidenum">
              <a:rPr lang="en-GB" smtClean="0"/>
              <a:pPr/>
              <a:t>29</a:t>
            </a:fld>
            <a:endParaRPr lang="en-GB"/>
          </a:p>
        </p:txBody>
      </p:sp>
      <p:sp>
        <p:nvSpPr>
          <p:cNvPr id="5" name="标题 4">
            <a:extLst>
              <a:ext uri="{FF2B5EF4-FFF2-40B4-BE49-F238E27FC236}">
                <a16:creationId xmlns:a16="http://schemas.microsoft.com/office/drawing/2014/main" id="{CAA1EA45-D08E-2EEE-0CFD-D82471704E2F}"/>
              </a:ext>
            </a:extLst>
          </p:cNvPr>
          <p:cNvSpPr>
            <a:spLocks noGrp="1"/>
          </p:cNvSpPr>
          <p:nvPr>
            <p:ph type="title"/>
          </p:nvPr>
        </p:nvSpPr>
        <p:spPr/>
        <p:txBody>
          <a:bodyPr>
            <a:normAutofit/>
          </a:bodyPr>
          <a:lstStyle/>
          <a:p>
            <a:r>
              <a:rPr lang="en-US" altLang="zh-CN"/>
              <a:t>1403.11 (BL-2) Study design</a:t>
            </a:r>
            <a:endParaRPr lang="zh-CN" altLang="en-US"/>
          </a:p>
        </p:txBody>
      </p:sp>
      <p:pic>
        <p:nvPicPr>
          <p:cNvPr id="6" name="Picture 34">
            <a:extLst>
              <a:ext uri="{FF2B5EF4-FFF2-40B4-BE49-F238E27FC236}">
                <a16:creationId xmlns:a16="http://schemas.microsoft.com/office/drawing/2014/main" id="{378300AC-619A-1EEF-5DAC-01A77CB829C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0247" y="775936"/>
            <a:ext cx="6837950" cy="4342513"/>
          </a:xfrm>
          <a:prstGeom prst="rect">
            <a:avLst/>
          </a:prstGeom>
          <a:noFill/>
        </p:spPr>
      </p:pic>
      <p:sp>
        <p:nvSpPr>
          <p:cNvPr id="7" name="文本框 6">
            <a:extLst>
              <a:ext uri="{FF2B5EF4-FFF2-40B4-BE49-F238E27FC236}">
                <a16:creationId xmlns:a16="http://schemas.microsoft.com/office/drawing/2014/main" id="{8A8969AD-0588-EB44-E9A1-827BCFF4B031}"/>
              </a:ext>
            </a:extLst>
          </p:cNvPr>
          <p:cNvSpPr txBox="1"/>
          <p:nvPr/>
        </p:nvSpPr>
        <p:spPr>
          <a:xfrm>
            <a:off x="2085584" y="2552552"/>
            <a:ext cx="1622121" cy="169277"/>
          </a:xfrm>
          <a:prstGeom prst="rect">
            <a:avLst/>
          </a:prstGeom>
          <a:noFill/>
        </p:spPr>
        <p:txBody>
          <a:bodyPr wrap="square" lIns="0" tIns="0" rIns="0" bIns="0" rtlCol="0">
            <a:spAutoFit/>
          </a:bodyPr>
          <a:lstStyle/>
          <a:p>
            <a:r>
              <a:rPr lang="en-US" altLang="zh-CN" sz="1100">
                <a:solidFill>
                  <a:srgbClr val="CC3333"/>
                </a:solidFill>
              </a:rPr>
              <a:t>30pts, 12 </a:t>
            </a:r>
            <a:r>
              <a:rPr lang="en-US" altLang="zh-CN" sz="1100" err="1">
                <a:solidFill>
                  <a:srgbClr val="CC3333"/>
                </a:solidFill>
              </a:rPr>
              <a:t>wks</a:t>
            </a:r>
            <a:r>
              <a:rPr lang="en-US" altLang="zh-CN" sz="1100">
                <a:solidFill>
                  <a:srgbClr val="CC3333"/>
                </a:solidFill>
              </a:rPr>
              <a:t>, ORR&gt;20%</a:t>
            </a:r>
            <a:endParaRPr lang="zh-CN" altLang="en-US" sz="1100">
              <a:solidFill>
                <a:srgbClr val="CC3333"/>
              </a:solidFill>
            </a:endParaRPr>
          </a:p>
        </p:txBody>
      </p:sp>
      <p:sp>
        <p:nvSpPr>
          <p:cNvPr id="8" name="文本框 7">
            <a:extLst>
              <a:ext uri="{FF2B5EF4-FFF2-40B4-BE49-F238E27FC236}">
                <a16:creationId xmlns:a16="http://schemas.microsoft.com/office/drawing/2014/main" id="{DCF908ED-3780-EFAB-6931-4D862AADA24D}"/>
              </a:ext>
            </a:extLst>
          </p:cNvPr>
          <p:cNvSpPr txBox="1"/>
          <p:nvPr/>
        </p:nvSpPr>
        <p:spPr>
          <a:xfrm>
            <a:off x="5194127" y="2429692"/>
            <a:ext cx="1237990" cy="338554"/>
          </a:xfrm>
          <a:prstGeom prst="rect">
            <a:avLst/>
          </a:prstGeom>
          <a:noFill/>
        </p:spPr>
        <p:txBody>
          <a:bodyPr wrap="square" lIns="0" tIns="0" rIns="0" bIns="0" rtlCol="0">
            <a:spAutoFit/>
          </a:bodyPr>
          <a:lstStyle/>
          <a:p>
            <a:r>
              <a:rPr lang="en-US" altLang="zh-CN" sz="1100">
                <a:solidFill>
                  <a:srgbClr val="CC3333"/>
                </a:solidFill>
              </a:rPr>
              <a:t>90pts, 12 </a:t>
            </a:r>
            <a:r>
              <a:rPr lang="en-US" altLang="zh-CN" sz="1100" err="1">
                <a:solidFill>
                  <a:srgbClr val="CC3333"/>
                </a:solidFill>
              </a:rPr>
              <a:t>wks</a:t>
            </a:r>
            <a:r>
              <a:rPr lang="en-US" altLang="zh-CN" sz="1100">
                <a:solidFill>
                  <a:srgbClr val="CC3333"/>
                </a:solidFill>
              </a:rPr>
              <a:t>, p&lt;2.5% ORR&gt;23.3%</a:t>
            </a:r>
            <a:endParaRPr lang="zh-CN" altLang="en-US" sz="1100">
              <a:solidFill>
                <a:srgbClr val="CC3333"/>
              </a:solidFill>
            </a:endParaRPr>
          </a:p>
        </p:txBody>
      </p:sp>
      <p:sp>
        <p:nvSpPr>
          <p:cNvPr id="9" name="文本框 8">
            <a:extLst>
              <a:ext uri="{FF2B5EF4-FFF2-40B4-BE49-F238E27FC236}">
                <a16:creationId xmlns:a16="http://schemas.microsoft.com/office/drawing/2014/main" id="{B37E8E15-2EB7-11BB-4B58-17C3A77B11D1}"/>
              </a:ext>
            </a:extLst>
          </p:cNvPr>
          <p:cNvSpPr txBox="1"/>
          <p:nvPr/>
        </p:nvSpPr>
        <p:spPr>
          <a:xfrm>
            <a:off x="6497314" y="3585561"/>
            <a:ext cx="899306" cy="169277"/>
          </a:xfrm>
          <a:prstGeom prst="rect">
            <a:avLst/>
          </a:prstGeom>
          <a:noFill/>
        </p:spPr>
        <p:txBody>
          <a:bodyPr wrap="square" lIns="0" tIns="0" rIns="0" bIns="0" rtlCol="0">
            <a:spAutoFit/>
          </a:bodyPr>
          <a:lstStyle/>
          <a:p>
            <a:r>
              <a:rPr lang="en-US" altLang="zh-CN" sz="1100">
                <a:solidFill>
                  <a:srgbClr val="CC3333"/>
                </a:solidFill>
              </a:rPr>
              <a:t>25pts, 12 </a:t>
            </a:r>
            <a:r>
              <a:rPr lang="en-US" altLang="zh-CN" sz="1100" err="1">
                <a:solidFill>
                  <a:srgbClr val="CC3333"/>
                </a:solidFill>
              </a:rPr>
              <a:t>wks</a:t>
            </a:r>
            <a:endParaRPr lang="zh-CN" altLang="en-US" sz="1100">
              <a:solidFill>
                <a:srgbClr val="CC3333"/>
              </a:solidFill>
            </a:endParaRPr>
          </a:p>
        </p:txBody>
      </p:sp>
      <p:sp>
        <p:nvSpPr>
          <p:cNvPr id="2" name="文本框 1">
            <a:extLst>
              <a:ext uri="{FF2B5EF4-FFF2-40B4-BE49-F238E27FC236}">
                <a16:creationId xmlns:a16="http://schemas.microsoft.com/office/drawing/2014/main" id="{EA776543-EAAF-24F6-9364-12FB2ADA52B3}"/>
              </a:ext>
            </a:extLst>
          </p:cNvPr>
          <p:cNvSpPr txBox="1"/>
          <p:nvPr/>
        </p:nvSpPr>
        <p:spPr>
          <a:xfrm>
            <a:off x="992724" y="1695927"/>
            <a:ext cx="593081" cy="169277"/>
          </a:xfrm>
          <a:prstGeom prst="rect">
            <a:avLst/>
          </a:prstGeom>
          <a:noFill/>
        </p:spPr>
        <p:txBody>
          <a:bodyPr wrap="square" lIns="0" tIns="0" rIns="0" bIns="0" rtlCol="0">
            <a:spAutoFit/>
          </a:bodyPr>
          <a:lstStyle/>
          <a:p>
            <a:r>
              <a:rPr lang="en-US" altLang="zh-CN" sz="1100">
                <a:solidFill>
                  <a:srgbClr val="CC3333"/>
                </a:solidFill>
              </a:rPr>
              <a:t>45 mg</a:t>
            </a:r>
            <a:endParaRPr lang="zh-CN" altLang="en-US" sz="1100">
              <a:solidFill>
                <a:srgbClr val="CC3333"/>
              </a:solidFill>
            </a:endParaRPr>
          </a:p>
        </p:txBody>
      </p:sp>
    </p:spTree>
    <p:extLst>
      <p:ext uri="{BB962C8B-B14F-4D97-AF65-F5344CB8AC3E}">
        <p14:creationId xmlns:p14="http://schemas.microsoft.com/office/powerpoint/2010/main" val="1140224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a:extLst>
              <a:ext uri="{FF2B5EF4-FFF2-40B4-BE49-F238E27FC236}">
                <a16:creationId xmlns:a16="http://schemas.microsoft.com/office/drawing/2014/main" id="{700B1127-1921-2E5A-4812-C9D8A946BC6F}"/>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E97046D0-6595-F0E7-254A-96BF8FC825A1}"/>
              </a:ext>
            </a:extLst>
          </p:cNvPr>
          <p:cNvSpPr>
            <a:spLocks noGrp="1"/>
          </p:cNvSpPr>
          <p:nvPr>
            <p:ph type="sldNum" sz="quarter" idx="12"/>
          </p:nvPr>
        </p:nvSpPr>
        <p:spPr/>
        <p:txBody>
          <a:bodyPr/>
          <a:lstStyle/>
          <a:p>
            <a:fld id="{143B55C4-4F5A-416B-997D-6CE47EB0A945}" type="slidenum">
              <a:rPr lang="en-GB" smtClean="0"/>
              <a:pPr/>
              <a:t>30</a:t>
            </a:fld>
            <a:endParaRPr lang="en-GB"/>
          </a:p>
        </p:txBody>
      </p:sp>
      <p:sp>
        <p:nvSpPr>
          <p:cNvPr id="5" name="标题 4">
            <a:extLst>
              <a:ext uri="{FF2B5EF4-FFF2-40B4-BE49-F238E27FC236}">
                <a16:creationId xmlns:a16="http://schemas.microsoft.com/office/drawing/2014/main" id="{DCDAB410-5E97-8648-224F-1FE42EFD5561}"/>
              </a:ext>
            </a:extLst>
          </p:cNvPr>
          <p:cNvSpPr>
            <a:spLocks noGrp="1"/>
          </p:cNvSpPr>
          <p:nvPr>
            <p:ph type="title"/>
          </p:nvPr>
        </p:nvSpPr>
        <p:spPr/>
        <p:txBody>
          <a:bodyPr>
            <a:normAutofit/>
          </a:bodyPr>
          <a:lstStyle/>
          <a:p>
            <a:r>
              <a:rPr lang="en-US" altLang="zh-CN" sz="2100"/>
              <a:t>1403.6 (BL-3 for</a:t>
            </a:r>
            <a:r>
              <a:rPr lang="zh-CN" altLang="en-US" sz="2100"/>
              <a:t> </a:t>
            </a:r>
            <a:r>
              <a:rPr lang="en-US" altLang="zh-CN" sz="2100"/>
              <a:t>STS) Study design</a:t>
            </a:r>
            <a:endParaRPr lang="zh-CN" altLang="en-US" sz="2100"/>
          </a:p>
        </p:txBody>
      </p:sp>
      <p:pic>
        <p:nvPicPr>
          <p:cNvPr id="7" name="图片 6">
            <a:extLst>
              <a:ext uri="{FF2B5EF4-FFF2-40B4-BE49-F238E27FC236}">
                <a16:creationId xmlns:a16="http://schemas.microsoft.com/office/drawing/2014/main" id="{10B8DD98-770B-1B38-017D-5A509889E4DF}"/>
              </a:ext>
            </a:extLst>
          </p:cNvPr>
          <p:cNvPicPr>
            <a:picLocks noChangeAspect="1"/>
          </p:cNvPicPr>
          <p:nvPr/>
        </p:nvPicPr>
        <p:blipFill>
          <a:blip r:embed="rId2"/>
          <a:stretch>
            <a:fillRect/>
          </a:stretch>
        </p:blipFill>
        <p:spPr>
          <a:xfrm>
            <a:off x="367575" y="802684"/>
            <a:ext cx="6866070" cy="3970975"/>
          </a:xfrm>
          <a:prstGeom prst="rect">
            <a:avLst/>
          </a:prstGeom>
        </p:spPr>
      </p:pic>
      <p:sp>
        <p:nvSpPr>
          <p:cNvPr id="2" name="文本框 1">
            <a:extLst>
              <a:ext uri="{FF2B5EF4-FFF2-40B4-BE49-F238E27FC236}">
                <a16:creationId xmlns:a16="http://schemas.microsoft.com/office/drawing/2014/main" id="{637FE42F-8C15-0A1D-70C1-91E1CCA882BE}"/>
              </a:ext>
            </a:extLst>
          </p:cNvPr>
          <p:cNvSpPr txBox="1"/>
          <p:nvPr/>
        </p:nvSpPr>
        <p:spPr>
          <a:xfrm>
            <a:off x="438150" y="4294333"/>
            <a:ext cx="6795496" cy="123111"/>
          </a:xfrm>
          <a:prstGeom prst="rect">
            <a:avLst/>
          </a:prstGeom>
          <a:noFill/>
        </p:spPr>
        <p:txBody>
          <a:bodyPr wrap="square" lIns="0" tIns="0" rIns="0" bIns="0" rtlCol="0">
            <a:spAutoFit/>
          </a:bodyPr>
          <a:lstStyle/>
          <a:p>
            <a:r>
              <a:rPr lang="en-US" altLang="zh-CN" sz="800">
                <a:solidFill>
                  <a:srgbClr val="00B050"/>
                </a:solidFill>
              </a:rPr>
              <a:t>Estimated timeline: FPI Apr 2024                                   Jul 2025                                                                 Dec 2025        Feb 2026                                          Mar 2028</a:t>
            </a:r>
            <a:endParaRPr lang="zh-CN" altLang="en-US" sz="800">
              <a:solidFill>
                <a:srgbClr val="00B050"/>
              </a:solidFill>
            </a:endParaRPr>
          </a:p>
        </p:txBody>
      </p:sp>
      <p:sp>
        <p:nvSpPr>
          <p:cNvPr id="6" name="文本框 5">
            <a:extLst>
              <a:ext uri="{FF2B5EF4-FFF2-40B4-BE49-F238E27FC236}">
                <a16:creationId xmlns:a16="http://schemas.microsoft.com/office/drawing/2014/main" id="{0E1BA40B-6C4C-EA86-03F6-3ED9F9B138C1}"/>
              </a:ext>
            </a:extLst>
          </p:cNvPr>
          <p:cNvSpPr txBox="1"/>
          <p:nvPr/>
        </p:nvSpPr>
        <p:spPr>
          <a:xfrm>
            <a:off x="2112818" y="3604263"/>
            <a:ext cx="450273" cy="138499"/>
          </a:xfrm>
          <a:prstGeom prst="rect">
            <a:avLst/>
          </a:prstGeom>
          <a:noFill/>
        </p:spPr>
        <p:txBody>
          <a:bodyPr wrap="square" lIns="0" tIns="0" rIns="0" bIns="0" rtlCol="0">
            <a:spAutoFit/>
          </a:bodyPr>
          <a:lstStyle/>
          <a:p>
            <a:r>
              <a:rPr lang="en-US" altLang="zh-CN" sz="900">
                <a:solidFill>
                  <a:srgbClr val="00B050"/>
                </a:solidFill>
              </a:rPr>
              <a:t>HR&lt;0.85</a:t>
            </a:r>
            <a:endParaRPr lang="zh-CN" altLang="en-US" sz="900">
              <a:solidFill>
                <a:srgbClr val="00B050"/>
              </a:solidFill>
            </a:endParaRPr>
          </a:p>
        </p:txBody>
      </p:sp>
    </p:spTree>
    <p:extLst>
      <p:ext uri="{BB962C8B-B14F-4D97-AF65-F5344CB8AC3E}">
        <p14:creationId xmlns:p14="http://schemas.microsoft.com/office/powerpoint/2010/main" val="362075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a:extLst>
              <a:ext uri="{FF2B5EF4-FFF2-40B4-BE49-F238E27FC236}">
                <a16:creationId xmlns:a16="http://schemas.microsoft.com/office/drawing/2014/main" id="{C807676B-0ACF-50E1-257E-FE70E9C97726}"/>
              </a:ext>
            </a:extLst>
          </p:cNvPr>
          <p:cNvPicPr>
            <a:picLocks noGrp="1" noChangeAspect="1"/>
          </p:cNvPicPr>
          <p:nvPr>
            <p:ph idx="1"/>
          </p:nvPr>
        </p:nvPicPr>
        <p:blipFill>
          <a:blip r:embed="rId2"/>
          <a:stretch>
            <a:fillRect/>
          </a:stretch>
        </p:blipFill>
        <p:spPr>
          <a:xfrm>
            <a:off x="368300" y="913243"/>
            <a:ext cx="8407400" cy="3258200"/>
          </a:xfrm>
        </p:spPr>
      </p:pic>
      <p:sp>
        <p:nvSpPr>
          <p:cNvPr id="5" name="灯片编号占位符 4">
            <a:extLst>
              <a:ext uri="{FF2B5EF4-FFF2-40B4-BE49-F238E27FC236}">
                <a16:creationId xmlns:a16="http://schemas.microsoft.com/office/drawing/2014/main" id="{CC34F756-50B6-4551-59B4-DE4A6EA18F0F}"/>
              </a:ext>
            </a:extLst>
          </p:cNvPr>
          <p:cNvSpPr>
            <a:spLocks noGrp="1"/>
          </p:cNvSpPr>
          <p:nvPr>
            <p:ph type="sldNum" sz="quarter" idx="12"/>
          </p:nvPr>
        </p:nvSpPr>
        <p:spPr/>
        <p:txBody>
          <a:bodyPr/>
          <a:lstStyle/>
          <a:p>
            <a:fld id="{143B55C4-4F5A-416B-997D-6CE47EB0A945}" type="slidenum">
              <a:rPr lang="en-GB" smtClean="0"/>
              <a:pPr/>
              <a:t>31</a:t>
            </a:fld>
            <a:endParaRPr lang="en-GB"/>
          </a:p>
        </p:txBody>
      </p:sp>
      <p:sp>
        <p:nvSpPr>
          <p:cNvPr id="6" name="标题 5">
            <a:extLst>
              <a:ext uri="{FF2B5EF4-FFF2-40B4-BE49-F238E27FC236}">
                <a16:creationId xmlns:a16="http://schemas.microsoft.com/office/drawing/2014/main" id="{2381D29A-C277-18D7-E472-6FB5ADF0103C}"/>
              </a:ext>
            </a:extLst>
          </p:cNvPr>
          <p:cNvSpPr>
            <a:spLocks noGrp="1"/>
          </p:cNvSpPr>
          <p:nvPr>
            <p:ph type="title"/>
          </p:nvPr>
        </p:nvSpPr>
        <p:spPr/>
        <p:txBody>
          <a:bodyPr/>
          <a:lstStyle/>
          <a:p>
            <a:r>
              <a:rPr lang="en-US" altLang="zh-CN"/>
              <a:t>1403.20 (BL-5) Study design</a:t>
            </a:r>
            <a:endParaRPr lang="zh-CN" altLang="en-US"/>
          </a:p>
        </p:txBody>
      </p:sp>
    </p:spTree>
    <p:extLst>
      <p:ext uri="{BB962C8B-B14F-4D97-AF65-F5344CB8AC3E}">
        <p14:creationId xmlns:p14="http://schemas.microsoft.com/office/powerpoint/2010/main" val="4026299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8D7F28-A7B9-40BF-8DEB-0A1B8CE4B706}"/>
              </a:ext>
            </a:extLst>
          </p:cNvPr>
          <p:cNvSpPr>
            <a:spLocks noGrp="1"/>
          </p:cNvSpPr>
          <p:nvPr>
            <p:ph type="title"/>
          </p:nvPr>
        </p:nvSpPr>
        <p:spPr>
          <a:xfrm>
            <a:off x="231711" y="214008"/>
            <a:ext cx="8408458" cy="261610"/>
          </a:xfrm>
        </p:spPr>
        <p:txBody>
          <a:bodyPr/>
          <a:lstStyle/>
          <a:p>
            <a:r>
              <a:rPr lang="de-DE">
                <a:solidFill>
                  <a:schemeClr val="accent1"/>
                </a:solidFill>
              </a:rPr>
              <a:t>Integrated Asset Plan - Asset View</a:t>
            </a:r>
            <a:endParaRPr lang="de-DE" strike="sngStrike">
              <a:solidFill>
                <a:schemeClr val="accent1"/>
              </a:solidFill>
            </a:endParaRPr>
          </a:p>
        </p:txBody>
      </p:sp>
      <p:sp>
        <p:nvSpPr>
          <p:cNvPr id="13" name="Rechteck 12">
            <a:extLst>
              <a:ext uri="{FF2B5EF4-FFF2-40B4-BE49-F238E27FC236}">
                <a16:creationId xmlns:a16="http://schemas.microsoft.com/office/drawing/2014/main" id="{C78BEC76-0EB1-4415-A575-49EB1C17F053}"/>
              </a:ext>
            </a:extLst>
          </p:cNvPr>
          <p:cNvSpPr>
            <a:spLocks/>
          </p:cNvSpPr>
          <p:nvPr/>
        </p:nvSpPr>
        <p:spPr bwMode="gray">
          <a:xfrm>
            <a:off x="177492" y="768233"/>
            <a:ext cx="8728868" cy="3948811"/>
          </a:xfrm>
          <a:prstGeom prst="rect">
            <a:avLst/>
          </a:prstGeom>
          <a:noFill/>
          <a:ln w="12700">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lIns="60960" rIns="60960" rtlCol="0" anchor="t" anchorCtr="0">
            <a:noAutofit/>
          </a:bodyPr>
          <a:lstStyle/>
          <a:p>
            <a:pPr defTabSz="719120">
              <a:tabLst>
                <a:tab pos="447664" algn="l"/>
                <a:tab pos="1074711" algn="l"/>
              </a:tabLst>
              <a:defRPr/>
            </a:pPr>
            <a:endParaRPr lang="en-US" sz="1000" spc="-40">
              <a:solidFill>
                <a:srgbClr val="123563"/>
              </a:solidFill>
              <a:latin typeface="BISansOpti"/>
            </a:endParaRPr>
          </a:p>
          <a:p>
            <a:pPr defTabSz="719120">
              <a:tabLst>
                <a:tab pos="447664" algn="l"/>
                <a:tab pos="1074711" algn="l"/>
              </a:tabLst>
              <a:defRPr/>
            </a:pPr>
            <a:endParaRPr lang="en-US" sz="1000" spc="-40">
              <a:solidFill>
                <a:srgbClr val="123563"/>
              </a:solidFill>
              <a:latin typeface="BISansOpti"/>
            </a:endParaRPr>
          </a:p>
        </p:txBody>
      </p:sp>
      <p:sp>
        <p:nvSpPr>
          <p:cNvPr id="7" name="TextBox 6">
            <a:extLst>
              <a:ext uri="{FF2B5EF4-FFF2-40B4-BE49-F238E27FC236}">
                <a16:creationId xmlns:a16="http://schemas.microsoft.com/office/drawing/2014/main" id="{417EE667-5E38-8759-02E6-C3DFB72C2615}"/>
              </a:ext>
            </a:extLst>
          </p:cNvPr>
          <p:cNvSpPr txBox="1"/>
          <p:nvPr/>
        </p:nvSpPr>
        <p:spPr>
          <a:xfrm>
            <a:off x="1109863" y="4745325"/>
            <a:ext cx="3726088" cy="207749"/>
          </a:xfrm>
          <a:prstGeom prst="rect">
            <a:avLst/>
          </a:prstGeom>
          <a:noFill/>
          <a:ln>
            <a:solidFill>
              <a:srgbClr val="002060"/>
            </a:solidFill>
            <a:prstDash val="dash"/>
          </a:ln>
        </p:spPr>
        <p:txBody>
          <a:bodyPr wrap="square" rtlCol="0">
            <a:spAutoFit/>
          </a:bodyPr>
          <a:lstStyle/>
          <a:p>
            <a:r>
              <a:rPr lang="de-DE" sz="750" err="1"/>
              <a:t>PoS</a:t>
            </a:r>
            <a:r>
              <a:rPr lang="de-DE" sz="750"/>
              <a:t> – </a:t>
            </a:r>
            <a:r>
              <a:rPr lang="de-DE" sz="750" err="1"/>
              <a:t>Probability</a:t>
            </a:r>
            <a:r>
              <a:rPr lang="de-DE" sz="750"/>
              <a:t> </a:t>
            </a:r>
            <a:r>
              <a:rPr lang="de-DE" sz="750" err="1"/>
              <a:t>of</a:t>
            </a:r>
            <a:r>
              <a:rPr lang="de-DE" sz="750"/>
              <a:t> </a:t>
            </a:r>
            <a:r>
              <a:rPr lang="de-DE" sz="750" err="1"/>
              <a:t>Success</a:t>
            </a:r>
            <a:r>
              <a:rPr lang="de-DE" sz="750"/>
              <a:t>, </a:t>
            </a:r>
            <a:r>
              <a:rPr lang="de-DE" sz="750" err="1"/>
              <a:t>MaR</a:t>
            </a:r>
            <a:r>
              <a:rPr lang="de-DE" sz="750"/>
              <a:t> – Money at Risk </a:t>
            </a:r>
            <a:r>
              <a:rPr lang="de-DE" sz="750" err="1"/>
              <a:t>until</a:t>
            </a:r>
            <a:r>
              <a:rPr lang="de-DE" sz="750"/>
              <a:t> </a:t>
            </a:r>
            <a:r>
              <a:rPr lang="de-DE" sz="750" err="1"/>
              <a:t>RoFD</a:t>
            </a:r>
            <a:r>
              <a:rPr lang="de-DE" sz="750"/>
              <a:t>,        – First </a:t>
            </a:r>
            <a:r>
              <a:rPr lang="de-DE" sz="750" err="1"/>
              <a:t>Approval</a:t>
            </a:r>
            <a:endParaRPr lang="en-US" sz="750" i="1"/>
          </a:p>
        </p:txBody>
      </p:sp>
      <p:pic>
        <p:nvPicPr>
          <p:cNvPr id="11" name="Picture 10">
            <a:extLst>
              <a:ext uri="{FF2B5EF4-FFF2-40B4-BE49-F238E27FC236}">
                <a16:creationId xmlns:a16="http://schemas.microsoft.com/office/drawing/2014/main" id="{95C320A7-545C-21F4-8F81-48FFFFC78C2C}"/>
              </a:ext>
            </a:extLst>
          </p:cNvPr>
          <p:cNvPicPr>
            <a:picLocks noChangeAspect="1"/>
          </p:cNvPicPr>
          <p:nvPr/>
        </p:nvPicPr>
        <p:blipFill>
          <a:blip r:embed="rId3"/>
          <a:stretch>
            <a:fillRect/>
          </a:stretch>
        </p:blipFill>
        <p:spPr>
          <a:xfrm>
            <a:off x="3727121" y="4775676"/>
            <a:ext cx="167879" cy="123111"/>
          </a:xfrm>
          <a:prstGeom prst="rect">
            <a:avLst/>
          </a:prstGeom>
        </p:spPr>
      </p:pic>
      <p:pic>
        <p:nvPicPr>
          <p:cNvPr id="6" name="Picture 5">
            <a:extLst>
              <a:ext uri="{FF2B5EF4-FFF2-40B4-BE49-F238E27FC236}">
                <a16:creationId xmlns:a16="http://schemas.microsoft.com/office/drawing/2014/main" id="{1259432D-4216-E685-7812-5354AB89F6BA}"/>
              </a:ext>
            </a:extLst>
          </p:cNvPr>
          <p:cNvPicPr>
            <a:picLocks noChangeAspect="1"/>
          </p:cNvPicPr>
          <p:nvPr/>
        </p:nvPicPr>
        <p:blipFill>
          <a:blip r:embed="rId4"/>
          <a:stretch>
            <a:fillRect/>
          </a:stretch>
        </p:blipFill>
        <p:spPr>
          <a:xfrm>
            <a:off x="298031" y="806761"/>
            <a:ext cx="8643784" cy="3910283"/>
          </a:xfrm>
          <a:prstGeom prst="rect">
            <a:avLst/>
          </a:prstGeom>
        </p:spPr>
      </p:pic>
      <p:sp>
        <p:nvSpPr>
          <p:cNvPr id="4" name="乘号 3">
            <a:extLst>
              <a:ext uri="{FF2B5EF4-FFF2-40B4-BE49-F238E27FC236}">
                <a16:creationId xmlns:a16="http://schemas.microsoft.com/office/drawing/2014/main" id="{F5BDAD9A-B04B-E174-FB1B-CA46B9CBFACE}"/>
              </a:ext>
            </a:extLst>
          </p:cNvPr>
          <p:cNvSpPr/>
          <p:nvPr/>
        </p:nvSpPr>
        <p:spPr>
          <a:xfrm>
            <a:off x="6109855" y="2591709"/>
            <a:ext cx="907473" cy="678873"/>
          </a:xfrm>
          <a:prstGeom prst="mathMultiply">
            <a:avLst/>
          </a:prstGeom>
          <a:solidFill>
            <a:srgbClr val="FF0000">
              <a:alpha val="49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t"/>
          <a:lstStyle/>
          <a:p>
            <a:pPr algn="l"/>
            <a:endParaRPr lang="zh-CN" altLang="en-US" sz="788" err="1">
              <a:solidFill>
                <a:schemeClr val="bg1"/>
              </a:solidFill>
              <a:latin typeface="BISans" panose="02000503040000020004" pitchFamily="2" charset="0"/>
            </a:endParaRPr>
          </a:p>
        </p:txBody>
      </p:sp>
      <p:sp>
        <p:nvSpPr>
          <p:cNvPr id="8" name="文本框 7">
            <a:extLst>
              <a:ext uri="{FF2B5EF4-FFF2-40B4-BE49-F238E27FC236}">
                <a16:creationId xmlns:a16="http://schemas.microsoft.com/office/drawing/2014/main" id="{6EA16A69-8CE0-A0B0-F43A-3EF0B902EABD}"/>
              </a:ext>
            </a:extLst>
          </p:cNvPr>
          <p:cNvSpPr txBox="1"/>
          <p:nvPr/>
        </p:nvSpPr>
        <p:spPr>
          <a:xfrm>
            <a:off x="7017328" y="4063643"/>
            <a:ext cx="647916" cy="623248"/>
          </a:xfrm>
          <a:prstGeom prst="rect">
            <a:avLst/>
          </a:prstGeom>
          <a:noFill/>
        </p:spPr>
        <p:txBody>
          <a:bodyPr wrap="square" lIns="0" tIns="0" rIns="0" bIns="0" rtlCol="0">
            <a:spAutoFit/>
          </a:bodyPr>
          <a:lstStyle/>
          <a:p>
            <a:r>
              <a:rPr lang="en-US" altLang="zh-CN" sz="4050">
                <a:solidFill>
                  <a:srgbClr val="FF0000"/>
                </a:solidFill>
              </a:rPr>
              <a:t>?</a:t>
            </a:r>
            <a:endParaRPr lang="zh-CN" altLang="en-US" sz="4050">
              <a:solidFill>
                <a:srgbClr val="FF0000"/>
              </a:solidFill>
            </a:endParaRPr>
          </a:p>
        </p:txBody>
      </p:sp>
      <p:sp>
        <p:nvSpPr>
          <p:cNvPr id="5" name="Slide Number Placeholder 4">
            <a:extLst>
              <a:ext uri="{FF2B5EF4-FFF2-40B4-BE49-F238E27FC236}">
                <a16:creationId xmlns:a16="http://schemas.microsoft.com/office/drawing/2014/main" id="{97DDA972-4616-A7CA-BA40-49A9F738AB6F}"/>
              </a:ext>
            </a:extLst>
          </p:cNvPr>
          <p:cNvSpPr>
            <a:spLocks noGrp="1"/>
          </p:cNvSpPr>
          <p:nvPr>
            <p:ph type="sldNum" sz="quarter" idx="12"/>
          </p:nvPr>
        </p:nvSpPr>
        <p:spPr/>
        <p:txBody>
          <a:bodyPr/>
          <a:lstStyle/>
          <a:p>
            <a:fld id="{143B55C4-4F5A-416B-997D-6CE47EB0A945}" type="slidenum">
              <a:rPr lang="en-GB" smtClean="0"/>
              <a:pPr/>
              <a:t>32</a:t>
            </a:fld>
            <a:endParaRPr lang="en-GB"/>
          </a:p>
        </p:txBody>
      </p:sp>
    </p:spTree>
    <p:extLst>
      <p:ext uri="{BB962C8B-B14F-4D97-AF65-F5344CB8AC3E}">
        <p14:creationId xmlns:p14="http://schemas.microsoft.com/office/powerpoint/2010/main" val="24053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57546EF6-0F63-69CE-C4C4-2DD293821021}"/>
              </a:ext>
            </a:extLst>
          </p:cNvPr>
          <p:cNvPicPr>
            <a:picLocks noGrp="1" noChangeAspect="1"/>
          </p:cNvPicPr>
          <p:nvPr>
            <p:ph idx="1"/>
          </p:nvPr>
        </p:nvPicPr>
        <p:blipFill>
          <a:blip r:embed="rId2"/>
          <a:stretch>
            <a:fillRect/>
          </a:stretch>
        </p:blipFill>
        <p:spPr>
          <a:xfrm>
            <a:off x="971471" y="1060450"/>
            <a:ext cx="7202645" cy="3402013"/>
          </a:xfrm>
        </p:spPr>
      </p:pic>
      <p:sp>
        <p:nvSpPr>
          <p:cNvPr id="4" name="灯片编号占位符 3">
            <a:extLst>
              <a:ext uri="{FF2B5EF4-FFF2-40B4-BE49-F238E27FC236}">
                <a16:creationId xmlns:a16="http://schemas.microsoft.com/office/drawing/2014/main" id="{82DEBB21-FAD5-7FA1-580B-CC48DA2EEDF1}"/>
              </a:ext>
            </a:extLst>
          </p:cNvPr>
          <p:cNvSpPr>
            <a:spLocks noGrp="1"/>
          </p:cNvSpPr>
          <p:nvPr>
            <p:ph type="sldNum" sz="quarter" idx="12"/>
          </p:nvPr>
        </p:nvSpPr>
        <p:spPr/>
        <p:txBody>
          <a:bodyPr/>
          <a:lstStyle/>
          <a:p>
            <a:fld id="{143B55C4-4F5A-416B-997D-6CE47EB0A945}" type="slidenum">
              <a:rPr lang="en-GB" smtClean="0"/>
              <a:pPr/>
              <a:t>33</a:t>
            </a:fld>
            <a:endParaRPr lang="en-GB"/>
          </a:p>
        </p:txBody>
      </p:sp>
      <p:sp>
        <p:nvSpPr>
          <p:cNvPr id="5" name="标题 4">
            <a:extLst>
              <a:ext uri="{FF2B5EF4-FFF2-40B4-BE49-F238E27FC236}">
                <a16:creationId xmlns:a16="http://schemas.microsoft.com/office/drawing/2014/main" id="{AB6147E1-0CA1-2B8B-93DD-74DD86819D9C}"/>
              </a:ext>
            </a:extLst>
          </p:cNvPr>
          <p:cNvSpPr>
            <a:spLocks noGrp="1"/>
          </p:cNvSpPr>
          <p:nvPr>
            <p:ph type="title"/>
          </p:nvPr>
        </p:nvSpPr>
        <p:spPr/>
        <p:txBody>
          <a:bodyPr/>
          <a:lstStyle/>
          <a:p>
            <a:r>
              <a:rPr lang="en-US" altLang="zh-CN"/>
              <a:t>1438.5 Study design </a:t>
            </a:r>
            <a:endParaRPr lang="zh-CN" altLang="en-US"/>
          </a:p>
        </p:txBody>
      </p:sp>
      <p:sp>
        <p:nvSpPr>
          <p:cNvPr id="8" name="文本框 7">
            <a:extLst>
              <a:ext uri="{FF2B5EF4-FFF2-40B4-BE49-F238E27FC236}">
                <a16:creationId xmlns:a16="http://schemas.microsoft.com/office/drawing/2014/main" id="{F05D4EE6-0F52-C820-8EAA-57E799823C8D}"/>
              </a:ext>
            </a:extLst>
          </p:cNvPr>
          <p:cNvSpPr txBox="1"/>
          <p:nvPr/>
        </p:nvSpPr>
        <p:spPr>
          <a:xfrm>
            <a:off x="4696608" y="4580583"/>
            <a:ext cx="1909192" cy="307777"/>
          </a:xfrm>
          <a:prstGeom prst="rect">
            <a:avLst/>
          </a:prstGeom>
          <a:noFill/>
        </p:spPr>
        <p:txBody>
          <a:bodyPr wrap="square" lIns="0" tIns="0" rIns="0" bIns="0" rtlCol="0">
            <a:spAutoFit/>
          </a:bodyPr>
          <a:lstStyle/>
          <a:p>
            <a:pPr algn="ctr"/>
            <a:r>
              <a:rPr lang="en-US" altLang="zh-CN" sz="1000"/>
              <a:t>IA1: 6-wk FU Apr 2024</a:t>
            </a:r>
          </a:p>
          <a:p>
            <a:pPr algn="ctr"/>
            <a:r>
              <a:rPr lang="en-US" altLang="zh-CN" sz="1000"/>
              <a:t>IA2: 12-wk FU May/Jun 2024</a:t>
            </a:r>
            <a:endParaRPr lang="zh-CN" altLang="en-US" sz="1000"/>
          </a:p>
        </p:txBody>
      </p:sp>
      <p:sp>
        <p:nvSpPr>
          <p:cNvPr id="9" name="文本框 8">
            <a:extLst>
              <a:ext uri="{FF2B5EF4-FFF2-40B4-BE49-F238E27FC236}">
                <a16:creationId xmlns:a16="http://schemas.microsoft.com/office/drawing/2014/main" id="{45BF39B1-4A92-D772-30CC-D01456855CDC}"/>
              </a:ext>
            </a:extLst>
          </p:cNvPr>
          <p:cNvSpPr txBox="1"/>
          <p:nvPr/>
        </p:nvSpPr>
        <p:spPr>
          <a:xfrm>
            <a:off x="6524105" y="4565435"/>
            <a:ext cx="1590806" cy="307777"/>
          </a:xfrm>
          <a:prstGeom prst="rect">
            <a:avLst/>
          </a:prstGeom>
          <a:noFill/>
        </p:spPr>
        <p:txBody>
          <a:bodyPr wrap="square" lIns="0" tIns="0" rIns="0" bIns="0" rtlCol="0">
            <a:spAutoFit/>
          </a:bodyPr>
          <a:lstStyle/>
          <a:p>
            <a:pPr algn="ctr"/>
            <a:r>
              <a:rPr lang="en-US" altLang="zh-CN" sz="1000"/>
              <a:t>IA3: 12-wk FU</a:t>
            </a:r>
            <a:br>
              <a:rPr lang="en-US" altLang="zh-CN" sz="1000"/>
            </a:br>
            <a:r>
              <a:rPr lang="en-US" altLang="zh-CN" sz="1000"/>
              <a:t>Nov 2024</a:t>
            </a:r>
          </a:p>
        </p:txBody>
      </p:sp>
    </p:spTree>
    <p:extLst>
      <p:ext uri="{BB962C8B-B14F-4D97-AF65-F5344CB8AC3E}">
        <p14:creationId xmlns:p14="http://schemas.microsoft.com/office/powerpoint/2010/main" val="2352369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7-06T23:59:00.0000000"/>
  <p:tag name="OTLMTITLE" val="aNrp1 - LSC Visit 6"/>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7-06T23:59:00.0000000"/>
  <p:tag name="OTLMTITLE" val="aNrp1 - LSC Visit 6"/>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7-06T23:59:00.0000000"/>
  <p:tag name="OTLMTITLE" val="aNrp1 - LSC Visit 6"/>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Lst>
</file>

<file path=ppt/tags/tag125.xml><?xml version="1.0" encoding="utf-8"?>
<p:tagLst xmlns:a="http://schemas.openxmlformats.org/drawingml/2006/main" xmlns:r="http://schemas.openxmlformats.org/officeDocument/2006/relationships" xmlns:p="http://schemas.openxmlformats.org/presentationml/2006/main">
  <p:tag name="OTLMARKERSHAPE" val="OTL"/>
</p:tagLst>
</file>

<file path=ppt/tags/tag126.xml><?xml version="1.0" encoding="utf-8"?>
<p:tagLst xmlns:a="http://schemas.openxmlformats.org/drawingml/2006/main" xmlns:r="http://schemas.openxmlformats.org/officeDocument/2006/relationships" xmlns:p="http://schemas.openxmlformats.org/presentationml/2006/main">
  <p:tag name="OTLMARKERSHAPE" val="OTL"/>
</p:tagLst>
</file>

<file path=ppt/tags/tag127.xml><?xml version="1.0" encoding="utf-8"?>
<p:tagLst xmlns:a="http://schemas.openxmlformats.org/drawingml/2006/main" xmlns:r="http://schemas.openxmlformats.org/officeDocument/2006/relationships" xmlns:p="http://schemas.openxmlformats.org/presentationml/2006/main">
  <p:tag name="OTLMARKERSHAPE" val="OTL"/>
</p:tagLst>
</file>

<file path=ppt/tags/tag128.xml><?xml version="1.0" encoding="utf-8"?>
<p:tagLst xmlns:a="http://schemas.openxmlformats.org/drawingml/2006/main" xmlns:r="http://schemas.openxmlformats.org/officeDocument/2006/relationships" xmlns:p="http://schemas.openxmlformats.org/presentationml/2006/main">
  <p:tag name="OTLMARKERSHAPE" val="OTL"/>
</p:tagLst>
</file>

<file path=ppt/tags/tag129.xml><?xml version="1.0" encoding="utf-8"?>
<p:tagLst xmlns:a="http://schemas.openxmlformats.org/drawingml/2006/main" xmlns:r="http://schemas.openxmlformats.org/officeDocument/2006/relationships" xmlns:p="http://schemas.openxmlformats.org/presentationml/2006/main">
  <p:tag name="OTLMARKERSHAPE" val="OTL"/>
</p:tagLst>
</file>

<file path=ppt/tags/tag130.xml><?xml version="1.0" encoding="utf-8"?>
<p:tagLst xmlns:a="http://schemas.openxmlformats.org/drawingml/2006/main" xmlns:r="http://schemas.openxmlformats.org/officeDocument/2006/relationships" xmlns:p="http://schemas.openxmlformats.org/presentationml/2006/main">
  <p:tag name="OTLMARKERSHAPE" val="OTL"/>
</p:tagLst>
</file>

<file path=ppt/tags/tag131.xml><?xml version="1.0" encoding="utf-8"?>
<p:tagLst xmlns:a="http://schemas.openxmlformats.org/drawingml/2006/main" xmlns:r="http://schemas.openxmlformats.org/officeDocument/2006/relationships" xmlns:p="http://schemas.openxmlformats.org/presentationml/2006/main">
  <p:tag name="OTLMARKERSHAPE" val="OTL"/>
</p:tagLst>
</file>

<file path=ppt/tags/tag13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33.xml><?xml version="1.0" encoding="utf-8"?>
<p:tagLst xmlns:a="http://schemas.openxmlformats.org/drawingml/2006/main" xmlns:r="http://schemas.openxmlformats.org/officeDocument/2006/relationships" xmlns:p="http://schemas.openxmlformats.org/presentationml/2006/main">
  <p:tag name="OTLMARKERSHAPE" val="OTL"/>
</p:tagLst>
</file>

<file path=ppt/tags/tag13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3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3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7-06T23:59:00.0000000"/>
  <p:tag name="OTLMTITLE" val="aNrp1 - LSC Visit 6"/>
</p:tagLst>
</file>

<file path=ppt/tags/tag13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7-06T23:59:00.0000000"/>
  <p:tag name="OTLMTITLE" val="aNrp1 - LSC Visit 6"/>
</p:tagLst>
</file>

<file path=ppt/tags/tag138.xml><?xml version="1.0" encoding="utf-8"?>
<p:tagLst xmlns:a="http://schemas.openxmlformats.org/drawingml/2006/main" xmlns:r="http://schemas.openxmlformats.org/officeDocument/2006/relationships" xmlns:p="http://schemas.openxmlformats.org/presentationml/2006/main">
  <p:tag name="OTLMARKERSHAPE" val="OTL"/>
</p:tagLst>
</file>

<file path=ppt/tags/tag139.xml><?xml version="1.0" encoding="utf-8"?>
<p:tagLst xmlns:a="http://schemas.openxmlformats.org/drawingml/2006/main" xmlns:r="http://schemas.openxmlformats.org/officeDocument/2006/relationships" xmlns:p="http://schemas.openxmlformats.org/presentationml/2006/main">
  <p:tag name="OTLMARKERSHAPE" val="OTL"/>
</p:tagLst>
</file>

<file path=ppt/tags/tag140.xml><?xml version="1.0" encoding="utf-8"?>
<p:tagLst xmlns:a="http://schemas.openxmlformats.org/drawingml/2006/main" xmlns:r="http://schemas.openxmlformats.org/officeDocument/2006/relationships" xmlns:p="http://schemas.openxmlformats.org/presentationml/2006/main">
  <p:tag name="OTLMARKERSHAPE" val="OTL"/>
</p:tagLst>
</file>

<file path=ppt/tags/tag141.xml><?xml version="1.0" encoding="utf-8"?>
<p:tagLst xmlns:a="http://schemas.openxmlformats.org/drawingml/2006/main" xmlns:r="http://schemas.openxmlformats.org/officeDocument/2006/relationships" xmlns:p="http://schemas.openxmlformats.org/presentationml/2006/main">
  <p:tag name="OTLMARKERSHAPE" val="OTL"/>
</p:tagLst>
</file>

<file path=ppt/tags/tag142.xml><?xml version="1.0" encoding="utf-8"?>
<p:tagLst xmlns:a="http://schemas.openxmlformats.org/drawingml/2006/main" xmlns:r="http://schemas.openxmlformats.org/officeDocument/2006/relationships" xmlns:p="http://schemas.openxmlformats.org/presentationml/2006/main">
  <p:tag name="OTLMARKERSHAPE" val="OTL"/>
</p:tagLst>
</file>

<file path=ppt/tags/tag143.xml><?xml version="1.0" encoding="utf-8"?>
<p:tagLst xmlns:a="http://schemas.openxmlformats.org/drawingml/2006/main" xmlns:r="http://schemas.openxmlformats.org/officeDocument/2006/relationships" xmlns:p="http://schemas.openxmlformats.org/presentationml/2006/main">
  <p:tag name="OTLMARKERSHAPE" val="OTL"/>
</p:tagLst>
</file>

<file path=ppt/tags/tag14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45.xml><?xml version="1.0" encoding="utf-8"?>
<p:tagLst xmlns:a="http://schemas.openxmlformats.org/drawingml/2006/main" xmlns:r="http://schemas.openxmlformats.org/officeDocument/2006/relationships" xmlns:p="http://schemas.openxmlformats.org/presentationml/2006/main">
  <p:tag name="OTLMARKERSHAPE" val="OTL"/>
</p:tagLst>
</file>

<file path=ppt/tags/tag146.xml><?xml version="1.0" encoding="utf-8"?>
<p:tagLst xmlns:a="http://schemas.openxmlformats.org/drawingml/2006/main" xmlns:r="http://schemas.openxmlformats.org/officeDocument/2006/relationships" xmlns:p="http://schemas.openxmlformats.org/presentationml/2006/main">
  <p:tag name="OTLMARKERSHAPE" val="OTL"/>
</p:tagLst>
</file>

<file path=ppt/tags/tag147.xml><?xml version="1.0" encoding="utf-8"?>
<p:tagLst xmlns:a="http://schemas.openxmlformats.org/drawingml/2006/main" xmlns:r="http://schemas.openxmlformats.org/officeDocument/2006/relationships" xmlns:p="http://schemas.openxmlformats.org/presentationml/2006/main">
  <p:tag name="OTLMARKERSHAPE" val="OTL"/>
</p:tagLst>
</file>

<file path=ppt/tags/tag148.xml><?xml version="1.0" encoding="utf-8"?>
<p:tagLst xmlns:a="http://schemas.openxmlformats.org/drawingml/2006/main" xmlns:r="http://schemas.openxmlformats.org/officeDocument/2006/relationships" xmlns:p="http://schemas.openxmlformats.org/presentationml/2006/main">
  <p:tag name="OTLMARKERSHAPE" val="OTL"/>
</p:tagLst>
</file>

<file path=ppt/tags/tag149.xml><?xml version="1.0" encoding="utf-8"?>
<p:tagLst xmlns:a="http://schemas.openxmlformats.org/drawingml/2006/main" xmlns:r="http://schemas.openxmlformats.org/officeDocument/2006/relationships" xmlns:p="http://schemas.openxmlformats.org/presentationml/2006/main">
  <p:tag name="OTLMARKERSHAPE" val="OTL"/>
</p:tagLst>
</file>

<file path=ppt/tags/tag150.xml><?xml version="1.0" encoding="utf-8"?>
<p:tagLst xmlns:a="http://schemas.openxmlformats.org/drawingml/2006/main" xmlns:r="http://schemas.openxmlformats.org/officeDocument/2006/relationships" xmlns:p="http://schemas.openxmlformats.org/presentationml/2006/main">
  <p:tag name="OTLMARKERSHAPE" val="OTL"/>
</p:tagLst>
</file>

<file path=ppt/tags/tag151.xml><?xml version="1.0" encoding="utf-8"?>
<p:tagLst xmlns:a="http://schemas.openxmlformats.org/drawingml/2006/main" xmlns:r="http://schemas.openxmlformats.org/officeDocument/2006/relationships" xmlns:p="http://schemas.openxmlformats.org/presentationml/2006/main">
  <p:tag name="OTLMARKERSHAPE" val="OTL"/>
</p:tagLst>
</file>

<file path=ppt/tags/tag152.xml><?xml version="1.0" encoding="utf-8"?>
<p:tagLst xmlns:a="http://schemas.openxmlformats.org/drawingml/2006/main" xmlns:r="http://schemas.openxmlformats.org/officeDocument/2006/relationships" xmlns:p="http://schemas.openxmlformats.org/presentationml/2006/main">
  <p:tag name="OTLMARKERSHAPE" val="OTL"/>
</p:tagLst>
</file>

<file path=ppt/tags/tag153.xml><?xml version="1.0" encoding="utf-8"?>
<p:tagLst xmlns:a="http://schemas.openxmlformats.org/drawingml/2006/main" xmlns:r="http://schemas.openxmlformats.org/officeDocument/2006/relationships" xmlns:p="http://schemas.openxmlformats.org/presentationml/2006/main">
  <p:tag name="OTLMARKERSHAPE" val="OTL"/>
</p:tagLst>
</file>

<file path=ppt/tags/tag154.xml><?xml version="1.0" encoding="utf-8"?>
<p:tagLst xmlns:a="http://schemas.openxmlformats.org/drawingml/2006/main" xmlns:r="http://schemas.openxmlformats.org/officeDocument/2006/relationships" xmlns:p="http://schemas.openxmlformats.org/presentationml/2006/main">
  <p:tag name="OTLMARKERSHAPE" val="OTL"/>
</p:tagLst>
</file>

<file path=ppt/tags/tag155.xml><?xml version="1.0" encoding="utf-8"?>
<p:tagLst xmlns:a="http://schemas.openxmlformats.org/drawingml/2006/main" xmlns:r="http://schemas.openxmlformats.org/officeDocument/2006/relationships" xmlns:p="http://schemas.openxmlformats.org/presentationml/2006/main">
  <p:tag name="OTLMARKERSHAPE" val="OTL"/>
</p:tagLst>
</file>

<file path=ppt/tags/tag156.xml><?xml version="1.0" encoding="utf-8"?>
<p:tagLst xmlns:a="http://schemas.openxmlformats.org/drawingml/2006/main" xmlns:r="http://schemas.openxmlformats.org/officeDocument/2006/relationships" xmlns:p="http://schemas.openxmlformats.org/presentationml/2006/main">
  <p:tag name="OTLMARKERSHAPE" val="OTL"/>
</p:tagLst>
</file>

<file path=ppt/tags/tag157.xml><?xml version="1.0" encoding="utf-8"?>
<p:tagLst xmlns:a="http://schemas.openxmlformats.org/drawingml/2006/main" xmlns:r="http://schemas.openxmlformats.org/officeDocument/2006/relationships" xmlns:p="http://schemas.openxmlformats.org/presentationml/2006/main">
  <p:tag name="OTLMARKERSHAPE" val="OTL"/>
</p:tagLst>
</file>

<file path=ppt/tags/tag15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5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7-06T23:59:00.0000000"/>
  <p:tag name="OTLMTITLE" val="aNrp1 - LSC Visit 6"/>
</p:tagLst>
</file>

<file path=ppt/tags/tag16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7-06T23:59:00.0000000"/>
  <p:tag name="OTLMTITLE" val="aNrp1 - LSC Visit 6"/>
</p:tagLst>
</file>

<file path=ppt/tags/tag16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7-06T23:59:00.0000000"/>
  <p:tag name="OTLMTITLE" val="aNrp1 - LSC Visit 6"/>
</p:tagLst>
</file>

<file path=ppt/tags/tag162.xml><?xml version="1.0" encoding="utf-8"?>
<p:tagLst xmlns:a="http://schemas.openxmlformats.org/drawingml/2006/main" xmlns:r="http://schemas.openxmlformats.org/officeDocument/2006/relationships" xmlns:p="http://schemas.openxmlformats.org/presentationml/2006/main">
  <p:tag name="OTLMARKERSHAPE" val="OTL"/>
</p:tagLst>
</file>

<file path=ppt/tags/tag163.xml><?xml version="1.0" encoding="utf-8"?>
<p:tagLst xmlns:a="http://schemas.openxmlformats.org/drawingml/2006/main" xmlns:r="http://schemas.openxmlformats.org/officeDocument/2006/relationships" xmlns:p="http://schemas.openxmlformats.org/presentationml/2006/main">
  <p:tag name="OTLMARKERSHAPE" val="OTL"/>
</p:tagLst>
</file>

<file path=ppt/tags/tag164.xml><?xml version="1.0" encoding="utf-8"?>
<p:tagLst xmlns:a="http://schemas.openxmlformats.org/drawingml/2006/main" xmlns:r="http://schemas.openxmlformats.org/officeDocument/2006/relationships" xmlns:p="http://schemas.openxmlformats.org/presentationml/2006/main">
  <p:tag name="OTLMARKERSHAPE" val="OTL"/>
</p:tagLst>
</file>

<file path=ppt/tags/tag165.xml><?xml version="1.0" encoding="utf-8"?>
<p:tagLst xmlns:a="http://schemas.openxmlformats.org/drawingml/2006/main" xmlns:r="http://schemas.openxmlformats.org/officeDocument/2006/relationships" xmlns:p="http://schemas.openxmlformats.org/presentationml/2006/main">
  <p:tag name="OTLMARKERSHAPE" val="OTL"/>
</p:tagLst>
</file>

<file path=ppt/tags/tag166.xml><?xml version="1.0" encoding="utf-8"?>
<p:tagLst xmlns:a="http://schemas.openxmlformats.org/drawingml/2006/main" xmlns:r="http://schemas.openxmlformats.org/officeDocument/2006/relationships" xmlns:p="http://schemas.openxmlformats.org/presentationml/2006/main">
  <p:tag name="OTLMARKERSHAPE" val="OTL"/>
</p:tagLst>
</file>

<file path=ppt/tags/tag167.xml><?xml version="1.0" encoding="utf-8"?>
<p:tagLst xmlns:a="http://schemas.openxmlformats.org/drawingml/2006/main" xmlns:r="http://schemas.openxmlformats.org/officeDocument/2006/relationships" xmlns:p="http://schemas.openxmlformats.org/presentationml/2006/main">
  <p:tag name="OTLMARKERSHAPE" val="OTL"/>
</p:tagLst>
</file>

<file path=ppt/tags/tag168.xml><?xml version="1.0" encoding="utf-8"?>
<p:tagLst xmlns:a="http://schemas.openxmlformats.org/drawingml/2006/main" xmlns:r="http://schemas.openxmlformats.org/officeDocument/2006/relationships" xmlns:p="http://schemas.openxmlformats.org/presentationml/2006/main">
  <p:tag name="OTLMARKERSHAPE" val="OTL"/>
</p:tagLst>
</file>

<file path=ppt/tags/tag169.xml><?xml version="1.0" encoding="utf-8"?>
<p:tagLst xmlns:a="http://schemas.openxmlformats.org/drawingml/2006/main" xmlns:r="http://schemas.openxmlformats.org/officeDocument/2006/relationships" xmlns:p="http://schemas.openxmlformats.org/presentationml/2006/main">
  <p:tag name="OTLMARKERSHAPE" val="OTL"/>
</p:tagLst>
</file>

<file path=ppt/tags/tag170.xml><?xml version="1.0" encoding="utf-8"?>
<p:tagLst xmlns:a="http://schemas.openxmlformats.org/drawingml/2006/main" xmlns:r="http://schemas.openxmlformats.org/officeDocument/2006/relationships" xmlns:p="http://schemas.openxmlformats.org/presentationml/2006/main">
  <p:tag name="OTLMARKERSHAPE" val="OTL"/>
</p:tagLst>
</file>

<file path=ppt/tags/tag171.xml><?xml version="1.0" encoding="utf-8"?>
<p:tagLst xmlns:a="http://schemas.openxmlformats.org/drawingml/2006/main" xmlns:r="http://schemas.openxmlformats.org/officeDocument/2006/relationships" xmlns:p="http://schemas.openxmlformats.org/presentationml/2006/main">
  <p:tag name="OTLMARKERSHAPE" val="OTL"/>
</p:tagLst>
</file>

<file path=ppt/tags/tag172.xml><?xml version="1.0" encoding="utf-8"?>
<p:tagLst xmlns:a="http://schemas.openxmlformats.org/drawingml/2006/main" xmlns:r="http://schemas.openxmlformats.org/officeDocument/2006/relationships" xmlns:p="http://schemas.openxmlformats.org/presentationml/2006/main">
  <p:tag name="OTLMARKERSHAPE" val="OTL"/>
</p:tagLst>
</file>

<file path=ppt/tags/tag173.xml><?xml version="1.0" encoding="utf-8"?>
<p:tagLst xmlns:a="http://schemas.openxmlformats.org/drawingml/2006/main" xmlns:r="http://schemas.openxmlformats.org/officeDocument/2006/relationships" xmlns:p="http://schemas.openxmlformats.org/presentationml/2006/main">
  <p:tag name="OTLMARKERSHAPE" val="OTL"/>
</p:tagLst>
</file>

<file path=ppt/tags/tag17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7-06T23:59:00.0000000"/>
  <p:tag name="OTLMTITLE" val="aNrp1 - LSC Visit 6"/>
</p:tagLst>
</file>

<file path=ppt/tags/tag175.xml><?xml version="1.0" encoding="utf-8"?>
<p:tagLst xmlns:a="http://schemas.openxmlformats.org/drawingml/2006/main" xmlns:r="http://schemas.openxmlformats.org/officeDocument/2006/relationships" xmlns:p="http://schemas.openxmlformats.org/presentationml/2006/main">
  <p:tag name="OTLMARKERSHAPE" val="OTL"/>
</p:tagLst>
</file>

<file path=ppt/tags/tag17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77.xml><?xml version="1.0" encoding="utf-8"?>
<p:tagLst xmlns:a="http://schemas.openxmlformats.org/drawingml/2006/main" xmlns:r="http://schemas.openxmlformats.org/officeDocument/2006/relationships" xmlns:p="http://schemas.openxmlformats.org/presentationml/2006/main">
  <p:tag name="OTLMARKERSHAPE" val="OTL"/>
</p:tagLst>
</file>

<file path=ppt/tags/tag178.xml><?xml version="1.0" encoding="utf-8"?>
<p:tagLst xmlns:a="http://schemas.openxmlformats.org/drawingml/2006/main" xmlns:r="http://schemas.openxmlformats.org/officeDocument/2006/relationships" xmlns:p="http://schemas.openxmlformats.org/presentationml/2006/main">
  <p:tag name="OTLMARKERSHAPE" val="OTL"/>
</p:tagLst>
</file>

<file path=ppt/tags/tag179.xml><?xml version="1.0" encoding="utf-8"?>
<p:tagLst xmlns:a="http://schemas.openxmlformats.org/drawingml/2006/main" xmlns:r="http://schemas.openxmlformats.org/officeDocument/2006/relationships" xmlns:p="http://schemas.openxmlformats.org/presentationml/2006/main">
  <p:tag name="OTLMARKERSHAPE" val="OTL"/>
</p:tagLst>
</file>

<file path=ppt/tags/tag180.xml><?xml version="1.0" encoding="utf-8"?>
<p:tagLst xmlns:a="http://schemas.openxmlformats.org/drawingml/2006/main" xmlns:r="http://schemas.openxmlformats.org/officeDocument/2006/relationships" xmlns:p="http://schemas.openxmlformats.org/presentationml/2006/main">
  <p:tag name="OTLMARKERSHAPE" val="OTL"/>
</p:tagLst>
</file>

<file path=ppt/tags/tag181.xml><?xml version="1.0" encoding="utf-8"?>
<p:tagLst xmlns:a="http://schemas.openxmlformats.org/drawingml/2006/main" xmlns:r="http://schemas.openxmlformats.org/officeDocument/2006/relationships" xmlns:p="http://schemas.openxmlformats.org/presentationml/2006/main">
  <p:tag name="OTLMARKERSHAPE" val="OTL"/>
</p:tagLst>
</file>

<file path=ppt/tags/tag182.xml><?xml version="1.0" encoding="utf-8"?>
<p:tagLst xmlns:a="http://schemas.openxmlformats.org/drawingml/2006/main" xmlns:r="http://schemas.openxmlformats.org/officeDocument/2006/relationships" xmlns:p="http://schemas.openxmlformats.org/presentationml/2006/main">
  <p:tag name="OTLMARKERSHAPE" val="OTL"/>
</p:tagLst>
</file>

<file path=ppt/tags/tag183.xml><?xml version="1.0" encoding="utf-8"?>
<p:tagLst xmlns:a="http://schemas.openxmlformats.org/drawingml/2006/main" xmlns:r="http://schemas.openxmlformats.org/officeDocument/2006/relationships" xmlns:p="http://schemas.openxmlformats.org/presentationml/2006/main">
  <p:tag name="OTLMARKERSHAPE" val="OTL"/>
</p:tagLst>
</file>

<file path=ppt/tags/tag184.xml><?xml version="1.0" encoding="utf-8"?>
<p:tagLst xmlns:a="http://schemas.openxmlformats.org/drawingml/2006/main" xmlns:r="http://schemas.openxmlformats.org/officeDocument/2006/relationships" xmlns:p="http://schemas.openxmlformats.org/presentationml/2006/main">
  <p:tag name="OTLMARKERSHAPE" val="OTL"/>
</p:tagLst>
</file>

<file path=ppt/tags/tag185.xml><?xml version="1.0" encoding="utf-8"?>
<p:tagLst xmlns:a="http://schemas.openxmlformats.org/drawingml/2006/main" xmlns:r="http://schemas.openxmlformats.org/officeDocument/2006/relationships" xmlns:p="http://schemas.openxmlformats.org/presentationml/2006/main">
  <p:tag name="OTLMARKERSHAPE" val="OTL"/>
</p:tagLst>
</file>

<file path=ppt/tags/tag186.xml><?xml version="1.0" encoding="utf-8"?>
<p:tagLst xmlns:a="http://schemas.openxmlformats.org/drawingml/2006/main" xmlns:r="http://schemas.openxmlformats.org/officeDocument/2006/relationships" xmlns:p="http://schemas.openxmlformats.org/presentationml/2006/main">
  <p:tag name="OTLMARKERSHAPE" val="OTL"/>
</p:tagLst>
</file>

<file path=ppt/tags/tag187.xml><?xml version="1.0" encoding="utf-8"?>
<p:tagLst xmlns:a="http://schemas.openxmlformats.org/drawingml/2006/main" xmlns:r="http://schemas.openxmlformats.org/officeDocument/2006/relationships" xmlns:p="http://schemas.openxmlformats.org/presentationml/2006/main">
  <p:tag name="OTLMARKERSHAPE" val="OTL"/>
</p:tagLst>
</file>

<file path=ppt/tags/tag188.xml><?xml version="1.0" encoding="utf-8"?>
<p:tagLst xmlns:a="http://schemas.openxmlformats.org/drawingml/2006/main" xmlns:r="http://schemas.openxmlformats.org/officeDocument/2006/relationships" xmlns:p="http://schemas.openxmlformats.org/presentationml/2006/main">
  <p:tag name="OTLMARKERSHAPE" val="OTL"/>
</p:tagLst>
</file>

<file path=ppt/tags/tag189.xml><?xml version="1.0" encoding="utf-8"?>
<p:tagLst xmlns:a="http://schemas.openxmlformats.org/drawingml/2006/main" xmlns:r="http://schemas.openxmlformats.org/officeDocument/2006/relationships" xmlns:p="http://schemas.openxmlformats.org/presentationml/2006/main">
  <p:tag name="OTLMARKERSHAPE" val="OTL"/>
</p:tagLst>
</file>

<file path=ppt/tags/tag190.xml><?xml version="1.0" encoding="utf-8"?>
<p:tagLst xmlns:a="http://schemas.openxmlformats.org/drawingml/2006/main" xmlns:r="http://schemas.openxmlformats.org/officeDocument/2006/relationships" xmlns:p="http://schemas.openxmlformats.org/presentationml/2006/main">
  <p:tag name="OTLMARKERSHAPE" val="OTL"/>
</p:tagLst>
</file>

<file path=ppt/tags/tag191.xml><?xml version="1.0" encoding="utf-8"?>
<p:tagLst xmlns:a="http://schemas.openxmlformats.org/drawingml/2006/main" xmlns:r="http://schemas.openxmlformats.org/officeDocument/2006/relationships" xmlns:p="http://schemas.openxmlformats.org/presentationml/2006/main">
  <p:tag name="OTLMARKERSHAPE" val="OTL"/>
</p:tagLst>
</file>

<file path=ppt/tags/tag192.xml><?xml version="1.0" encoding="utf-8"?>
<p:tagLst xmlns:a="http://schemas.openxmlformats.org/drawingml/2006/main" xmlns:r="http://schemas.openxmlformats.org/officeDocument/2006/relationships" xmlns:p="http://schemas.openxmlformats.org/presentationml/2006/main">
  <p:tag name="OTLMARKERSHAPE" val="OTL"/>
</p:tagLst>
</file>

<file path=ppt/tags/tag193.xml><?xml version="1.0" encoding="utf-8"?>
<p:tagLst xmlns:a="http://schemas.openxmlformats.org/drawingml/2006/main" xmlns:r="http://schemas.openxmlformats.org/officeDocument/2006/relationships" xmlns:p="http://schemas.openxmlformats.org/presentationml/2006/main">
  <p:tag name="OTLMARKERSHAPE" val="OTL"/>
</p:tagLst>
</file>

<file path=ppt/tags/tag19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9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POSITIONONTASK" val="None"/>
  <p:tag name="OTLRELATEDTASKID" val="00000000-0000-0000-0000-000000000000"/>
  <p:tag name="OTLWEEKNUMBERINGFORMAT" val="WNFormat1"/>
  <p:tag name="OTLWEEKNUMBERINGISVISIBLE" val="False"/>
  <p:tag name="OTLDATE" val="2023-08-04T23:59:00.0000000"/>
  <p:tag name="OTLMTITLE" val="aNrp1 - LSC Visit 7"/>
</p:tagLst>
</file>

<file path=ppt/tags/tag196.xml><?xml version="1.0" encoding="utf-8"?>
<p:tagLst xmlns:a="http://schemas.openxmlformats.org/drawingml/2006/main" xmlns:r="http://schemas.openxmlformats.org/officeDocument/2006/relationships" xmlns:p="http://schemas.openxmlformats.org/presentationml/2006/main">
  <p:tag name="OTLMARKERSHAPE" val="OTL"/>
</p:tagLst>
</file>

<file path=ppt/tags/tag197.xml><?xml version="1.0" encoding="utf-8"?>
<p:tagLst xmlns:a="http://schemas.openxmlformats.org/drawingml/2006/main" xmlns:r="http://schemas.openxmlformats.org/officeDocument/2006/relationships" xmlns:p="http://schemas.openxmlformats.org/presentationml/2006/main">
  <p:tag name="OTLMARKERSHAPE" val="OTL"/>
</p:tagLst>
</file>

<file path=ppt/tags/tag198.xml><?xml version="1.0" encoding="utf-8"?>
<p:tagLst xmlns:a="http://schemas.openxmlformats.org/drawingml/2006/main" xmlns:r="http://schemas.openxmlformats.org/officeDocument/2006/relationships" xmlns:p="http://schemas.openxmlformats.org/presentationml/2006/main">
  <p:tag name="OTLMARKERSHAPE" val="OTL"/>
</p:tagLst>
</file>

<file path=ppt/tags/tag199.xml><?xml version="1.0" encoding="utf-8"?>
<p:tagLst xmlns:a="http://schemas.openxmlformats.org/drawingml/2006/main" xmlns:r="http://schemas.openxmlformats.org/officeDocument/2006/relationships" xmlns:p="http://schemas.openxmlformats.org/presentationml/2006/main">
  <p:tag name="OTLMARKERSHAPE" val="OTL"/>
</p:tagLst>
</file>

<file path=ppt/tags/tag200.xml><?xml version="1.0" encoding="utf-8"?>
<p:tagLst xmlns:a="http://schemas.openxmlformats.org/drawingml/2006/main" xmlns:r="http://schemas.openxmlformats.org/officeDocument/2006/relationships" xmlns:p="http://schemas.openxmlformats.org/presentationml/2006/main">
  <p:tag name="OTLMARKERSHAPE" val="OTL"/>
</p:tagLst>
</file>

<file path=ppt/tags/tag201.xml><?xml version="1.0" encoding="utf-8"?>
<p:tagLst xmlns:a="http://schemas.openxmlformats.org/drawingml/2006/main" xmlns:r="http://schemas.openxmlformats.org/officeDocument/2006/relationships" xmlns:p="http://schemas.openxmlformats.org/presentationml/2006/main">
  <p:tag name="OTLMARKERSHAPE" val="OTL"/>
</p:tagLst>
</file>

<file path=ppt/tags/tag202.xml><?xml version="1.0" encoding="utf-8"?>
<p:tagLst xmlns:a="http://schemas.openxmlformats.org/drawingml/2006/main" xmlns:r="http://schemas.openxmlformats.org/officeDocument/2006/relationships" xmlns:p="http://schemas.openxmlformats.org/presentationml/2006/main">
  <p:tag name="OTLMARKERSHAPE" val="OTL"/>
</p:tagLst>
</file>

<file path=ppt/tags/tag203.xml><?xml version="1.0" encoding="utf-8"?>
<p:tagLst xmlns:a="http://schemas.openxmlformats.org/drawingml/2006/main" xmlns:r="http://schemas.openxmlformats.org/officeDocument/2006/relationships" xmlns:p="http://schemas.openxmlformats.org/presentationml/2006/main">
  <p:tag name="OTLMARKERSHAPE" val="OTL"/>
</p:tagLst>
</file>

<file path=ppt/tags/tag204.xml><?xml version="1.0" encoding="utf-8"?>
<p:tagLst xmlns:a="http://schemas.openxmlformats.org/drawingml/2006/main" xmlns:r="http://schemas.openxmlformats.org/officeDocument/2006/relationships" xmlns:p="http://schemas.openxmlformats.org/presentationml/2006/main">
  <p:tag name="OTLMARKERSHAPE" val="OTL"/>
</p:tagLst>
</file>

<file path=ppt/tags/tag205.xml><?xml version="1.0" encoding="utf-8"?>
<p:tagLst xmlns:a="http://schemas.openxmlformats.org/drawingml/2006/main" xmlns:r="http://schemas.openxmlformats.org/officeDocument/2006/relationships" xmlns:p="http://schemas.openxmlformats.org/presentationml/2006/main">
  <p:tag name="OTLMARKERSHAPE" val="OTL"/>
</p:tagLst>
</file>

<file path=ppt/tags/tag206.xml><?xml version="1.0" encoding="utf-8"?>
<p:tagLst xmlns:a="http://schemas.openxmlformats.org/drawingml/2006/main" xmlns:r="http://schemas.openxmlformats.org/officeDocument/2006/relationships" xmlns:p="http://schemas.openxmlformats.org/presentationml/2006/main">
  <p:tag name="OTLMARKERSHAPE" val="OTL"/>
</p:tagLst>
</file>

<file path=ppt/tags/tag207.xml><?xml version="1.0" encoding="utf-8"?>
<p:tagLst xmlns:a="http://schemas.openxmlformats.org/drawingml/2006/main" xmlns:r="http://schemas.openxmlformats.org/officeDocument/2006/relationships" xmlns:p="http://schemas.openxmlformats.org/presentationml/2006/main">
  <p:tag name="OTLMARKERSHAPE" val="OTL"/>
</p:tagLst>
</file>

<file path=ppt/tags/tag208.xml><?xml version="1.0" encoding="utf-8"?>
<p:tagLst xmlns:a="http://schemas.openxmlformats.org/drawingml/2006/main" xmlns:r="http://schemas.openxmlformats.org/officeDocument/2006/relationships" xmlns:p="http://schemas.openxmlformats.org/presentationml/2006/main">
  <p:tag name="OTLMARKERSHAPE" val="OTL"/>
</p:tagLst>
</file>

<file path=ppt/tags/tag209.xml><?xml version="1.0" encoding="utf-8"?>
<p:tagLst xmlns:a="http://schemas.openxmlformats.org/drawingml/2006/main" xmlns:r="http://schemas.openxmlformats.org/officeDocument/2006/relationships" xmlns:p="http://schemas.openxmlformats.org/presentationml/2006/main">
  <p:tag name="OTLMARKERSHAPE" val="OTL"/>
</p:tagLst>
</file>

<file path=ppt/tags/tag210.xml><?xml version="1.0" encoding="utf-8"?>
<p:tagLst xmlns:a="http://schemas.openxmlformats.org/drawingml/2006/main" xmlns:r="http://schemas.openxmlformats.org/officeDocument/2006/relationships" xmlns:p="http://schemas.openxmlformats.org/presentationml/2006/main">
  <p:tag name="OTLMARKERSHAPE" val="OTL"/>
</p:tagLst>
</file>

<file path=ppt/tags/tag211.xml><?xml version="1.0" encoding="utf-8"?>
<p:tagLst xmlns:a="http://schemas.openxmlformats.org/drawingml/2006/main" xmlns:r="http://schemas.openxmlformats.org/officeDocument/2006/relationships" xmlns:p="http://schemas.openxmlformats.org/presentationml/2006/main">
  <p:tag name="OTLMARKERSHAPE" val="OTL"/>
</p:tagLst>
</file>

<file path=ppt/tags/tag212.xml><?xml version="1.0" encoding="utf-8"?>
<p:tagLst xmlns:a="http://schemas.openxmlformats.org/drawingml/2006/main" xmlns:r="http://schemas.openxmlformats.org/officeDocument/2006/relationships" xmlns:p="http://schemas.openxmlformats.org/presentationml/2006/main">
  <p:tag name="OTLMARKERSHAPE" val="OTL"/>
</p:tagLst>
</file>

<file path=ppt/tags/tag213.xml><?xml version="1.0" encoding="utf-8"?>
<p:tagLst xmlns:a="http://schemas.openxmlformats.org/drawingml/2006/main" xmlns:r="http://schemas.openxmlformats.org/officeDocument/2006/relationships" xmlns:p="http://schemas.openxmlformats.org/presentationml/2006/main">
  <p:tag name="OTLMARKERSHAPE" val="OTL"/>
</p:tagLst>
</file>

<file path=ppt/tags/tag214.xml><?xml version="1.0" encoding="utf-8"?>
<p:tagLst xmlns:a="http://schemas.openxmlformats.org/drawingml/2006/main" xmlns:r="http://schemas.openxmlformats.org/officeDocument/2006/relationships" xmlns:p="http://schemas.openxmlformats.org/presentationml/2006/main">
  <p:tag name="OTLMARKERSHAPE" val="OTL"/>
</p:tagLst>
</file>

<file path=ppt/tags/tag215.xml><?xml version="1.0" encoding="utf-8"?>
<p:tagLst xmlns:a="http://schemas.openxmlformats.org/drawingml/2006/main" xmlns:r="http://schemas.openxmlformats.org/officeDocument/2006/relationships" xmlns:p="http://schemas.openxmlformats.org/presentationml/2006/main">
  <p:tag name="OTLMARKERSHAPE" val="OTL"/>
</p:tagLst>
</file>

<file path=ppt/tags/tag216.xml><?xml version="1.0" encoding="utf-8"?>
<p:tagLst xmlns:a="http://schemas.openxmlformats.org/drawingml/2006/main" xmlns:r="http://schemas.openxmlformats.org/officeDocument/2006/relationships" xmlns:p="http://schemas.openxmlformats.org/presentationml/2006/main">
  <p:tag name="OTLMARKERSHAPE" val="OTL"/>
</p:tagLst>
</file>

<file path=ppt/tags/tag217.xml><?xml version="1.0" encoding="utf-8"?>
<p:tagLst xmlns:a="http://schemas.openxmlformats.org/drawingml/2006/main" xmlns:r="http://schemas.openxmlformats.org/officeDocument/2006/relationships" xmlns:p="http://schemas.openxmlformats.org/presentationml/2006/main">
  <p:tag name="OTLMARKERSHAPE" val="OTL"/>
</p:tagLst>
</file>

<file path=ppt/tags/tag218.xml><?xml version="1.0" encoding="utf-8"?>
<p:tagLst xmlns:a="http://schemas.openxmlformats.org/drawingml/2006/main" xmlns:r="http://schemas.openxmlformats.org/officeDocument/2006/relationships" xmlns:p="http://schemas.openxmlformats.org/presentationml/2006/main">
  <p:tag name="OTLMARKERSHAPE" val="OTL"/>
</p:tagLst>
</file>

<file path=ppt/tags/tag219.xml><?xml version="1.0" encoding="utf-8"?>
<p:tagLst xmlns:a="http://schemas.openxmlformats.org/drawingml/2006/main" xmlns:r="http://schemas.openxmlformats.org/officeDocument/2006/relationships" xmlns:p="http://schemas.openxmlformats.org/presentationml/2006/main">
  <p:tag name="OTLMARKERSHAPE" val="OTL"/>
</p:tagLst>
</file>

<file path=ppt/tags/tag220.xml><?xml version="1.0" encoding="utf-8"?>
<p:tagLst xmlns:a="http://schemas.openxmlformats.org/drawingml/2006/main" xmlns:r="http://schemas.openxmlformats.org/officeDocument/2006/relationships" xmlns:p="http://schemas.openxmlformats.org/presentationml/2006/main">
  <p:tag name="OTLMARKERSHAPE" val="OTL"/>
</p:tagLst>
</file>

<file path=ppt/tags/tag2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2.xml><?xml version="1.0" encoding="utf-8"?>
<p:tagLst xmlns:a="http://schemas.openxmlformats.org/drawingml/2006/main" xmlns:r="http://schemas.openxmlformats.org/officeDocument/2006/relationships" xmlns:p="http://schemas.openxmlformats.org/presentationml/2006/main">
  <p:tag name="OTLMARKERSHAPE" val="OTL"/>
</p:tagLst>
</file>

<file path=ppt/tags/tag223.xml><?xml version="1.0" encoding="utf-8"?>
<p:tagLst xmlns:a="http://schemas.openxmlformats.org/drawingml/2006/main" xmlns:r="http://schemas.openxmlformats.org/officeDocument/2006/relationships" xmlns:p="http://schemas.openxmlformats.org/presentationml/2006/main">
  <p:tag name="OTLMARKERSHAPE" val="OTL"/>
</p:tagLst>
</file>

<file path=ppt/tags/tag224.xml><?xml version="1.0" encoding="utf-8"?>
<p:tagLst xmlns:a="http://schemas.openxmlformats.org/drawingml/2006/main" xmlns:r="http://schemas.openxmlformats.org/officeDocument/2006/relationships" xmlns:p="http://schemas.openxmlformats.org/presentationml/2006/main">
  <p:tag name="OTLMARKERSHAPE" val="OTL"/>
</p:tagLst>
</file>

<file path=ppt/tags/tag225.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3366"/>
        </a:solidFill>
        <a:ln w="12700">
          <a:noFill/>
        </a:ln>
      </a:spPr>
      <a:bodyPr lIns="91440" tIns="45720" rIns="91440" bIns="45720" rtlCol="0" anchor="t"/>
      <a:lstStyle>
        <a:defPPr algn="l">
          <a:defRPr sz="1050" dirty="0" err="1" smtClean="0">
            <a:solidFill>
              <a:schemeClr val="bg1"/>
            </a:solidFill>
            <a:latin typeface="BISans" panose="02000503040000020004"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2.xml><?xml version="1.0" encoding="utf-8"?>
<a:theme xmlns:a="http://schemas.openxmlformats.org/drawingml/2006/main" name="主题1">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3.xml><?xml version="1.0" encoding="utf-8"?>
<a:theme xmlns:a="http://schemas.openxmlformats.org/drawingml/2006/main" name="24_BI-CorpPPT_Template_16-9_V1">
  <a:themeElements>
    <a:clrScheme name="Custom 2">
      <a:dk1>
        <a:srgbClr val="002060"/>
      </a:dk1>
      <a:lt1>
        <a:sysClr val="window" lastClr="FFFFFF"/>
      </a:lt1>
      <a:dk2>
        <a:srgbClr val="002060"/>
      </a:dk2>
      <a:lt2>
        <a:srgbClr val="FFFFFF"/>
      </a:lt2>
      <a:accent1>
        <a:srgbClr val="002060"/>
      </a:accent1>
      <a:accent2>
        <a:srgbClr val="2F4991"/>
      </a:accent2>
      <a:accent3>
        <a:srgbClr val="3B66BB"/>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4.xml><?xml version="1.0" encoding="utf-8"?>
<a:theme xmlns:a="http://schemas.openxmlformats.org/drawingml/2006/main" name="7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3366"/>
        </a:solidFill>
        <a:ln w="12700">
          <a:noFill/>
        </a:ln>
      </a:spPr>
      <a:bodyPr lIns="91440" tIns="45720" rIns="91440" bIns="45720" rtlCol="0" anchor="t"/>
      <a:lstStyle>
        <a:defPPr algn="l">
          <a:defRPr sz="1050" dirty="0" err="1" smtClean="0">
            <a:solidFill>
              <a:schemeClr val="bg1"/>
            </a:solidFill>
            <a:latin typeface="BISans" panose="02000503040000020004"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5.xml><?xml version="1.0" encoding="utf-8"?>
<a:theme xmlns:a="http://schemas.openxmlformats.org/drawingml/2006/main" name="1_04 Brightline-2 official lowres">
  <a:themeElements>
    <a:clrScheme name="BI corp colours">
      <a:dk1>
        <a:srgbClr val="000000"/>
      </a:dk1>
      <a:lt1>
        <a:srgbClr val="FFFFFF"/>
      </a:lt1>
      <a:dk2>
        <a:srgbClr val="44546A"/>
      </a:dk2>
      <a:lt2>
        <a:srgbClr val="E7E6E6"/>
      </a:lt2>
      <a:accent1>
        <a:srgbClr val="009933"/>
      </a:accent1>
      <a:accent2>
        <a:srgbClr val="0066CC"/>
      </a:accent2>
      <a:accent3>
        <a:srgbClr val="58595B"/>
      </a:accent3>
      <a:accent4>
        <a:srgbClr val="FFC000"/>
      </a:accent4>
      <a:accent5>
        <a:srgbClr val="FF0000"/>
      </a:accent5>
      <a:accent6>
        <a:srgbClr val="9D9FA2"/>
      </a:accent6>
      <a:hlink>
        <a:srgbClr val="0563C1"/>
      </a:hlink>
      <a:folHlink>
        <a:srgbClr val="954F72"/>
      </a:folHlink>
    </a:clrScheme>
    <a:fontScheme name="Outlook (Segoe + Yu Gothic)">
      <a:majorFont>
        <a:latin typeface="Segoe UI"/>
        <a:ea typeface="游ゴシック"/>
        <a:cs typeface=""/>
      </a:majorFont>
      <a:minorFont>
        <a:latin typeface="Segoe UI"/>
        <a:ea typeface="游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4 Brightline-2 official lowres" id="{5E4C0834-A833-4E60-860D-EC67E2160B16}" vid="{4D322EC1-53B1-4A2F-9BF5-5675BE0490FD}"/>
    </a:ext>
  </a:extLst>
</a:theme>
</file>

<file path=ppt/theme/theme6.xml><?xml version="1.0" encoding="utf-8"?>
<a:theme xmlns:a="http://schemas.openxmlformats.org/drawingml/2006/main" name="4_主题1">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7.xml><?xml version="1.0" encoding="utf-8"?>
<a:theme xmlns:a="http://schemas.openxmlformats.org/drawingml/2006/main" name="5_主题1">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8.xml><?xml version="1.0" encoding="utf-8"?>
<a:theme xmlns:a="http://schemas.openxmlformats.org/drawingml/2006/main" name="Brightline overarching templates">
  <a:themeElements>
    <a:clrScheme name="BI corp colours">
      <a:dk1>
        <a:srgbClr val="000000"/>
      </a:dk1>
      <a:lt1>
        <a:srgbClr val="FFFFFF"/>
      </a:lt1>
      <a:dk2>
        <a:srgbClr val="44546A"/>
      </a:dk2>
      <a:lt2>
        <a:srgbClr val="E7E6E6"/>
      </a:lt2>
      <a:accent1>
        <a:srgbClr val="009933"/>
      </a:accent1>
      <a:accent2>
        <a:srgbClr val="0066CC"/>
      </a:accent2>
      <a:accent3>
        <a:srgbClr val="58595B"/>
      </a:accent3>
      <a:accent4>
        <a:srgbClr val="FFC000"/>
      </a:accent4>
      <a:accent5>
        <a:srgbClr val="FF0000"/>
      </a:accent5>
      <a:accent6>
        <a:srgbClr val="9D9FA2"/>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9.xml><?xml version="1.0" encoding="utf-8"?>
<a:theme xmlns:a="http://schemas.openxmlformats.org/drawingml/2006/main" name="1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10.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11.xml><?xml version="1.0" encoding="utf-8"?>
<a:theme xmlns:a="http://schemas.openxmlformats.org/drawingml/2006/main" name="2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12.xml><?xml version="1.0" encoding="utf-8"?>
<a:theme xmlns:a="http://schemas.openxmlformats.org/drawingml/2006/main" name="5_04 Brightline-2 official lowres">
  <a:themeElements>
    <a:clrScheme name="BI corp colours">
      <a:dk1>
        <a:srgbClr val="000000"/>
      </a:dk1>
      <a:lt1>
        <a:srgbClr val="FFFFFF"/>
      </a:lt1>
      <a:dk2>
        <a:srgbClr val="44546A"/>
      </a:dk2>
      <a:lt2>
        <a:srgbClr val="E7E6E6"/>
      </a:lt2>
      <a:accent1>
        <a:srgbClr val="009933"/>
      </a:accent1>
      <a:accent2>
        <a:srgbClr val="0066CC"/>
      </a:accent2>
      <a:accent3>
        <a:srgbClr val="58595B"/>
      </a:accent3>
      <a:accent4>
        <a:srgbClr val="FFC000"/>
      </a:accent4>
      <a:accent5>
        <a:srgbClr val="FF0000"/>
      </a:accent5>
      <a:accent6>
        <a:srgbClr val="9D9FA2"/>
      </a:accent6>
      <a:hlink>
        <a:srgbClr val="0563C1"/>
      </a:hlink>
      <a:folHlink>
        <a:srgbClr val="954F72"/>
      </a:folHlink>
    </a:clrScheme>
    <a:fontScheme name="Outlook (Segoe + Yu Gothic)">
      <a:majorFont>
        <a:latin typeface="Segoe UI"/>
        <a:ea typeface="游ゴシック"/>
        <a:cs typeface=""/>
      </a:majorFont>
      <a:minorFont>
        <a:latin typeface="Segoe UI"/>
        <a:ea typeface="游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4 Brightline-2 official lowres" id="{5E4C0834-A833-4E60-860D-EC67E2160B16}" vid="{4D322EC1-53B1-4A2F-9BF5-5675BE0490FD}"/>
    </a:ext>
  </a:extLst>
</a:theme>
</file>

<file path=ppt/theme/theme13.xml><?xml version="1.0" encoding="utf-8"?>
<a:theme xmlns:a="http://schemas.openxmlformats.org/drawingml/2006/main" name="1_主题1">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14.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15.xml><?xml version="1.0" encoding="utf-8"?>
<a:theme xmlns:a="http://schemas.openxmlformats.org/drawingml/2006/main" name="3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16.xml><?xml version="1.0" encoding="utf-8"?>
<a:theme xmlns:a="http://schemas.openxmlformats.org/drawingml/2006/main" name="6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Presentation1" id="{8E73A1CE-C297-4B48-8EE7-ACD211E1B6BA}" vid="{70C47F2D-1438-4C71-8D10-E835C49F7593}"/>
    </a:ext>
  </a:extLst>
</a:theme>
</file>

<file path=ppt/theme/theme17.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I corp colours">
    <a:dk1>
      <a:srgbClr val="000000"/>
    </a:dk1>
    <a:lt1>
      <a:srgbClr val="FFFFFF"/>
    </a:lt1>
    <a:dk2>
      <a:srgbClr val="44546A"/>
    </a:dk2>
    <a:lt2>
      <a:srgbClr val="E7E6E6"/>
    </a:lt2>
    <a:accent1>
      <a:srgbClr val="009933"/>
    </a:accent1>
    <a:accent2>
      <a:srgbClr val="0066CC"/>
    </a:accent2>
    <a:accent3>
      <a:srgbClr val="58595B"/>
    </a:accent3>
    <a:accent4>
      <a:srgbClr val="FFC000"/>
    </a:accent4>
    <a:accent5>
      <a:srgbClr val="FF0000"/>
    </a:accent5>
    <a:accent6>
      <a:srgbClr val="9D9FA2"/>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Zhang,Catherine (MED CD&amp;O) BII-CN-S</DisplayName>
        <AccountId>110</AccountId>
        <AccountType/>
      </UserInfo>
      <UserInfo>
        <DisplayName>Hu,Dr.,Juno (HP Medicine) BII-CN-S</DisplayName>
        <AccountId>13</AccountId>
        <AccountType/>
      </UserInfo>
      <UserInfo>
        <DisplayName>Chen,Sally (HP Medicine) BII-CN-S</DisplayName>
        <AccountId>42</AccountId>
        <AccountType/>
      </UserInfo>
      <UserInfo>
        <DisplayName>Wang,Yuan (HP Medicine) BII-CN-S</DisplayName>
        <AccountId>131</AccountId>
        <AccountType/>
      </UserInfo>
      <UserInfo>
        <DisplayName>Song,Dr.,Eric (MED BDS) BII-CN-S</DisplayName>
        <AccountId>188</AccountId>
        <AccountType/>
      </UserInfo>
      <UserInfo>
        <DisplayName>Hua,Dr.,Xia (HP Marketing) BII-CN-S</DisplayName>
        <AccountId>186</AccountId>
        <AccountType/>
      </UserInfo>
      <UserInfo>
        <DisplayName>Lu,Dr.,Jiaqi (HP Medicine) BII-CN-S</DisplayName>
        <AccountId>7</AccountId>
        <AccountType/>
      </UserInfo>
      <UserInfo>
        <DisplayName>Xia,Emma (MED CD&amp;O) BII-CN-S</DisplayName>
        <AccountId>222</AccountId>
        <AccountType/>
      </UserInfo>
    </SharedWithUsers>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97128F-C690-4076-BBCD-1651809AE10C}">
  <ds:schemaRefs>
    <ds:schemaRef ds:uri="http://schemas.microsoft.com/sharepoint/v3/contenttype/forms"/>
  </ds:schemaRefs>
</ds:datastoreItem>
</file>

<file path=customXml/itemProps2.xml><?xml version="1.0" encoding="utf-8"?>
<ds:datastoreItem xmlns:ds="http://schemas.openxmlformats.org/officeDocument/2006/customXml" ds:itemID="{F007EF22-07F5-49DF-901A-329F0FF2BB83}">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53C186E-85F9-43D3-A696-58C40F1575D6}"/>
</file>

<file path=docProps/app.xml><?xml version="1.0" encoding="utf-8"?>
<Properties xmlns="http://schemas.openxmlformats.org/officeDocument/2006/extended-properties" xmlns:vt="http://schemas.openxmlformats.org/officeDocument/2006/docPropsVTypes">
  <Template/>
  <TotalTime>0</TotalTime>
  <Words>4965</Words>
  <Application>Microsoft Office PowerPoint</Application>
  <PresentationFormat>On-screen Show (16:9)</PresentationFormat>
  <Paragraphs>1256</Paragraphs>
  <Slides>33</Slides>
  <Notes>14</Notes>
  <HiddenSlides>6</HiddenSlides>
  <MMClips>0</MMClips>
  <ScaleCrop>false</ScaleCrop>
  <HeadingPairs>
    <vt:vector size="8" baseType="variant">
      <vt:variant>
        <vt:lpstr>Fonts Used</vt:lpstr>
      </vt:variant>
      <vt:variant>
        <vt:i4>13</vt:i4>
      </vt:variant>
      <vt:variant>
        <vt:lpstr>Theme</vt:lpstr>
      </vt:variant>
      <vt:variant>
        <vt:i4>16</vt:i4>
      </vt:variant>
      <vt:variant>
        <vt:lpstr>Embedded OLE Servers</vt:lpstr>
      </vt:variant>
      <vt:variant>
        <vt:i4>1</vt:i4>
      </vt:variant>
      <vt:variant>
        <vt:lpstr>Slide Titles</vt:lpstr>
      </vt:variant>
      <vt:variant>
        <vt:i4>33</vt:i4>
      </vt:variant>
    </vt:vector>
  </HeadingPairs>
  <TitlesOfParts>
    <vt:vector size="63" baseType="lpstr">
      <vt:lpstr>DengXian</vt:lpstr>
      <vt:lpstr>Arial</vt:lpstr>
      <vt:lpstr>BISans</vt:lpstr>
      <vt:lpstr>BISansCond</vt:lpstr>
      <vt:lpstr>BISansOpti</vt:lpstr>
      <vt:lpstr>BISansOptiCond</vt:lpstr>
      <vt:lpstr>Boehringer Forward Head</vt:lpstr>
      <vt:lpstr>Boehringer Forward Text</vt:lpstr>
      <vt:lpstr>Calibri</vt:lpstr>
      <vt:lpstr>Courier New</vt:lpstr>
      <vt:lpstr>Segoe UI</vt:lpstr>
      <vt:lpstr>Verdana</vt:lpstr>
      <vt:lpstr>Wingdings</vt:lpstr>
      <vt:lpstr>BI_Corporate_16_9</vt:lpstr>
      <vt:lpstr>主题1</vt:lpstr>
      <vt:lpstr>24_BI-CorpPPT_Template_16-9_V1</vt:lpstr>
      <vt:lpstr>7_BI_Corporate_16_9</vt:lpstr>
      <vt:lpstr>1_04 Brightline-2 official lowres</vt:lpstr>
      <vt:lpstr>4_主题1</vt:lpstr>
      <vt:lpstr>5_主题1</vt:lpstr>
      <vt:lpstr>Brightline overarching templates</vt:lpstr>
      <vt:lpstr>1_BI_Corporate_16_9</vt:lpstr>
      <vt:lpstr>Boehringer Ingelheim 16:9</vt:lpstr>
      <vt:lpstr>2_Boehringer Ingelheim 16:9</vt:lpstr>
      <vt:lpstr>5_04 Brightline-2 official lowres</vt:lpstr>
      <vt:lpstr>1_主题1</vt:lpstr>
      <vt:lpstr>1_Boehringer Ingelheim 16:9</vt:lpstr>
      <vt:lpstr>3_Boehringer Ingelheim 16:9</vt:lpstr>
      <vt:lpstr>6_Boehringer Ingelheim 16:9</vt:lpstr>
      <vt:lpstr>think-cell Slide</vt:lpstr>
      <vt:lpstr>Portfolio Executive Committee (PEC)  Review Meeting   Portfolio Overview Update - Oncology </vt:lpstr>
      <vt:lpstr> </vt:lpstr>
      <vt:lpstr>Brigimadlin (BI 907828, MDM2/p53)</vt:lpstr>
      <vt:lpstr>PowerPoint Presentation</vt:lpstr>
      <vt:lpstr>PowerPoint Presentation</vt:lpstr>
      <vt:lpstr>PowerPoint Presentation</vt:lpstr>
      <vt:lpstr> </vt:lpstr>
      <vt:lpstr> </vt:lpstr>
      <vt:lpstr> </vt:lpstr>
      <vt:lpstr>Questions to be discussed</vt:lpstr>
      <vt:lpstr>Preliminary timeline comparison with vs without safety run-in </vt:lpstr>
      <vt:lpstr>BI764532, DLL3/CD3 TcE</vt:lpstr>
      <vt:lpstr> </vt:lpstr>
      <vt:lpstr>Zongertinib (BI 1810631, HER2 TKI)</vt:lpstr>
      <vt:lpstr>PowerPoint Presentation</vt:lpstr>
      <vt:lpstr>Recruitment status of Beamion LUNG-1 as of 15 Apr 2024</vt:lpstr>
      <vt:lpstr>Zongertinib (HER2 TKI) 1479-0001: Recruitment Status as of 15Apr2024</vt:lpstr>
      <vt:lpstr>Ongoing: Zongertinib (HER2 TKI): 1L Non Small Cell Lung Cancer (NSCLC)</vt:lpstr>
      <vt:lpstr>PowerPoint Presentation</vt:lpstr>
      <vt:lpstr>Endorsed: Zongertinib (HER2 TKI): Pan-tumor expansion (basket trial)</vt:lpstr>
      <vt:lpstr>Endorsed: Zongertinib (HER2 TKI): 1L/3L Breast Cancer and 2L Gastric Cancer</vt:lpstr>
      <vt:lpstr>Early Assets</vt:lpstr>
      <vt:lpstr>PowerPoint Presentation</vt:lpstr>
      <vt:lpstr>PowerPoint Presentation</vt:lpstr>
      <vt:lpstr>ONIS &amp; IIS</vt:lpstr>
      <vt:lpstr>Portfolio Overview TA Oncology- ONIS &amp; IIS</vt:lpstr>
      <vt:lpstr>Back-up</vt:lpstr>
      <vt:lpstr>1403.8 (BL-1) Study design</vt:lpstr>
      <vt:lpstr>1403.11 (BL-2) Study design</vt:lpstr>
      <vt:lpstr>1403.6 (BL-3 for STS) Study design</vt:lpstr>
      <vt:lpstr>1403.20 (BL-5) Study design</vt:lpstr>
      <vt:lpstr>Integrated Asset Plan - Asset View</vt:lpstr>
      <vt:lpstr>1438.5 Study design </vt:lpstr>
    </vt:vector>
  </TitlesOfParts>
  <Company>Boehringer Ingelheim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Text Headline Text</dc:title>
  <dc:creator>Chankupar Rymbai</dc:creator>
  <cp:lastModifiedBy>Liu,Dr.,Meiruo (HP Medicine) BII-CN-S</cp:lastModifiedBy>
  <cp:revision>1</cp:revision>
  <cp:lastPrinted>2023-01-09T05:23:27Z</cp:lastPrinted>
  <dcterms:created xsi:type="dcterms:W3CDTF">2018-01-17T10:15:39Z</dcterms:created>
  <dcterms:modified xsi:type="dcterms:W3CDTF">2024-05-27T02:08:31Z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ies>
</file>