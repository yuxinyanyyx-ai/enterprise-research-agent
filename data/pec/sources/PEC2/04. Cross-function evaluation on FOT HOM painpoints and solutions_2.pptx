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charts/chart1.xml" ContentType="application/vnd.openxmlformats-officedocument.drawingml.char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5.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6.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theme/theme7.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8.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9.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theme/theme10.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4"/>
    <p:sldMasterId id="2147483694" r:id="rId5"/>
    <p:sldMasterId id="2147483660" r:id="rId6"/>
    <p:sldMasterId id="2147483750" r:id="rId7"/>
    <p:sldMasterId id="2147483763" r:id="rId8"/>
    <p:sldMasterId id="2147483830" r:id="rId9"/>
    <p:sldMasterId id="2147483866" r:id="rId10"/>
    <p:sldMasterId id="2147483938" r:id="rId11"/>
    <p:sldMasterId id="2147483974" r:id="rId12"/>
    <p:sldMasterId id="2147484010" r:id="rId13"/>
  </p:sldMasterIdLst>
  <p:notesMasterIdLst>
    <p:notesMasterId r:id="rId22"/>
  </p:notesMasterIdLst>
  <p:sldIdLst>
    <p:sldId id="2147474334" r:id="rId14"/>
    <p:sldId id="2147474332" r:id="rId15"/>
    <p:sldId id="2147474330" r:id="rId16"/>
    <p:sldId id="2147474336" r:id="rId17"/>
    <p:sldId id="2147474338" r:id="rId18"/>
    <p:sldId id="2147474337" r:id="rId19"/>
    <p:sldId id="2147474340" r:id="rId20"/>
    <p:sldId id="214747433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216F88-EE50-4D3C-94D8-472948D0593C}">
          <p14:sldIdLst>
            <p14:sldId id="2147474334"/>
            <p14:sldId id="2147474332"/>
            <p14:sldId id="2147474330"/>
            <p14:sldId id="2147474336"/>
            <p14:sldId id="2147474338"/>
            <p14:sldId id="2147474337"/>
            <p14:sldId id="2147474340"/>
          </p14:sldIdLst>
        </p14:section>
        <p14:section name="Back-up" id="{2C89329E-FAC0-4C58-9B0D-68EEA7F788B8}">
          <p14:sldIdLst>
            <p14:sldId id="2147474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54F42A-8197-153C-CE02-E9BA1D92ED68}" name="Egles, Catherine" initials="EC" userId="S::catherine.egles@syneoshealth.com::fecbe93e-f03e-4b60-b0b9-09341c8b9a3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etz,Nicola (MED BDS) BIP-DE-B" initials="GB" lastIdx="19" clrIdx="0">
    <p:extLst>
      <p:ext uri="{19B8F6BF-5375-455C-9EA6-DF929625EA0E}">
        <p15:presenceInfo xmlns:p15="http://schemas.microsoft.com/office/powerpoint/2012/main" userId="S::nicola.goetz@boehringer-ingelheim.com::6e887f3d-a9a8-4c69-86dd-5de9ab995246" providerId="AD"/>
      </p:ext>
    </p:extLst>
  </p:cmAuthor>
  <p:cmAuthor id="2" name="Egles, Catherine" initials="EC" lastIdx="70" clrIdx="1">
    <p:extLst>
      <p:ext uri="{19B8F6BF-5375-455C-9EA6-DF929625EA0E}">
        <p15:presenceInfo xmlns:p15="http://schemas.microsoft.com/office/powerpoint/2012/main" userId="S::catherine.egles@syneoshealth.com::fecbe93e-f03e-4b60-b0b9-09341c8b9a37" providerId="AD"/>
      </p:ext>
    </p:extLst>
  </p:cmAuthor>
  <p:cmAuthor id="3" name="Singh, Juhi" initials="SJ" lastIdx="9" clrIdx="2">
    <p:extLst>
      <p:ext uri="{19B8F6BF-5375-455C-9EA6-DF929625EA0E}">
        <p15:presenceInfo xmlns:p15="http://schemas.microsoft.com/office/powerpoint/2012/main" userId="S::juhi.singh@syneoshealth.com::0a356e93-74b8-4506-a165-b1df351d9ab5" providerId="AD"/>
      </p:ext>
    </p:extLst>
  </p:cmAuthor>
  <p:cmAuthor id="4" name="Woelke,Dr.,Stefan (TMCP ClinPh) BIP-DE-B" initials="W(CBDB" lastIdx="1" clrIdx="3">
    <p:extLst>
      <p:ext uri="{19B8F6BF-5375-455C-9EA6-DF929625EA0E}">
        <p15:presenceInfo xmlns:p15="http://schemas.microsoft.com/office/powerpoint/2012/main" userId="S::stefan.woelke@boehringer-ingelheim.com::880ef48e-380a-491d-839f-f6be04c84b0f" providerId="AD"/>
      </p:ext>
    </p:extLst>
  </p:cmAuthor>
  <p:cmAuthor id="5" name="McGovern,Rachel (MED CD&amp;O) BIP-US-R" initials="M(CBUR" lastIdx="6" clrIdx="4">
    <p:extLst>
      <p:ext uri="{19B8F6BF-5375-455C-9EA6-DF929625EA0E}">
        <p15:presenceInfo xmlns:p15="http://schemas.microsoft.com/office/powerpoint/2012/main" userId="S::rachel.mcgovern@boehringer-ingelheim.com::6a12eede-22ec-4fe8-98fa-8bfd167b28c2" providerId="AD"/>
      </p:ext>
    </p:extLst>
  </p:cmAuthor>
  <p:cmAuthor id="6" name="Burkard,Ute (TMCP Data Sc) BIP-DE-B" initials="BB" lastIdx="2" clrIdx="5">
    <p:extLst>
      <p:ext uri="{19B8F6BF-5375-455C-9EA6-DF929625EA0E}">
        <p15:presenceInfo xmlns:p15="http://schemas.microsoft.com/office/powerpoint/2012/main" userId="S::ute.burkard@boehringer-ingelheim.com::b1ebea39-d1da-41de-af66-eaf43ad54090" providerId="AD"/>
      </p:ext>
    </p:extLst>
  </p:cmAuthor>
  <p:cmAuthor id="7" name="Mc_Ginty,Dr.,Pauric (GBS Sourcing) BI-GB-B" initials="MB" lastIdx="1" clrIdx="6">
    <p:extLst>
      <p:ext uri="{19B8F6BF-5375-455C-9EA6-DF929625EA0E}">
        <p15:presenceInfo xmlns:p15="http://schemas.microsoft.com/office/powerpoint/2012/main" userId="S::pauric.mc_ginty@boehringer-ingelheim.com::dd0ac2ee-9ea9-4c47-9a89-b928d5ebb55e" providerId="AD"/>
      </p:ext>
    </p:extLst>
  </p:cmAuthor>
  <p:cmAuthor id="8" name="Thompson,Milla (MED CD&amp;O) BI-FI-H" initials="T(CBFH" lastIdx="8" clrIdx="7">
    <p:extLst>
      <p:ext uri="{19B8F6BF-5375-455C-9EA6-DF929625EA0E}">
        <p15:presenceInfo xmlns:p15="http://schemas.microsoft.com/office/powerpoint/2012/main" userId="S::milla.thompson@boehringer-ingelheim.com::324a10e3-5688-4a48-8d78-67f3cdf0eb8d" providerId="AD"/>
      </p:ext>
    </p:extLst>
  </p:cmAuthor>
  <p:cmAuthor id="9" name="Mc_Ginty,Dr.,Pauric (GBS Sourcing) BI-GB-B" initials="M(SBGB" lastIdx="7" clrIdx="8">
    <p:extLst>
      <p:ext uri="{19B8F6BF-5375-455C-9EA6-DF929625EA0E}">
        <p15:presenceInfo xmlns:p15="http://schemas.microsoft.com/office/powerpoint/2012/main" userId="S::pauric.mcginty@boehringer-ingelheim.com::dd0ac2ee-9ea9-4c47-9a89-b928d5ebb55e" providerId="AD"/>
      </p:ext>
    </p:extLst>
  </p:cmAuthor>
  <p:cmAuthor id="10" name="Lehmann,Claudia (MED PSPV) BII-DE-I" initials="L(PBDI" lastIdx="4" clrIdx="9">
    <p:extLst>
      <p:ext uri="{19B8F6BF-5375-455C-9EA6-DF929625EA0E}">
        <p15:presenceInfo xmlns:p15="http://schemas.microsoft.com/office/powerpoint/2012/main" userId="S::claudia_1.lehmann@boehringer-ingelheim.com::9c1a0f71-f26e-4959-aa91-b2bfb8ac0619" providerId="AD"/>
      </p:ext>
    </p:extLst>
  </p:cmAuthor>
  <p:cmAuthor id="11" name="Fitzgerald,Candice (MED CD&amp;O) BIP-DE-I" initials="F(CBDI" lastIdx="13" clrIdx="10">
    <p:extLst>
      <p:ext uri="{19B8F6BF-5375-455C-9EA6-DF929625EA0E}">
        <p15:presenceInfo xmlns:p15="http://schemas.microsoft.com/office/powerpoint/2012/main" userId="S::candice.fitzgerald@boehringer-ingelheim.com::a3e7f07d-c0eb-47f4-ad31-af18dd5edf92" providerId="AD"/>
      </p:ext>
    </p:extLst>
  </p:cmAuthor>
  <p:cmAuthor id="12" name="Reinicke,Carina (MED CD&amp;O) BIP-DE-B" initials="R(CBDB" lastIdx="7" clrIdx="11">
    <p:extLst>
      <p:ext uri="{19B8F6BF-5375-455C-9EA6-DF929625EA0E}">
        <p15:presenceInfo xmlns:p15="http://schemas.microsoft.com/office/powerpoint/2012/main" userId="S::carina.reinicke@boehringer-ingelheim.com::6fe3378e-4922-40c9-825d-87bca278f14d" providerId="AD"/>
      </p:ext>
    </p:extLst>
  </p:cmAuthor>
  <p:cmAuthor id="13" name="Li,Ansu (HP Medicine) BII-CN-S" initials="L(MBCS" lastIdx="11" clrIdx="12">
    <p:extLst>
      <p:ext uri="{19B8F6BF-5375-455C-9EA6-DF929625EA0E}">
        <p15:presenceInfo xmlns:p15="http://schemas.microsoft.com/office/powerpoint/2012/main" userId="S::ansu.li@boehringer-ingelheim.com::ec2f8842-dc81-4094-912e-223fc8542a04" providerId="AD"/>
      </p:ext>
    </p:extLst>
  </p:cmAuthor>
  <p:cmAuthor id="14" name="Zhang,Alex (MED CD&amp;O) BII-CN-B" initials="Z(CBCB" lastIdx="10" clrIdx="13">
    <p:extLst>
      <p:ext uri="{19B8F6BF-5375-455C-9EA6-DF929625EA0E}">
        <p15:presenceInfo xmlns:p15="http://schemas.microsoft.com/office/powerpoint/2012/main" userId="S::alex_3.zhang@boehringer-ingelheim.com::b3349a35-e289-415d-9c30-d47a097a0658" providerId="AD"/>
      </p:ext>
    </p:extLst>
  </p:cmAuthor>
  <p:cmAuthor id="15" name="Zhang,Ying (MED CD&amp;O) BII-CN-S" initials="Z(CBCS" lastIdx="1" clrIdx="14">
    <p:extLst>
      <p:ext uri="{19B8F6BF-5375-455C-9EA6-DF929625EA0E}">
        <p15:presenceInfo xmlns:p15="http://schemas.microsoft.com/office/powerpoint/2012/main" userId="S::ying_2.zhang@boehringer-ingelheim.com::456eb1e0-4978-443e-822e-be854341a778" providerId="AD"/>
      </p:ext>
    </p:extLst>
  </p:cmAuthor>
  <p:cmAuthor id="16" name="Liang,Sarah (HP Medicine) BII-CN-S" initials="L(MBCS" lastIdx="4" clrIdx="15">
    <p:extLst>
      <p:ext uri="{19B8F6BF-5375-455C-9EA6-DF929625EA0E}">
        <p15:presenceInfo xmlns:p15="http://schemas.microsoft.com/office/powerpoint/2012/main" userId="S::sarah.liang@boehringer-ingelheim.com::b5b94567-963a-4c9d-af99-146fb15290a2" providerId="AD"/>
      </p:ext>
    </p:extLst>
  </p:cmAuthor>
  <p:cmAuthor id="17" name="Hou,Jeana (HP Med RA) BII-CN-B" initials="H(MRBCB" lastIdx="6" clrIdx="16">
    <p:extLst>
      <p:ext uri="{19B8F6BF-5375-455C-9EA6-DF929625EA0E}">
        <p15:presenceInfo xmlns:p15="http://schemas.microsoft.com/office/powerpoint/2012/main" userId="S::jeana.hou@boehringer-ingelheim.com::f83a34e5-4a59-4b5c-9851-689eaccd9430" providerId="AD"/>
      </p:ext>
    </p:extLst>
  </p:cmAuthor>
  <p:cmAuthor id="18" name="Zhu,Julia (HP Medicine) BII-CN-S" initials="ZB" lastIdx="4" clrIdx="17">
    <p:extLst>
      <p:ext uri="{19B8F6BF-5375-455C-9EA6-DF929625EA0E}">
        <p15:presenceInfo xmlns:p15="http://schemas.microsoft.com/office/powerpoint/2012/main" userId="S::julia_2.zhu@boehringer-ingelheim.com::03b5dd03-9d84-43b3-85a3-94d8f7e7e0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2BA97"/>
    <a:srgbClr val="246157"/>
    <a:srgbClr val="84ACB6"/>
    <a:srgbClr val="58B6C0"/>
    <a:srgbClr val="2683C6"/>
    <a:srgbClr val="000000"/>
    <a:srgbClr val="666666"/>
    <a:srgbClr val="1A8EFF"/>
    <a:srgbClr val="BFBFBF"/>
    <a:srgbClr val="D1FF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380"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ng,Sarah (HP Medicine) BII-CN-S" userId="b5b94567-963a-4c9d-af99-146fb15290a2" providerId="ADAL" clId="{3947602D-D0BA-442D-B6A4-FADD8FC8D4B4}"/>
    <pc:docChg chg="custSel modSld">
      <pc:chgData name="Liang,Sarah (HP Medicine) BII-CN-S" userId="b5b94567-963a-4c9d-af99-146fb15290a2" providerId="ADAL" clId="{3947602D-D0BA-442D-B6A4-FADD8FC8D4B4}" dt="2024-03-18T07:40:23.291" v="17"/>
      <pc:docMkLst>
        <pc:docMk/>
      </pc:docMkLst>
      <pc:sldChg chg="addCm modCm">
        <pc:chgData name="Liang,Sarah (HP Medicine) BII-CN-S" userId="b5b94567-963a-4c9d-af99-146fb15290a2" providerId="ADAL" clId="{3947602D-D0BA-442D-B6A4-FADD8FC8D4B4}" dt="2024-03-18T07:40:23.291" v="17"/>
        <pc:sldMkLst>
          <pc:docMk/>
          <pc:sldMk cId="814051127" sldId="2147474337"/>
        </pc:sldMkLst>
      </pc:sldChg>
      <pc:sldChg chg="addCm modCm">
        <pc:chgData name="Liang,Sarah (HP Medicine) BII-CN-S" userId="b5b94567-963a-4c9d-af99-146fb15290a2" providerId="ADAL" clId="{3947602D-D0BA-442D-B6A4-FADD8FC8D4B4}" dt="2024-03-18T07:35:25.930" v="9"/>
        <pc:sldMkLst>
          <pc:docMk/>
          <pc:sldMk cId="3757442331" sldId="2147474338"/>
        </pc:sldMkLst>
      </pc:sldChg>
    </pc:docChg>
  </pc:docChgLst>
  <pc:docChgLst>
    <pc:chgData name="Wang,Yanling (Q Dev) BII-CN-S" userId="d9010881-f349-42be-a396-c6208d9b3f9d" providerId="ADAL" clId="{A775D1CE-7EB3-4AFB-A2DF-72A55AD03310}"/>
    <pc:docChg chg="modSld">
      <pc:chgData name="Wang,Yanling (Q Dev) BII-CN-S" userId="d9010881-f349-42be-a396-c6208d9b3f9d" providerId="ADAL" clId="{A775D1CE-7EB3-4AFB-A2DF-72A55AD03310}" dt="2024-03-18T05:26:20.443" v="42" actId="20577"/>
      <pc:docMkLst>
        <pc:docMk/>
      </pc:docMkLst>
      <pc:sldChg chg="modSp mod">
        <pc:chgData name="Wang,Yanling (Q Dev) BII-CN-S" userId="d9010881-f349-42be-a396-c6208d9b3f9d" providerId="ADAL" clId="{A775D1CE-7EB3-4AFB-A2DF-72A55AD03310}" dt="2024-03-18T05:26:20.443" v="42" actId="20577"/>
        <pc:sldMkLst>
          <pc:docMk/>
          <pc:sldMk cId="3757442331" sldId="2147474338"/>
        </pc:sldMkLst>
        <pc:graphicFrameChg chg="modGraphic">
          <ac:chgData name="Wang,Yanling (Q Dev) BII-CN-S" userId="d9010881-f349-42be-a396-c6208d9b3f9d" providerId="ADAL" clId="{A775D1CE-7EB3-4AFB-A2DF-72A55AD03310}" dt="2024-03-18T05:26:20.443" v="42" actId="20577"/>
          <ac:graphicFrameMkLst>
            <pc:docMk/>
            <pc:sldMk cId="3757442331" sldId="2147474338"/>
            <ac:graphicFrameMk id="28" creationId="{C75839B4-7AD4-5F3C-4D11-CBE961D76423}"/>
          </ac:graphicFrameMkLst>
        </pc:graphicFrameChg>
      </pc:sldChg>
    </pc:docChg>
  </pc:docChgLst>
  <pc:docChgLst>
    <pc:chgData name="Zhang,Alex (MED CD&amp;O) BII-CN-B" userId="S::alex_3.zhang@boehringer-ingelheim.com::b3349a35-e289-415d-9c30-d47a097a0658" providerId="AD" clId="Web-{95377816-CF25-F17D-38BB-CCFE635D4F81}"/>
    <pc:docChg chg="">
      <pc:chgData name="Zhang,Alex (MED CD&amp;O) BII-CN-B" userId="S::alex_3.zhang@boehringer-ingelheim.com::b3349a35-e289-415d-9c30-d47a097a0658" providerId="AD" clId="Web-{95377816-CF25-F17D-38BB-CCFE635D4F81}" dt="2024-03-18T08:37:33.851" v="3"/>
      <pc:docMkLst>
        <pc:docMk/>
      </pc:docMkLst>
      <pc:sldChg chg="addCm modCm">
        <pc:chgData name="Zhang,Alex (MED CD&amp;O) BII-CN-B" userId="S::alex_3.zhang@boehringer-ingelheim.com::b3349a35-e289-415d-9c30-d47a097a0658" providerId="AD" clId="Web-{95377816-CF25-F17D-38BB-CCFE635D4F81}" dt="2024-03-18T08:37:33.851" v="3"/>
        <pc:sldMkLst>
          <pc:docMk/>
          <pc:sldMk cId="814051127" sldId="2147474337"/>
        </pc:sldMkLst>
      </pc:sldChg>
      <pc:sldChg chg="addCm">
        <pc:chgData name="Zhang,Alex (MED CD&amp;O) BII-CN-B" userId="S::alex_3.zhang@boehringer-ingelheim.com::b3349a35-e289-415d-9c30-d47a097a0658" providerId="AD" clId="Web-{95377816-CF25-F17D-38BB-CCFE635D4F81}" dt="2024-03-18T08:34:37.424" v="0"/>
        <pc:sldMkLst>
          <pc:docMk/>
          <pc:sldMk cId="3757442331" sldId="2147474338"/>
        </pc:sldMkLst>
      </pc:sldChg>
    </pc:docChg>
  </pc:docChgLst>
  <pc:docChgLst>
    <pc:chgData name="Zhang,Alex (MED CD&amp;O) BII-CN-B" userId="b3349a35-e289-415d-9c30-d47a097a0658" providerId="ADAL" clId="{E00F052C-2B9C-420F-B8BF-4005FAB85DF1}"/>
    <pc:docChg chg="custSel modSld">
      <pc:chgData name="Zhang,Alex (MED CD&amp;O) BII-CN-B" userId="b3349a35-e289-415d-9c30-d47a097a0658" providerId="ADAL" clId="{E00F052C-2B9C-420F-B8BF-4005FAB85DF1}" dt="2024-03-13T09:14:14.825" v="31"/>
      <pc:docMkLst>
        <pc:docMk/>
      </pc:docMkLst>
      <pc:sldChg chg="addCm delCm modCm">
        <pc:chgData name="Zhang,Alex (MED CD&amp;O) BII-CN-B" userId="b3349a35-e289-415d-9c30-d47a097a0658" providerId="ADAL" clId="{E00F052C-2B9C-420F-B8BF-4005FAB85DF1}" dt="2024-03-13T08:53:39.543" v="20"/>
        <pc:sldMkLst>
          <pc:docMk/>
          <pc:sldMk cId="678576916" sldId="2147474335"/>
        </pc:sldMkLst>
      </pc:sldChg>
      <pc:sldChg chg="addCm modCm">
        <pc:chgData name="Zhang,Alex (MED CD&amp;O) BII-CN-B" userId="b3349a35-e289-415d-9c30-d47a097a0658" providerId="ADAL" clId="{E00F052C-2B9C-420F-B8BF-4005FAB85DF1}" dt="2024-03-13T09:14:14.825" v="31"/>
        <pc:sldMkLst>
          <pc:docMk/>
          <pc:sldMk cId="1823919921" sldId="2147474336"/>
        </pc:sldMkLst>
      </pc:sldChg>
    </pc:docChg>
  </pc:docChgLst>
  <pc:docChgLst>
    <pc:chgData name="Zhang,Ying (MED CD&amp;O) BII-CN-S" userId="456eb1e0-4978-443e-822e-be854341a778" providerId="ADAL" clId="{E181D199-670E-4555-AA90-68AB051CC0EE}"/>
    <pc:docChg chg="custSel modSld">
      <pc:chgData name="Zhang,Ying (MED CD&amp;O) BII-CN-S" userId="456eb1e0-4978-443e-822e-be854341a778" providerId="ADAL" clId="{E181D199-670E-4555-AA90-68AB051CC0EE}" dt="2024-03-18T05:54:37.132" v="2" actId="5900"/>
      <pc:docMkLst>
        <pc:docMk/>
      </pc:docMkLst>
      <pc:sldChg chg="addCm modCm">
        <pc:chgData name="Zhang,Ying (MED CD&amp;O) BII-CN-S" userId="456eb1e0-4978-443e-822e-be854341a778" providerId="ADAL" clId="{E181D199-670E-4555-AA90-68AB051CC0EE}" dt="2024-03-18T05:54:37.132" v="2" actId="5900"/>
        <pc:sldMkLst>
          <pc:docMk/>
          <pc:sldMk cId="1823919921" sldId="2147474336"/>
        </pc:sldMkLst>
      </pc:sldChg>
    </pc:docChg>
  </pc:docChgLst>
  <pc:docChgLst>
    <pc:chgData name="Zhang,Catherine (MED CD&amp;O) BII-CN-S" userId="97b6d1ea-f38e-4cdb-8798-411d7a90e40b" providerId="ADAL" clId="{14E501F5-5CD5-493A-832E-33D7E3CF2C2B}"/>
    <pc:docChg chg="modSld">
      <pc:chgData name="Zhang,Catherine (MED CD&amp;O) BII-CN-S" userId="97b6d1ea-f38e-4cdb-8798-411d7a90e40b" providerId="ADAL" clId="{14E501F5-5CD5-493A-832E-33D7E3CF2C2B}" dt="2024-03-18T09:16:34.820" v="0"/>
      <pc:docMkLst>
        <pc:docMk/>
      </pc:docMkLst>
      <pc:sldChg chg="modCm">
        <pc:chgData name="Zhang,Catherine (MED CD&amp;O) BII-CN-S" userId="97b6d1ea-f38e-4cdb-8798-411d7a90e40b" providerId="ADAL" clId="{14E501F5-5CD5-493A-832E-33D7E3CF2C2B}" dt="2024-03-18T09:16:34.820" v="0"/>
        <pc:sldMkLst>
          <pc:docMk/>
          <pc:sldMk cId="814051127" sldId="2147474337"/>
        </pc:sldMkLst>
      </pc:sldChg>
    </pc:docChg>
  </pc:docChgLst>
  <pc:docChgLst>
    <pc:chgData name="Hou,Jeana (HP Med RA) BII-CN-B" userId="f83a34e5-4a59-4b5c-9851-689eaccd9430" providerId="ADAL" clId="{483CD7D6-29E8-4975-9C62-6CF613F4A62A}"/>
    <pc:docChg chg="custSel modSld">
      <pc:chgData name="Hou,Jeana (HP Med RA) BII-CN-B" userId="f83a34e5-4a59-4b5c-9851-689eaccd9430" providerId="ADAL" clId="{483CD7D6-29E8-4975-9C62-6CF613F4A62A}" dt="2024-03-18T07:56:45.364" v="16" actId="5900"/>
      <pc:docMkLst>
        <pc:docMk/>
      </pc:docMkLst>
      <pc:sldChg chg="addCm delCm modCm">
        <pc:chgData name="Hou,Jeana (HP Med RA) BII-CN-B" userId="f83a34e5-4a59-4b5c-9851-689eaccd9430" providerId="ADAL" clId="{483CD7D6-29E8-4975-9C62-6CF613F4A62A}" dt="2024-03-18T07:56:45.364" v="16" actId="5900"/>
        <pc:sldMkLst>
          <pc:docMk/>
          <pc:sldMk cId="814051127" sldId="2147474337"/>
        </pc:sldMkLst>
      </pc:sldChg>
      <pc:sldChg chg="addCm delCm modCm">
        <pc:chgData name="Hou,Jeana (HP Med RA) BII-CN-B" userId="f83a34e5-4a59-4b5c-9851-689eaccd9430" providerId="ADAL" clId="{483CD7D6-29E8-4975-9C62-6CF613F4A62A}" dt="2024-03-18T07:45:03.470" v="10" actId="1592"/>
        <pc:sldMkLst>
          <pc:docMk/>
          <pc:sldMk cId="3757442331" sldId="2147474338"/>
        </pc:sldMkLst>
      </pc:sldChg>
    </pc:docChg>
  </pc:docChgLst>
  <pc:docChgLst>
    <pc:chgData name="Zhang,Alex (MED CD&amp;O) BII-CN-B" userId="S::alex_3.zhang@boehringer-ingelheim.com::b3349a35-e289-415d-9c30-d47a097a0658" providerId="AD" clId="Web-{E9E02877-ECB9-DF40-DD41-A087F0AEB516}"/>
    <pc:docChg chg="modSld">
      <pc:chgData name="Zhang,Alex (MED CD&amp;O) BII-CN-B" userId="S::alex_3.zhang@boehringer-ingelheim.com::b3349a35-e289-415d-9c30-d47a097a0658" providerId="AD" clId="Web-{E9E02877-ECB9-DF40-DD41-A087F0AEB516}" dt="2024-03-18T06:28:22.873" v="86" actId="20577"/>
      <pc:docMkLst>
        <pc:docMk/>
      </pc:docMkLst>
      <pc:sldChg chg="modSp">
        <pc:chgData name="Zhang,Alex (MED CD&amp;O) BII-CN-B" userId="S::alex_3.zhang@boehringer-ingelheim.com::b3349a35-e289-415d-9c30-d47a097a0658" providerId="AD" clId="Web-{E9E02877-ECB9-DF40-DD41-A087F0AEB516}" dt="2024-03-18T06:28:22.873" v="86" actId="20577"/>
        <pc:sldMkLst>
          <pc:docMk/>
          <pc:sldMk cId="814051127" sldId="2147474337"/>
        </pc:sldMkLst>
        <pc:spChg chg="mod">
          <ac:chgData name="Zhang,Alex (MED CD&amp;O) BII-CN-B" userId="S::alex_3.zhang@boehringer-ingelheim.com::b3349a35-e289-415d-9c30-d47a097a0658" providerId="AD" clId="Web-{E9E02877-ECB9-DF40-DD41-A087F0AEB516}" dt="2024-03-18T06:28:22.873" v="86" actId="20577"/>
          <ac:spMkLst>
            <pc:docMk/>
            <pc:sldMk cId="814051127" sldId="2147474337"/>
            <ac:spMk id="8" creationId="{93460834-8027-DC1F-1CAA-9EBCD4FA5453}"/>
          </ac:spMkLst>
        </pc:spChg>
      </pc:sldChg>
    </pc:docChg>
  </pc:docChgLst>
  <pc:docChgLst>
    <pc:chgData name="Hou,Jeana (HP Med RA) BII-CN-B" userId="S::jeana.hou@boehringer-ingelheim.com::f83a34e5-4a59-4b5c-9851-689eaccd9430" providerId="AD" clId="Web-{150C6577-1339-3701-4DE9-48F21F99BD93}"/>
    <pc:docChg chg="">
      <pc:chgData name="Hou,Jeana (HP Med RA) BII-CN-B" userId="S::jeana.hou@boehringer-ingelheim.com::f83a34e5-4a59-4b5c-9851-689eaccd9430" providerId="AD" clId="Web-{150C6577-1339-3701-4DE9-48F21F99BD93}" dt="2024-03-18T10:29:15.435" v="3"/>
      <pc:docMkLst>
        <pc:docMk/>
      </pc:docMkLst>
      <pc:sldChg chg="addCm modCm">
        <pc:chgData name="Hou,Jeana (HP Med RA) BII-CN-B" userId="S::jeana.hou@boehringer-ingelheim.com::f83a34e5-4a59-4b5c-9851-689eaccd9430" providerId="AD" clId="Web-{150C6577-1339-3701-4DE9-48F21F99BD93}" dt="2024-03-18T10:29:15.435" v="3"/>
        <pc:sldMkLst>
          <pc:docMk/>
          <pc:sldMk cId="3757442331" sldId="2147474338"/>
        </pc:sldMkLst>
      </pc:sldChg>
    </pc:docChg>
  </pc:docChgLst>
  <pc:docChgLst>
    <pc:chgData name="Shi,Cynthia (HP Med PV) BII-CN-S" userId="S::cynthia.shi@boehringer-ingelheim.com::0750cd97-e1f1-4f79-9c71-b35f7bd5854b" providerId="AD" clId="Web-{9BBB1BA4-4E6E-C781-3067-2A36A596C9CC}"/>
    <pc:docChg chg="modSld">
      <pc:chgData name="Shi,Cynthia (HP Med PV) BII-CN-S" userId="S::cynthia.shi@boehringer-ingelheim.com::0750cd97-e1f1-4f79-9c71-b35f7bd5854b" providerId="AD" clId="Web-{9BBB1BA4-4E6E-C781-3067-2A36A596C9CC}" dt="2024-03-18T08:51:51.756" v="15"/>
      <pc:docMkLst>
        <pc:docMk/>
      </pc:docMkLst>
      <pc:sldChg chg="modSp">
        <pc:chgData name="Shi,Cynthia (HP Med PV) BII-CN-S" userId="S::cynthia.shi@boehringer-ingelheim.com::0750cd97-e1f1-4f79-9c71-b35f7bd5854b" providerId="AD" clId="Web-{9BBB1BA4-4E6E-C781-3067-2A36A596C9CC}" dt="2024-03-18T08:51:51.756" v="15"/>
        <pc:sldMkLst>
          <pc:docMk/>
          <pc:sldMk cId="3757442331" sldId="2147474338"/>
        </pc:sldMkLst>
        <pc:graphicFrameChg chg="mod modGraphic">
          <ac:chgData name="Shi,Cynthia (HP Med PV) BII-CN-S" userId="S::cynthia.shi@boehringer-ingelheim.com::0750cd97-e1f1-4f79-9c71-b35f7bd5854b" providerId="AD" clId="Web-{9BBB1BA4-4E6E-C781-3067-2A36A596C9CC}" dt="2024-03-18T08:51:51.756" v="15"/>
          <ac:graphicFrameMkLst>
            <pc:docMk/>
            <pc:sldMk cId="3757442331" sldId="2147474338"/>
            <ac:graphicFrameMk id="28" creationId="{C75839B4-7AD4-5F3C-4D11-CBE961D76423}"/>
          </ac:graphicFrameMkLst>
        </pc:graphicFrameChg>
      </pc:sldChg>
    </pc:docChg>
  </pc:docChgLst>
  <pc:docChgLst>
    <pc:chgData name="Yang,Sonia (MED QM) BII-CN-S" userId="S::sonia.yang@boehringer-ingelheim.com::f2b066b5-cc01-4399-885c-2b351ede263f" providerId="AD" clId="Web-{573E4A50-EB1F-1FCB-32C7-B600634833E3}"/>
    <pc:docChg chg="modSld">
      <pc:chgData name="Yang,Sonia (MED QM) BII-CN-S" userId="S::sonia.yang@boehringer-ingelheim.com::f2b066b5-cc01-4399-885c-2b351ede263f" providerId="AD" clId="Web-{573E4A50-EB1F-1FCB-32C7-B600634833E3}" dt="2024-03-18T06:39:07.643" v="94"/>
      <pc:docMkLst>
        <pc:docMk/>
      </pc:docMkLst>
      <pc:sldChg chg="modSp">
        <pc:chgData name="Yang,Sonia (MED QM) BII-CN-S" userId="S::sonia.yang@boehringer-ingelheim.com::f2b066b5-cc01-4399-885c-2b351ede263f" providerId="AD" clId="Web-{573E4A50-EB1F-1FCB-32C7-B600634833E3}" dt="2024-03-18T06:36:22.950" v="0" actId="14100"/>
        <pc:sldMkLst>
          <pc:docMk/>
          <pc:sldMk cId="814051127" sldId="2147474337"/>
        </pc:sldMkLst>
        <pc:spChg chg="mod">
          <ac:chgData name="Yang,Sonia (MED QM) BII-CN-S" userId="S::sonia.yang@boehringer-ingelheim.com::f2b066b5-cc01-4399-885c-2b351ede263f" providerId="AD" clId="Web-{573E4A50-EB1F-1FCB-32C7-B600634833E3}" dt="2024-03-18T06:36:22.950" v="0" actId="14100"/>
          <ac:spMkLst>
            <pc:docMk/>
            <pc:sldMk cId="814051127" sldId="2147474337"/>
            <ac:spMk id="8" creationId="{93460834-8027-DC1F-1CAA-9EBCD4FA5453}"/>
          </ac:spMkLst>
        </pc:spChg>
      </pc:sldChg>
      <pc:sldChg chg="modSp">
        <pc:chgData name="Yang,Sonia (MED QM) BII-CN-S" userId="S::sonia.yang@boehringer-ingelheim.com::f2b066b5-cc01-4399-885c-2b351ede263f" providerId="AD" clId="Web-{573E4A50-EB1F-1FCB-32C7-B600634833E3}" dt="2024-03-18T06:39:07.643" v="94"/>
        <pc:sldMkLst>
          <pc:docMk/>
          <pc:sldMk cId="3757442331" sldId="2147474338"/>
        </pc:sldMkLst>
        <pc:graphicFrameChg chg="mod modGraphic">
          <ac:chgData name="Yang,Sonia (MED QM) BII-CN-S" userId="S::sonia.yang@boehringer-ingelheim.com::f2b066b5-cc01-4399-885c-2b351ede263f" providerId="AD" clId="Web-{573E4A50-EB1F-1FCB-32C7-B600634833E3}" dt="2024-03-18T06:39:07.643" v="94"/>
          <ac:graphicFrameMkLst>
            <pc:docMk/>
            <pc:sldMk cId="3757442331" sldId="2147474338"/>
            <ac:graphicFrameMk id="28" creationId="{C75839B4-7AD4-5F3C-4D11-CBE961D76423}"/>
          </ac:graphicFrameMkLst>
        </pc:graphicFrameChg>
      </pc:sldChg>
    </pc:docChg>
  </pc:docChgLst>
  <pc:docChgLst>
    <pc:chgData name="Zhu,Julia (HP Medicine) BII-CN-S" userId="S::julia_2.zhu@boehringer-ingelheim.com::03b5dd03-9d84-43b3-85a3-94d8f7e7e050" providerId="AD" clId="Web-{2C156113-677A-2872-B821-88E603D95988}"/>
    <pc:docChg chg="modSld">
      <pc:chgData name="Zhu,Julia (HP Medicine) BII-CN-S" userId="S::julia_2.zhu@boehringer-ingelheim.com::03b5dd03-9d84-43b3-85a3-94d8f7e7e050" providerId="AD" clId="Web-{2C156113-677A-2872-B821-88E603D95988}" dt="2024-03-18T12:09:24.143" v="10"/>
      <pc:docMkLst>
        <pc:docMk/>
      </pc:docMkLst>
      <pc:sldChg chg="addCm">
        <pc:chgData name="Zhu,Julia (HP Medicine) BII-CN-S" userId="S::julia_2.zhu@boehringer-ingelheim.com::03b5dd03-9d84-43b3-85a3-94d8f7e7e050" providerId="AD" clId="Web-{2C156113-677A-2872-B821-88E603D95988}" dt="2024-03-18T12:09:24.143" v="10"/>
        <pc:sldMkLst>
          <pc:docMk/>
          <pc:sldMk cId="814051127" sldId="2147474337"/>
        </pc:sldMkLst>
      </pc:sldChg>
      <pc:sldChg chg="modSp addCm modCm">
        <pc:chgData name="Zhu,Julia (HP Medicine) BII-CN-S" userId="S::julia_2.zhu@boehringer-ingelheim.com::03b5dd03-9d84-43b3-85a3-94d8f7e7e050" providerId="AD" clId="Web-{2C156113-677A-2872-B821-88E603D95988}" dt="2024-03-18T11:50:34.361" v="8"/>
        <pc:sldMkLst>
          <pc:docMk/>
          <pc:sldMk cId="3757442331" sldId="2147474338"/>
        </pc:sldMkLst>
        <pc:graphicFrameChg chg="modGraphic">
          <ac:chgData name="Zhu,Julia (HP Medicine) BII-CN-S" userId="S::julia_2.zhu@boehringer-ingelheim.com::03b5dd03-9d84-43b3-85a3-94d8f7e7e050" providerId="AD" clId="Web-{2C156113-677A-2872-B821-88E603D95988}" dt="2024-03-18T11:35:17.651" v="1"/>
          <ac:graphicFrameMkLst>
            <pc:docMk/>
            <pc:sldMk cId="3757442331" sldId="2147474338"/>
            <ac:graphicFrameMk id="28" creationId="{C75839B4-7AD4-5F3C-4D11-CBE961D76423}"/>
          </ac:graphicFrameMkLst>
        </pc:graphicFrameChg>
      </pc:sldChg>
    </pc:docChg>
  </pc:docChgLst>
  <pc:docChgLst>
    <pc:chgData name="Li,Ansu (HP Medicine) BII-CN-S" userId="ec2f8842-dc81-4094-912e-223fc8542a04" providerId="ADAL" clId="{A5104C8B-AAF4-46C2-B6FD-CDB58A80F67A}"/>
    <pc:docChg chg="undo redo custSel delSld modSld modSection">
      <pc:chgData name="Li,Ansu (HP Medicine) BII-CN-S" userId="ec2f8842-dc81-4094-912e-223fc8542a04" providerId="ADAL" clId="{A5104C8B-AAF4-46C2-B6FD-CDB58A80F67A}" dt="2024-04-24T14:32:59.188" v="795" actId="11"/>
      <pc:docMkLst>
        <pc:docMk/>
      </pc:docMkLst>
      <pc:sldChg chg="addSp delSp modSp mod">
        <pc:chgData name="Li,Ansu (HP Medicine) BII-CN-S" userId="ec2f8842-dc81-4094-912e-223fc8542a04" providerId="ADAL" clId="{A5104C8B-AAF4-46C2-B6FD-CDB58A80F67A}" dt="2024-04-24T13:02:36.470" v="646" actId="404"/>
        <pc:sldMkLst>
          <pc:docMk/>
          <pc:sldMk cId="2486701764" sldId="2147474334"/>
        </pc:sldMkLst>
        <pc:spChg chg="mod">
          <ac:chgData name="Li,Ansu (HP Medicine) BII-CN-S" userId="ec2f8842-dc81-4094-912e-223fc8542a04" providerId="ADAL" clId="{A5104C8B-AAF4-46C2-B6FD-CDB58A80F67A}" dt="2024-04-24T12:58:16.089" v="271" actId="14100"/>
          <ac:spMkLst>
            <pc:docMk/>
            <pc:sldMk cId="2486701764" sldId="2147474334"/>
            <ac:spMk id="5" creationId="{527D8D94-24D8-DEB1-31A7-F4F6D4DF725F}"/>
          </ac:spMkLst>
        </pc:spChg>
        <pc:spChg chg="mod">
          <ac:chgData name="Li,Ansu (HP Medicine) BII-CN-S" userId="ec2f8842-dc81-4094-912e-223fc8542a04" providerId="ADAL" clId="{A5104C8B-AAF4-46C2-B6FD-CDB58A80F67A}" dt="2024-04-24T13:02:36.470" v="646" actId="404"/>
          <ac:spMkLst>
            <pc:docMk/>
            <pc:sldMk cId="2486701764" sldId="2147474334"/>
            <ac:spMk id="6" creationId="{17C6036A-75B5-177D-7D41-DCDCD903C4BA}"/>
          </ac:spMkLst>
        </pc:spChg>
        <pc:spChg chg="add del">
          <ac:chgData name="Li,Ansu (HP Medicine) BII-CN-S" userId="ec2f8842-dc81-4094-912e-223fc8542a04" providerId="ADAL" clId="{A5104C8B-AAF4-46C2-B6FD-CDB58A80F67A}" dt="2024-04-24T12:59:06.659" v="345" actId="22"/>
          <ac:spMkLst>
            <pc:docMk/>
            <pc:sldMk cId="2486701764" sldId="2147474334"/>
            <ac:spMk id="8" creationId="{29EC1A1E-8563-3BE4-E92D-D8130361BEEE}"/>
          </ac:spMkLst>
        </pc:spChg>
        <pc:spChg chg="add mod">
          <ac:chgData name="Li,Ansu (HP Medicine) BII-CN-S" userId="ec2f8842-dc81-4094-912e-223fc8542a04" providerId="ADAL" clId="{A5104C8B-AAF4-46C2-B6FD-CDB58A80F67A}" dt="2024-04-24T13:01:59.537" v="620" actId="1035"/>
          <ac:spMkLst>
            <pc:docMk/>
            <pc:sldMk cId="2486701764" sldId="2147474334"/>
            <ac:spMk id="10" creationId="{BA465092-3D30-9FB6-57F5-9598BA1EF259}"/>
          </ac:spMkLst>
        </pc:spChg>
        <pc:graphicFrameChg chg="add del mod modGraphic">
          <ac:chgData name="Li,Ansu (HP Medicine) BII-CN-S" userId="ec2f8842-dc81-4094-912e-223fc8542a04" providerId="ADAL" clId="{A5104C8B-AAF4-46C2-B6FD-CDB58A80F67A}" dt="2024-04-24T12:48:26.248" v="190" actId="478"/>
          <ac:graphicFrameMkLst>
            <pc:docMk/>
            <pc:sldMk cId="2486701764" sldId="2147474334"/>
            <ac:graphicFrameMk id="2" creationId="{ED23E0E8-4894-F3B6-7465-E4BB6B47DCDB}"/>
          </ac:graphicFrameMkLst>
        </pc:graphicFrameChg>
        <pc:graphicFrameChg chg="add del mod modGraphic">
          <ac:chgData name="Li,Ansu (HP Medicine) BII-CN-S" userId="ec2f8842-dc81-4094-912e-223fc8542a04" providerId="ADAL" clId="{A5104C8B-AAF4-46C2-B6FD-CDB58A80F67A}" dt="2024-04-24T13:00:43.360" v="586" actId="478"/>
          <ac:graphicFrameMkLst>
            <pc:docMk/>
            <pc:sldMk cId="2486701764" sldId="2147474334"/>
            <ac:graphicFrameMk id="3" creationId="{E4452B86-5394-0734-1626-6E3C11C2765D}"/>
          </ac:graphicFrameMkLst>
        </pc:graphicFrameChg>
      </pc:sldChg>
      <pc:sldChg chg="delCm">
        <pc:chgData name="Li,Ansu (HP Medicine) BII-CN-S" userId="ec2f8842-dc81-4094-912e-223fc8542a04" providerId="ADAL" clId="{A5104C8B-AAF4-46C2-B6FD-CDB58A80F67A}" dt="2024-04-19T03:41:09.176" v="5" actId="1592"/>
        <pc:sldMkLst>
          <pc:docMk/>
          <pc:sldMk cId="1823919921" sldId="2147474336"/>
        </pc:sldMkLst>
      </pc:sldChg>
      <pc:sldChg chg="modSp mod delCm modCm">
        <pc:chgData name="Li,Ansu (HP Medicine) BII-CN-S" userId="ec2f8842-dc81-4094-912e-223fc8542a04" providerId="ADAL" clId="{A5104C8B-AAF4-46C2-B6FD-CDB58A80F67A}" dt="2024-04-24T14:32:59.188" v="795" actId="11"/>
        <pc:sldMkLst>
          <pc:docMk/>
          <pc:sldMk cId="814051127" sldId="2147474337"/>
        </pc:sldMkLst>
        <pc:spChg chg="mod">
          <ac:chgData name="Li,Ansu (HP Medicine) BII-CN-S" userId="ec2f8842-dc81-4094-912e-223fc8542a04" providerId="ADAL" clId="{A5104C8B-AAF4-46C2-B6FD-CDB58A80F67A}" dt="2024-04-24T14:03:45.602" v="749" actId="1076"/>
          <ac:spMkLst>
            <pc:docMk/>
            <pc:sldMk cId="814051127" sldId="2147474337"/>
            <ac:spMk id="5" creationId="{CA82A883-3A33-F001-19F5-EF467C715939}"/>
          </ac:spMkLst>
        </pc:spChg>
        <pc:spChg chg="mod">
          <ac:chgData name="Li,Ansu (HP Medicine) BII-CN-S" userId="ec2f8842-dc81-4094-912e-223fc8542a04" providerId="ADAL" clId="{A5104C8B-AAF4-46C2-B6FD-CDB58A80F67A}" dt="2024-04-24T14:32:59.188" v="795" actId="11"/>
          <ac:spMkLst>
            <pc:docMk/>
            <pc:sldMk cId="814051127" sldId="2147474337"/>
            <ac:spMk id="6" creationId="{9A58B987-D523-938D-0622-97618829A57D}"/>
          </ac:spMkLst>
        </pc:spChg>
        <pc:spChg chg="mod">
          <ac:chgData name="Li,Ansu (HP Medicine) BII-CN-S" userId="ec2f8842-dc81-4094-912e-223fc8542a04" providerId="ADAL" clId="{A5104C8B-AAF4-46C2-B6FD-CDB58A80F67A}" dt="2024-04-24T14:32:49.880" v="794" actId="11"/>
          <ac:spMkLst>
            <pc:docMk/>
            <pc:sldMk cId="814051127" sldId="2147474337"/>
            <ac:spMk id="8" creationId="{93460834-8027-DC1F-1CAA-9EBCD4FA5453}"/>
          </ac:spMkLst>
        </pc:spChg>
        <pc:spChg chg="mod">
          <ac:chgData name="Li,Ansu (HP Medicine) BII-CN-S" userId="ec2f8842-dc81-4094-912e-223fc8542a04" providerId="ADAL" clId="{A5104C8B-AAF4-46C2-B6FD-CDB58A80F67A}" dt="2024-04-24T13:33:54.479" v="728" actId="113"/>
          <ac:spMkLst>
            <pc:docMk/>
            <pc:sldMk cId="814051127" sldId="2147474337"/>
            <ac:spMk id="9" creationId="{911D1701-4A85-C066-6834-1A8ED9B46755}"/>
          </ac:spMkLst>
        </pc:spChg>
        <pc:spChg chg="mod">
          <ac:chgData name="Li,Ansu (HP Medicine) BII-CN-S" userId="ec2f8842-dc81-4094-912e-223fc8542a04" providerId="ADAL" clId="{A5104C8B-AAF4-46C2-B6FD-CDB58A80F67A}" dt="2024-04-24T14:04:21.737" v="753" actId="20577"/>
          <ac:spMkLst>
            <pc:docMk/>
            <pc:sldMk cId="814051127" sldId="2147474337"/>
            <ac:spMk id="46" creationId="{DBB911C2-525E-47C7-68FA-EB6EB212D2F6}"/>
          </ac:spMkLst>
        </pc:spChg>
        <pc:graphicFrameChg chg="mod">
          <ac:chgData name="Li,Ansu (HP Medicine) BII-CN-S" userId="ec2f8842-dc81-4094-912e-223fc8542a04" providerId="ADAL" clId="{A5104C8B-AAF4-46C2-B6FD-CDB58A80F67A}" dt="2024-04-24T13:34:06.968" v="729" actId="1076"/>
          <ac:graphicFrameMkLst>
            <pc:docMk/>
            <pc:sldMk cId="814051127" sldId="2147474337"/>
            <ac:graphicFrameMk id="28" creationId="{C75839B4-7AD4-5F3C-4D11-CBE961D76423}"/>
          </ac:graphicFrameMkLst>
        </pc:graphicFrameChg>
      </pc:sldChg>
      <pc:sldChg chg="modSp mod delCm modCm">
        <pc:chgData name="Li,Ansu (HP Medicine) BII-CN-S" userId="ec2f8842-dc81-4094-912e-223fc8542a04" providerId="ADAL" clId="{A5104C8B-AAF4-46C2-B6FD-CDB58A80F67A}" dt="2024-04-24T14:15:59.406" v="768" actId="20577"/>
        <pc:sldMkLst>
          <pc:docMk/>
          <pc:sldMk cId="3757442331" sldId="2147474338"/>
        </pc:sldMkLst>
        <pc:graphicFrameChg chg="mod modGraphic">
          <ac:chgData name="Li,Ansu (HP Medicine) BII-CN-S" userId="ec2f8842-dc81-4094-912e-223fc8542a04" providerId="ADAL" clId="{A5104C8B-AAF4-46C2-B6FD-CDB58A80F67A}" dt="2024-04-24T14:15:59.406" v="768" actId="20577"/>
          <ac:graphicFrameMkLst>
            <pc:docMk/>
            <pc:sldMk cId="3757442331" sldId="2147474338"/>
            <ac:graphicFrameMk id="28" creationId="{C75839B4-7AD4-5F3C-4D11-CBE961D76423}"/>
          </ac:graphicFrameMkLst>
        </pc:graphicFrameChg>
      </pc:sldChg>
      <pc:sldChg chg="modSp del mod modShow">
        <pc:chgData name="Li,Ansu (HP Medicine) BII-CN-S" userId="ec2f8842-dc81-4094-912e-223fc8542a04" providerId="ADAL" clId="{A5104C8B-AAF4-46C2-B6FD-CDB58A80F67A}" dt="2024-04-24T13:00:47.760" v="587" actId="47"/>
        <pc:sldMkLst>
          <pc:docMk/>
          <pc:sldMk cId="3070587343" sldId="2147474339"/>
        </pc:sldMkLst>
        <pc:spChg chg="mod">
          <ac:chgData name="Li,Ansu (HP Medicine) BII-CN-S" userId="ec2f8842-dc81-4094-912e-223fc8542a04" providerId="ADAL" clId="{A5104C8B-AAF4-46C2-B6FD-CDB58A80F67A}" dt="2024-04-21T12:02:58.065" v="84" actId="1035"/>
          <ac:spMkLst>
            <pc:docMk/>
            <pc:sldMk cId="3070587343" sldId="2147474339"/>
            <ac:spMk id="11" creationId="{2AA2F1C8-7458-9D48-A198-383D963B0801}"/>
          </ac:spMkLst>
        </pc:spChg>
        <pc:spChg chg="mod">
          <ac:chgData name="Li,Ansu (HP Medicine) BII-CN-S" userId="ec2f8842-dc81-4094-912e-223fc8542a04" providerId="ADAL" clId="{A5104C8B-AAF4-46C2-B6FD-CDB58A80F67A}" dt="2024-04-21T12:02:58.065" v="84" actId="1035"/>
          <ac:spMkLst>
            <pc:docMk/>
            <pc:sldMk cId="3070587343" sldId="2147474339"/>
            <ac:spMk id="21" creationId="{3DD851A8-5202-CC2C-4D34-E767B6BAF2EB}"/>
          </ac:spMkLst>
        </pc:spChg>
        <pc:graphicFrameChg chg="mod modGraphic">
          <ac:chgData name="Li,Ansu (HP Medicine) BII-CN-S" userId="ec2f8842-dc81-4094-912e-223fc8542a04" providerId="ADAL" clId="{A5104C8B-AAF4-46C2-B6FD-CDB58A80F67A}" dt="2024-04-21T12:02:58.065" v="84" actId="1035"/>
          <ac:graphicFrameMkLst>
            <pc:docMk/>
            <pc:sldMk cId="3070587343" sldId="2147474339"/>
            <ac:graphicFrameMk id="6" creationId="{1E8A672C-DE87-FBAB-5FD5-7D50AA82A9B3}"/>
          </ac:graphicFrameMkLst>
        </pc:graphicFrameChg>
        <pc:graphicFrameChg chg="mod modGraphic">
          <ac:chgData name="Li,Ansu (HP Medicine) BII-CN-S" userId="ec2f8842-dc81-4094-912e-223fc8542a04" providerId="ADAL" clId="{A5104C8B-AAF4-46C2-B6FD-CDB58A80F67A}" dt="2024-04-21T12:02:58.065" v="84" actId="1035"/>
          <ac:graphicFrameMkLst>
            <pc:docMk/>
            <pc:sldMk cId="3070587343" sldId="2147474339"/>
            <ac:graphicFrameMk id="20" creationId="{882BA0AC-594E-F79D-EBCA-C5A7A5011078}"/>
          </ac:graphicFrameMkLst>
        </pc:graphicFrameChg>
        <pc:cxnChg chg="mod">
          <ac:chgData name="Li,Ansu (HP Medicine) BII-CN-S" userId="ec2f8842-dc81-4094-912e-223fc8542a04" providerId="ADAL" clId="{A5104C8B-AAF4-46C2-B6FD-CDB58A80F67A}" dt="2024-04-21T12:02:58.065" v="84" actId="1035"/>
          <ac:cxnSpMkLst>
            <pc:docMk/>
            <pc:sldMk cId="3070587343" sldId="2147474339"/>
            <ac:cxnSpMk id="14" creationId="{1FF005F2-F7A7-E823-B68E-4FA72D605079}"/>
          </ac:cxnSpMkLst>
        </pc:cxnChg>
        <pc:cxnChg chg="mod">
          <ac:chgData name="Li,Ansu (HP Medicine) BII-CN-S" userId="ec2f8842-dc81-4094-912e-223fc8542a04" providerId="ADAL" clId="{A5104C8B-AAF4-46C2-B6FD-CDB58A80F67A}" dt="2024-04-21T12:02:58.065" v="84" actId="1035"/>
          <ac:cxnSpMkLst>
            <pc:docMk/>
            <pc:sldMk cId="3070587343" sldId="2147474339"/>
            <ac:cxnSpMk id="19" creationId="{F6D67CD2-68B2-4C0B-AA3A-231F3B05D952}"/>
          </ac:cxnSpMkLst>
        </pc:cxnChg>
      </pc:sldChg>
    </pc:docChg>
  </pc:docChgLst>
  <pc:docChgLst>
    <pc:chgData name="Li,Ansu (HP Medicine) BII-CN-S" userId="ec2f8842-dc81-4094-912e-223fc8542a04" providerId="ADAL" clId="{6C5D8256-F2E6-4DE1-8D68-32EBAA3F290A}"/>
    <pc:docChg chg="undo redo custSel mod addSld delSld modSld sldOrd addSection delSection modSection">
      <pc:chgData name="Li,Ansu (HP Medicine) BII-CN-S" userId="ec2f8842-dc81-4094-912e-223fc8542a04" providerId="ADAL" clId="{6C5D8256-F2E6-4DE1-8D68-32EBAA3F290A}" dt="2024-03-19T06:57:25.919" v="13596" actId="20577"/>
      <pc:docMkLst>
        <pc:docMk/>
      </pc:docMkLst>
      <pc:sldChg chg="addSp delSp modSp del mod ord modShow">
        <pc:chgData name="Li,Ansu (HP Medicine) BII-CN-S" userId="ec2f8842-dc81-4094-912e-223fc8542a04" providerId="ADAL" clId="{6C5D8256-F2E6-4DE1-8D68-32EBAA3F290A}" dt="2024-03-18T03:25:47.513" v="12071" actId="47"/>
        <pc:sldMkLst>
          <pc:docMk/>
          <pc:sldMk cId="605272845" sldId="9815"/>
        </pc:sldMkLst>
        <pc:spChg chg="mod ord">
          <ac:chgData name="Li,Ansu (HP Medicine) BII-CN-S" userId="ec2f8842-dc81-4094-912e-223fc8542a04" providerId="ADAL" clId="{6C5D8256-F2E6-4DE1-8D68-32EBAA3F290A}" dt="2024-03-13T07:35:13.264" v="3282" actId="1037"/>
          <ac:spMkLst>
            <pc:docMk/>
            <pc:sldMk cId="605272845" sldId="9815"/>
            <ac:spMk id="2" creationId="{C82E2105-5120-9426-60D6-8E83889C2B8A}"/>
          </ac:spMkLst>
        </pc:spChg>
        <pc:spChg chg="del">
          <ac:chgData name="Li,Ansu (HP Medicine) BII-CN-S" userId="ec2f8842-dc81-4094-912e-223fc8542a04" providerId="ADAL" clId="{6C5D8256-F2E6-4DE1-8D68-32EBAA3F290A}" dt="2024-03-13T06:37:33.041" v="3028" actId="478"/>
          <ac:spMkLst>
            <pc:docMk/>
            <pc:sldMk cId="605272845" sldId="9815"/>
            <ac:spMk id="3" creationId="{A141A10C-7F0D-FBE1-027E-4B8F7296B36F}"/>
          </ac:spMkLst>
        </pc:spChg>
        <pc:spChg chg="add del mod">
          <ac:chgData name="Li,Ansu (HP Medicine) BII-CN-S" userId="ec2f8842-dc81-4094-912e-223fc8542a04" providerId="ADAL" clId="{6C5D8256-F2E6-4DE1-8D68-32EBAA3F290A}" dt="2024-03-13T06:42:08.799" v="3135" actId="478"/>
          <ac:spMkLst>
            <pc:docMk/>
            <pc:sldMk cId="605272845" sldId="9815"/>
            <ac:spMk id="7" creationId="{37D11DC9-B780-2987-3FEE-AF2195D6391A}"/>
          </ac:spMkLst>
        </pc:spChg>
        <pc:spChg chg="add mod">
          <ac:chgData name="Li,Ansu (HP Medicine) BII-CN-S" userId="ec2f8842-dc81-4094-912e-223fc8542a04" providerId="ADAL" clId="{6C5D8256-F2E6-4DE1-8D68-32EBAA3F290A}" dt="2024-03-13T07:35:13.264" v="3282" actId="1037"/>
          <ac:spMkLst>
            <pc:docMk/>
            <pc:sldMk cId="605272845" sldId="9815"/>
            <ac:spMk id="8" creationId="{0B309C08-5947-5A13-1A29-DAA23EE1DB5A}"/>
          </ac:spMkLst>
        </pc:spChg>
        <pc:spChg chg="add del">
          <ac:chgData name="Li,Ansu (HP Medicine) BII-CN-S" userId="ec2f8842-dc81-4094-912e-223fc8542a04" providerId="ADAL" clId="{6C5D8256-F2E6-4DE1-8D68-32EBAA3F290A}" dt="2024-03-13T06:37:08.725" v="3018" actId="22"/>
          <ac:spMkLst>
            <pc:docMk/>
            <pc:sldMk cId="605272845" sldId="9815"/>
            <ac:spMk id="10" creationId="{C636447F-1B5B-2800-58DF-6233DFCA7EC1}"/>
          </ac:spMkLst>
        </pc:spChg>
        <pc:spChg chg="add mod ord">
          <ac:chgData name="Li,Ansu (HP Medicine) BII-CN-S" userId="ec2f8842-dc81-4094-912e-223fc8542a04" providerId="ADAL" clId="{6C5D8256-F2E6-4DE1-8D68-32EBAA3F290A}" dt="2024-03-13T07:35:10.340" v="3281" actId="1037"/>
          <ac:spMkLst>
            <pc:docMk/>
            <pc:sldMk cId="605272845" sldId="9815"/>
            <ac:spMk id="12" creationId="{2819D531-9908-9A82-9B92-7108A77E1CF7}"/>
          </ac:spMkLst>
        </pc:spChg>
        <pc:spChg chg="add mod">
          <ac:chgData name="Li,Ansu (HP Medicine) BII-CN-S" userId="ec2f8842-dc81-4094-912e-223fc8542a04" providerId="ADAL" clId="{6C5D8256-F2E6-4DE1-8D68-32EBAA3F290A}" dt="2024-03-13T07:35:49.491" v="3287" actId="1582"/>
          <ac:spMkLst>
            <pc:docMk/>
            <pc:sldMk cId="605272845" sldId="9815"/>
            <ac:spMk id="13" creationId="{0DBD6C83-191A-E5C4-EFFC-1ABE107C3E27}"/>
          </ac:spMkLst>
        </pc:spChg>
        <pc:spChg chg="add mod">
          <ac:chgData name="Li,Ansu (HP Medicine) BII-CN-S" userId="ec2f8842-dc81-4094-912e-223fc8542a04" providerId="ADAL" clId="{6C5D8256-F2E6-4DE1-8D68-32EBAA3F290A}" dt="2024-03-13T07:35:49.491" v="3287" actId="1582"/>
          <ac:spMkLst>
            <pc:docMk/>
            <pc:sldMk cId="605272845" sldId="9815"/>
            <ac:spMk id="14" creationId="{01B8E2A3-1037-B100-A37C-1EE63EE7E849}"/>
          </ac:spMkLst>
        </pc:spChg>
        <pc:graphicFrameChg chg="mod modGraphic">
          <ac:chgData name="Li,Ansu (HP Medicine) BII-CN-S" userId="ec2f8842-dc81-4094-912e-223fc8542a04" providerId="ADAL" clId="{6C5D8256-F2E6-4DE1-8D68-32EBAA3F290A}" dt="2024-03-13T07:35:10.340" v="3281" actId="1037"/>
          <ac:graphicFrameMkLst>
            <pc:docMk/>
            <pc:sldMk cId="605272845" sldId="9815"/>
            <ac:graphicFrameMk id="6" creationId="{3A362CEF-EB8C-52EE-2597-2E6811694743}"/>
          </ac:graphicFrameMkLst>
        </pc:graphicFrameChg>
      </pc:sldChg>
      <pc:sldChg chg="del ord">
        <pc:chgData name="Li,Ansu (HP Medicine) BII-CN-S" userId="ec2f8842-dc81-4094-912e-223fc8542a04" providerId="ADAL" clId="{6C5D8256-F2E6-4DE1-8D68-32EBAA3F290A}" dt="2024-03-18T03:32:32.217" v="12305" actId="47"/>
        <pc:sldMkLst>
          <pc:docMk/>
          <pc:sldMk cId="4215894640" sldId="2147474329"/>
        </pc:sldMkLst>
      </pc:sldChg>
      <pc:sldChg chg="ord">
        <pc:chgData name="Li,Ansu (HP Medicine) BII-CN-S" userId="ec2f8842-dc81-4094-912e-223fc8542a04" providerId="ADAL" clId="{6C5D8256-F2E6-4DE1-8D68-32EBAA3F290A}" dt="2024-03-18T02:41:45.703" v="11022"/>
        <pc:sldMkLst>
          <pc:docMk/>
          <pc:sldMk cId="4010093607" sldId="2147474330"/>
        </pc:sldMkLst>
      </pc:sldChg>
      <pc:sldChg chg="mod ord modShow">
        <pc:chgData name="Li,Ansu (HP Medicine) BII-CN-S" userId="ec2f8842-dc81-4094-912e-223fc8542a04" providerId="ADAL" clId="{6C5D8256-F2E6-4DE1-8D68-32EBAA3F290A}" dt="2024-03-18T02:45:30.834" v="11041" actId="729"/>
        <pc:sldMkLst>
          <pc:docMk/>
          <pc:sldMk cId="3752919038" sldId="2147474332"/>
        </pc:sldMkLst>
      </pc:sldChg>
      <pc:sldChg chg="addSp modSp ord">
        <pc:chgData name="Li,Ansu (HP Medicine) BII-CN-S" userId="ec2f8842-dc81-4094-912e-223fc8542a04" providerId="ADAL" clId="{6C5D8256-F2E6-4DE1-8D68-32EBAA3F290A}" dt="2024-03-18T02:41:37.557" v="11020"/>
        <pc:sldMkLst>
          <pc:docMk/>
          <pc:sldMk cId="1188256339" sldId="2147474333"/>
        </pc:sldMkLst>
        <pc:spChg chg="add mod">
          <ac:chgData name="Li,Ansu (HP Medicine) BII-CN-S" userId="ec2f8842-dc81-4094-912e-223fc8542a04" providerId="ADAL" clId="{6C5D8256-F2E6-4DE1-8D68-32EBAA3F290A}" dt="2024-03-12T06:42:13.281" v="455" actId="571"/>
          <ac:spMkLst>
            <pc:docMk/>
            <pc:sldMk cId="1188256339" sldId="2147474333"/>
            <ac:spMk id="5" creationId="{6EB33753-64E9-4F71-9AE7-7C7D3B0671BA}"/>
          </ac:spMkLst>
        </pc:spChg>
        <pc:spChg chg="add mod">
          <ac:chgData name="Li,Ansu (HP Medicine) BII-CN-S" userId="ec2f8842-dc81-4094-912e-223fc8542a04" providerId="ADAL" clId="{6C5D8256-F2E6-4DE1-8D68-32EBAA3F290A}" dt="2024-03-12T06:42:13.281" v="455" actId="571"/>
          <ac:spMkLst>
            <pc:docMk/>
            <pc:sldMk cId="1188256339" sldId="2147474333"/>
            <ac:spMk id="6" creationId="{543C22F5-2663-7A56-4E8B-74DB4AB80460}"/>
          </ac:spMkLst>
        </pc:spChg>
        <pc:spChg chg="add mod">
          <ac:chgData name="Li,Ansu (HP Medicine) BII-CN-S" userId="ec2f8842-dc81-4094-912e-223fc8542a04" providerId="ADAL" clId="{6C5D8256-F2E6-4DE1-8D68-32EBAA3F290A}" dt="2024-03-12T06:42:13.281" v="455" actId="571"/>
          <ac:spMkLst>
            <pc:docMk/>
            <pc:sldMk cId="1188256339" sldId="2147474333"/>
            <ac:spMk id="9" creationId="{27288433-78BA-1E77-1416-495A1481F7DF}"/>
          </ac:spMkLst>
        </pc:spChg>
        <pc:spChg chg="add mod">
          <ac:chgData name="Li,Ansu (HP Medicine) BII-CN-S" userId="ec2f8842-dc81-4094-912e-223fc8542a04" providerId="ADAL" clId="{6C5D8256-F2E6-4DE1-8D68-32EBAA3F290A}" dt="2024-03-12T06:42:13.281" v="455" actId="571"/>
          <ac:spMkLst>
            <pc:docMk/>
            <pc:sldMk cId="1188256339" sldId="2147474333"/>
            <ac:spMk id="13" creationId="{9D084BE2-3DB7-BFA3-F5A5-99B3D7CFD8F8}"/>
          </ac:spMkLst>
        </pc:spChg>
      </pc:sldChg>
      <pc:sldChg chg="addSp delSp modSp mod modClrScheme chgLayout">
        <pc:chgData name="Li,Ansu (HP Medicine) BII-CN-S" userId="ec2f8842-dc81-4094-912e-223fc8542a04" providerId="ADAL" clId="{6C5D8256-F2E6-4DE1-8D68-32EBAA3F290A}" dt="2024-03-18T07:09:30.670" v="13086" actId="20577"/>
        <pc:sldMkLst>
          <pc:docMk/>
          <pc:sldMk cId="2486701764" sldId="2147474334"/>
        </pc:sldMkLst>
        <pc:spChg chg="add del">
          <ac:chgData name="Li,Ansu (HP Medicine) BII-CN-S" userId="ec2f8842-dc81-4094-912e-223fc8542a04" providerId="ADAL" clId="{6C5D8256-F2E6-4DE1-8D68-32EBAA3F290A}" dt="2024-03-18T03:46:37.193" v="12531" actId="22"/>
          <ac:spMkLst>
            <pc:docMk/>
            <pc:sldMk cId="2486701764" sldId="2147474334"/>
            <ac:spMk id="3" creationId="{7936862B-E97C-30AA-DFF6-2C8BF816F49E}"/>
          </ac:spMkLst>
        </pc:spChg>
        <pc:spChg chg="mod ord">
          <ac:chgData name="Li,Ansu (HP Medicine) BII-CN-S" userId="ec2f8842-dc81-4094-912e-223fc8542a04" providerId="ADAL" clId="{6C5D8256-F2E6-4DE1-8D68-32EBAA3F290A}" dt="2024-03-18T03:45:20.953" v="12388" actId="700"/>
          <ac:spMkLst>
            <pc:docMk/>
            <pc:sldMk cId="2486701764" sldId="2147474334"/>
            <ac:spMk id="4" creationId="{2E5D0666-614B-235B-AED7-540DA32F11F4}"/>
          </ac:spMkLst>
        </pc:spChg>
        <pc:spChg chg="mod ord">
          <ac:chgData name="Li,Ansu (HP Medicine) BII-CN-S" userId="ec2f8842-dc81-4094-912e-223fc8542a04" providerId="ADAL" clId="{6C5D8256-F2E6-4DE1-8D68-32EBAA3F290A}" dt="2024-03-18T07:09:30.670" v="13086" actId="20577"/>
          <ac:spMkLst>
            <pc:docMk/>
            <pc:sldMk cId="2486701764" sldId="2147474334"/>
            <ac:spMk id="5" creationId="{527D8D94-24D8-DEB1-31A7-F4F6D4DF725F}"/>
          </ac:spMkLst>
        </pc:spChg>
        <pc:spChg chg="mod ord">
          <ac:chgData name="Li,Ansu (HP Medicine) BII-CN-S" userId="ec2f8842-dc81-4094-912e-223fc8542a04" providerId="ADAL" clId="{6C5D8256-F2E6-4DE1-8D68-32EBAA3F290A}" dt="2024-03-18T03:46:43.012" v="12535" actId="1076"/>
          <ac:spMkLst>
            <pc:docMk/>
            <pc:sldMk cId="2486701764" sldId="2147474334"/>
            <ac:spMk id="6" creationId="{17C6036A-75B5-177D-7D41-DCDCD903C4BA}"/>
          </ac:spMkLst>
        </pc:spChg>
        <pc:spChg chg="add del mod">
          <ac:chgData name="Li,Ansu (HP Medicine) BII-CN-S" userId="ec2f8842-dc81-4094-912e-223fc8542a04" providerId="ADAL" clId="{6C5D8256-F2E6-4DE1-8D68-32EBAA3F290A}" dt="2024-03-18T03:47:02.848" v="12557" actId="478"/>
          <ac:spMkLst>
            <pc:docMk/>
            <pc:sldMk cId="2486701764" sldId="2147474334"/>
            <ac:spMk id="8" creationId="{F51B2E3F-4FF1-9A53-E581-7A8F66B63B85}"/>
          </ac:spMkLst>
        </pc:spChg>
      </pc:sldChg>
      <pc:sldChg chg="addSp delSp modSp new del mod ord modClrScheme addCm delCm modCm chgLayout">
        <pc:chgData name="Li,Ansu (HP Medicine) BII-CN-S" userId="ec2f8842-dc81-4094-912e-223fc8542a04" providerId="ADAL" clId="{6C5D8256-F2E6-4DE1-8D68-32EBAA3F290A}" dt="2024-03-17T11:40:47.068" v="5451" actId="47"/>
        <pc:sldMkLst>
          <pc:docMk/>
          <pc:sldMk cId="678576916" sldId="2147474335"/>
        </pc:sldMkLst>
        <pc:spChg chg="mod ord">
          <ac:chgData name="Li,Ansu (HP Medicine) BII-CN-S" userId="ec2f8842-dc81-4094-912e-223fc8542a04" providerId="ADAL" clId="{6C5D8256-F2E6-4DE1-8D68-32EBAA3F290A}" dt="2024-03-17T06:18:01.945" v="4226" actId="20577"/>
          <ac:spMkLst>
            <pc:docMk/>
            <pc:sldMk cId="678576916" sldId="2147474335"/>
            <ac:spMk id="2" creationId="{D7B7205D-037B-4E09-0FE2-C38F0E5B5920}"/>
          </ac:spMkLst>
        </pc:spChg>
        <pc:spChg chg="del mod ord">
          <ac:chgData name="Li,Ansu (HP Medicine) BII-CN-S" userId="ec2f8842-dc81-4094-912e-223fc8542a04" providerId="ADAL" clId="{6C5D8256-F2E6-4DE1-8D68-32EBAA3F290A}" dt="2024-03-12T06:02:35.142" v="8" actId="700"/>
          <ac:spMkLst>
            <pc:docMk/>
            <pc:sldMk cId="678576916" sldId="2147474335"/>
            <ac:spMk id="3" creationId="{B6655706-98E1-2209-7101-DBB2FC34BBD8}"/>
          </ac:spMkLst>
        </pc:spChg>
        <pc:spChg chg="mod ord">
          <ac:chgData name="Li,Ansu (HP Medicine) BII-CN-S" userId="ec2f8842-dc81-4094-912e-223fc8542a04" providerId="ADAL" clId="{6C5D8256-F2E6-4DE1-8D68-32EBAA3F290A}" dt="2024-03-12T06:02:35.142" v="8" actId="700"/>
          <ac:spMkLst>
            <pc:docMk/>
            <pc:sldMk cId="678576916" sldId="2147474335"/>
            <ac:spMk id="4" creationId="{9F104010-1247-ECE1-9F88-7C8F39A3BCFF}"/>
          </ac:spMkLst>
        </pc:spChg>
        <pc:spChg chg="mod ord">
          <ac:chgData name="Li,Ansu (HP Medicine) BII-CN-S" userId="ec2f8842-dc81-4094-912e-223fc8542a04" providerId="ADAL" clId="{6C5D8256-F2E6-4DE1-8D68-32EBAA3F290A}" dt="2024-03-12T06:02:35.142" v="8" actId="700"/>
          <ac:spMkLst>
            <pc:docMk/>
            <pc:sldMk cId="678576916" sldId="2147474335"/>
            <ac:spMk id="5" creationId="{CA82A883-3A33-F001-19F5-EF467C715939}"/>
          </ac:spMkLst>
        </pc:spChg>
        <pc:spChg chg="add del mod ord">
          <ac:chgData name="Li,Ansu (HP Medicine) BII-CN-S" userId="ec2f8842-dc81-4094-912e-223fc8542a04" providerId="ADAL" clId="{6C5D8256-F2E6-4DE1-8D68-32EBAA3F290A}" dt="2024-03-13T02:39:12.572" v="566" actId="478"/>
          <ac:spMkLst>
            <pc:docMk/>
            <pc:sldMk cId="678576916" sldId="2147474335"/>
            <ac:spMk id="6" creationId="{632618AF-E395-244D-FF27-4DBB8ED2BB43}"/>
          </ac:spMkLst>
        </pc:spChg>
        <pc:spChg chg="add mod">
          <ac:chgData name="Li,Ansu (HP Medicine) BII-CN-S" userId="ec2f8842-dc81-4094-912e-223fc8542a04" providerId="ADAL" clId="{6C5D8256-F2E6-4DE1-8D68-32EBAA3F290A}" dt="2024-03-17T11:18:35.551" v="4943" actId="554"/>
          <ac:spMkLst>
            <pc:docMk/>
            <pc:sldMk cId="678576916" sldId="2147474335"/>
            <ac:spMk id="6" creationId="{DFFE6380-9F99-B679-6E72-84B856FCC029}"/>
          </ac:spMkLst>
        </pc:spChg>
        <pc:spChg chg="add del mod">
          <ac:chgData name="Li,Ansu (HP Medicine) BII-CN-S" userId="ec2f8842-dc81-4094-912e-223fc8542a04" providerId="ADAL" clId="{6C5D8256-F2E6-4DE1-8D68-32EBAA3F290A}" dt="2024-03-13T02:39:14.596" v="567" actId="478"/>
          <ac:spMkLst>
            <pc:docMk/>
            <pc:sldMk cId="678576916" sldId="2147474335"/>
            <ac:spMk id="7" creationId="{12EAB841-4D56-87FB-6BCA-5B16EF5BE8EE}"/>
          </ac:spMkLst>
        </pc:spChg>
        <pc:spChg chg="add mod">
          <ac:chgData name="Li,Ansu (HP Medicine) BII-CN-S" userId="ec2f8842-dc81-4094-912e-223fc8542a04" providerId="ADAL" clId="{6C5D8256-F2E6-4DE1-8D68-32EBAA3F290A}" dt="2024-03-17T11:18:35.551" v="4943" actId="554"/>
          <ac:spMkLst>
            <pc:docMk/>
            <pc:sldMk cId="678576916" sldId="2147474335"/>
            <ac:spMk id="7" creationId="{A9CF8C80-F025-A516-0655-9134AB8A128C}"/>
          </ac:spMkLst>
        </pc:spChg>
        <pc:spChg chg="add mod">
          <ac:chgData name="Li,Ansu (HP Medicine) BII-CN-S" userId="ec2f8842-dc81-4094-912e-223fc8542a04" providerId="ADAL" clId="{6C5D8256-F2E6-4DE1-8D68-32EBAA3F290A}" dt="2024-03-17T11:39:21.567" v="5421" actId="1076"/>
          <ac:spMkLst>
            <pc:docMk/>
            <pc:sldMk cId="678576916" sldId="2147474335"/>
            <ac:spMk id="8" creationId="{E6303DEF-3038-DB67-C08D-70B78EC2B98D}"/>
          </ac:spMkLst>
        </pc:spChg>
        <pc:spChg chg="add del mod">
          <ac:chgData name="Li,Ansu (HP Medicine) BII-CN-S" userId="ec2f8842-dc81-4094-912e-223fc8542a04" providerId="ADAL" clId="{6C5D8256-F2E6-4DE1-8D68-32EBAA3F290A}" dt="2024-03-13T03:03:38.744" v="1342" actId="478"/>
          <ac:spMkLst>
            <pc:docMk/>
            <pc:sldMk cId="678576916" sldId="2147474335"/>
            <ac:spMk id="9" creationId="{F6F0B09A-B580-325D-833A-D1AD0B375142}"/>
          </ac:spMkLst>
        </pc:spChg>
        <pc:spChg chg="add mod">
          <ac:chgData name="Li,Ansu (HP Medicine) BII-CN-S" userId="ec2f8842-dc81-4094-912e-223fc8542a04" providerId="ADAL" clId="{6C5D8256-F2E6-4DE1-8D68-32EBAA3F290A}" dt="2024-03-17T11:03:33.646" v="4297" actId="34135"/>
          <ac:spMkLst>
            <pc:docMk/>
            <pc:sldMk cId="678576916" sldId="2147474335"/>
            <ac:spMk id="10" creationId="{B4810ACF-D451-7ECB-4D7D-D90510C62AD1}"/>
          </ac:spMkLst>
        </pc:spChg>
        <pc:spChg chg="add mod">
          <ac:chgData name="Li,Ansu (HP Medicine) BII-CN-S" userId="ec2f8842-dc81-4094-912e-223fc8542a04" providerId="ADAL" clId="{6C5D8256-F2E6-4DE1-8D68-32EBAA3F290A}" dt="2024-03-17T11:03:33.646" v="4297" actId="34135"/>
          <ac:spMkLst>
            <pc:docMk/>
            <pc:sldMk cId="678576916" sldId="2147474335"/>
            <ac:spMk id="11" creationId="{6457EC95-608E-CE36-D463-9884F94201A2}"/>
          </ac:spMkLst>
        </pc:spChg>
        <pc:spChg chg="add mod">
          <ac:chgData name="Li,Ansu (HP Medicine) BII-CN-S" userId="ec2f8842-dc81-4094-912e-223fc8542a04" providerId="ADAL" clId="{6C5D8256-F2E6-4DE1-8D68-32EBAA3F290A}" dt="2024-03-17T11:03:33.646" v="4297" actId="34135"/>
          <ac:spMkLst>
            <pc:docMk/>
            <pc:sldMk cId="678576916" sldId="2147474335"/>
            <ac:spMk id="12" creationId="{FB71F2D3-5295-9F4C-99FC-3559F98ECF12}"/>
          </ac:spMkLst>
        </pc:spChg>
        <pc:spChg chg="add mod">
          <ac:chgData name="Li,Ansu (HP Medicine) BII-CN-S" userId="ec2f8842-dc81-4094-912e-223fc8542a04" providerId="ADAL" clId="{6C5D8256-F2E6-4DE1-8D68-32EBAA3F290A}" dt="2024-03-17T11:03:33.646" v="4297" actId="34135"/>
          <ac:spMkLst>
            <pc:docMk/>
            <pc:sldMk cId="678576916" sldId="2147474335"/>
            <ac:spMk id="13" creationId="{83B60E89-3140-28A2-0055-E4A7C55B5123}"/>
          </ac:spMkLst>
        </pc:spChg>
        <pc:spChg chg="add mod">
          <ac:chgData name="Li,Ansu (HP Medicine) BII-CN-S" userId="ec2f8842-dc81-4094-912e-223fc8542a04" providerId="ADAL" clId="{6C5D8256-F2E6-4DE1-8D68-32EBAA3F290A}" dt="2024-03-17T11:03:33.646" v="4297" actId="34135"/>
          <ac:spMkLst>
            <pc:docMk/>
            <pc:sldMk cId="678576916" sldId="2147474335"/>
            <ac:spMk id="14" creationId="{38FE8D6E-41A4-4255-B324-957CFAE946D0}"/>
          </ac:spMkLst>
        </pc:spChg>
        <pc:spChg chg="add mod">
          <ac:chgData name="Li,Ansu (HP Medicine) BII-CN-S" userId="ec2f8842-dc81-4094-912e-223fc8542a04" providerId="ADAL" clId="{6C5D8256-F2E6-4DE1-8D68-32EBAA3F290A}" dt="2024-03-17T11:03:33.646" v="4297" actId="34135"/>
          <ac:spMkLst>
            <pc:docMk/>
            <pc:sldMk cId="678576916" sldId="2147474335"/>
            <ac:spMk id="15" creationId="{65A5C5CC-0C41-DB08-86A2-E0AE182BAD35}"/>
          </ac:spMkLst>
        </pc:spChg>
        <pc:spChg chg="add mod">
          <ac:chgData name="Li,Ansu (HP Medicine) BII-CN-S" userId="ec2f8842-dc81-4094-912e-223fc8542a04" providerId="ADAL" clId="{6C5D8256-F2E6-4DE1-8D68-32EBAA3F290A}" dt="2024-03-17T11:03:33.646" v="4297" actId="34135"/>
          <ac:spMkLst>
            <pc:docMk/>
            <pc:sldMk cId="678576916" sldId="2147474335"/>
            <ac:spMk id="16" creationId="{953E7D18-F286-7E09-3C6A-640FDE3137EC}"/>
          </ac:spMkLst>
        </pc:spChg>
        <pc:spChg chg="add mod">
          <ac:chgData name="Li,Ansu (HP Medicine) BII-CN-S" userId="ec2f8842-dc81-4094-912e-223fc8542a04" providerId="ADAL" clId="{6C5D8256-F2E6-4DE1-8D68-32EBAA3F290A}" dt="2024-03-17T11:03:33.646" v="4297" actId="34135"/>
          <ac:spMkLst>
            <pc:docMk/>
            <pc:sldMk cId="678576916" sldId="2147474335"/>
            <ac:spMk id="17" creationId="{640A9B68-6B0D-F520-78AE-5FAD704E8E4A}"/>
          </ac:spMkLst>
        </pc:spChg>
        <pc:spChg chg="add mod">
          <ac:chgData name="Li,Ansu (HP Medicine) BII-CN-S" userId="ec2f8842-dc81-4094-912e-223fc8542a04" providerId="ADAL" clId="{6C5D8256-F2E6-4DE1-8D68-32EBAA3F290A}" dt="2024-03-17T11:03:33.646" v="4297" actId="34135"/>
          <ac:spMkLst>
            <pc:docMk/>
            <pc:sldMk cId="678576916" sldId="2147474335"/>
            <ac:spMk id="18" creationId="{12BE32EA-02E0-1728-DDEB-49F5ECED6EA1}"/>
          </ac:spMkLst>
        </pc:spChg>
        <pc:spChg chg="add mod">
          <ac:chgData name="Li,Ansu (HP Medicine) BII-CN-S" userId="ec2f8842-dc81-4094-912e-223fc8542a04" providerId="ADAL" clId="{6C5D8256-F2E6-4DE1-8D68-32EBAA3F290A}" dt="2024-03-17T11:03:33.646" v="4297" actId="34135"/>
          <ac:spMkLst>
            <pc:docMk/>
            <pc:sldMk cId="678576916" sldId="2147474335"/>
            <ac:spMk id="19" creationId="{C3F96357-37E8-FF17-8B8F-92E14E7058ED}"/>
          </ac:spMkLst>
        </pc:spChg>
        <pc:spChg chg="add del mod">
          <ac:chgData name="Li,Ansu (HP Medicine) BII-CN-S" userId="ec2f8842-dc81-4094-912e-223fc8542a04" providerId="ADAL" clId="{6C5D8256-F2E6-4DE1-8D68-32EBAA3F290A}" dt="2024-03-13T02:52:18.173" v="748" actId="478"/>
          <ac:spMkLst>
            <pc:docMk/>
            <pc:sldMk cId="678576916" sldId="2147474335"/>
            <ac:spMk id="20" creationId="{ACD9ED01-937D-CBEC-DDD9-014DFD27F322}"/>
          </ac:spMkLst>
        </pc:spChg>
        <pc:spChg chg="add mod">
          <ac:chgData name="Li,Ansu (HP Medicine) BII-CN-S" userId="ec2f8842-dc81-4094-912e-223fc8542a04" providerId="ADAL" clId="{6C5D8256-F2E6-4DE1-8D68-32EBAA3F290A}" dt="2024-03-13T08:53:23.120" v="3613"/>
          <ac:spMkLst>
            <pc:docMk/>
            <pc:sldMk cId="678576916" sldId="2147474335"/>
            <ac:spMk id="21" creationId="{119610B3-C8F0-CFC3-5B9C-EA212ED7B248}"/>
          </ac:spMkLst>
        </pc:spChg>
        <pc:spChg chg="add mod">
          <ac:chgData name="Li,Ansu (HP Medicine) BII-CN-S" userId="ec2f8842-dc81-4094-912e-223fc8542a04" providerId="ADAL" clId="{6C5D8256-F2E6-4DE1-8D68-32EBAA3F290A}" dt="2024-03-17T11:03:33.646" v="4297" actId="34135"/>
          <ac:spMkLst>
            <pc:docMk/>
            <pc:sldMk cId="678576916" sldId="2147474335"/>
            <ac:spMk id="22" creationId="{9552093E-546F-F5C1-1DCA-41DF75F73A3E}"/>
          </ac:spMkLst>
        </pc:spChg>
        <pc:spChg chg="add mod">
          <ac:chgData name="Li,Ansu (HP Medicine) BII-CN-S" userId="ec2f8842-dc81-4094-912e-223fc8542a04" providerId="ADAL" clId="{6C5D8256-F2E6-4DE1-8D68-32EBAA3F290A}" dt="2024-03-17T11:03:33.646" v="4297" actId="34135"/>
          <ac:spMkLst>
            <pc:docMk/>
            <pc:sldMk cId="678576916" sldId="2147474335"/>
            <ac:spMk id="23" creationId="{E3168E0B-04FA-0E2B-0E10-3296FECD7FEE}"/>
          </ac:spMkLst>
        </pc:spChg>
        <pc:spChg chg="add mod">
          <ac:chgData name="Li,Ansu (HP Medicine) BII-CN-S" userId="ec2f8842-dc81-4094-912e-223fc8542a04" providerId="ADAL" clId="{6C5D8256-F2E6-4DE1-8D68-32EBAA3F290A}" dt="2024-03-17T11:03:33.646" v="4297" actId="34135"/>
          <ac:spMkLst>
            <pc:docMk/>
            <pc:sldMk cId="678576916" sldId="2147474335"/>
            <ac:spMk id="24" creationId="{06906660-F41D-521C-BFA6-5E90C0FC7237}"/>
          </ac:spMkLst>
        </pc:spChg>
        <pc:spChg chg="add del mod">
          <ac:chgData name="Li,Ansu (HP Medicine) BII-CN-S" userId="ec2f8842-dc81-4094-912e-223fc8542a04" providerId="ADAL" clId="{6C5D8256-F2E6-4DE1-8D68-32EBAA3F290A}" dt="2024-03-13T03:03:38.744" v="1342" actId="478"/>
          <ac:spMkLst>
            <pc:docMk/>
            <pc:sldMk cId="678576916" sldId="2147474335"/>
            <ac:spMk id="25" creationId="{9B9DDED6-9EAC-B0AE-9A4A-1FA56D409E6F}"/>
          </ac:spMkLst>
        </pc:spChg>
        <pc:spChg chg="add del mod">
          <ac:chgData name="Li,Ansu (HP Medicine) BII-CN-S" userId="ec2f8842-dc81-4094-912e-223fc8542a04" providerId="ADAL" clId="{6C5D8256-F2E6-4DE1-8D68-32EBAA3F290A}" dt="2024-03-13T03:03:38.744" v="1342" actId="478"/>
          <ac:spMkLst>
            <pc:docMk/>
            <pc:sldMk cId="678576916" sldId="2147474335"/>
            <ac:spMk id="26" creationId="{E213BC50-395C-9AC9-4913-489AC3E3EE96}"/>
          </ac:spMkLst>
        </pc:spChg>
        <pc:spChg chg="add del mod">
          <ac:chgData name="Li,Ansu (HP Medicine) BII-CN-S" userId="ec2f8842-dc81-4094-912e-223fc8542a04" providerId="ADAL" clId="{6C5D8256-F2E6-4DE1-8D68-32EBAA3F290A}" dt="2024-03-13T03:03:38.744" v="1342" actId="478"/>
          <ac:spMkLst>
            <pc:docMk/>
            <pc:sldMk cId="678576916" sldId="2147474335"/>
            <ac:spMk id="27" creationId="{F6F464C1-12DB-0EBB-C98F-0F557A217992}"/>
          </ac:spMkLst>
        </pc:spChg>
        <pc:spChg chg="add mod">
          <ac:chgData name="Li,Ansu (HP Medicine) BII-CN-S" userId="ec2f8842-dc81-4094-912e-223fc8542a04" providerId="ADAL" clId="{6C5D8256-F2E6-4DE1-8D68-32EBAA3F290A}" dt="2024-03-17T11:03:33.646" v="4297" actId="34135"/>
          <ac:spMkLst>
            <pc:docMk/>
            <pc:sldMk cId="678576916" sldId="2147474335"/>
            <ac:spMk id="29" creationId="{93B995CE-569A-825F-13B7-47F15E9BA5FE}"/>
          </ac:spMkLst>
        </pc:spChg>
        <pc:spChg chg="add mod">
          <ac:chgData name="Li,Ansu (HP Medicine) BII-CN-S" userId="ec2f8842-dc81-4094-912e-223fc8542a04" providerId="ADAL" clId="{6C5D8256-F2E6-4DE1-8D68-32EBAA3F290A}" dt="2024-03-17T11:03:33.646" v="4297" actId="34135"/>
          <ac:spMkLst>
            <pc:docMk/>
            <pc:sldMk cId="678576916" sldId="2147474335"/>
            <ac:spMk id="30" creationId="{A06C81E1-326D-9D59-7176-5861B42EBBE3}"/>
          </ac:spMkLst>
        </pc:spChg>
        <pc:grpChg chg="add mod">
          <ac:chgData name="Li,Ansu (HP Medicine) BII-CN-S" userId="ec2f8842-dc81-4094-912e-223fc8542a04" providerId="ADAL" clId="{6C5D8256-F2E6-4DE1-8D68-32EBAA3F290A}" dt="2024-03-17T11:03:33.646" v="4297" actId="34135"/>
          <ac:grpSpMkLst>
            <pc:docMk/>
            <pc:sldMk cId="678576916" sldId="2147474335"/>
            <ac:grpSpMk id="3" creationId="{9809CF7A-5D4D-C951-81A6-C08F1E5A60B6}"/>
          </ac:grpSpMkLst>
        </pc:grpChg>
        <pc:graphicFrameChg chg="add del mod modGraphic">
          <ac:chgData name="Li,Ansu (HP Medicine) BII-CN-S" userId="ec2f8842-dc81-4094-912e-223fc8542a04" providerId="ADAL" clId="{6C5D8256-F2E6-4DE1-8D68-32EBAA3F290A}" dt="2024-03-13T02:48:05.660" v="600" actId="478"/>
          <ac:graphicFrameMkLst>
            <pc:docMk/>
            <pc:sldMk cId="678576916" sldId="2147474335"/>
            <ac:graphicFrameMk id="8" creationId="{20734D31-A8AA-4BBF-2403-4587883E6EB9}"/>
          </ac:graphicFrameMkLst>
        </pc:graphicFrameChg>
        <pc:graphicFrameChg chg="add mod ord modGraphic">
          <ac:chgData name="Li,Ansu (HP Medicine) BII-CN-S" userId="ec2f8842-dc81-4094-912e-223fc8542a04" providerId="ADAL" clId="{6C5D8256-F2E6-4DE1-8D68-32EBAA3F290A}" dt="2024-03-17T11:39:19.017" v="5419" actId="34136"/>
          <ac:graphicFrameMkLst>
            <pc:docMk/>
            <pc:sldMk cId="678576916" sldId="2147474335"/>
            <ac:graphicFrameMk id="28" creationId="{C75839B4-7AD4-5F3C-4D11-CBE961D76423}"/>
          </ac:graphicFrameMkLst>
        </pc:graphicFrameChg>
      </pc:sldChg>
      <pc:sldChg chg="addSp delSp modSp new mod addCm delCm modCm modNotesTx">
        <pc:chgData name="Li,Ansu (HP Medicine) BII-CN-S" userId="ec2f8842-dc81-4094-912e-223fc8542a04" providerId="ADAL" clId="{6C5D8256-F2E6-4DE1-8D68-32EBAA3F290A}" dt="2024-03-18T07:05:30.657" v="12947" actId="1589"/>
        <pc:sldMkLst>
          <pc:docMk/>
          <pc:sldMk cId="1823919921" sldId="2147474336"/>
        </pc:sldMkLst>
        <pc:spChg chg="mod">
          <ac:chgData name="Li,Ansu (HP Medicine) BII-CN-S" userId="ec2f8842-dc81-4094-912e-223fc8542a04" providerId="ADAL" clId="{6C5D8256-F2E6-4DE1-8D68-32EBAA3F290A}" dt="2024-03-13T07:17:27.438" v="3189" actId="1076"/>
          <ac:spMkLst>
            <pc:docMk/>
            <pc:sldMk cId="1823919921" sldId="2147474336"/>
            <ac:spMk id="2" creationId="{604DD783-FB76-228F-5955-E7EAC6CF3BD3}"/>
          </ac:spMkLst>
        </pc:spChg>
        <pc:spChg chg="del">
          <ac:chgData name="Li,Ansu (HP Medicine) BII-CN-S" userId="ec2f8842-dc81-4094-912e-223fc8542a04" providerId="ADAL" clId="{6C5D8256-F2E6-4DE1-8D68-32EBAA3F290A}" dt="2024-03-13T03:20:18.162" v="1810" actId="478"/>
          <ac:spMkLst>
            <pc:docMk/>
            <pc:sldMk cId="1823919921" sldId="2147474336"/>
            <ac:spMk id="3" creationId="{AB306768-0192-6922-515B-32FC1CB573E5}"/>
          </ac:spMkLst>
        </pc:spChg>
        <pc:spChg chg="add mod">
          <ac:chgData name="Li,Ansu (HP Medicine) BII-CN-S" userId="ec2f8842-dc81-4094-912e-223fc8542a04" providerId="ADAL" clId="{6C5D8256-F2E6-4DE1-8D68-32EBAA3F290A}" dt="2024-03-18T02:43:23.768" v="11039" actId="1035"/>
          <ac:spMkLst>
            <pc:docMk/>
            <pc:sldMk cId="1823919921" sldId="2147474336"/>
            <ac:spMk id="3" creationId="{F48EAD64-17FE-4E86-E796-D3A337018044}"/>
          </ac:spMkLst>
        </pc:spChg>
        <pc:spChg chg="mod">
          <ac:chgData name="Li,Ansu (HP Medicine) BII-CN-S" userId="ec2f8842-dc81-4094-912e-223fc8542a04" providerId="ADAL" clId="{6C5D8256-F2E6-4DE1-8D68-32EBAA3F290A}" dt="2024-03-13T03:41:22.822" v="2163" actId="1076"/>
          <ac:spMkLst>
            <pc:docMk/>
            <pc:sldMk cId="1823919921" sldId="2147474336"/>
            <ac:spMk id="4" creationId="{138CE555-62D2-367C-F261-0DD90328F130}"/>
          </ac:spMkLst>
        </pc:spChg>
        <pc:spChg chg="add del mod">
          <ac:chgData name="Li,Ansu (HP Medicine) BII-CN-S" userId="ec2f8842-dc81-4094-912e-223fc8542a04" providerId="ADAL" clId="{6C5D8256-F2E6-4DE1-8D68-32EBAA3F290A}" dt="2024-03-13T07:51:02.738" v="3492" actId="478"/>
          <ac:spMkLst>
            <pc:docMk/>
            <pc:sldMk cId="1823919921" sldId="2147474336"/>
            <ac:spMk id="6" creationId="{8A73E6AD-5087-27D0-2331-40FE7C97A8D7}"/>
          </ac:spMkLst>
        </pc:spChg>
        <pc:spChg chg="add del mod">
          <ac:chgData name="Li,Ansu (HP Medicine) BII-CN-S" userId="ec2f8842-dc81-4094-912e-223fc8542a04" providerId="ADAL" clId="{6C5D8256-F2E6-4DE1-8D68-32EBAA3F290A}" dt="2024-03-13T03:16:46.981" v="1655" actId="478"/>
          <ac:spMkLst>
            <pc:docMk/>
            <pc:sldMk cId="1823919921" sldId="2147474336"/>
            <ac:spMk id="6" creationId="{A4902203-7A3F-0D17-C67E-BC99D8EE4E8F}"/>
          </ac:spMkLst>
        </pc:spChg>
        <pc:spChg chg="add mod">
          <ac:chgData name="Li,Ansu (HP Medicine) BII-CN-S" userId="ec2f8842-dc81-4094-912e-223fc8542a04" providerId="ADAL" clId="{6C5D8256-F2E6-4DE1-8D68-32EBAA3F290A}" dt="2024-03-18T05:44:13.418" v="12840"/>
          <ac:spMkLst>
            <pc:docMk/>
            <pc:sldMk cId="1823919921" sldId="2147474336"/>
            <ac:spMk id="6" creationId="{C7A35576-73B5-6B36-A7B3-3FDE816440A5}"/>
          </ac:spMkLst>
        </pc:spChg>
        <pc:spChg chg="add mod">
          <ac:chgData name="Li,Ansu (HP Medicine) BII-CN-S" userId="ec2f8842-dc81-4094-912e-223fc8542a04" providerId="ADAL" clId="{6C5D8256-F2E6-4DE1-8D68-32EBAA3F290A}" dt="2024-03-17T06:31:43.029" v="4279" actId="553"/>
          <ac:spMkLst>
            <pc:docMk/>
            <pc:sldMk cId="1823919921" sldId="2147474336"/>
            <ac:spMk id="7" creationId="{6200CF37-A6BC-A7BB-30A4-16970A55DEB5}"/>
          </ac:spMkLst>
        </pc:spChg>
        <pc:spChg chg="add del mod">
          <ac:chgData name="Li,Ansu (HP Medicine) BII-CN-S" userId="ec2f8842-dc81-4094-912e-223fc8542a04" providerId="ADAL" clId="{6C5D8256-F2E6-4DE1-8D68-32EBAA3F290A}" dt="2024-03-13T03:16:46.981" v="1655" actId="478"/>
          <ac:spMkLst>
            <pc:docMk/>
            <pc:sldMk cId="1823919921" sldId="2147474336"/>
            <ac:spMk id="7" creationId="{A81DF425-5CC4-0568-76A5-4A8AC42BB48C}"/>
          </ac:spMkLst>
        </pc:spChg>
        <pc:spChg chg="add del mod">
          <ac:chgData name="Li,Ansu (HP Medicine) BII-CN-S" userId="ec2f8842-dc81-4094-912e-223fc8542a04" providerId="ADAL" clId="{6C5D8256-F2E6-4DE1-8D68-32EBAA3F290A}" dt="2024-03-13T03:16:46.981" v="1655" actId="478"/>
          <ac:spMkLst>
            <pc:docMk/>
            <pc:sldMk cId="1823919921" sldId="2147474336"/>
            <ac:spMk id="8" creationId="{933830A5-0F66-6727-EE86-8CDF66EE02CB}"/>
          </ac:spMkLst>
        </pc:spChg>
        <pc:spChg chg="add del mod">
          <ac:chgData name="Li,Ansu (HP Medicine) BII-CN-S" userId="ec2f8842-dc81-4094-912e-223fc8542a04" providerId="ADAL" clId="{6C5D8256-F2E6-4DE1-8D68-32EBAA3F290A}" dt="2024-03-18T05:44:15.139" v="12841" actId="478"/>
          <ac:spMkLst>
            <pc:docMk/>
            <pc:sldMk cId="1823919921" sldId="2147474336"/>
            <ac:spMk id="8" creationId="{C77C418E-AF85-89F7-8108-C2F0AD5F2526}"/>
          </ac:spMkLst>
        </pc:spChg>
        <pc:spChg chg="add mod">
          <ac:chgData name="Li,Ansu (HP Medicine) BII-CN-S" userId="ec2f8842-dc81-4094-912e-223fc8542a04" providerId="ADAL" clId="{6C5D8256-F2E6-4DE1-8D68-32EBAA3F290A}" dt="2024-03-17T06:16:53.754" v="4173" actId="1076"/>
          <ac:spMkLst>
            <pc:docMk/>
            <pc:sldMk cId="1823919921" sldId="2147474336"/>
            <ac:spMk id="9" creationId="{15D5BA72-EE58-4875-F14C-7112A3FA43EA}"/>
          </ac:spMkLst>
        </pc:spChg>
        <pc:spChg chg="add del mod">
          <ac:chgData name="Li,Ansu (HP Medicine) BII-CN-S" userId="ec2f8842-dc81-4094-912e-223fc8542a04" providerId="ADAL" clId="{6C5D8256-F2E6-4DE1-8D68-32EBAA3F290A}" dt="2024-03-13T03:16:46.981" v="1655" actId="478"/>
          <ac:spMkLst>
            <pc:docMk/>
            <pc:sldMk cId="1823919921" sldId="2147474336"/>
            <ac:spMk id="9" creationId="{CD08573D-AB6C-7AEB-E98F-B740C92C05DB}"/>
          </ac:spMkLst>
        </pc:spChg>
        <pc:spChg chg="add mod">
          <ac:chgData name="Li,Ansu (HP Medicine) BII-CN-S" userId="ec2f8842-dc81-4094-912e-223fc8542a04" providerId="ADAL" clId="{6C5D8256-F2E6-4DE1-8D68-32EBAA3F290A}" dt="2024-03-18T02:42:28.638" v="11032" actId="20577"/>
          <ac:spMkLst>
            <pc:docMk/>
            <pc:sldMk cId="1823919921" sldId="2147474336"/>
            <ac:spMk id="10" creationId="{4963C92F-265D-570F-8924-638DB0983CAD}"/>
          </ac:spMkLst>
        </pc:spChg>
        <pc:spChg chg="add mod">
          <ac:chgData name="Li,Ansu (HP Medicine) BII-CN-S" userId="ec2f8842-dc81-4094-912e-223fc8542a04" providerId="ADAL" clId="{6C5D8256-F2E6-4DE1-8D68-32EBAA3F290A}" dt="2024-03-17T06:31:47.542" v="4281" actId="552"/>
          <ac:spMkLst>
            <pc:docMk/>
            <pc:sldMk cId="1823919921" sldId="2147474336"/>
            <ac:spMk id="11" creationId="{C2B3AB1A-6E8D-714D-CA2A-2A28152FB69C}"/>
          </ac:spMkLst>
        </pc:spChg>
        <pc:spChg chg="add mod">
          <ac:chgData name="Li,Ansu (HP Medicine) BII-CN-S" userId="ec2f8842-dc81-4094-912e-223fc8542a04" providerId="ADAL" clId="{6C5D8256-F2E6-4DE1-8D68-32EBAA3F290A}" dt="2024-03-18T05:43:31.555" v="12835" actId="20577"/>
          <ac:spMkLst>
            <pc:docMk/>
            <pc:sldMk cId="1823919921" sldId="2147474336"/>
            <ac:spMk id="12" creationId="{5314B91A-EDA0-AA6A-E4CE-3D0F8AB0D95F}"/>
          </ac:spMkLst>
        </pc:spChg>
        <pc:spChg chg="add del mod">
          <ac:chgData name="Li,Ansu (HP Medicine) BII-CN-S" userId="ec2f8842-dc81-4094-912e-223fc8542a04" providerId="ADAL" clId="{6C5D8256-F2E6-4DE1-8D68-32EBAA3F290A}" dt="2024-03-13T03:40:00.011" v="2075" actId="478"/>
          <ac:spMkLst>
            <pc:docMk/>
            <pc:sldMk cId="1823919921" sldId="2147474336"/>
            <ac:spMk id="13" creationId="{6FC15966-2AFF-A7C1-40DE-C01CF932C2D5}"/>
          </ac:spMkLst>
        </pc:spChg>
        <pc:spChg chg="add mod">
          <ac:chgData name="Li,Ansu (HP Medicine) BII-CN-S" userId="ec2f8842-dc81-4094-912e-223fc8542a04" providerId="ADAL" clId="{6C5D8256-F2E6-4DE1-8D68-32EBAA3F290A}" dt="2024-03-18T05:47:06.064" v="12849" actId="207"/>
          <ac:spMkLst>
            <pc:docMk/>
            <pc:sldMk cId="1823919921" sldId="2147474336"/>
            <ac:spMk id="13" creationId="{C9570892-BD1B-AA9C-9EE8-DED7178650BB}"/>
          </ac:spMkLst>
        </pc:spChg>
        <pc:spChg chg="add del mod">
          <ac:chgData name="Li,Ansu (HP Medicine) BII-CN-S" userId="ec2f8842-dc81-4094-912e-223fc8542a04" providerId="ADAL" clId="{6C5D8256-F2E6-4DE1-8D68-32EBAA3F290A}" dt="2024-03-13T09:19:50.712" v="3738" actId="478"/>
          <ac:spMkLst>
            <pc:docMk/>
            <pc:sldMk cId="1823919921" sldId="2147474336"/>
            <ac:spMk id="14" creationId="{1EE166C3-53DA-08CB-C1D7-2609D08B0E0C}"/>
          </ac:spMkLst>
        </pc:spChg>
        <pc:spChg chg="add del mod">
          <ac:chgData name="Li,Ansu (HP Medicine) BII-CN-S" userId="ec2f8842-dc81-4094-912e-223fc8542a04" providerId="ADAL" clId="{6C5D8256-F2E6-4DE1-8D68-32EBAA3F290A}" dt="2024-03-13T06:26:06.900" v="2720" actId="478"/>
          <ac:spMkLst>
            <pc:docMk/>
            <pc:sldMk cId="1823919921" sldId="2147474336"/>
            <ac:spMk id="14" creationId="{F91E416B-331D-1D38-795F-81F8BA669CF2}"/>
          </ac:spMkLst>
        </pc:spChg>
        <pc:spChg chg="add mod">
          <ac:chgData name="Li,Ansu (HP Medicine) BII-CN-S" userId="ec2f8842-dc81-4094-912e-223fc8542a04" providerId="ADAL" clId="{6C5D8256-F2E6-4DE1-8D68-32EBAA3F290A}" dt="2024-03-17T06:16:53.754" v="4173" actId="1076"/>
          <ac:spMkLst>
            <pc:docMk/>
            <pc:sldMk cId="1823919921" sldId="2147474336"/>
            <ac:spMk id="15" creationId="{F3B50E01-802A-85BD-B983-129BF1E3FA2C}"/>
          </ac:spMkLst>
        </pc:spChg>
        <pc:spChg chg="add del mod">
          <ac:chgData name="Li,Ansu (HP Medicine) BII-CN-S" userId="ec2f8842-dc81-4094-912e-223fc8542a04" providerId="ADAL" clId="{6C5D8256-F2E6-4DE1-8D68-32EBAA3F290A}" dt="2024-03-13T03:40:00.011" v="2075" actId="478"/>
          <ac:spMkLst>
            <pc:docMk/>
            <pc:sldMk cId="1823919921" sldId="2147474336"/>
            <ac:spMk id="16" creationId="{4F03D7E0-A83C-05FB-9C18-EBA667EAC3ED}"/>
          </ac:spMkLst>
        </pc:spChg>
        <pc:spChg chg="add del mod">
          <ac:chgData name="Li,Ansu (HP Medicine) BII-CN-S" userId="ec2f8842-dc81-4094-912e-223fc8542a04" providerId="ADAL" clId="{6C5D8256-F2E6-4DE1-8D68-32EBAA3F290A}" dt="2024-03-17T06:09:21.847" v="3799"/>
          <ac:spMkLst>
            <pc:docMk/>
            <pc:sldMk cId="1823919921" sldId="2147474336"/>
            <ac:spMk id="16" creationId="{D78BCABF-25A0-150E-DA42-6614979207CB}"/>
          </ac:spMkLst>
        </pc:spChg>
        <pc:spChg chg="add mod">
          <ac:chgData name="Li,Ansu (HP Medicine) BII-CN-S" userId="ec2f8842-dc81-4094-912e-223fc8542a04" providerId="ADAL" clId="{6C5D8256-F2E6-4DE1-8D68-32EBAA3F290A}" dt="2024-03-17T06:31:47.542" v="4281" actId="552"/>
          <ac:spMkLst>
            <pc:docMk/>
            <pc:sldMk cId="1823919921" sldId="2147474336"/>
            <ac:spMk id="17" creationId="{618C9AE6-F540-EE74-40C5-6F3DDCCA0919}"/>
          </ac:spMkLst>
        </pc:spChg>
        <pc:spChg chg="add del mod">
          <ac:chgData name="Li,Ansu (HP Medicine) BII-CN-S" userId="ec2f8842-dc81-4094-912e-223fc8542a04" providerId="ADAL" clId="{6C5D8256-F2E6-4DE1-8D68-32EBAA3F290A}" dt="2024-03-13T03:17:35.805" v="1663" actId="478"/>
          <ac:spMkLst>
            <pc:docMk/>
            <pc:sldMk cId="1823919921" sldId="2147474336"/>
            <ac:spMk id="18" creationId="{DDA74648-B6CE-C9DE-DEB2-B3FD20B7FD58}"/>
          </ac:spMkLst>
        </pc:spChg>
        <pc:spChg chg="add del mod">
          <ac:chgData name="Li,Ansu (HP Medicine) BII-CN-S" userId="ec2f8842-dc81-4094-912e-223fc8542a04" providerId="ADAL" clId="{6C5D8256-F2E6-4DE1-8D68-32EBAA3F290A}" dt="2024-03-17T06:09:23.525" v="3801"/>
          <ac:spMkLst>
            <pc:docMk/>
            <pc:sldMk cId="1823919921" sldId="2147474336"/>
            <ac:spMk id="19" creationId="{C576F9C2-24BF-C063-4CC1-0187CA1A4C64}"/>
          </ac:spMkLst>
        </pc:spChg>
        <pc:spChg chg="add del mod">
          <ac:chgData name="Li,Ansu (HP Medicine) BII-CN-S" userId="ec2f8842-dc81-4094-912e-223fc8542a04" providerId="ADAL" clId="{6C5D8256-F2E6-4DE1-8D68-32EBAA3F290A}" dt="2024-03-13T03:17:34.905" v="1662" actId="478"/>
          <ac:spMkLst>
            <pc:docMk/>
            <pc:sldMk cId="1823919921" sldId="2147474336"/>
            <ac:spMk id="19" creationId="{D8A60A9A-B8B1-4E31-41AB-F220BD05B23C}"/>
          </ac:spMkLst>
        </pc:spChg>
        <pc:spChg chg="add del mod">
          <ac:chgData name="Li,Ansu (HP Medicine) BII-CN-S" userId="ec2f8842-dc81-4094-912e-223fc8542a04" providerId="ADAL" clId="{6C5D8256-F2E6-4DE1-8D68-32EBAA3F290A}" dt="2024-03-13T03:17:33.831" v="1661" actId="478"/>
          <ac:spMkLst>
            <pc:docMk/>
            <pc:sldMk cId="1823919921" sldId="2147474336"/>
            <ac:spMk id="20" creationId="{42D24FF5-91AF-6E74-3986-12A57F5D2E66}"/>
          </ac:spMkLst>
        </pc:spChg>
        <pc:spChg chg="add mod">
          <ac:chgData name="Li,Ansu (HP Medicine) BII-CN-S" userId="ec2f8842-dc81-4094-912e-223fc8542a04" providerId="ADAL" clId="{6C5D8256-F2E6-4DE1-8D68-32EBAA3F290A}" dt="2024-03-18T05:47:06.064" v="12849" actId="207"/>
          <ac:spMkLst>
            <pc:docMk/>
            <pc:sldMk cId="1823919921" sldId="2147474336"/>
            <ac:spMk id="20" creationId="{C1E3AD17-4A71-0C7F-40FE-77B803A08F75}"/>
          </ac:spMkLst>
        </pc:spChg>
        <pc:spChg chg="add del mod">
          <ac:chgData name="Li,Ansu (HP Medicine) BII-CN-S" userId="ec2f8842-dc81-4094-912e-223fc8542a04" providerId="ADAL" clId="{6C5D8256-F2E6-4DE1-8D68-32EBAA3F290A}" dt="2024-03-13T03:28:45.980" v="1980" actId="478"/>
          <ac:spMkLst>
            <pc:docMk/>
            <pc:sldMk cId="1823919921" sldId="2147474336"/>
            <ac:spMk id="22" creationId="{486BCDEF-3BBA-E823-FB51-200AA79EA43E}"/>
          </ac:spMkLst>
        </pc:spChg>
        <pc:spChg chg="add mod">
          <ac:chgData name="Li,Ansu (HP Medicine) BII-CN-S" userId="ec2f8842-dc81-4094-912e-223fc8542a04" providerId="ADAL" clId="{6C5D8256-F2E6-4DE1-8D68-32EBAA3F290A}" dt="2024-03-17T06:31:13.606" v="4274" actId="553"/>
          <ac:spMkLst>
            <pc:docMk/>
            <pc:sldMk cId="1823919921" sldId="2147474336"/>
            <ac:spMk id="23" creationId="{D803F8F5-6AA8-74EC-B4ED-87BDD8136775}"/>
          </ac:spMkLst>
        </pc:spChg>
        <pc:spChg chg="add del mod">
          <ac:chgData name="Li,Ansu (HP Medicine) BII-CN-S" userId="ec2f8842-dc81-4094-912e-223fc8542a04" providerId="ADAL" clId="{6C5D8256-F2E6-4DE1-8D68-32EBAA3F290A}" dt="2024-03-13T03:40:00.011" v="2075" actId="478"/>
          <ac:spMkLst>
            <pc:docMk/>
            <pc:sldMk cId="1823919921" sldId="2147474336"/>
            <ac:spMk id="24" creationId="{0EE56B8A-9CA3-E49D-050B-B1E3AFAE0F4F}"/>
          </ac:spMkLst>
        </pc:spChg>
        <pc:spChg chg="add del mod">
          <ac:chgData name="Li,Ansu (HP Medicine) BII-CN-S" userId="ec2f8842-dc81-4094-912e-223fc8542a04" providerId="ADAL" clId="{6C5D8256-F2E6-4DE1-8D68-32EBAA3F290A}" dt="2024-03-13T03:46:01.181" v="2209" actId="478"/>
          <ac:spMkLst>
            <pc:docMk/>
            <pc:sldMk cId="1823919921" sldId="2147474336"/>
            <ac:spMk id="25" creationId="{5584492F-B018-5047-D4B3-5329A4A52421}"/>
          </ac:spMkLst>
        </pc:spChg>
        <pc:spChg chg="add del mod">
          <ac:chgData name="Li,Ansu (HP Medicine) BII-CN-S" userId="ec2f8842-dc81-4094-912e-223fc8542a04" providerId="ADAL" clId="{6C5D8256-F2E6-4DE1-8D68-32EBAA3F290A}" dt="2024-03-13T03:28:45.980" v="1980" actId="478"/>
          <ac:spMkLst>
            <pc:docMk/>
            <pc:sldMk cId="1823919921" sldId="2147474336"/>
            <ac:spMk id="26" creationId="{889F8930-CE06-8854-7425-BF3D9E7D1F4D}"/>
          </ac:spMkLst>
        </pc:spChg>
        <pc:spChg chg="add mod ord">
          <ac:chgData name="Li,Ansu (HP Medicine) BII-CN-S" userId="ec2f8842-dc81-4094-912e-223fc8542a04" providerId="ADAL" clId="{6C5D8256-F2E6-4DE1-8D68-32EBAA3F290A}" dt="2024-03-17T06:31:13.606" v="4274" actId="553"/>
          <ac:spMkLst>
            <pc:docMk/>
            <pc:sldMk cId="1823919921" sldId="2147474336"/>
            <ac:spMk id="27" creationId="{62012956-24A3-FF53-1957-7465540EF5BB}"/>
          </ac:spMkLst>
        </pc:spChg>
        <pc:spChg chg="add del mod">
          <ac:chgData name="Li,Ansu (HP Medicine) BII-CN-S" userId="ec2f8842-dc81-4094-912e-223fc8542a04" providerId="ADAL" clId="{6C5D8256-F2E6-4DE1-8D68-32EBAA3F290A}" dt="2024-03-13T03:40:00.011" v="2075" actId="478"/>
          <ac:spMkLst>
            <pc:docMk/>
            <pc:sldMk cId="1823919921" sldId="2147474336"/>
            <ac:spMk id="28" creationId="{32ECBEC1-436B-3C92-53AE-AEC3A57F876B}"/>
          </ac:spMkLst>
        </pc:spChg>
        <pc:spChg chg="add mod">
          <ac:chgData name="Li,Ansu (HP Medicine) BII-CN-S" userId="ec2f8842-dc81-4094-912e-223fc8542a04" providerId="ADAL" clId="{6C5D8256-F2E6-4DE1-8D68-32EBAA3F290A}" dt="2024-03-17T06:31:43.029" v="4279" actId="553"/>
          <ac:spMkLst>
            <pc:docMk/>
            <pc:sldMk cId="1823919921" sldId="2147474336"/>
            <ac:spMk id="29" creationId="{991B129F-50C8-66A5-582B-E2B20356CC9F}"/>
          </ac:spMkLst>
        </pc:spChg>
        <pc:spChg chg="add del mod">
          <ac:chgData name="Li,Ansu (HP Medicine) BII-CN-S" userId="ec2f8842-dc81-4094-912e-223fc8542a04" providerId="ADAL" clId="{6C5D8256-F2E6-4DE1-8D68-32EBAA3F290A}" dt="2024-03-13T03:28:45.980" v="1980" actId="478"/>
          <ac:spMkLst>
            <pc:docMk/>
            <pc:sldMk cId="1823919921" sldId="2147474336"/>
            <ac:spMk id="30" creationId="{B19B9CAF-A176-A667-E520-E9554243447C}"/>
          </ac:spMkLst>
        </pc:spChg>
        <pc:spChg chg="add mod">
          <ac:chgData name="Li,Ansu (HP Medicine) BII-CN-S" userId="ec2f8842-dc81-4094-912e-223fc8542a04" providerId="ADAL" clId="{6C5D8256-F2E6-4DE1-8D68-32EBAA3F290A}" dt="2024-03-17T06:31:13.606" v="4274" actId="553"/>
          <ac:spMkLst>
            <pc:docMk/>
            <pc:sldMk cId="1823919921" sldId="2147474336"/>
            <ac:spMk id="31" creationId="{EAD16345-772D-7237-DDBB-29FD80233860}"/>
          </ac:spMkLst>
        </pc:spChg>
        <pc:spChg chg="add del mod">
          <ac:chgData name="Li,Ansu (HP Medicine) BII-CN-S" userId="ec2f8842-dc81-4094-912e-223fc8542a04" providerId="ADAL" clId="{6C5D8256-F2E6-4DE1-8D68-32EBAA3F290A}" dt="2024-03-13T03:40:00.011" v="2075" actId="478"/>
          <ac:spMkLst>
            <pc:docMk/>
            <pc:sldMk cId="1823919921" sldId="2147474336"/>
            <ac:spMk id="32" creationId="{593CD15F-FB3C-1B20-1FA3-2A77A96242EF}"/>
          </ac:spMkLst>
        </pc:spChg>
        <pc:spChg chg="add mod">
          <ac:chgData name="Li,Ansu (HP Medicine) BII-CN-S" userId="ec2f8842-dc81-4094-912e-223fc8542a04" providerId="ADAL" clId="{6C5D8256-F2E6-4DE1-8D68-32EBAA3F290A}" dt="2024-03-17T06:31:43.029" v="4279" actId="553"/>
          <ac:spMkLst>
            <pc:docMk/>
            <pc:sldMk cId="1823919921" sldId="2147474336"/>
            <ac:spMk id="33" creationId="{BC884406-5AFC-44BC-C128-52E384F0A547}"/>
          </ac:spMkLst>
        </pc:spChg>
        <pc:spChg chg="add del mod">
          <ac:chgData name="Li,Ansu (HP Medicine) BII-CN-S" userId="ec2f8842-dc81-4094-912e-223fc8542a04" providerId="ADAL" clId="{6C5D8256-F2E6-4DE1-8D68-32EBAA3F290A}" dt="2024-03-13T03:28:45.980" v="1980" actId="478"/>
          <ac:spMkLst>
            <pc:docMk/>
            <pc:sldMk cId="1823919921" sldId="2147474336"/>
            <ac:spMk id="34" creationId="{252FA8B9-7D0D-CFE1-1AFE-05335E245250}"/>
          </ac:spMkLst>
        </pc:spChg>
        <pc:spChg chg="add del mod">
          <ac:chgData name="Li,Ansu (HP Medicine) BII-CN-S" userId="ec2f8842-dc81-4094-912e-223fc8542a04" providerId="ADAL" clId="{6C5D8256-F2E6-4DE1-8D68-32EBAA3F290A}" dt="2024-03-13T06:22:02.733" v="2689" actId="478"/>
          <ac:spMkLst>
            <pc:docMk/>
            <pc:sldMk cId="1823919921" sldId="2147474336"/>
            <ac:spMk id="35" creationId="{F6730A65-DBE2-E14F-1546-A1FF3D81CC92}"/>
          </ac:spMkLst>
        </pc:spChg>
        <pc:spChg chg="add del mod">
          <ac:chgData name="Li,Ansu (HP Medicine) BII-CN-S" userId="ec2f8842-dc81-4094-912e-223fc8542a04" providerId="ADAL" clId="{6C5D8256-F2E6-4DE1-8D68-32EBAA3F290A}" dt="2024-03-13T03:40:00.011" v="2075" actId="478"/>
          <ac:spMkLst>
            <pc:docMk/>
            <pc:sldMk cId="1823919921" sldId="2147474336"/>
            <ac:spMk id="36" creationId="{13C6D1F5-3061-4822-B9B2-89D4E172CE66}"/>
          </ac:spMkLst>
        </pc:spChg>
        <pc:spChg chg="add del mod">
          <ac:chgData name="Li,Ansu (HP Medicine) BII-CN-S" userId="ec2f8842-dc81-4094-912e-223fc8542a04" providerId="ADAL" clId="{6C5D8256-F2E6-4DE1-8D68-32EBAA3F290A}" dt="2024-03-13T03:47:05.943" v="2267" actId="478"/>
          <ac:spMkLst>
            <pc:docMk/>
            <pc:sldMk cId="1823919921" sldId="2147474336"/>
            <ac:spMk id="37" creationId="{1C6E532D-66A3-333B-091D-8B500297EE97}"/>
          </ac:spMkLst>
        </pc:spChg>
        <pc:spChg chg="add del mod">
          <ac:chgData name="Li,Ansu (HP Medicine) BII-CN-S" userId="ec2f8842-dc81-4094-912e-223fc8542a04" providerId="ADAL" clId="{6C5D8256-F2E6-4DE1-8D68-32EBAA3F290A}" dt="2024-03-13T03:21:20.909" v="1853"/>
          <ac:spMkLst>
            <pc:docMk/>
            <pc:sldMk cId="1823919921" sldId="2147474336"/>
            <ac:spMk id="38" creationId="{882E5D24-5263-7A95-9EF6-9E1CB911DEC7}"/>
          </ac:spMkLst>
        </pc:spChg>
        <pc:spChg chg="add del mod">
          <ac:chgData name="Li,Ansu (HP Medicine) BII-CN-S" userId="ec2f8842-dc81-4094-912e-223fc8542a04" providerId="ADAL" clId="{6C5D8256-F2E6-4DE1-8D68-32EBAA3F290A}" dt="2024-03-13T03:21:20.909" v="1853"/>
          <ac:spMkLst>
            <pc:docMk/>
            <pc:sldMk cId="1823919921" sldId="2147474336"/>
            <ac:spMk id="39" creationId="{F993B248-46F7-22C6-91FF-E4FB72E2D458}"/>
          </ac:spMkLst>
        </pc:spChg>
        <pc:spChg chg="add del mod">
          <ac:chgData name="Li,Ansu (HP Medicine) BII-CN-S" userId="ec2f8842-dc81-4094-912e-223fc8542a04" providerId="ADAL" clId="{6C5D8256-F2E6-4DE1-8D68-32EBAA3F290A}" dt="2024-03-13T03:21:20.909" v="1853"/>
          <ac:spMkLst>
            <pc:docMk/>
            <pc:sldMk cId="1823919921" sldId="2147474336"/>
            <ac:spMk id="40" creationId="{20FC0711-176B-A8DE-DBF1-B36D012A33FA}"/>
          </ac:spMkLst>
        </pc:spChg>
        <pc:spChg chg="add del mod">
          <ac:chgData name="Li,Ansu (HP Medicine) BII-CN-S" userId="ec2f8842-dc81-4094-912e-223fc8542a04" providerId="ADAL" clId="{6C5D8256-F2E6-4DE1-8D68-32EBAA3F290A}" dt="2024-03-13T03:21:20.909" v="1853"/>
          <ac:spMkLst>
            <pc:docMk/>
            <pc:sldMk cId="1823919921" sldId="2147474336"/>
            <ac:spMk id="41" creationId="{44EC8B28-8B84-8D5C-B61A-92680767AA60}"/>
          </ac:spMkLst>
        </pc:spChg>
        <pc:spChg chg="add mod">
          <ac:chgData name="Li,Ansu (HP Medicine) BII-CN-S" userId="ec2f8842-dc81-4094-912e-223fc8542a04" providerId="ADAL" clId="{6C5D8256-F2E6-4DE1-8D68-32EBAA3F290A}" dt="2024-03-17T06:31:17.318" v="4275" actId="552"/>
          <ac:spMkLst>
            <pc:docMk/>
            <pc:sldMk cId="1823919921" sldId="2147474336"/>
            <ac:spMk id="44" creationId="{573AEE5E-72B6-9BE6-5595-3529DB3506AB}"/>
          </ac:spMkLst>
        </pc:spChg>
        <pc:spChg chg="add mod ord">
          <ac:chgData name="Li,Ansu (HP Medicine) BII-CN-S" userId="ec2f8842-dc81-4094-912e-223fc8542a04" providerId="ADAL" clId="{6C5D8256-F2E6-4DE1-8D68-32EBAA3F290A}" dt="2024-03-17T06:31:17.318" v="4275" actId="552"/>
          <ac:spMkLst>
            <pc:docMk/>
            <pc:sldMk cId="1823919921" sldId="2147474336"/>
            <ac:spMk id="45" creationId="{24BCF937-095E-990A-A1D2-5C4D1598AE67}"/>
          </ac:spMkLst>
        </pc:spChg>
        <pc:spChg chg="add mod">
          <ac:chgData name="Li,Ansu (HP Medicine) BII-CN-S" userId="ec2f8842-dc81-4094-912e-223fc8542a04" providerId="ADAL" clId="{6C5D8256-F2E6-4DE1-8D68-32EBAA3F290A}" dt="2024-03-17T06:31:47.542" v="4281" actId="552"/>
          <ac:spMkLst>
            <pc:docMk/>
            <pc:sldMk cId="1823919921" sldId="2147474336"/>
            <ac:spMk id="46" creationId="{704E68FD-33C0-77E7-B828-525B9635E992}"/>
          </ac:spMkLst>
        </pc:spChg>
        <pc:spChg chg="add mod">
          <ac:chgData name="Li,Ansu (HP Medicine) BII-CN-S" userId="ec2f8842-dc81-4094-912e-223fc8542a04" providerId="ADAL" clId="{6C5D8256-F2E6-4DE1-8D68-32EBAA3F290A}" dt="2024-03-17T06:31:47.542" v="4281" actId="552"/>
          <ac:spMkLst>
            <pc:docMk/>
            <pc:sldMk cId="1823919921" sldId="2147474336"/>
            <ac:spMk id="47" creationId="{6286D627-6E3D-C65F-C1BE-65A2EBB6B327}"/>
          </ac:spMkLst>
        </pc:spChg>
        <pc:spChg chg="add mod">
          <ac:chgData name="Li,Ansu (HP Medicine) BII-CN-S" userId="ec2f8842-dc81-4094-912e-223fc8542a04" providerId="ADAL" clId="{6C5D8256-F2E6-4DE1-8D68-32EBAA3F290A}" dt="2024-03-13T03:47:31.701" v="2279" actId="571"/>
          <ac:spMkLst>
            <pc:docMk/>
            <pc:sldMk cId="1823919921" sldId="2147474336"/>
            <ac:spMk id="48" creationId="{8FE810B5-EBB6-BC3B-3C7E-49953DAB4D2F}"/>
          </ac:spMkLst>
        </pc:spChg>
        <pc:spChg chg="add mod">
          <ac:chgData name="Li,Ansu (HP Medicine) BII-CN-S" userId="ec2f8842-dc81-4094-912e-223fc8542a04" providerId="ADAL" clId="{6C5D8256-F2E6-4DE1-8D68-32EBAA3F290A}" dt="2024-03-13T03:47:31.701" v="2279" actId="571"/>
          <ac:spMkLst>
            <pc:docMk/>
            <pc:sldMk cId="1823919921" sldId="2147474336"/>
            <ac:spMk id="49" creationId="{8EF1D17D-8A07-0D17-DA66-D31D00A62379}"/>
          </ac:spMkLst>
        </pc:spChg>
        <pc:spChg chg="add del mod">
          <ac:chgData name="Li,Ansu (HP Medicine) BII-CN-S" userId="ec2f8842-dc81-4094-912e-223fc8542a04" providerId="ADAL" clId="{6C5D8256-F2E6-4DE1-8D68-32EBAA3F290A}" dt="2024-03-13T06:22:05.823" v="2690" actId="478"/>
          <ac:spMkLst>
            <pc:docMk/>
            <pc:sldMk cId="1823919921" sldId="2147474336"/>
            <ac:spMk id="50" creationId="{C48AC4D6-B492-151C-0502-607390CA3995}"/>
          </ac:spMkLst>
        </pc:spChg>
        <pc:spChg chg="add mod">
          <ac:chgData name="Li,Ansu (HP Medicine) BII-CN-S" userId="ec2f8842-dc81-4094-912e-223fc8542a04" providerId="ADAL" clId="{6C5D8256-F2E6-4DE1-8D68-32EBAA3F290A}" dt="2024-03-17T06:31:43.029" v="4279" actId="553"/>
          <ac:spMkLst>
            <pc:docMk/>
            <pc:sldMk cId="1823919921" sldId="2147474336"/>
            <ac:spMk id="51" creationId="{CAB77275-DA7D-82C9-7C6C-2912B5450DC8}"/>
          </ac:spMkLst>
        </pc:spChg>
        <pc:spChg chg="add del mod">
          <ac:chgData name="Li,Ansu (HP Medicine) BII-CN-S" userId="ec2f8842-dc81-4094-912e-223fc8542a04" providerId="ADAL" clId="{6C5D8256-F2E6-4DE1-8D68-32EBAA3F290A}" dt="2024-03-13T06:29:58.628" v="2751" actId="478"/>
          <ac:spMkLst>
            <pc:docMk/>
            <pc:sldMk cId="1823919921" sldId="2147474336"/>
            <ac:spMk id="52" creationId="{DDBDEED9-F572-89B8-A448-1D57CCE64B83}"/>
          </ac:spMkLst>
        </pc:spChg>
        <pc:spChg chg="add mod ord">
          <ac:chgData name="Li,Ansu (HP Medicine) BII-CN-S" userId="ec2f8842-dc81-4094-912e-223fc8542a04" providerId="ADAL" clId="{6C5D8256-F2E6-4DE1-8D68-32EBAA3F290A}" dt="2024-03-17T10:53:29.566" v="4282" actId="552"/>
          <ac:spMkLst>
            <pc:docMk/>
            <pc:sldMk cId="1823919921" sldId="2147474336"/>
            <ac:spMk id="53" creationId="{CBA0DA5D-1A56-E906-60AC-83CAF8C74282}"/>
          </ac:spMkLst>
        </pc:spChg>
        <pc:graphicFrameChg chg="add del mod">
          <ac:chgData name="Li,Ansu (HP Medicine) BII-CN-S" userId="ec2f8842-dc81-4094-912e-223fc8542a04" providerId="ADAL" clId="{6C5D8256-F2E6-4DE1-8D68-32EBAA3F290A}" dt="2024-03-17T06:09:21.847" v="3799"/>
          <ac:graphicFrameMkLst>
            <pc:docMk/>
            <pc:sldMk cId="1823919921" sldId="2147474336"/>
            <ac:graphicFrameMk id="14" creationId="{9088546B-5125-312D-6882-4489C7623C3B}"/>
          </ac:graphicFrameMkLst>
        </pc:graphicFrameChg>
        <pc:graphicFrameChg chg="add del mod">
          <ac:chgData name="Li,Ansu (HP Medicine) BII-CN-S" userId="ec2f8842-dc81-4094-912e-223fc8542a04" providerId="ADAL" clId="{6C5D8256-F2E6-4DE1-8D68-32EBAA3F290A}" dt="2024-03-17T06:09:23.525" v="3801"/>
          <ac:graphicFrameMkLst>
            <pc:docMk/>
            <pc:sldMk cId="1823919921" sldId="2147474336"/>
            <ac:graphicFrameMk id="18" creationId="{E9B53088-B8A4-8264-0DEA-61A67AABC61D}"/>
          </ac:graphicFrameMkLst>
        </pc:graphicFrameChg>
        <pc:graphicFrameChg chg="add del mod">
          <ac:chgData name="Li,Ansu (HP Medicine) BII-CN-S" userId="ec2f8842-dc81-4094-912e-223fc8542a04" providerId="ADAL" clId="{6C5D8256-F2E6-4DE1-8D68-32EBAA3F290A}" dt="2024-03-13T03:20:17.177" v="1809" actId="478"/>
          <ac:graphicFrameMkLst>
            <pc:docMk/>
            <pc:sldMk cId="1823919921" sldId="2147474336"/>
            <ac:graphicFrameMk id="21" creationId="{A2713A52-E4D4-498B-C6F5-C16E54CCD50F}"/>
          </ac:graphicFrameMkLst>
        </pc:graphicFrameChg>
        <pc:graphicFrameChg chg="add del mod modGraphic">
          <ac:chgData name="Li,Ansu (HP Medicine) BII-CN-S" userId="ec2f8842-dc81-4094-912e-223fc8542a04" providerId="ADAL" clId="{6C5D8256-F2E6-4DE1-8D68-32EBAA3F290A}" dt="2024-03-13T03:40:42.828" v="2145" actId="478"/>
          <ac:graphicFrameMkLst>
            <pc:docMk/>
            <pc:sldMk cId="1823919921" sldId="2147474336"/>
            <ac:graphicFrameMk id="42" creationId="{81DF0544-754A-1C25-5230-39FAE4C8E26F}"/>
          </ac:graphicFrameMkLst>
        </pc:graphicFrameChg>
        <pc:graphicFrameChg chg="add mod ord modGraphic">
          <ac:chgData name="Li,Ansu (HP Medicine) BII-CN-S" userId="ec2f8842-dc81-4094-912e-223fc8542a04" providerId="ADAL" clId="{6C5D8256-F2E6-4DE1-8D68-32EBAA3F290A}" dt="2024-03-17T06:17:22.206" v="4178" actId="1076"/>
          <ac:graphicFrameMkLst>
            <pc:docMk/>
            <pc:sldMk cId="1823919921" sldId="2147474336"/>
            <ac:graphicFrameMk id="43" creationId="{3C194CBA-B6AE-9A7C-E1DB-060DBF21DB5A}"/>
          </ac:graphicFrameMkLst>
        </pc:graphicFrameChg>
        <pc:cxnChg chg="add mod">
          <ac:chgData name="Li,Ansu (HP Medicine) BII-CN-S" userId="ec2f8842-dc81-4094-912e-223fc8542a04" providerId="ADAL" clId="{6C5D8256-F2E6-4DE1-8D68-32EBAA3F290A}" dt="2024-03-17T11:02:59.476" v="4295" actId="14100"/>
          <ac:cxnSpMkLst>
            <pc:docMk/>
            <pc:sldMk cId="1823919921" sldId="2147474336"/>
            <ac:cxnSpMk id="55" creationId="{29D30DD7-22DC-E9EB-75C4-9C198DDE244F}"/>
          </ac:cxnSpMkLst>
        </pc:cxnChg>
        <pc:cxnChg chg="add mod">
          <ac:chgData name="Li,Ansu (HP Medicine) BII-CN-S" userId="ec2f8842-dc81-4094-912e-223fc8542a04" providerId="ADAL" clId="{6C5D8256-F2E6-4DE1-8D68-32EBAA3F290A}" dt="2024-03-17T11:02:59.476" v="4295" actId="14100"/>
          <ac:cxnSpMkLst>
            <pc:docMk/>
            <pc:sldMk cId="1823919921" sldId="2147474336"/>
            <ac:cxnSpMk id="56" creationId="{E8B3CF3E-2A4F-4DC8-F29C-61C6242AF7F7}"/>
          </ac:cxnSpMkLst>
        </pc:cxnChg>
      </pc:sldChg>
      <pc:sldChg chg="addSp delSp modSp add mod addCm modCm modNotesTx">
        <pc:chgData name="Li,Ansu (HP Medicine) BII-CN-S" userId="ec2f8842-dc81-4094-912e-223fc8542a04" providerId="ADAL" clId="{6C5D8256-F2E6-4DE1-8D68-32EBAA3F290A}" dt="2024-03-19T06:44:31.842" v="13591" actId="20577"/>
        <pc:sldMkLst>
          <pc:docMk/>
          <pc:sldMk cId="814051127" sldId="2147474337"/>
        </pc:sldMkLst>
        <pc:spChg chg="mod">
          <ac:chgData name="Li,Ansu (HP Medicine) BII-CN-S" userId="ec2f8842-dc81-4094-912e-223fc8542a04" providerId="ADAL" clId="{6C5D8256-F2E6-4DE1-8D68-32EBAA3F290A}" dt="2024-03-18T03:37:02.049" v="12377" actId="20577"/>
          <ac:spMkLst>
            <pc:docMk/>
            <pc:sldMk cId="814051127" sldId="2147474337"/>
            <ac:spMk id="2" creationId="{D7B7205D-037B-4E09-0FE2-C38F0E5B5920}"/>
          </ac:spMkLst>
        </pc:spChg>
        <pc:spChg chg="add mod">
          <ac:chgData name="Li,Ansu (HP Medicine) BII-CN-S" userId="ec2f8842-dc81-4094-912e-223fc8542a04" providerId="ADAL" clId="{6C5D8256-F2E6-4DE1-8D68-32EBAA3F290A}" dt="2024-03-19T02:54:50.241" v="13586" actId="13926"/>
          <ac:spMkLst>
            <pc:docMk/>
            <pc:sldMk cId="814051127" sldId="2147474337"/>
            <ac:spMk id="6" creationId="{9A58B987-D523-938D-0622-97618829A57D}"/>
          </ac:spMkLst>
        </pc:spChg>
        <pc:spChg chg="add del mod">
          <ac:chgData name="Li,Ansu (HP Medicine) BII-CN-S" userId="ec2f8842-dc81-4094-912e-223fc8542a04" providerId="ADAL" clId="{6C5D8256-F2E6-4DE1-8D68-32EBAA3F290A}" dt="2024-03-18T03:09:10.157" v="11834" actId="478"/>
          <ac:spMkLst>
            <pc:docMk/>
            <pc:sldMk cId="814051127" sldId="2147474337"/>
            <ac:spMk id="7" creationId="{47E85B53-665D-7DB3-5BD4-8E13302B436E}"/>
          </ac:spMkLst>
        </pc:spChg>
        <pc:spChg chg="add mod">
          <ac:chgData name="Li,Ansu (HP Medicine) BII-CN-S" userId="ec2f8842-dc81-4094-912e-223fc8542a04" providerId="ADAL" clId="{6C5D8256-F2E6-4DE1-8D68-32EBAA3F290A}" dt="2024-03-19T06:44:31.842" v="13591" actId="20577"/>
          <ac:spMkLst>
            <pc:docMk/>
            <pc:sldMk cId="814051127" sldId="2147474337"/>
            <ac:spMk id="8" creationId="{93460834-8027-DC1F-1CAA-9EBCD4FA5453}"/>
          </ac:spMkLst>
        </pc:spChg>
        <pc:spChg chg="add mod">
          <ac:chgData name="Li,Ansu (HP Medicine) BII-CN-S" userId="ec2f8842-dc81-4094-912e-223fc8542a04" providerId="ADAL" clId="{6C5D8256-F2E6-4DE1-8D68-32EBAA3F290A}" dt="2024-03-18T09:14:44.288" v="13333" actId="13926"/>
          <ac:spMkLst>
            <pc:docMk/>
            <pc:sldMk cId="814051127" sldId="2147474337"/>
            <ac:spMk id="9" creationId="{911D1701-4A85-C066-6834-1A8ED9B46755}"/>
          </ac:spMkLst>
        </pc:spChg>
        <pc:spChg chg="del mod topLvl">
          <ac:chgData name="Li,Ansu (HP Medicine) BII-CN-S" userId="ec2f8842-dc81-4094-912e-223fc8542a04" providerId="ADAL" clId="{6C5D8256-F2E6-4DE1-8D68-32EBAA3F290A}" dt="2024-03-17T15:28:21.156" v="9374" actId="478"/>
          <ac:spMkLst>
            <pc:docMk/>
            <pc:sldMk cId="814051127" sldId="2147474337"/>
            <ac:spMk id="10" creationId="{B4810ACF-D451-7ECB-4D7D-D90510C62AD1}"/>
          </ac:spMkLst>
        </pc:spChg>
        <pc:spChg chg="del mod topLvl">
          <ac:chgData name="Li,Ansu (HP Medicine) BII-CN-S" userId="ec2f8842-dc81-4094-912e-223fc8542a04" providerId="ADAL" clId="{6C5D8256-F2E6-4DE1-8D68-32EBAA3F290A}" dt="2024-03-17T15:28:21.156" v="9374" actId="478"/>
          <ac:spMkLst>
            <pc:docMk/>
            <pc:sldMk cId="814051127" sldId="2147474337"/>
            <ac:spMk id="11" creationId="{6457EC95-608E-CE36-D463-9884F94201A2}"/>
          </ac:spMkLst>
        </pc:spChg>
        <pc:spChg chg="del mod topLvl">
          <ac:chgData name="Li,Ansu (HP Medicine) BII-CN-S" userId="ec2f8842-dc81-4094-912e-223fc8542a04" providerId="ADAL" clId="{6C5D8256-F2E6-4DE1-8D68-32EBAA3F290A}" dt="2024-03-17T15:28:21.156" v="9374" actId="478"/>
          <ac:spMkLst>
            <pc:docMk/>
            <pc:sldMk cId="814051127" sldId="2147474337"/>
            <ac:spMk id="12" creationId="{FB71F2D3-5295-9F4C-99FC-3559F98ECF12}"/>
          </ac:spMkLst>
        </pc:spChg>
        <pc:spChg chg="del mod topLvl">
          <ac:chgData name="Li,Ansu (HP Medicine) BII-CN-S" userId="ec2f8842-dc81-4094-912e-223fc8542a04" providerId="ADAL" clId="{6C5D8256-F2E6-4DE1-8D68-32EBAA3F290A}" dt="2024-03-17T15:28:21.156" v="9374" actId="478"/>
          <ac:spMkLst>
            <pc:docMk/>
            <pc:sldMk cId="814051127" sldId="2147474337"/>
            <ac:spMk id="13" creationId="{83B60E89-3140-28A2-0055-E4A7C55B5123}"/>
          </ac:spMkLst>
        </pc:spChg>
        <pc:spChg chg="del mod topLvl">
          <ac:chgData name="Li,Ansu (HP Medicine) BII-CN-S" userId="ec2f8842-dc81-4094-912e-223fc8542a04" providerId="ADAL" clId="{6C5D8256-F2E6-4DE1-8D68-32EBAA3F290A}" dt="2024-03-17T15:28:21.156" v="9374" actId="478"/>
          <ac:spMkLst>
            <pc:docMk/>
            <pc:sldMk cId="814051127" sldId="2147474337"/>
            <ac:spMk id="14" creationId="{38FE8D6E-41A4-4255-B324-957CFAE946D0}"/>
          </ac:spMkLst>
        </pc:spChg>
        <pc:spChg chg="del mod topLvl">
          <ac:chgData name="Li,Ansu (HP Medicine) BII-CN-S" userId="ec2f8842-dc81-4094-912e-223fc8542a04" providerId="ADAL" clId="{6C5D8256-F2E6-4DE1-8D68-32EBAA3F290A}" dt="2024-03-17T15:28:21.156" v="9374" actId="478"/>
          <ac:spMkLst>
            <pc:docMk/>
            <pc:sldMk cId="814051127" sldId="2147474337"/>
            <ac:spMk id="15" creationId="{65A5C5CC-0C41-DB08-86A2-E0AE182BAD35}"/>
          </ac:spMkLst>
        </pc:spChg>
        <pc:spChg chg="del mod topLvl">
          <ac:chgData name="Li,Ansu (HP Medicine) BII-CN-S" userId="ec2f8842-dc81-4094-912e-223fc8542a04" providerId="ADAL" clId="{6C5D8256-F2E6-4DE1-8D68-32EBAA3F290A}" dt="2024-03-17T15:28:21.156" v="9374" actId="478"/>
          <ac:spMkLst>
            <pc:docMk/>
            <pc:sldMk cId="814051127" sldId="2147474337"/>
            <ac:spMk id="16" creationId="{953E7D18-F286-7E09-3C6A-640FDE3137EC}"/>
          </ac:spMkLst>
        </pc:spChg>
        <pc:spChg chg="del mod topLvl">
          <ac:chgData name="Li,Ansu (HP Medicine) BII-CN-S" userId="ec2f8842-dc81-4094-912e-223fc8542a04" providerId="ADAL" clId="{6C5D8256-F2E6-4DE1-8D68-32EBAA3F290A}" dt="2024-03-17T15:28:21.156" v="9374" actId="478"/>
          <ac:spMkLst>
            <pc:docMk/>
            <pc:sldMk cId="814051127" sldId="2147474337"/>
            <ac:spMk id="17" creationId="{640A9B68-6B0D-F520-78AE-5FAD704E8E4A}"/>
          </ac:spMkLst>
        </pc:spChg>
        <pc:spChg chg="del mod topLvl">
          <ac:chgData name="Li,Ansu (HP Medicine) BII-CN-S" userId="ec2f8842-dc81-4094-912e-223fc8542a04" providerId="ADAL" clId="{6C5D8256-F2E6-4DE1-8D68-32EBAA3F290A}" dt="2024-03-17T15:28:21.156" v="9374" actId="478"/>
          <ac:spMkLst>
            <pc:docMk/>
            <pc:sldMk cId="814051127" sldId="2147474337"/>
            <ac:spMk id="18" creationId="{12BE32EA-02E0-1728-DDEB-49F5ECED6EA1}"/>
          </ac:spMkLst>
        </pc:spChg>
        <pc:spChg chg="del mod topLvl">
          <ac:chgData name="Li,Ansu (HP Medicine) BII-CN-S" userId="ec2f8842-dc81-4094-912e-223fc8542a04" providerId="ADAL" clId="{6C5D8256-F2E6-4DE1-8D68-32EBAA3F290A}" dt="2024-03-17T15:28:21.156" v="9374" actId="478"/>
          <ac:spMkLst>
            <pc:docMk/>
            <pc:sldMk cId="814051127" sldId="2147474337"/>
            <ac:spMk id="19" creationId="{C3F96357-37E8-FF17-8B8F-92E14E7058ED}"/>
          </ac:spMkLst>
        </pc:spChg>
        <pc:spChg chg="add del mod">
          <ac:chgData name="Li,Ansu (HP Medicine) BII-CN-S" userId="ec2f8842-dc81-4094-912e-223fc8542a04" providerId="ADAL" clId="{6C5D8256-F2E6-4DE1-8D68-32EBAA3F290A}" dt="2024-03-17T13:27:50.986" v="7655" actId="478"/>
          <ac:spMkLst>
            <pc:docMk/>
            <pc:sldMk cId="814051127" sldId="2147474337"/>
            <ac:spMk id="20" creationId="{C0BC6EA3-E6DB-64D8-6256-30CA7AD49751}"/>
          </ac:spMkLst>
        </pc:spChg>
        <pc:spChg chg="del mod topLvl">
          <ac:chgData name="Li,Ansu (HP Medicine) BII-CN-S" userId="ec2f8842-dc81-4094-912e-223fc8542a04" providerId="ADAL" clId="{6C5D8256-F2E6-4DE1-8D68-32EBAA3F290A}" dt="2024-03-17T15:28:21.156" v="9374" actId="478"/>
          <ac:spMkLst>
            <pc:docMk/>
            <pc:sldMk cId="814051127" sldId="2147474337"/>
            <ac:spMk id="21" creationId="{119610B3-C8F0-CFC3-5B9C-EA212ED7B248}"/>
          </ac:spMkLst>
        </pc:spChg>
        <pc:spChg chg="del mod topLvl">
          <ac:chgData name="Li,Ansu (HP Medicine) BII-CN-S" userId="ec2f8842-dc81-4094-912e-223fc8542a04" providerId="ADAL" clId="{6C5D8256-F2E6-4DE1-8D68-32EBAA3F290A}" dt="2024-03-17T15:28:21.156" v="9374" actId="478"/>
          <ac:spMkLst>
            <pc:docMk/>
            <pc:sldMk cId="814051127" sldId="2147474337"/>
            <ac:spMk id="22" creationId="{9552093E-546F-F5C1-1DCA-41DF75F73A3E}"/>
          </ac:spMkLst>
        </pc:spChg>
        <pc:spChg chg="del mod topLvl">
          <ac:chgData name="Li,Ansu (HP Medicine) BII-CN-S" userId="ec2f8842-dc81-4094-912e-223fc8542a04" providerId="ADAL" clId="{6C5D8256-F2E6-4DE1-8D68-32EBAA3F290A}" dt="2024-03-17T15:28:21.156" v="9374" actId="478"/>
          <ac:spMkLst>
            <pc:docMk/>
            <pc:sldMk cId="814051127" sldId="2147474337"/>
            <ac:spMk id="23" creationId="{E3168E0B-04FA-0E2B-0E10-3296FECD7FEE}"/>
          </ac:spMkLst>
        </pc:spChg>
        <pc:spChg chg="del mod topLvl">
          <ac:chgData name="Li,Ansu (HP Medicine) BII-CN-S" userId="ec2f8842-dc81-4094-912e-223fc8542a04" providerId="ADAL" clId="{6C5D8256-F2E6-4DE1-8D68-32EBAA3F290A}" dt="2024-03-17T15:28:21.156" v="9374" actId="478"/>
          <ac:spMkLst>
            <pc:docMk/>
            <pc:sldMk cId="814051127" sldId="2147474337"/>
            <ac:spMk id="24" creationId="{06906660-F41D-521C-BFA6-5E90C0FC7237}"/>
          </ac:spMkLst>
        </pc:spChg>
        <pc:spChg chg="add del mod">
          <ac:chgData name="Li,Ansu (HP Medicine) BII-CN-S" userId="ec2f8842-dc81-4094-912e-223fc8542a04" providerId="ADAL" clId="{6C5D8256-F2E6-4DE1-8D68-32EBAA3F290A}" dt="2024-03-17T15:46:23.444" v="10125" actId="478"/>
          <ac:spMkLst>
            <pc:docMk/>
            <pc:sldMk cId="814051127" sldId="2147474337"/>
            <ac:spMk id="25" creationId="{6C583CFD-A2F3-5479-02F1-7C33B68C32A1}"/>
          </ac:spMkLst>
        </pc:spChg>
        <pc:spChg chg="add mod">
          <ac:chgData name="Li,Ansu (HP Medicine) BII-CN-S" userId="ec2f8842-dc81-4094-912e-223fc8542a04" providerId="ADAL" clId="{6C5D8256-F2E6-4DE1-8D68-32EBAA3F290A}" dt="2024-03-17T15:28:21.515" v="9375"/>
          <ac:spMkLst>
            <pc:docMk/>
            <pc:sldMk cId="814051127" sldId="2147474337"/>
            <ac:spMk id="26" creationId="{3EE8E781-786C-70AF-76CA-7CE447A2BBB0}"/>
          </ac:spMkLst>
        </pc:spChg>
        <pc:spChg chg="add mod">
          <ac:chgData name="Li,Ansu (HP Medicine) BII-CN-S" userId="ec2f8842-dc81-4094-912e-223fc8542a04" providerId="ADAL" clId="{6C5D8256-F2E6-4DE1-8D68-32EBAA3F290A}" dt="2024-03-17T15:28:21.515" v="9375"/>
          <ac:spMkLst>
            <pc:docMk/>
            <pc:sldMk cId="814051127" sldId="2147474337"/>
            <ac:spMk id="27" creationId="{ACD46E2B-5783-5426-ED9A-AF021984ED11}"/>
          </ac:spMkLst>
        </pc:spChg>
        <pc:spChg chg="del mod topLvl">
          <ac:chgData name="Li,Ansu (HP Medicine) BII-CN-S" userId="ec2f8842-dc81-4094-912e-223fc8542a04" providerId="ADAL" clId="{6C5D8256-F2E6-4DE1-8D68-32EBAA3F290A}" dt="2024-03-17T15:28:21.156" v="9374" actId="478"/>
          <ac:spMkLst>
            <pc:docMk/>
            <pc:sldMk cId="814051127" sldId="2147474337"/>
            <ac:spMk id="29" creationId="{93B995CE-569A-825F-13B7-47F15E9BA5FE}"/>
          </ac:spMkLst>
        </pc:spChg>
        <pc:spChg chg="del mod topLvl">
          <ac:chgData name="Li,Ansu (HP Medicine) BII-CN-S" userId="ec2f8842-dc81-4094-912e-223fc8542a04" providerId="ADAL" clId="{6C5D8256-F2E6-4DE1-8D68-32EBAA3F290A}" dt="2024-03-17T15:28:21.156" v="9374" actId="478"/>
          <ac:spMkLst>
            <pc:docMk/>
            <pc:sldMk cId="814051127" sldId="2147474337"/>
            <ac:spMk id="30" creationId="{A06C81E1-326D-9D59-7176-5861B42EBBE3}"/>
          </ac:spMkLst>
        </pc:spChg>
        <pc:spChg chg="add mod">
          <ac:chgData name="Li,Ansu (HP Medicine) BII-CN-S" userId="ec2f8842-dc81-4094-912e-223fc8542a04" providerId="ADAL" clId="{6C5D8256-F2E6-4DE1-8D68-32EBAA3F290A}" dt="2024-03-17T15:28:21.515" v="9375"/>
          <ac:spMkLst>
            <pc:docMk/>
            <pc:sldMk cId="814051127" sldId="2147474337"/>
            <ac:spMk id="31" creationId="{035EE6CF-993A-4BD2-1B81-46603C38E3D0}"/>
          </ac:spMkLst>
        </pc:spChg>
        <pc:spChg chg="add mod">
          <ac:chgData name="Li,Ansu (HP Medicine) BII-CN-S" userId="ec2f8842-dc81-4094-912e-223fc8542a04" providerId="ADAL" clId="{6C5D8256-F2E6-4DE1-8D68-32EBAA3F290A}" dt="2024-03-17T15:28:21.515" v="9375"/>
          <ac:spMkLst>
            <pc:docMk/>
            <pc:sldMk cId="814051127" sldId="2147474337"/>
            <ac:spMk id="32" creationId="{AB9A2E13-C08D-86DC-4E11-8A2B3996D0BA}"/>
          </ac:spMkLst>
        </pc:spChg>
        <pc:spChg chg="add mod">
          <ac:chgData name="Li,Ansu (HP Medicine) BII-CN-S" userId="ec2f8842-dc81-4094-912e-223fc8542a04" providerId="ADAL" clId="{6C5D8256-F2E6-4DE1-8D68-32EBAA3F290A}" dt="2024-03-17T15:28:21.515" v="9375"/>
          <ac:spMkLst>
            <pc:docMk/>
            <pc:sldMk cId="814051127" sldId="2147474337"/>
            <ac:spMk id="33" creationId="{F469DBCD-A969-D3D9-BBB7-DA58698FEEEE}"/>
          </ac:spMkLst>
        </pc:spChg>
        <pc:spChg chg="add mod">
          <ac:chgData name="Li,Ansu (HP Medicine) BII-CN-S" userId="ec2f8842-dc81-4094-912e-223fc8542a04" providerId="ADAL" clId="{6C5D8256-F2E6-4DE1-8D68-32EBAA3F290A}" dt="2024-03-17T15:28:21.515" v="9375"/>
          <ac:spMkLst>
            <pc:docMk/>
            <pc:sldMk cId="814051127" sldId="2147474337"/>
            <ac:spMk id="34" creationId="{DE49AF45-FF65-DB5F-40FE-21E1AAEFD34F}"/>
          </ac:spMkLst>
        </pc:spChg>
        <pc:spChg chg="add mod">
          <ac:chgData name="Li,Ansu (HP Medicine) BII-CN-S" userId="ec2f8842-dc81-4094-912e-223fc8542a04" providerId="ADAL" clId="{6C5D8256-F2E6-4DE1-8D68-32EBAA3F290A}" dt="2024-03-17T15:28:21.515" v="9375"/>
          <ac:spMkLst>
            <pc:docMk/>
            <pc:sldMk cId="814051127" sldId="2147474337"/>
            <ac:spMk id="35" creationId="{AFF27CD4-52A6-84DF-2E18-312D12C69E96}"/>
          </ac:spMkLst>
        </pc:spChg>
        <pc:spChg chg="add mod">
          <ac:chgData name="Li,Ansu (HP Medicine) BII-CN-S" userId="ec2f8842-dc81-4094-912e-223fc8542a04" providerId="ADAL" clId="{6C5D8256-F2E6-4DE1-8D68-32EBAA3F290A}" dt="2024-03-17T15:28:21.515" v="9375"/>
          <ac:spMkLst>
            <pc:docMk/>
            <pc:sldMk cId="814051127" sldId="2147474337"/>
            <ac:spMk id="36" creationId="{66375501-3546-F731-E706-D325D97649AC}"/>
          </ac:spMkLst>
        </pc:spChg>
        <pc:spChg chg="add mod">
          <ac:chgData name="Li,Ansu (HP Medicine) BII-CN-S" userId="ec2f8842-dc81-4094-912e-223fc8542a04" providerId="ADAL" clId="{6C5D8256-F2E6-4DE1-8D68-32EBAA3F290A}" dt="2024-03-17T15:28:21.515" v="9375"/>
          <ac:spMkLst>
            <pc:docMk/>
            <pc:sldMk cId="814051127" sldId="2147474337"/>
            <ac:spMk id="37" creationId="{B8B44843-88DA-5F88-52BC-540B060EEAF9}"/>
          </ac:spMkLst>
        </pc:spChg>
        <pc:spChg chg="add mod">
          <ac:chgData name="Li,Ansu (HP Medicine) BII-CN-S" userId="ec2f8842-dc81-4094-912e-223fc8542a04" providerId="ADAL" clId="{6C5D8256-F2E6-4DE1-8D68-32EBAA3F290A}" dt="2024-03-17T15:28:21.515" v="9375"/>
          <ac:spMkLst>
            <pc:docMk/>
            <pc:sldMk cId="814051127" sldId="2147474337"/>
            <ac:spMk id="38" creationId="{03669FD2-49B1-32D9-9836-8781DDA714A7}"/>
          </ac:spMkLst>
        </pc:spChg>
        <pc:spChg chg="add mod">
          <ac:chgData name="Li,Ansu (HP Medicine) BII-CN-S" userId="ec2f8842-dc81-4094-912e-223fc8542a04" providerId="ADAL" clId="{6C5D8256-F2E6-4DE1-8D68-32EBAA3F290A}" dt="2024-03-17T15:28:21.515" v="9375"/>
          <ac:spMkLst>
            <pc:docMk/>
            <pc:sldMk cId="814051127" sldId="2147474337"/>
            <ac:spMk id="39" creationId="{9B08EE99-A7B8-7E74-B7A7-EB5DB4506E7B}"/>
          </ac:spMkLst>
        </pc:spChg>
        <pc:spChg chg="add mod">
          <ac:chgData name="Li,Ansu (HP Medicine) BII-CN-S" userId="ec2f8842-dc81-4094-912e-223fc8542a04" providerId="ADAL" clId="{6C5D8256-F2E6-4DE1-8D68-32EBAA3F290A}" dt="2024-03-17T15:28:21.515" v="9375"/>
          <ac:spMkLst>
            <pc:docMk/>
            <pc:sldMk cId="814051127" sldId="2147474337"/>
            <ac:spMk id="40" creationId="{96C3C679-587D-C870-442E-E13469DF88B4}"/>
          </ac:spMkLst>
        </pc:spChg>
        <pc:spChg chg="add mod">
          <ac:chgData name="Li,Ansu (HP Medicine) BII-CN-S" userId="ec2f8842-dc81-4094-912e-223fc8542a04" providerId="ADAL" clId="{6C5D8256-F2E6-4DE1-8D68-32EBAA3F290A}" dt="2024-03-17T15:28:21.515" v="9375"/>
          <ac:spMkLst>
            <pc:docMk/>
            <pc:sldMk cId="814051127" sldId="2147474337"/>
            <ac:spMk id="41" creationId="{602E6B11-783A-046F-3029-BCDBCB2DC92A}"/>
          </ac:spMkLst>
        </pc:spChg>
        <pc:spChg chg="add mod">
          <ac:chgData name="Li,Ansu (HP Medicine) BII-CN-S" userId="ec2f8842-dc81-4094-912e-223fc8542a04" providerId="ADAL" clId="{6C5D8256-F2E6-4DE1-8D68-32EBAA3F290A}" dt="2024-03-17T15:28:21.515" v="9375"/>
          <ac:spMkLst>
            <pc:docMk/>
            <pc:sldMk cId="814051127" sldId="2147474337"/>
            <ac:spMk id="42" creationId="{7049E4F7-90A1-0AE1-C2DC-F6F3322B8459}"/>
          </ac:spMkLst>
        </pc:spChg>
        <pc:spChg chg="add mod">
          <ac:chgData name="Li,Ansu (HP Medicine) BII-CN-S" userId="ec2f8842-dc81-4094-912e-223fc8542a04" providerId="ADAL" clId="{6C5D8256-F2E6-4DE1-8D68-32EBAA3F290A}" dt="2024-03-17T15:28:21.515" v="9375"/>
          <ac:spMkLst>
            <pc:docMk/>
            <pc:sldMk cId="814051127" sldId="2147474337"/>
            <ac:spMk id="43" creationId="{957285B1-3885-0727-ED06-A3247D350EA3}"/>
          </ac:spMkLst>
        </pc:spChg>
        <pc:spChg chg="add mod">
          <ac:chgData name="Li,Ansu (HP Medicine) BII-CN-S" userId="ec2f8842-dc81-4094-912e-223fc8542a04" providerId="ADAL" clId="{6C5D8256-F2E6-4DE1-8D68-32EBAA3F290A}" dt="2024-03-17T15:28:21.515" v="9375"/>
          <ac:spMkLst>
            <pc:docMk/>
            <pc:sldMk cId="814051127" sldId="2147474337"/>
            <ac:spMk id="44" creationId="{90233018-D367-BCA2-844E-8EBF4AA5F7FE}"/>
          </ac:spMkLst>
        </pc:spChg>
        <pc:spChg chg="add del mod">
          <ac:chgData name="Li,Ansu (HP Medicine) BII-CN-S" userId="ec2f8842-dc81-4094-912e-223fc8542a04" providerId="ADAL" clId="{6C5D8256-F2E6-4DE1-8D68-32EBAA3F290A}" dt="2024-03-18T02:33:35.608" v="10842" actId="478"/>
          <ac:spMkLst>
            <pc:docMk/>
            <pc:sldMk cId="814051127" sldId="2147474337"/>
            <ac:spMk id="45" creationId="{2027A136-57CF-B066-A75E-BAE5DD8ADD45}"/>
          </ac:spMkLst>
        </pc:spChg>
        <pc:spChg chg="add mod">
          <ac:chgData name="Li,Ansu (HP Medicine) BII-CN-S" userId="ec2f8842-dc81-4094-912e-223fc8542a04" providerId="ADAL" clId="{6C5D8256-F2E6-4DE1-8D68-32EBAA3F290A}" dt="2024-03-18T07:04:08.911" v="12945" actId="14100"/>
          <ac:spMkLst>
            <pc:docMk/>
            <pc:sldMk cId="814051127" sldId="2147474337"/>
            <ac:spMk id="46" creationId="{DBB911C2-525E-47C7-68FA-EB6EB212D2F6}"/>
          </ac:spMkLst>
        </pc:spChg>
        <pc:spChg chg="add del mod">
          <ac:chgData name="Li,Ansu (HP Medicine) BII-CN-S" userId="ec2f8842-dc81-4094-912e-223fc8542a04" providerId="ADAL" clId="{6C5D8256-F2E6-4DE1-8D68-32EBAA3F290A}" dt="2024-03-18T03:09:10.157" v="11834" actId="478"/>
          <ac:spMkLst>
            <pc:docMk/>
            <pc:sldMk cId="814051127" sldId="2147474337"/>
            <ac:spMk id="47" creationId="{2A7DF534-28E2-F621-FF26-C6E4066738E7}"/>
          </ac:spMkLst>
        </pc:spChg>
        <pc:grpChg chg="add del mod">
          <ac:chgData name="Li,Ansu (HP Medicine) BII-CN-S" userId="ec2f8842-dc81-4094-912e-223fc8542a04" providerId="ADAL" clId="{6C5D8256-F2E6-4DE1-8D68-32EBAA3F290A}" dt="2024-03-17T15:28:18.373" v="9373" actId="165"/>
          <ac:grpSpMkLst>
            <pc:docMk/>
            <pc:sldMk cId="814051127" sldId="2147474337"/>
            <ac:grpSpMk id="3" creationId="{6FB890CB-C7B8-B13F-97D8-073359B43AD9}"/>
          </ac:grpSpMkLst>
        </pc:grpChg>
        <pc:graphicFrameChg chg="mod topLvl modGraphic">
          <ac:chgData name="Li,Ansu (HP Medicine) BII-CN-S" userId="ec2f8842-dc81-4094-912e-223fc8542a04" providerId="ADAL" clId="{6C5D8256-F2E6-4DE1-8D68-32EBAA3F290A}" dt="2024-03-17T15:28:18.373" v="9373" actId="165"/>
          <ac:graphicFrameMkLst>
            <pc:docMk/>
            <pc:sldMk cId="814051127" sldId="2147474337"/>
            <ac:graphicFrameMk id="28" creationId="{C75839B4-7AD4-5F3C-4D11-CBE961D76423}"/>
          </ac:graphicFrameMkLst>
        </pc:graphicFrameChg>
      </pc:sldChg>
      <pc:sldChg chg="new del">
        <pc:chgData name="Li,Ansu (HP Medicine) BII-CN-S" userId="ec2f8842-dc81-4094-912e-223fc8542a04" providerId="ADAL" clId="{6C5D8256-F2E6-4DE1-8D68-32EBAA3F290A}" dt="2024-03-13T07:52:25.107" v="3600" actId="47"/>
        <pc:sldMkLst>
          <pc:docMk/>
          <pc:sldMk cId="2310482649" sldId="2147474337"/>
        </pc:sldMkLst>
      </pc:sldChg>
      <pc:sldChg chg="addSp delSp modSp add mod addCm modCm modNotesTx">
        <pc:chgData name="Li,Ansu (HP Medicine) BII-CN-S" userId="ec2f8842-dc81-4094-912e-223fc8542a04" providerId="ADAL" clId="{6C5D8256-F2E6-4DE1-8D68-32EBAA3F290A}" dt="2024-03-19T06:57:25.919" v="13596" actId="20577"/>
        <pc:sldMkLst>
          <pc:docMk/>
          <pc:sldMk cId="3757442331" sldId="2147474338"/>
        </pc:sldMkLst>
        <pc:spChg chg="mod">
          <ac:chgData name="Li,Ansu (HP Medicine) BII-CN-S" userId="ec2f8842-dc81-4094-912e-223fc8542a04" providerId="ADAL" clId="{6C5D8256-F2E6-4DE1-8D68-32EBAA3F290A}" dt="2024-03-17T12:52:18.826" v="6819" actId="20577"/>
          <ac:spMkLst>
            <pc:docMk/>
            <pc:sldMk cId="3757442331" sldId="2147474338"/>
            <ac:spMk id="2" creationId="{D7B7205D-037B-4E09-0FE2-C38F0E5B5920}"/>
          </ac:spMkLst>
        </pc:spChg>
        <pc:spChg chg="del mod">
          <ac:chgData name="Li,Ansu (HP Medicine) BII-CN-S" userId="ec2f8842-dc81-4094-912e-223fc8542a04" providerId="ADAL" clId="{6C5D8256-F2E6-4DE1-8D68-32EBAA3F290A}" dt="2024-03-17T11:39:28.655" v="5424" actId="478"/>
          <ac:spMkLst>
            <pc:docMk/>
            <pc:sldMk cId="3757442331" sldId="2147474338"/>
            <ac:spMk id="6" creationId="{DFFE6380-9F99-B679-6E72-84B856FCC029}"/>
          </ac:spMkLst>
        </pc:spChg>
        <pc:spChg chg="del mod">
          <ac:chgData name="Li,Ansu (HP Medicine) BII-CN-S" userId="ec2f8842-dc81-4094-912e-223fc8542a04" providerId="ADAL" clId="{6C5D8256-F2E6-4DE1-8D68-32EBAA3F290A}" dt="2024-03-17T11:40:01.679" v="5440" actId="478"/>
          <ac:spMkLst>
            <pc:docMk/>
            <pc:sldMk cId="3757442331" sldId="2147474338"/>
            <ac:spMk id="7" creationId="{A9CF8C80-F025-A516-0655-9134AB8A128C}"/>
          </ac:spMkLst>
        </pc:spChg>
        <pc:spChg chg="del mod">
          <ac:chgData name="Li,Ansu (HP Medicine) BII-CN-S" userId="ec2f8842-dc81-4094-912e-223fc8542a04" providerId="ADAL" clId="{6C5D8256-F2E6-4DE1-8D68-32EBAA3F290A}" dt="2024-03-17T11:40:14.253" v="5445" actId="478"/>
          <ac:spMkLst>
            <pc:docMk/>
            <pc:sldMk cId="3757442331" sldId="2147474338"/>
            <ac:spMk id="8" creationId="{E6303DEF-3038-DB67-C08D-70B78EC2B98D}"/>
          </ac:spMkLst>
        </pc:spChg>
        <pc:spChg chg="mod topLvl">
          <ac:chgData name="Li,Ansu (HP Medicine) BII-CN-S" userId="ec2f8842-dc81-4094-912e-223fc8542a04" providerId="ADAL" clId="{6C5D8256-F2E6-4DE1-8D68-32EBAA3F290A}" dt="2024-03-17T15:28:08.659" v="9372" actId="165"/>
          <ac:spMkLst>
            <pc:docMk/>
            <pc:sldMk cId="3757442331" sldId="2147474338"/>
            <ac:spMk id="10" creationId="{B4810ACF-D451-7ECB-4D7D-D90510C62AD1}"/>
          </ac:spMkLst>
        </pc:spChg>
        <pc:spChg chg="mod topLvl">
          <ac:chgData name="Li,Ansu (HP Medicine) BII-CN-S" userId="ec2f8842-dc81-4094-912e-223fc8542a04" providerId="ADAL" clId="{6C5D8256-F2E6-4DE1-8D68-32EBAA3F290A}" dt="2024-03-17T15:28:08.659" v="9372" actId="165"/>
          <ac:spMkLst>
            <pc:docMk/>
            <pc:sldMk cId="3757442331" sldId="2147474338"/>
            <ac:spMk id="11" creationId="{6457EC95-608E-CE36-D463-9884F94201A2}"/>
          </ac:spMkLst>
        </pc:spChg>
        <pc:spChg chg="mod topLvl">
          <ac:chgData name="Li,Ansu (HP Medicine) BII-CN-S" userId="ec2f8842-dc81-4094-912e-223fc8542a04" providerId="ADAL" clId="{6C5D8256-F2E6-4DE1-8D68-32EBAA3F290A}" dt="2024-03-17T15:28:08.659" v="9372" actId="165"/>
          <ac:spMkLst>
            <pc:docMk/>
            <pc:sldMk cId="3757442331" sldId="2147474338"/>
            <ac:spMk id="12" creationId="{FB71F2D3-5295-9F4C-99FC-3559F98ECF12}"/>
          </ac:spMkLst>
        </pc:spChg>
        <pc:spChg chg="mod topLvl">
          <ac:chgData name="Li,Ansu (HP Medicine) BII-CN-S" userId="ec2f8842-dc81-4094-912e-223fc8542a04" providerId="ADAL" clId="{6C5D8256-F2E6-4DE1-8D68-32EBAA3F290A}" dt="2024-03-17T15:28:08.659" v="9372" actId="165"/>
          <ac:spMkLst>
            <pc:docMk/>
            <pc:sldMk cId="3757442331" sldId="2147474338"/>
            <ac:spMk id="13" creationId="{83B60E89-3140-28A2-0055-E4A7C55B5123}"/>
          </ac:spMkLst>
        </pc:spChg>
        <pc:spChg chg="mod topLvl">
          <ac:chgData name="Li,Ansu (HP Medicine) BII-CN-S" userId="ec2f8842-dc81-4094-912e-223fc8542a04" providerId="ADAL" clId="{6C5D8256-F2E6-4DE1-8D68-32EBAA3F290A}" dt="2024-03-17T15:28:08.659" v="9372" actId="165"/>
          <ac:spMkLst>
            <pc:docMk/>
            <pc:sldMk cId="3757442331" sldId="2147474338"/>
            <ac:spMk id="14" creationId="{38FE8D6E-41A4-4255-B324-957CFAE946D0}"/>
          </ac:spMkLst>
        </pc:spChg>
        <pc:spChg chg="mod topLvl">
          <ac:chgData name="Li,Ansu (HP Medicine) BII-CN-S" userId="ec2f8842-dc81-4094-912e-223fc8542a04" providerId="ADAL" clId="{6C5D8256-F2E6-4DE1-8D68-32EBAA3F290A}" dt="2024-03-17T15:28:08.659" v="9372" actId="165"/>
          <ac:spMkLst>
            <pc:docMk/>
            <pc:sldMk cId="3757442331" sldId="2147474338"/>
            <ac:spMk id="15" creationId="{65A5C5CC-0C41-DB08-86A2-E0AE182BAD35}"/>
          </ac:spMkLst>
        </pc:spChg>
        <pc:spChg chg="mod topLvl">
          <ac:chgData name="Li,Ansu (HP Medicine) BII-CN-S" userId="ec2f8842-dc81-4094-912e-223fc8542a04" providerId="ADAL" clId="{6C5D8256-F2E6-4DE1-8D68-32EBAA3F290A}" dt="2024-03-17T15:28:08.659" v="9372" actId="165"/>
          <ac:spMkLst>
            <pc:docMk/>
            <pc:sldMk cId="3757442331" sldId="2147474338"/>
            <ac:spMk id="16" creationId="{953E7D18-F286-7E09-3C6A-640FDE3137EC}"/>
          </ac:spMkLst>
        </pc:spChg>
        <pc:spChg chg="mod topLvl">
          <ac:chgData name="Li,Ansu (HP Medicine) BII-CN-S" userId="ec2f8842-dc81-4094-912e-223fc8542a04" providerId="ADAL" clId="{6C5D8256-F2E6-4DE1-8D68-32EBAA3F290A}" dt="2024-03-17T15:28:08.659" v="9372" actId="165"/>
          <ac:spMkLst>
            <pc:docMk/>
            <pc:sldMk cId="3757442331" sldId="2147474338"/>
            <ac:spMk id="17" creationId="{640A9B68-6B0D-F520-78AE-5FAD704E8E4A}"/>
          </ac:spMkLst>
        </pc:spChg>
        <pc:spChg chg="mod topLvl">
          <ac:chgData name="Li,Ansu (HP Medicine) BII-CN-S" userId="ec2f8842-dc81-4094-912e-223fc8542a04" providerId="ADAL" clId="{6C5D8256-F2E6-4DE1-8D68-32EBAA3F290A}" dt="2024-03-17T15:28:08.659" v="9372" actId="165"/>
          <ac:spMkLst>
            <pc:docMk/>
            <pc:sldMk cId="3757442331" sldId="2147474338"/>
            <ac:spMk id="18" creationId="{12BE32EA-02E0-1728-DDEB-49F5ECED6EA1}"/>
          </ac:spMkLst>
        </pc:spChg>
        <pc:spChg chg="mod topLvl">
          <ac:chgData name="Li,Ansu (HP Medicine) BII-CN-S" userId="ec2f8842-dc81-4094-912e-223fc8542a04" providerId="ADAL" clId="{6C5D8256-F2E6-4DE1-8D68-32EBAA3F290A}" dt="2024-03-17T15:28:08.659" v="9372" actId="165"/>
          <ac:spMkLst>
            <pc:docMk/>
            <pc:sldMk cId="3757442331" sldId="2147474338"/>
            <ac:spMk id="19" creationId="{C3F96357-37E8-FF17-8B8F-92E14E7058ED}"/>
          </ac:spMkLst>
        </pc:spChg>
        <pc:spChg chg="mod ord topLvl">
          <ac:chgData name="Li,Ansu (HP Medicine) BII-CN-S" userId="ec2f8842-dc81-4094-912e-223fc8542a04" providerId="ADAL" clId="{6C5D8256-F2E6-4DE1-8D68-32EBAA3F290A}" dt="2024-03-17T15:28:08.659" v="9372" actId="165"/>
          <ac:spMkLst>
            <pc:docMk/>
            <pc:sldMk cId="3757442331" sldId="2147474338"/>
            <ac:spMk id="21" creationId="{119610B3-C8F0-CFC3-5B9C-EA212ED7B248}"/>
          </ac:spMkLst>
        </pc:spChg>
        <pc:spChg chg="mod topLvl">
          <ac:chgData name="Li,Ansu (HP Medicine) BII-CN-S" userId="ec2f8842-dc81-4094-912e-223fc8542a04" providerId="ADAL" clId="{6C5D8256-F2E6-4DE1-8D68-32EBAA3F290A}" dt="2024-03-17T15:28:08.659" v="9372" actId="165"/>
          <ac:spMkLst>
            <pc:docMk/>
            <pc:sldMk cId="3757442331" sldId="2147474338"/>
            <ac:spMk id="22" creationId="{9552093E-546F-F5C1-1DCA-41DF75F73A3E}"/>
          </ac:spMkLst>
        </pc:spChg>
        <pc:spChg chg="mod topLvl">
          <ac:chgData name="Li,Ansu (HP Medicine) BII-CN-S" userId="ec2f8842-dc81-4094-912e-223fc8542a04" providerId="ADAL" clId="{6C5D8256-F2E6-4DE1-8D68-32EBAA3F290A}" dt="2024-03-17T15:28:08.659" v="9372" actId="165"/>
          <ac:spMkLst>
            <pc:docMk/>
            <pc:sldMk cId="3757442331" sldId="2147474338"/>
            <ac:spMk id="23" creationId="{E3168E0B-04FA-0E2B-0E10-3296FECD7FEE}"/>
          </ac:spMkLst>
        </pc:spChg>
        <pc:spChg chg="mod topLvl">
          <ac:chgData name="Li,Ansu (HP Medicine) BII-CN-S" userId="ec2f8842-dc81-4094-912e-223fc8542a04" providerId="ADAL" clId="{6C5D8256-F2E6-4DE1-8D68-32EBAA3F290A}" dt="2024-03-17T15:28:08.659" v="9372" actId="165"/>
          <ac:spMkLst>
            <pc:docMk/>
            <pc:sldMk cId="3757442331" sldId="2147474338"/>
            <ac:spMk id="24" creationId="{06906660-F41D-521C-BFA6-5E90C0FC7237}"/>
          </ac:spMkLst>
        </pc:spChg>
        <pc:spChg chg="mod topLvl">
          <ac:chgData name="Li,Ansu (HP Medicine) BII-CN-S" userId="ec2f8842-dc81-4094-912e-223fc8542a04" providerId="ADAL" clId="{6C5D8256-F2E6-4DE1-8D68-32EBAA3F290A}" dt="2024-03-17T15:28:08.659" v="9372" actId="165"/>
          <ac:spMkLst>
            <pc:docMk/>
            <pc:sldMk cId="3757442331" sldId="2147474338"/>
            <ac:spMk id="29" creationId="{93B995CE-569A-825F-13B7-47F15E9BA5FE}"/>
          </ac:spMkLst>
        </pc:spChg>
        <pc:spChg chg="mod topLvl">
          <ac:chgData name="Li,Ansu (HP Medicine) BII-CN-S" userId="ec2f8842-dc81-4094-912e-223fc8542a04" providerId="ADAL" clId="{6C5D8256-F2E6-4DE1-8D68-32EBAA3F290A}" dt="2024-03-17T15:28:08.659" v="9372" actId="165"/>
          <ac:spMkLst>
            <pc:docMk/>
            <pc:sldMk cId="3757442331" sldId="2147474338"/>
            <ac:spMk id="30" creationId="{A06C81E1-326D-9D59-7176-5861B42EBBE3}"/>
          </ac:spMkLst>
        </pc:spChg>
        <pc:grpChg chg="del mod">
          <ac:chgData name="Li,Ansu (HP Medicine) BII-CN-S" userId="ec2f8842-dc81-4094-912e-223fc8542a04" providerId="ADAL" clId="{6C5D8256-F2E6-4DE1-8D68-32EBAA3F290A}" dt="2024-03-17T11:53:04.258" v="5860" actId="165"/>
          <ac:grpSpMkLst>
            <pc:docMk/>
            <pc:sldMk cId="3757442331" sldId="2147474338"/>
            <ac:grpSpMk id="3" creationId="{9809CF7A-5D4D-C951-81A6-C08F1E5A60B6}"/>
          </ac:grpSpMkLst>
        </pc:grpChg>
        <pc:grpChg chg="add del mod">
          <ac:chgData name="Li,Ansu (HP Medicine) BII-CN-S" userId="ec2f8842-dc81-4094-912e-223fc8542a04" providerId="ADAL" clId="{6C5D8256-F2E6-4DE1-8D68-32EBAA3F290A}" dt="2024-03-17T15:28:08.659" v="9372" actId="165"/>
          <ac:grpSpMkLst>
            <pc:docMk/>
            <pc:sldMk cId="3757442331" sldId="2147474338"/>
            <ac:grpSpMk id="9" creationId="{E89D35CA-3240-4348-EA4C-E3F0EBABC2AD}"/>
          </ac:grpSpMkLst>
        </pc:grpChg>
        <pc:graphicFrameChg chg="mod ord topLvl modGraphic">
          <ac:chgData name="Li,Ansu (HP Medicine) BII-CN-S" userId="ec2f8842-dc81-4094-912e-223fc8542a04" providerId="ADAL" clId="{6C5D8256-F2E6-4DE1-8D68-32EBAA3F290A}" dt="2024-03-19T06:57:25.919" v="13596" actId="20577"/>
          <ac:graphicFrameMkLst>
            <pc:docMk/>
            <pc:sldMk cId="3757442331" sldId="2147474338"/>
            <ac:graphicFrameMk id="28" creationId="{C75839B4-7AD4-5F3C-4D11-CBE961D76423}"/>
          </ac:graphicFrameMkLst>
        </pc:graphicFrameChg>
      </pc:sldChg>
      <pc:sldChg chg="addSp delSp modSp add del mod">
        <pc:chgData name="Li,Ansu (HP Medicine) BII-CN-S" userId="ec2f8842-dc81-4094-912e-223fc8542a04" providerId="ADAL" clId="{6C5D8256-F2E6-4DE1-8D68-32EBAA3F290A}" dt="2024-03-17T15:26:35.380" v="9338" actId="47"/>
        <pc:sldMkLst>
          <pc:docMk/>
          <pc:sldMk cId="2111420174" sldId="2147474339"/>
        </pc:sldMkLst>
        <pc:spChg chg="add del mod">
          <ac:chgData name="Li,Ansu (HP Medicine) BII-CN-S" userId="ec2f8842-dc81-4094-912e-223fc8542a04" providerId="ADAL" clId="{6C5D8256-F2E6-4DE1-8D68-32EBAA3F290A}" dt="2024-03-17T13:09:19.877" v="7310" actId="478"/>
          <ac:spMkLst>
            <pc:docMk/>
            <pc:sldMk cId="2111420174" sldId="2147474339"/>
            <ac:spMk id="3" creationId="{D02C38AB-4DB2-C081-5ADA-FB748B6CC1B0}"/>
          </ac:spMkLst>
        </pc:spChg>
        <pc:spChg chg="add mod">
          <ac:chgData name="Li,Ansu (HP Medicine) BII-CN-S" userId="ec2f8842-dc81-4094-912e-223fc8542a04" providerId="ADAL" clId="{6C5D8256-F2E6-4DE1-8D68-32EBAA3F290A}" dt="2024-03-17T13:23:36.891" v="7493" actId="14100"/>
          <ac:spMkLst>
            <pc:docMk/>
            <pc:sldMk cId="2111420174" sldId="2147474339"/>
            <ac:spMk id="6" creationId="{B8623882-D1F8-97E2-E373-683B4BB377A2}"/>
          </ac:spMkLst>
        </pc:spChg>
        <pc:spChg chg="add mod">
          <ac:chgData name="Li,Ansu (HP Medicine) BII-CN-S" userId="ec2f8842-dc81-4094-912e-223fc8542a04" providerId="ADAL" clId="{6C5D8256-F2E6-4DE1-8D68-32EBAA3F290A}" dt="2024-03-17T13:24:06.488" v="7495" actId="208"/>
          <ac:spMkLst>
            <pc:docMk/>
            <pc:sldMk cId="2111420174" sldId="2147474339"/>
            <ac:spMk id="7" creationId="{05C774A6-D98C-9E3A-C6EB-4989196A63C0}"/>
          </ac:spMkLst>
        </pc:spChg>
        <pc:spChg chg="add mod">
          <ac:chgData name="Li,Ansu (HP Medicine) BII-CN-S" userId="ec2f8842-dc81-4094-912e-223fc8542a04" providerId="ADAL" clId="{6C5D8256-F2E6-4DE1-8D68-32EBAA3F290A}" dt="2024-03-17T13:24:06.488" v="7495" actId="208"/>
          <ac:spMkLst>
            <pc:docMk/>
            <pc:sldMk cId="2111420174" sldId="2147474339"/>
            <ac:spMk id="8" creationId="{17D708EA-6654-7BAA-F0B5-EACC91D58790}"/>
          </ac:spMkLst>
        </pc:spChg>
        <pc:spChg chg="mod">
          <ac:chgData name="Li,Ansu (HP Medicine) BII-CN-S" userId="ec2f8842-dc81-4094-912e-223fc8542a04" providerId="ADAL" clId="{6C5D8256-F2E6-4DE1-8D68-32EBAA3F290A}" dt="2024-03-17T13:17:20.995" v="7341" actId="34136"/>
          <ac:spMkLst>
            <pc:docMk/>
            <pc:sldMk cId="2111420174" sldId="2147474339"/>
            <ac:spMk id="10" creationId="{B4810ACF-D451-7ECB-4D7D-D90510C62AD1}"/>
          </ac:spMkLst>
        </pc:spChg>
        <pc:spChg chg="mod">
          <ac:chgData name="Li,Ansu (HP Medicine) BII-CN-S" userId="ec2f8842-dc81-4094-912e-223fc8542a04" providerId="ADAL" clId="{6C5D8256-F2E6-4DE1-8D68-32EBAA3F290A}" dt="2024-03-17T13:17:20.995" v="7341" actId="34136"/>
          <ac:spMkLst>
            <pc:docMk/>
            <pc:sldMk cId="2111420174" sldId="2147474339"/>
            <ac:spMk id="11" creationId="{6457EC95-608E-CE36-D463-9884F94201A2}"/>
          </ac:spMkLst>
        </pc:spChg>
        <pc:spChg chg="mod">
          <ac:chgData name="Li,Ansu (HP Medicine) BII-CN-S" userId="ec2f8842-dc81-4094-912e-223fc8542a04" providerId="ADAL" clId="{6C5D8256-F2E6-4DE1-8D68-32EBAA3F290A}" dt="2024-03-17T13:17:20.995" v="7341" actId="34136"/>
          <ac:spMkLst>
            <pc:docMk/>
            <pc:sldMk cId="2111420174" sldId="2147474339"/>
            <ac:spMk id="12" creationId="{FB71F2D3-5295-9F4C-99FC-3559F98ECF12}"/>
          </ac:spMkLst>
        </pc:spChg>
        <pc:spChg chg="mod">
          <ac:chgData name="Li,Ansu (HP Medicine) BII-CN-S" userId="ec2f8842-dc81-4094-912e-223fc8542a04" providerId="ADAL" clId="{6C5D8256-F2E6-4DE1-8D68-32EBAA3F290A}" dt="2024-03-17T13:17:20.995" v="7341" actId="34136"/>
          <ac:spMkLst>
            <pc:docMk/>
            <pc:sldMk cId="2111420174" sldId="2147474339"/>
            <ac:spMk id="13" creationId="{83B60E89-3140-28A2-0055-E4A7C55B5123}"/>
          </ac:spMkLst>
        </pc:spChg>
        <pc:spChg chg="mod">
          <ac:chgData name="Li,Ansu (HP Medicine) BII-CN-S" userId="ec2f8842-dc81-4094-912e-223fc8542a04" providerId="ADAL" clId="{6C5D8256-F2E6-4DE1-8D68-32EBAA3F290A}" dt="2024-03-17T13:17:20.995" v="7341" actId="34136"/>
          <ac:spMkLst>
            <pc:docMk/>
            <pc:sldMk cId="2111420174" sldId="2147474339"/>
            <ac:spMk id="14" creationId="{38FE8D6E-41A4-4255-B324-957CFAE946D0}"/>
          </ac:spMkLst>
        </pc:spChg>
        <pc:spChg chg="mod">
          <ac:chgData name="Li,Ansu (HP Medicine) BII-CN-S" userId="ec2f8842-dc81-4094-912e-223fc8542a04" providerId="ADAL" clId="{6C5D8256-F2E6-4DE1-8D68-32EBAA3F290A}" dt="2024-03-17T13:17:20.995" v="7341" actId="34136"/>
          <ac:spMkLst>
            <pc:docMk/>
            <pc:sldMk cId="2111420174" sldId="2147474339"/>
            <ac:spMk id="15" creationId="{65A5C5CC-0C41-DB08-86A2-E0AE182BAD35}"/>
          </ac:spMkLst>
        </pc:spChg>
        <pc:spChg chg="mod">
          <ac:chgData name="Li,Ansu (HP Medicine) BII-CN-S" userId="ec2f8842-dc81-4094-912e-223fc8542a04" providerId="ADAL" clId="{6C5D8256-F2E6-4DE1-8D68-32EBAA3F290A}" dt="2024-03-17T13:17:20.995" v="7341" actId="34136"/>
          <ac:spMkLst>
            <pc:docMk/>
            <pc:sldMk cId="2111420174" sldId="2147474339"/>
            <ac:spMk id="16" creationId="{953E7D18-F286-7E09-3C6A-640FDE3137EC}"/>
          </ac:spMkLst>
        </pc:spChg>
        <pc:spChg chg="mod">
          <ac:chgData name="Li,Ansu (HP Medicine) BII-CN-S" userId="ec2f8842-dc81-4094-912e-223fc8542a04" providerId="ADAL" clId="{6C5D8256-F2E6-4DE1-8D68-32EBAA3F290A}" dt="2024-03-17T13:17:20.995" v="7341" actId="34136"/>
          <ac:spMkLst>
            <pc:docMk/>
            <pc:sldMk cId="2111420174" sldId="2147474339"/>
            <ac:spMk id="17" creationId="{640A9B68-6B0D-F520-78AE-5FAD704E8E4A}"/>
          </ac:spMkLst>
        </pc:spChg>
        <pc:spChg chg="mod">
          <ac:chgData name="Li,Ansu (HP Medicine) BII-CN-S" userId="ec2f8842-dc81-4094-912e-223fc8542a04" providerId="ADAL" clId="{6C5D8256-F2E6-4DE1-8D68-32EBAA3F290A}" dt="2024-03-17T13:17:20.995" v="7341" actId="34136"/>
          <ac:spMkLst>
            <pc:docMk/>
            <pc:sldMk cId="2111420174" sldId="2147474339"/>
            <ac:spMk id="18" creationId="{12BE32EA-02E0-1728-DDEB-49F5ECED6EA1}"/>
          </ac:spMkLst>
        </pc:spChg>
        <pc:spChg chg="mod">
          <ac:chgData name="Li,Ansu (HP Medicine) BII-CN-S" userId="ec2f8842-dc81-4094-912e-223fc8542a04" providerId="ADAL" clId="{6C5D8256-F2E6-4DE1-8D68-32EBAA3F290A}" dt="2024-03-17T13:17:20.995" v="7341" actId="34136"/>
          <ac:spMkLst>
            <pc:docMk/>
            <pc:sldMk cId="2111420174" sldId="2147474339"/>
            <ac:spMk id="19" creationId="{C3F96357-37E8-FF17-8B8F-92E14E7058ED}"/>
          </ac:spMkLst>
        </pc:spChg>
        <pc:spChg chg="add mod">
          <ac:chgData name="Li,Ansu (HP Medicine) BII-CN-S" userId="ec2f8842-dc81-4094-912e-223fc8542a04" providerId="ADAL" clId="{6C5D8256-F2E6-4DE1-8D68-32EBAA3F290A}" dt="2024-03-17T13:25:36.862" v="7552" actId="1038"/>
          <ac:spMkLst>
            <pc:docMk/>
            <pc:sldMk cId="2111420174" sldId="2147474339"/>
            <ac:spMk id="20" creationId="{598A60FD-0BD5-6119-C931-AB494F5FE867}"/>
          </ac:spMkLst>
        </pc:spChg>
        <pc:spChg chg="mod">
          <ac:chgData name="Li,Ansu (HP Medicine) BII-CN-S" userId="ec2f8842-dc81-4094-912e-223fc8542a04" providerId="ADAL" clId="{6C5D8256-F2E6-4DE1-8D68-32EBAA3F290A}" dt="2024-03-17T13:17:20.995" v="7341" actId="34136"/>
          <ac:spMkLst>
            <pc:docMk/>
            <pc:sldMk cId="2111420174" sldId="2147474339"/>
            <ac:spMk id="21" creationId="{119610B3-C8F0-CFC3-5B9C-EA212ED7B248}"/>
          </ac:spMkLst>
        </pc:spChg>
        <pc:spChg chg="mod">
          <ac:chgData name="Li,Ansu (HP Medicine) BII-CN-S" userId="ec2f8842-dc81-4094-912e-223fc8542a04" providerId="ADAL" clId="{6C5D8256-F2E6-4DE1-8D68-32EBAA3F290A}" dt="2024-03-17T13:17:20.995" v="7341" actId="34136"/>
          <ac:spMkLst>
            <pc:docMk/>
            <pc:sldMk cId="2111420174" sldId="2147474339"/>
            <ac:spMk id="22" creationId="{9552093E-546F-F5C1-1DCA-41DF75F73A3E}"/>
          </ac:spMkLst>
        </pc:spChg>
        <pc:spChg chg="mod">
          <ac:chgData name="Li,Ansu (HP Medicine) BII-CN-S" userId="ec2f8842-dc81-4094-912e-223fc8542a04" providerId="ADAL" clId="{6C5D8256-F2E6-4DE1-8D68-32EBAA3F290A}" dt="2024-03-17T13:17:20.995" v="7341" actId="34136"/>
          <ac:spMkLst>
            <pc:docMk/>
            <pc:sldMk cId="2111420174" sldId="2147474339"/>
            <ac:spMk id="23" creationId="{E3168E0B-04FA-0E2B-0E10-3296FECD7FEE}"/>
          </ac:spMkLst>
        </pc:spChg>
        <pc:spChg chg="mod">
          <ac:chgData name="Li,Ansu (HP Medicine) BII-CN-S" userId="ec2f8842-dc81-4094-912e-223fc8542a04" providerId="ADAL" clId="{6C5D8256-F2E6-4DE1-8D68-32EBAA3F290A}" dt="2024-03-17T13:17:20.995" v="7341" actId="34136"/>
          <ac:spMkLst>
            <pc:docMk/>
            <pc:sldMk cId="2111420174" sldId="2147474339"/>
            <ac:spMk id="24" creationId="{06906660-F41D-521C-BFA6-5E90C0FC7237}"/>
          </ac:spMkLst>
        </pc:spChg>
        <pc:spChg chg="add mod">
          <ac:chgData name="Li,Ansu (HP Medicine) BII-CN-S" userId="ec2f8842-dc81-4094-912e-223fc8542a04" providerId="ADAL" clId="{6C5D8256-F2E6-4DE1-8D68-32EBAA3F290A}" dt="2024-03-17T13:25:36.862" v="7552" actId="1038"/>
          <ac:spMkLst>
            <pc:docMk/>
            <pc:sldMk cId="2111420174" sldId="2147474339"/>
            <ac:spMk id="25" creationId="{FFE9A471-C934-E464-E2E7-09CB218F341A}"/>
          </ac:spMkLst>
        </pc:spChg>
        <pc:spChg chg="add mod">
          <ac:chgData name="Li,Ansu (HP Medicine) BII-CN-S" userId="ec2f8842-dc81-4094-912e-223fc8542a04" providerId="ADAL" clId="{6C5D8256-F2E6-4DE1-8D68-32EBAA3F290A}" dt="2024-03-17T13:01:03.923" v="7066" actId="14100"/>
          <ac:spMkLst>
            <pc:docMk/>
            <pc:sldMk cId="2111420174" sldId="2147474339"/>
            <ac:spMk id="26" creationId="{DBA4662A-B8F2-9BDA-DD15-EB0E35B28942}"/>
          </ac:spMkLst>
        </pc:spChg>
        <pc:spChg chg="add del mod">
          <ac:chgData name="Li,Ansu (HP Medicine) BII-CN-S" userId="ec2f8842-dc81-4094-912e-223fc8542a04" providerId="ADAL" clId="{6C5D8256-F2E6-4DE1-8D68-32EBAA3F290A}" dt="2024-03-17T12:59:28.811" v="7054" actId="478"/>
          <ac:spMkLst>
            <pc:docMk/>
            <pc:sldMk cId="2111420174" sldId="2147474339"/>
            <ac:spMk id="27" creationId="{BAEB7DE5-7645-0DBF-955F-CBC7EB71AC23}"/>
          </ac:spMkLst>
        </pc:spChg>
        <pc:spChg chg="mod">
          <ac:chgData name="Li,Ansu (HP Medicine) BII-CN-S" userId="ec2f8842-dc81-4094-912e-223fc8542a04" providerId="ADAL" clId="{6C5D8256-F2E6-4DE1-8D68-32EBAA3F290A}" dt="2024-03-17T13:17:20.995" v="7341" actId="34136"/>
          <ac:spMkLst>
            <pc:docMk/>
            <pc:sldMk cId="2111420174" sldId="2147474339"/>
            <ac:spMk id="29" creationId="{93B995CE-569A-825F-13B7-47F15E9BA5FE}"/>
          </ac:spMkLst>
        </pc:spChg>
        <pc:spChg chg="mod">
          <ac:chgData name="Li,Ansu (HP Medicine) BII-CN-S" userId="ec2f8842-dc81-4094-912e-223fc8542a04" providerId="ADAL" clId="{6C5D8256-F2E6-4DE1-8D68-32EBAA3F290A}" dt="2024-03-17T13:17:20.995" v="7341" actId="34136"/>
          <ac:spMkLst>
            <pc:docMk/>
            <pc:sldMk cId="2111420174" sldId="2147474339"/>
            <ac:spMk id="30" creationId="{A06C81E1-326D-9D59-7176-5861B42EBBE3}"/>
          </ac:spMkLst>
        </pc:spChg>
        <pc:spChg chg="add del mod">
          <ac:chgData name="Li,Ansu (HP Medicine) BII-CN-S" userId="ec2f8842-dc81-4094-912e-223fc8542a04" providerId="ADAL" clId="{6C5D8256-F2E6-4DE1-8D68-32EBAA3F290A}" dt="2024-03-17T13:22:17.762" v="7463" actId="478"/>
          <ac:spMkLst>
            <pc:docMk/>
            <pc:sldMk cId="2111420174" sldId="2147474339"/>
            <ac:spMk id="31" creationId="{BF999614-F348-B1F4-BF5A-B77C71BFC2F8}"/>
          </ac:spMkLst>
        </pc:spChg>
        <pc:spChg chg="add mod">
          <ac:chgData name="Li,Ansu (HP Medicine) BII-CN-S" userId="ec2f8842-dc81-4094-912e-223fc8542a04" providerId="ADAL" clId="{6C5D8256-F2E6-4DE1-8D68-32EBAA3F290A}" dt="2024-03-17T13:25:36.862" v="7552" actId="1038"/>
          <ac:spMkLst>
            <pc:docMk/>
            <pc:sldMk cId="2111420174" sldId="2147474339"/>
            <ac:spMk id="32" creationId="{952E0258-DAE9-0056-4D7B-292FCF55BF55}"/>
          </ac:spMkLst>
        </pc:spChg>
        <pc:spChg chg="add mod">
          <ac:chgData name="Li,Ansu (HP Medicine) BII-CN-S" userId="ec2f8842-dc81-4094-912e-223fc8542a04" providerId="ADAL" clId="{6C5D8256-F2E6-4DE1-8D68-32EBAA3F290A}" dt="2024-03-17T13:25:36.862" v="7552" actId="1038"/>
          <ac:spMkLst>
            <pc:docMk/>
            <pc:sldMk cId="2111420174" sldId="2147474339"/>
            <ac:spMk id="33" creationId="{284F7B4F-9DDE-7F07-F012-14035C1A8E91}"/>
          </ac:spMkLst>
        </pc:spChg>
        <pc:spChg chg="add del mod">
          <ac:chgData name="Li,Ansu (HP Medicine) BII-CN-S" userId="ec2f8842-dc81-4094-912e-223fc8542a04" providerId="ADAL" clId="{6C5D8256-F2E6-4DE1-8D68-32EBAA3F290A}" dt="2024-03-17T13:17:26.687" v="7342" actId="478"/>
          <ac:spMkLst>
            <pc:docMk/>
            <pc:sldMk cId="2111420174" sldId="2147474339"/>
            <ac:spMk id="34" creationId="{291A2D4D-2478-CA93-82D9-08B5A6F55D72}"/>
          </ac:spMkLst>
        </pc:spChg>
        <pc:spChg chg="add mod">
          <ac:chgData name="Li,Ansu (HP Medicine) BII-CN-S" userId="ec2f8842-dc81-4094-912e-223fc8542a04" providerId="ADAL" clId="{6C5D8256-F2E6-4DE1-8D68-32EBAA3F290A}" dt="2024-03-17T13:25:36.862" v="7552" actId="1038"/>
          <ac:spMkLst>
            <pc:docMk/>
            <pc:sldMk cId="2111420174" sldId="2147474339"/>
            <ac:spMk id="35" creationId="{D07A87DB-0526-D6BA-D3DB-6EEF0AA8FD4C}"/>
          </ac:spMkLst>
        </pc:spChg>
        <pc:grpChg chg="mod">
          <ac:chgData name="Li,Ansu (HP Medicine) BII-CN-S" userId="ec2f8842-dc81-4094-912e-223fc8542a04" providerId="ADAL" clId="{6C5D8256-F2E6-4DE1-8D68-32EBAA3F290A}" dt="2024-03-17T15:25:06.117" v="9333" actId="1076"/>
          <ac:grpSpMkLst>
            <pc:docMk/>
            <pc:sldMk cId="2111420174" sldId="2147474339"/>
            <ac:grpSpMk id="9" creationId="{E89D35CA-3240-4348-EA4C-E3F0EBABC2AD}"/>
          </ac:grpSpMkLst>
        </pc:grpChg>
        <pc:graphicFrameChg chg="mod modGraphic">
          <ac:chgData name="Li,Ansu (HP Medicine) BII-CN-S" userId="ec2f8842-dc81-4094-912e-223fc8542a04" providerId="ADAL" clId="{6C5D8256-F2E6-4DE1-8D68-32EBAA3F290A}" dt="2024-03-17T15:25:14.312" v="9334" actId="1076"/>
          <ac:graphicFrameMkLst>
            <pc:docMk/>
            <pc:sldMk cId="2111420174" sldId="2147474339"/>
            <ac:graphicFrameMk id="28" creationId="{C75839B4-7AD4-5F3C-4D11-CBE961D76423}"/>
          </ac:graphicFrameMkLst>
        </pc:graphicFrameChg>
      </pc:sldChg>
      <pc:sldChg chg="addSp delSp modSp new mod">
        <pc:chgData name="Li,Ansu (HP Medicine) BII-CN-S" userId="ec2f8842-dc81-4094-912e-223fc8542a04" providerId="ADAL" clId="{6C5D8256-F2E6-4DE1-8D68-32EBAA3F290A}" dt="2024-03-18T03:31:38.428" v="12278" actId="14734"/>
        <pc:sldMkLst>
          <pc:docMk/>
          <pc:sldMk cId="3070587343" sldId="2147474339"/>
        </pc:sldMkLst>
        <pc:spChg chg="mod">
          <ac:chgData name="Li,Ansu (HP Medicine) BII-CN-S" userId="ec2f8842-dc81-4094-912e-223fc8542a04" providerId="ADAL" clId="{6C5D8256-F2E6-4DE1-8D68-32EBAA3F290A}" dt="2024-03-18T03:18:49.075" v="11952" actId="20577"/>
          <ac:spMkLst>
            <pc:docMk/>
            <pc:sldMk cId="3070587343" sldId="2147474339"/>
            <ac:spMk id="2" creationId="{5B8CA49C-B9E6-12BA-B4EA-C2364531950B}"/>
          </ac:spMkLst>
        </pc:spChg>
        <pc:spChg chg="del">
          <ac:chgData name="Li,Ansu (HP Medicine) BII-CN-S" userId="ec2f8842-dc81-4094-912e-223fc8542a04" providerId="ADAL" clId="{6C5D8256-F2E6-4DE1-8D68-32EBAA3F290A}" dt="2024-03-18T03:24:29.317" v="12016" actId="478"/>
          <ac:spMkLst>
            <pc:docMk/>
            <pc:sldMk cId="3070587343" sldId="2147474339"/>
            <ac:spMk id="3" creationId="{30074003-97E5-C187-BE80-8FE2C61C5C9D}"/>
          </ac:spMkLst>
        </pc:spChg>
        <pc:spChg chg="add del mod">
          <ac:chgData name="Li,Ansu (HP Medicine) BII-CN-S" userId="ec2f8842-dc81-4094-912e-223fc8542a04" providerId="ADAL" clId="{6C5D8256-F2E6-4DE1-8D68-32EBAA3F290A}" dt="2024-03-18T03:28:04.556" v="12107" actId="478"/>
          <ac:spMkLst>
            <pc:docMk/>
            <pc:sldMk cId="3070587343" sldId="2147474339"/>
            <ac:spMk id="7" creationId="{D852801C-4439-4054-D8A0-F462F8DD7AE2}"/>
          </ac:spMkLst>
        </pc:spChg>
        <pc:spChg chg="add del mod">
          <ac:chgData name="Li,Ansu (HP Medicine) BII-CN-S" userId="ec2f8842-dc81-4094-912e-223fc8542a04" providerId="ADAL" clId="{6C5D8256-F2E6-4DE1-8D68-32EBAA3F290A}" dt="2024-03-18T03:22:05.983" v="11955" actId="478"/>
          <ac:spMkLst>
            <pc:docMk/>
            <pc:sldMk cId="3070587343" sldId="2147474339"/>
            <ac:spMk id="8" creationId="{912F8729-47B3-262B-B15B-BA94AEDD5FF3}"/>
          </ac:spMkLst>
        </pc:spChg>
        <pc:spChg chg="add del mod ord">
          <ac:chgData name="Li,Ansu (HP Medicine) BII-CN-S" userId="ec2f8842-dc81-4094-912e-223fc8542a04" providerId="ADAL" clId="{6C5D8256-F2E6-4DE1-8D68-32EBAA3F290A}" dt="2024-03-18T03:28:04.556" v="12107" actId="478"/>
          <ac:spMkLst>
            <pc:docMk/>
            <pc:sldMk cId="3070587343" sldId="2147474339"/>
            <ac:spMk id="9" creationId="{165DC833-E44A-062C-9269-3B6EBC7C1AA7}"/>
          </ac:spMkLst>
        </pc:spChg>
        <pc:spChg chg="add del mod">
          <ac:chgData name="Li,Ansu (HP Medicine) BII-CN-S" userId="ec2f8842-dc81-4094-912e-223fc8542a04" providerId="ADAL" clId="{6C5D8256-F2E6-4DE1-8D68-32EBAA3F290A}" dt="2024-03-18T03:22:05.983" v="11955" actId="478"/>
          <ac:spMkLst>
            <pc:docMk/>
            <pc:sldMk cId="3070587343" sldId="2147474339"/>
            <ac:spMk id="10" creationId="{FD96CE9C-2839-88B0-FDE9-EFF49524CFDE}"/>
          </ac:spMkLst>
        </pc:spChg>
        <pc:spChg chg="add mod">
          <ac:chgData name="Li,Ansu (HP Medicine) BII-CN-S" userId="ec2f8842-dc81-4094-912e-223fc8542a04" providerId="ADAL" clId="{6C5D8256-F2E6-4DE1-8D68-32EBAA3F290A}" dt="2024-03-18T03:29:17.143" v="12124" actId="1076"/>
          <ac:spMkLst>
            <pc:docMk/>
            <pc:sldMk cId="3070587343" sldId="2147474339"/>
            <ac:spMk id="11" creationId="{2AA2F1C8-7458-9D48-A198-383D963B0801}"/>
          </ac:spMkLst>
        </pc:spChg>
        <pc:spChg chg="add del mod">
          <ac:chgData name="Li,Ansu (HP Medicine) BII-CN-S" userId="ec2f8842-dc81-4094-912e-223fc8542a04" providerId="ADAL" clId="{6C5D8256-F2E6-4DE1-8D68-32EBAA3F290A}" dt="2024-03-18T03:30:58.185" v="12267" actId="12788"/>
          <ac:spMkLst>
            <pc:docMk/>
            <pc:sldMk cId="3070587343" sldId="2147474339"/>
            <ac:spMk id="21" creationId="{3DD851A8-5202-CC2C-4D34-E767B6BAF2EB}"/>
          </ac:spMkLst>
        </pc:spChg>
        <pc:graphicFrameChg chg="add mod modGraphic">
          <ac:chgData name="Li,Ansu (HP Medicine) BII-CN-S" userId="ec2f8842-dc81-4094-912e-223fc8542a04" providerId="ADAL" clId="{6C5D8256-F2E6-4DE1-8D68-32EBAA3F290A}" dt="2024-03-18T03:31:24.723" v="12277" actId="14100"/>
          <ac:graphicFrameMkLst>
            <pc:docMk/>
            <pc:sldMk cId="3070587343" sldId="2147474339"/>
            <ac:graphicFrameMk id="6" creationId="{1E8A672C-DE87-FBAB-5FD5-7D50AA82A9B3}"/>
          </ac:graphicFrameMkLst>
        </pc:graphicFrameChg>
        <pc:graphicFrameChg chg="add del mod modGraphic">
          <ac:chgData name="Li,Ansu (HP Medicine) BII-CN-S" userId="ec2f8842-dc81-4094-912e-223fc8542a04" providerId="ADAL" clId="{6C5D8256-F2E6-4DE1-8D68-32EBAA3F290A}" dt="2024-03-18T03:31:38.428" v="12278" actId="14734"/>
          <ac:graphicFrameMkLst>
            <pc:docMk/>
            <pc:sldMk cId="3070587343" sldId="2147474339"/>
            <ac:graphicFrameMk id="20" creationId="{882BA0AC-594E-F79D-EBCA-C5A7A5011078}"/>
          </ac:graphicFrameMkLst>
        </pc:graphicFrameChg>
        <pc:cxnChg chg="add del mod">
          <ac:chgData name="Li,Ansu (HP Medicine) BII-CN-S" userId="ec2f8842-dc81-4094-912e-223fc8542a04" providerId="ADAL" clId="{6C5D8256-F2E6-4DE1-8D68-32EBAA3F290A}" dt="2024-03-18T03:28:04.556" v="12107" actId="478"/>
          <ac:cxnSpMkLst>
            <pc:docMk/>
            <pc:sldMk cId="3070587343" sldId="2147474339"/>
            <ac:cxnSpMk id="13" creationId="{55CEFCCE-B4E5-DCBA-5230-F52FEC077CFC}"/>
          </ac:cxnSpMkLst>
        </pc:cxnChg>
        <pc:cxnChg chg="add mod ord">
          <ac:chgData name="Li,Ansu (HP Medicine) BII-CN-S" userId="ec2f8842-dc81-4094-912e-223fc8542a04" providerId="ADAL" clId="{6C5D8256-F2E6-4DE1-8D68-32EBAA3F290A}" dt="2024-03-18T03:29:17.143" v="12124" actId="1076"/>
          <ac:cxnSpMkLst>
            <pc:docMk/>
            <pc:sldMk cId="3070587343" sldId="2147474339"/>
            <ac:cxnSpMk id="14" creationId="{1FF005F2-F7A7-E823-B68E-4FA72D605079}"/>
          </ac:cxnSpMkLst>
        </pc:cxnChg>
        <pc:cxnChg chg="add del mod">
          <ac:chgData name="Li,Ansu (HP Medicine) BII-CN-S" userId="ec2f8842-dc81-4094-912e-223fc8542a04" providerId="ADAL" clId="{6C5D8256-F2E6-4DE1-8D68-32EBAA3F290A}" dt="2024-03-18T03:28:04.556" v="12107" actId="478"/>
          <ac:cxnSpMkLst>
            <pc:docMk/>
            <pc:sldMk cId="3070587343" sldId="2147474339"/>
            <ac:cxnSpMk id="16" creationId="{3102BD74-F23B-0A78-B05F-E3E1466195F3}"/>
          </ac:cxnSpMkLst>
        </pc:cxnChg>
        <pc:cxnChg chg="add del mod">
          <ac:chgData name="Li,Ansu (HP Medicine) BII-CN-S" userId="ec2f8842-dc81-4094-912e-223fc8542a04" providerId="ADAL" clId="{6C5D8256-F2E6-4DE1-8D68-32EBAA3F290A}" dt="2024-03-18T03:30:58.185" v="12267" actId="12788"/>
          <ac:cxnSpMkLst>
            <pc:docMk/>
            <pc:sldMk cId="3070587343" sldId="2147474339"/>
            <ac:cxnSpMk id="19" creationId="{F6D67CD2-68B2-4C0B-AA3A-231F3B05D952}"/>
          </ac:cxnSpMkLst>
        </pc:cxnChg>
      </pc:sldChg>
      <pc:sldChg chg="modSp new mod">
        <pc:chgData name="Li,Ansu (HP Medicine) BII-CN-S" userId="ec2f8842-dc81-4094-912e-223fc8542a04" providerId="ADAL" clId="{6C5D8256-F2E6-4DE1-8D68-32EBAA3F290A}" dt="2024-03-18T08:22:02.824" v="13241" actId="20577"/>
        <pc:sldMkLst>
          <pc:docMk/>
          <pc:sldMk cId="3955652979" sldId="2147474340"/>
        </pc:sldMkLst>
        <pc:spChg chg="mod">
          <ac:chgData name="Li,Ansu (HP Medicine) BII-CN-S" userId="ec2f8842-dc81-4094-912e-223fc8542a04" providerId="ADAL" clId="{6C5D8256-F2E6-4DE1-8D68-32EBAA3F290A}" dt="2024-03-18T03:45:50.002" v="12464" actId="1035"/>
          <ac:spMkLst>
            <pc:docMk/>
            <pc:sldMk cId="3955652979" sldId="2147474340"/>
            <ac:spMk id="2" creationId="{B7FBF52E-0344-639D-F035-17442BBDD1AC}"/>
          </ac:spMkLst>
        </pc:spChg>
        <pc:spChg chg="mod">
          <ac:chgData name="Li,Ansu (HP Medicine) BII-CN-S" userId="ec2f8842-dc81-4094-912e-223fc8542a04" providerId="ADAL" clId="{6C5D8256-F2E6-4DE1-8D68-32EBAA3F290A}" dt="2024-03-18T08:22:02.824" v="13241" actId="20577"/>
          <ac:spMkLst>
            <pc:docMk/>
            <pc:sldMk cId="3955652979" sldId="2147474340"/>
            <ac:spMk id="3" creationId="{8C9087E7-8D4D-6606-1D24-80E3C7AC1E7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1"/>
            <c:bubble3D val="0"/>
            <c:extLst>
              <c:ext xmlns:c16="http://schemas.microsoft.com/office/drawing/2014/chart" uri="{C3380CC4-5D6E-409C-BE32-E72D297353CC}">
                <c16:uniqueId val="{00000000-CD81-45A7-8DD9-FF6FEAFA336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8.2000000000000011</c:v>
                </c:pt>
                <c:pt idx="1">
                  <c:v>3.2</c:v>
                </c:pt>
                <c:pt idx="2">
                  <c:v>1.4</c:v>
                </c:pt>
                <c:pt idx="3">
                  <c:v>1.2</c:v>
                </c:pt>
              </c:numCache>
            </c:numRef>
          </c:val>
          <c:extLst>
            <c:ext xmlns:c16="http://schemas.microsoft.com/office/drawing/2014/chart" uri="{C3380CC4-5D6E-409C-BE32-E72D297353CC}">
              <c16:uniqueId val="{00000001-CD81-45A7-8DD9-FF6FEAFA336E}"/>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B2E85-FB52-4E26-944A-5E77E5B6CBE9}" type="datetimeFigureOut">
              <a:t>5/28/2025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EB7E27-BC48-4312-BED2-DCDA9A3CFB12}" type="slidenum">
              <a:t>‹#›</a:t>
            </a:fld>
            <a:endParaRPr lang="en-US"/>
          </a:p>
        </p:txBody>
      </p:sp>
    </p:spTree>
    <p:extLst>
      <p:ext uri="{BB962C8B-B14F-4D97-AF65-F5344CB8AC3E}">
        <p14:creationId xmlns:p14="http://schemas.microsoft.com/office/powerpoint/2010/main" val="3732622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EB7E27-BC48-4312-BED2-DCDA9A3CFB12}" type="slidenum">
              <a:rPr lang="en-IN" smtClean="0"/>
              <a:t>3</a:t>
            </a:fld>
            <a:endParaRPr lang="en-IN"/>
          </a:p>
        </p:txBody>
      </p:sp>
    </p:spTree>
    <p:extLst>
      <p:ext uri="{BB962C8B-B14F-4D97-AF65-F5344CB8AC3E}">
        <p14:creationId xmlns:p14="http://schemas.microsoft.com/office/powerpoint/2010/main" val="675727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Crohn’s disease</a:t>
            </a:r>
            <a:endParaRPr lang="zh-CN" altLang="en-US"/>
          </a:p>
        </p:txBody>
      </p:sp>
      <p:sp>
        <p:nvSpPr>
          <p:cNvPr id="4" name="Slide Number Placeholder 3"/>
          <p:cNvSpPr>
            <a:spLocks noGrp="1"/>
          </p:cNvSpPr>
          <p:nvPr>
            <p:ph type="sldNum" sz="quarter" idx="5"/>
          </p:nvPr>
        </p:nvSpPr>
        <p:spPr/>
        <p:txBody>
          <a:bodyPr/>
          <a:lstStyle/>
          <a:p>
            <a:fld id="{16EB7E27-BC48-4312-BED2-DCDA9A3CFB12}" type="slidenum">
              <a:rPr lang="en-US" altLang="zh-CN" smtClean="0"/>
              <a:t>4</a:t>
            </a:fld>
            <a:endParaRPr lang="zh-CN" altLang="en-US"/>
          </a:p>
        </p:txBody>
      </p:sp>
    </p:spTree>
    <p:extLst>
      <p:ext uri="{BB962C8B-B14F-4D97-AF65-F5344CB8AC3E}">
        <p14:creationId xmlns:p14="http://schemas.microsoft.com/office/powerpoint/2010/main" val="1131222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Inspection: Oxford model</a:t>
            </a:r>
            <a:endParaRPr lang="zh-CN" altLang="en-US"/>
          </a:p>
        </p:txBody>
      </p:sp>
      <p:sp>
        <p:nvSpPr>
          <p:cNvPr id="4" name="Slide Number Placeholder 3"/>
          <p:cNvSpPr>
            <a:spLocks noGrp="1"/>
          </p:cNvSpPr>
          <p:nvPr>
            <p:ph type="sldNum" sz="quarter" idx="5"/>
          </p:nvPr>
        </p:nvSpPr>
        <p:spPr/>
        <p:txBody>
          <a:bodyPr/>
          <a:lstStyle/>
          <a:p>
            <a:fld id="{16EB7E27-BC48-4312-BED2-DCDA9A3CFB12}" type="slidenum">
              <a:rPr lang="en-US" altLang="zh-CN" smtClean="0"/>
              <a:t>5</a:t>
            </a:fld>
            <a:endParaRPr lang="zh-CN" altLang="en-US"/>
          </a:p>
        </p:txBody>
      </p:sp>
    </p:spTree>
    <p:extLst>
      <p:ext uri="{BB962C8B-B14F-4D97-AF65-F5344CB8AC3E}">
        <p14:creationId xmlns:p14="http://schemas.microsoft.com/office/powerpoint/2010/main" val="42419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ltLang="zh-CN" dirty="0"/>
              <a:t>Regular touchpoint: EL </a:t>
            </a:r>
            <a:r>
              <a:rPr lang="en-US" altLang="zh-CN" dirty="0" err="1"/>
              <a:t>involvemen</a:t>
            </a:r>
            <a:endParaRPr lang="en-US" altLang="zh-CN" dirty="0"/>
          </a:p>
          <a:p>
            <a:pPr marL="228600" indent="-228600">
              <a:buAutoNum type="arabicPeriod"/>
            </a:pPr>
            <a:r>
              <a:rPr lang="en-US" altLang="zh-CN" dirty="0"/>
              <a:t>PI engagement plan: </a:t>
            </a:r>
            <a:endParaRPr lang="zh-CN" altLang="en-US" dirty="0"/>
          </a:p>
        </p:txBody>
      </p:sp>
      <p:sp>
        <p:nvSpPr>
          <p:cNvPr id="4" name="Slide Number Placeholder 3"/>
          <p:cNvSpPr>
            <a:spLocks noGrp="1"/>
          </p:cNvSpPr>
          <p:nvPr>
            <p:ph type="sldNum" sz="quarter" idx="5"/>
          </p:nvPr>
        </p:nvSpPr>
        <p:spPr/>
        <p:txBody>
          <a:bodyPr/>
          <a:lstStyle/>
          <a:p>
            <a:fld id="{16EB7E27-BC48-4312-BED2-DCDA9A3CFB12}" type="slidenum">
              <a:rPr lang="en-US" altLang="zh-CN" smtClean="0"/>
              <a:t>6</a:t>
            </a:fld>
            <a:endParaRPr lang="zh-CN" altLang="en-US"/>
          </a:p>
        </p:txBody>
      </p:sp>
    </p:spTree>
    <p:extLst>
      <p:ext uri="{BB962C8B-B14F-4D97-AF65-F5344CB8AC3E}">
        <p14:creationId xmlns:p14="http://schemas.microsoft.com/office/powerpoint/2010/main" val="4056273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EB7E27-BC48-4312-BED2-DCDA9A3CFB12}" type="slidenum">
              <a:rPr lang="en-IN" smtClean="0"/>
              <a:t>8</a:t>
            </a:fld>
            <a:endParaRPr lang="en-IN"/>
          </a:p>
        </p:txBody>
      </p:sp>
    </p:spTree>
    <p:extLst>
      <p:ext uri="{BB962C8B-B14F-4D97-AF65-F5344CB8AC3E}">
        <p14:creationId xmlns:p14="http://schemas.microsoft.com/office/powerpoint/2010/main" val="336899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1.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1.wdp"/></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1.wdp"/></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8.png"/><Relationship Id="rId4" Type="http://schemas.microsoft.com/office/2007/relationships/hdphoto" Target="../media/hdphoto1.wdp"/></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1.wdp"/></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1.wdp"/></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7.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1.wdp"/></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8.png"/><Relationship Id="rId4" Type="http://schemas.microsoft.com/office/2007/relationships/hdphoto" Target="../media/hdphoto1.wdp"/></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emf"/><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29.png"/><Relationship Id="rId4" Type="http://schemas.openxmlformats.org/officeDocument/2006/relationships/image" Target="../media/image32.sv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3.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33.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34.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7.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5.xml"/><Relationship Id="rId5" Type="http://schemas.openxmlformats.org/officeDocument/2006/relationships/image" Target="../media/image8.png"/><Relationship Id="rId4" Type="http://schemas.microsoft.com/office/2007/relationships/hdphoto" Target="../media/hdphoto1.wdp"/></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5.xml"/><Relationship Id="rId5" Type="http://schemas.openxmlformats.org/officeDocument/2006/relationships/image" Target="../media/image8.png"/><Relationship Id="rId4" Type="http://schemas.microsoft.com/office/2007/relationships/hdphoto" Target="../media/hdphoto1.wdp"/></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7.png"/></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5.xml"/><Relationship Id="rId5" Type="http://schemas.openxmlformats.org/officeDocument/2006/relationships/image" Target="../media/image8.png"/><Relationship Id="rId4" Type="http://schemas.microsoft.com/office/2007/relationships/hdphoto" Target="../media/hdphoto1.wdp"/></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 Id="rId5" Type="http://schemas.microsoft.com/office/2007/relationships/hdphoto" Target="../media/hdphoto1.wdp"/><Relationship Id="rId4" Type="http://schemas.openxmlformats.org/officeDocument/2006/relationships/image" Target="../media/image7.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5.xml"/><Relationship Id="rId5" Type="http://schemas.openxmlformats.org/officeDocument/2006/relationships/image" Target="../media/image8.png"/><Relationship Id="rId4" Type="http://schemas.microsoft.com/office/2007/relationships/hdphoto" Target="../media/hdphoto1.wdp"/></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5.xml"/><Relationship Id="rId4" Type="http://schemas.openxmlformats.org/officeDocument/2006/relationships/image" Target="../media/image10.jpe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5.xml"/><Relationship Id="rId5" Type="http://schemas.openxmlformats.org/officeDocument/2006/relationships/image" Target="../media/image8.png"/><Relationship Id="rId4" Type="http://schemas.microsoft.com/office/2007/relationships/hdphoto" Target="../media/hdphoto1.wdp"/></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6.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6.xml"/><Relationship Id="rId5" Type="http://schemas.openxmlformats.org/officeDocument/2006/relationships/image" Target="../media/image44.svg"/><Relationship Id="rId4" Type="http://schemas.openxmlformats.org/officeDocument/2006/relationships/image" Target="../media/image43.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6.xml"/><Relationship Id="rId6" Type="http://schemas.openxmlformats.org/officeDocument/2006/relationships/image" Target="../media/image49.png"/><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 Id="rId6" Type="http://schemas.openxmlformats.org/officeDocument/2006/relationships/image" Target="../media/image49.png"/><Relationship Id="rId5" Type="http://schemas.openxmlformats.org/officeDocument/2006/relationships/image" Target="../media/image51.svg"/><Relationship Id="rId4" Type="http://schemas.openxmlformats.org/officeDocument/2006/relationships/image" Target="../media/image39.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6.xml"/><Relationship Id="rId4" Type="http://schemas.openxmlformats.org/officeDocument/2006/relationships/image" Target="../media/image49.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6.xml"/><Relationship Id="rId5" Type="http://schemas.openxmlformats.org/officeDocument/2006/relationships/image" Target="../media/image8.png"/><Relationship Id="rId4" Type="http://schemas.microsoft.com/office/2007/relationships/hdphoto" Target="../media/hdphoto1.wdp"/></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7.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7.xml"/><Relationship Id="rId5" Type="http://schemas.openxmlformats.org/officeDocument/2006/relationships/image" Target="../media/image44.svg"/><Relationship Id="rId4" Type="http://schemas.openxmlformats.org/officeDocument/2006/relationships/image" Target="../media/image43.pn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7.xml"/><Relationship Id="rId6" Type="http://schemas.openxmlformats.org/officeDocument/2006/relationships/image" Target="../media/image49.png"/><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 Id="rId6" Type="http://schemas.openxmlformats.org/officeDocument/2006/relationships/image" Target="../media/image49.png"/><Relationship Id="rId5" Type="http://schemas.openxmlformats.org/officeDocument/2006/relationships/image" Target="../media/image51.svg"/><Relationship Id="rId4" Type="http://schemas.openxmlformats.org/officeDocument/2006/relationships/image" Target="../media/image39.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7.xml"/><Relationship Id="rId4" Type="http://schemas.openxmlformats.org/officeDocument/2006/relationships/image" Target="../media/image49.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7.xml"/><Relationship Id="rId5" Type="http://schemas.openxmlformats.org/officeDocument/2006/relationships/image" Target="../media/image8.png"/><Relationship Id="rId4" Type="http://schemas.microsoft.com/office/2007/relationships/hdphoto" Target="../media/hdphoto1.wdp"/></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8.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8.xml"/><Relationship Id="rId5" Type="http://schemas.openxmlformats.org/officeDocument/2006/relationships/image" Target="../media/image44.svg"/><Relationship Id="rId4" Type="http://schemas.openxmlformats.org/officeDocument/2006/relationships/image" Target="../media/image43.png"/></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8.xml"/><Relationship Id="rId6" Type="http://schemas.openxmlformats.org/officeDocument/2006/relationships/image" Target="../media/image49.png"/><Relationship Id="rId5" Type="http://schemas.openxmlformats.org/officeDocument/2006/relationships/image" Target="../media/image40.svg"/><Relationship Id="rId4" Type="http://schemas.openxmlformats.org/officeDocument/2006/relationships/image" Target="../media/image39.png"/></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 Id="rId6" Type="http://schemas.openxmlformats.org/officeDocument/2006/relationships/image" Target="../media/image49.png"/><Relationship Id="rId5" Type="http://schemas.openxmlformats.org/officeDocument/2006/relationships/image" Target="../media/image51.svg"/><Relationship Id="rId4" Type="http://schemas.openxmlformats.org/officeDocument/2006/relationships/image" Target="../media/image39.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8.xml"/><Relationship Id="rId4" Type="http://schemas.openxmlformats.org/officeDocument/2006/relationships/image" Target="../media/image49.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8.xml"/><Relationship Id="rId5" Type="http://schemas.openxmlformats.org/officeDocument/2006/relationships/image" Target="../media/image8.png"/><Relationship Id="rId4" Type="http://schemas.microsoft.com/office/2007/relationships/hdphoto" Target="../media/hdphoto1.wdp"/></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9.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9.xml"/><Relationship Id="rId5" Type="http://schemas.openxmlformats.org/officeDocument/2006/relationships/image" Target="../media/image44.svg"/><Relationship Id="rId4" Type="http://schemas.openxmlformats.org/officeDocument/2006/relationships/image" Target="../media/image43.png"/></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9.xml"/><Relationship Id="rId6" Type="http://schemas.openxmlformats.org/officeDocument/2006/relationships/image" Target="../media/image49.png"/><Relationship Id="rId5" Type="http://schemas.openxmlformats.org/officeDocument/2006/relationships/image" Target="../media/image40.svg"/><Relationship Id="rId4" Type="http://schemas.openxmlformats.org/officeDocument/2006/relationships/image" Target="../media/image39.png"/></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 Id="rId6" Type="http://schemas.openxmlformats.org/officeDocument/2006/relationships/image" Target="../media/image49.png"/><Relationship Id="rId5" Type="http://schemas.openxmlformats.org/officeDocument/2006/relationships/image" Target="../media/image51.svg"/><Relationship Id="rId4" Type="http://schemas.openxmlformats.org/officeDocument/2006/relationships/image" Target="../media/image39.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9.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9.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9.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9.xml"/></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9.xml"/><Relationship Id="rId4" Type="http://schemas.openxmlformats.org/officeDocument/2006/relationships/image" Target="../media/image49.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9.xml"/><Relationship Id="rId5" Type="http://schemas.openxmlformats.org/officeDocument/2006/relationships/image" Target="../media/image8.png"/><Relationship Id="rId4" Type="http://schemas.microsoft.com/office/2007/relationships/hdphoto" Target="../media/hdphoto1.wdp"/></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10.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0.xml"/><Relationship Id="rId5" Type="http://schemas.openxmlformats.org/officeDocument/2006/relationships/image" Target="../media/image44.svg"/><Relationship Id="rId4" Type="http://schemas.openxmlformats.org/officeDocument/2006/relationships/image" Target="../media/image43.png"/></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10.xml"/><Relationship Id="rId6" Type="http://schemas.openxmlformats.org/officeDocument/2006/relationships/image" Target="../media/image49.png"/><Relationship Id="rId5" Type="http://schemas.openxmlformats.org/officeDocument/2006/relationships/image" Target="../media/image40.svg"/><Relationship Id="rId4" Type="http://schemas.openxmlformats.org/officeDocument/2006/relationships/image" Target="../media/image39.png"/></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 Id="rId6" Type="http://schemas.openxmlformats.org/officeDocument/2006/relationships/image" Target="../media/image49.png"/><Relationship Id="rId5" Type="http://schemas.openxmlformats.org/officeDocument/2006/relationships/image" Target="../media/image51.svg"/><Relationship Id="rId4" Type="http://schemas.openxmlformats.org/officeDocument/2006/relationships/image" Target="../media/image39.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6.png"/><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10.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10.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10.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Master" Target="../slideMasters/slideMaster10.xml"/><Relationship Id="rId4" Type="http://schemas.openxmlformats.org/officeDocument/2006/relationships/image" Target="../media/image49.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0.xml"/><Relationship Id="rId5" Type="http://schemas.openxmlformats.org/officeDocument/2006/relationships/image" Target="../media/image8.png"/><Relationship Id="rId4" Type="http://schemas.microsoft.com/office/2007/relationships/hdphoto" Target="../media/hdphoto1.wdp"/></Relationships>
</file>

<file path=ppt/slideLayouts/_rels/slideLayout299.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Blue &amp; Yellow -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6569" y="6287115"/>
            <a:ext cx="1288963" cy="385148"/>
          </a:xfrm>
          <a:prstGeom prst="rect">
            <a:avLst/>
          </a:prstGeom>
        </p:spPr>
      </p:pic>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485775" y="6356350"/>
            <a:ext cx="1869813" cy="365125"/>
          </a:xfrm>
          <a:prstGeom prst="rect">
            <a:avLst/>
          </a:prstGeom>
        </p:spPr>
        <p:txBody>
          <a:bodyPr lIns="0"/>
          <a:lstStyle>
            <a:lvl1pPr algn="l">
              <a:defRPr>
                <a:solidFill>
                  <a:schemeClr val="accent1"/>
                </a:solidFill>
              </a:defRPr>
            </a:lvl1pPr>
          </a:lstStyle>
          <a:p>
            <a:fld id="{E5A00489-74D6-4F40-9B2D-C4C743F797E8}" type="slidenum">
              <a:rPr lang="en-GB" smtClean="0"/>
              <a:t>‹#›</a:t>
            </a:fld>
            <a:endParaRPr lang="en-GB"/>
          </a:p>
        </p:txBody>
      </p:sp>
    </p:spTree>
    <p:extLst>
      <p:ext uri="{BB962C8B-B14F-4D97-AF65-F5344CB8AC3E}">
        <p14:creationId xmlns:p14="http://schemas.microsoft.com/office/powerpoint/2010/main" val="141734469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5821E648-D190-4E9D-8042-301830BACD2D}"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9" name="Picture 8" descr="A picture containing background pattern&#10;&#10;Description automatically generated">
            <a:extLst>
              <a:ext uri="{FF2B5EF4-FFF2-40B4-BE49-F238E27FC236}">
                <a16:creationId xmlns:a16="http://schemas.microsoft.com/office/drawing/2014/main" id="{24CD343C-5C48-0EF9-5C13-3DFCB969F2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1" name="Picture 10" descr="Logo, company name&#10;&#10;Description automatically generated">
            <a:extLst>
              <a:ext uri="{FF2B5EF4-FFF2-40B4-BE49-F238E27FC236}">
                <a16:creationId xmlns:a16="http://schemas.microsoft.com/office/drawing/2014/main" id="{F5B3F95F-C082-96ED-E527-0ECB520B52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pic>
        <p:nvPicPr>
          <p:cNvPr id="12" name="Picture 11" descr="A picture containing text&#10;&#10;Description automatically generated">
            <a:extLst>
              <a:ext uri="{FF2B5EF4-FFF2-40B4-BE49-F238E27FC236}">
                <a16:creationId xmlns:a16="http://schemas.microsoft.com/office/drawing/2014/main" id="{F153A62D-0A4F-89C3-8104-78C283811E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705364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DB57EC71-65AB-4EF3-B264-49132AC5E7A8}"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descr="Logo&#10;&#10;Description automatically generated">
            <a:extLst>
              <a:ext uri="{FF2B5EF4-FFF2-40B4-BE49-F238E27FC236}">
                <a16:creationId xmlns:a16="http://schemas.microsoft.com/office/drawing/2014/main" id="{A89AB175-BEBC-B962-092F-B11C4B54EB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0A8A84A-CFF4-1239-488B-A2571B36240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19629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66129671"/>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Onboarding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330502" y="43004"/>
            <a:ext cx="9948925" cy="1325563"/>
          </a:xfrm>
        </p:spPr>
        <p:txBody>
          <a:bodyPr>
            <a:normAutofit/>
          </a:bodyPr>
          <a:lstStyle>
            <a:lvl1pPr>
              <a:defRPr sz="4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a:xfrm>
            <a:off x="330502" y="1463319"/>
            <a:ext cx="11566223" cy="427575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114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45CAB5B0-9EC0-4171-85BD-48C8E8AB387D}"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10" name="Picture 9" descr="Logo, company name&#10;&#10;Description automatically generated">
            <a:extLst>
              <a:ext uri="{FF2B5EF4-FFF2-40B4-BE49-F238E27FC236}">
                <a16:creationId xmlns:a16="http://schemas.microsoft.com/office/drawing/2014/main" id="{47A1E514-BAA2-4AB7-9ABA-F904292FFC25}"/>
              </a:ext>
            </a:extLst>
          </p:cNvPr>
          <p:cNvPicPr>
            <a:picLocks noChangeAspect="1"/>
          </p:cNvPicPr>
          <p:nvPr/>
        </p:nvPicPr>
        <p:blipFill rotWithShape="1">
          <a:blip r:embed="rId4"/>
          <a:srcRect l="3571" t="5926" r="3571" b="15926"/>
          <a:stretch/>
        </p:blipFill>
        <p:spPr>
          <a:xfrm>
            <a:off x="10261549" y="453891"/>
            <a:ext cx="1609484" cy="917842"/>
          </a:xfrm>
          <a:prstGeom prst="rect">
            <a:avLst/>
          </a:prstGeom>
        </p:spPr>
      </p:pic>
      <p:pic>
        <p:nvPicPr>
          <p:cNvPr id="9" name="Picture 8" descr="Shape, arrow&#10;&#10;Description automatically generated">
            <a:extLst>
              <a:ext uri="{FF2B5EF4-FFF2-40B4-BE49-F238E27FC236}">
                <a16:creationId xmlns:a16="http://schemas.microsoft.com/office/drawing/2014/main" id="{077A904D-B9E5-9912-219A-AE5B5C123C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870D1F43-0B07-5FE8-E9D7-E36BE372CE0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384326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07DA3FBF-6DA7-4262-A968-3F754B104578}"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shape&#10;&#10;Description automatically generated">
            <a:extLst>
              <a:ext uri="{FF2B5EF4-FFF2-40B4-BE49-F238E27FC236}">
                <a16:creationId xmlns:a16="http://schemas.microsoft.com/office/drawing/2014/main" id="{C3B0BF13-DB86-5480-E420-BA715B997E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Tree>
    <p:extLst>
      <p:ext uri="{BB962C8B-B14F-4D97-AF65-F5344CB8AC3E}">
        <p14:creationId xmlns:p14="http://schemas.microsoft.com/office/powerpoint/2010/main" val="149361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0B16A085-25F1-42B4-B2E6-FEAA7F80BF9B}"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9" name="Picture 8" descr="A picture containing shape&#10;&#10;Description automatically generated">
            <a:extLst>
              <a:ext uri="{FF2B5EF4-FFF2-40B4-BE49-F238E27FC236}">
                <a16:creationId xmlns:a16="http://schemas.microsoft.com/office/drawing/2014/main" id="{03E07AC4-7DA8-D2DC-2FAC-540F35815D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361B6338-D0B2-8AEA-B489-42CFD9966416}"/>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1" name="Picture 10">
            <a:extLst>
              <a:ext uri="{FF2B5EF4-FFF2-40B4-BE49-F238E27FC236}">
                <a16:creationId xmlns:a16="http://schemas.microsoft.com/office/drawing/2014/main" id="{CA2B8F42-39B5-8819-9E71-3F6FD4EECCC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Tree>
    <p:extLst>
      <p:ext uri="{BB962C8B-B14F-4D97-AF65-F5344CB8AC3E}">
        <p14:creationId xmlns:p14="http://schemas.microsoft.com/office/powerpoint/2010/main" val="171104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71303995-756C-488A-A691-FA79028A2741}"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descr="A picture containing shape&#10;&#10;Description automatically generated">
            <a:extLst>
              <a:ext uri="{FF2B5EF4-FFF2-40B4-BE49-F238E27FC236}">
                <a16:creationId xmlns:a16="http://schemas.microsoft.com/office/drawing/2014/main" id="{C7A464A6-FE50-733C-0A66-F30C10BEAB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8" name="Picture 7" descr="A picture containing computer, light&#10;&#10;Description automatically generated">
            <a:extLst>
              <a:ext uri="{FF2B5EF4-FFF2-40B4-BE49-F238E27FC236}">
                <a16:creationId xmlns:a16="http://schemas.microsoft.com/office/drawing/2014/main" id="{17C75372-95A4-8617-F4CE-F9860BAA697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Tree>
    <p:extLst>
      <p:ext uri="{BB962C8B-B14F-4D97-AF65-F5344CB8AC3E}">
        <p14:creationId xmlns:p14="http://schemas.microsoft.com/office/powerpoint/2010/main" val="3078152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Blank Dark">
    <p:bg>
      <p:bgPr>
        <a:solidFill>
          <a:srgbClr val="003366"/>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B9DD2ED2-A5BD-4174-8A51-3CCF9D3DF811}"/>
              </a:ext>
            </a:extLst>
          </p:cNvPr>
          <p:cNvSpPr>
            <a:spLocks noGrp="1"/>
          </p:cNvSpPr>
          <p:nvPr>
            <p:ph type="dt" sz="half" idx="10"/>
          </p:nvPr>
        </p:nvSpPr>
        <p:spPr>
          <a:xfrm>
            <a:off x="211312" y="6356350"/>
            <a:ext cx="2743200" cy="365125"/>
          </a:xfrm>
          <a:prstGeom prst="rect">
            <a:avLst/>
          </a:prstGeom>
        </p:spPr>
        <p:txBody>
          <a:bodyPr/>
          <a:lstStyle/>
          <a:p>
            <a:fld id="{BFC38D3D-539D-4CDB-B20F-3928BBC1204D}" type="datetime1">
              <a:rPr lang="en-GB" smtClean="0"/>
              <a:t>28/05/2025</a:t>
            </a:fld>
            <a:endParaRPr lang="en-GB"/>
          </a:p>
        </p:txBody>
      </p:sp>
      <p:sp>
        <p:nvSpPr>
          <p:cNvPr id="5" name="Footer Placeholder 4">
            <a:extLst>
              <a:ext uri="{FF2B5EF4-FFF2-40B4-BE49-F238E27FC236}">
                <a16:creationId xmlns:a16="http://schemas.microsoft.com/office/drawing/2014/main" id="{179DB6F4-BDB3-4223-99CB-BEEE0499D52F}"/>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B6C56064-73EC-4436-B739-0A9963D787FA}"/>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5FAF98CB-6812-B4C5-840A-75071DCF914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5CDA6A29-9047-3270-CE84-E6062359914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Tree>
    <p:extLst>
      <p:ext uri="{BB962C8B-B14F-4D97-AF65-F5344CB8AC3E}">
        <p14:creationId xmlns:p14="http://schemas.microsoft.com/office/powerpoint/2010/main" val="462244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_Blank Dark (dark logo)">
    <p:bg>
      <p:bgPr>
        <a:solidFill>
          <a:srgbClr val="00336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9B7BD4D3-3CEA-42C6-81E0-0419B2749D57}"/>
              </a:ext>
            </a:extLst>
          </p:cNvPr>
          <p:cNvSpPr>
            <a:spLocks noGrp="1"/>
          </p:cNvSpPr>
          <p:nvPr>
            <p:ph type="dt" sz="half" idx="10"/>
          </p:nvPr>
        </p:nvSpPr>
        <p:spPr>
          <a:xfrm>
            <a:off x="211312" y="6356350"/>
            <a:ext cx="2743200" cy="365125"/>
          </a:xfrm>
          <a:prstGeom prst="rect">
            <a:avLst/>
          </a:prstGeom>
        </p:spPr>
        <p:txBody>
          <a:bodyPr/>
          <a:lstStyle/>
          <a:p>
            <a:fld id="{925F7906-4674-4B26-A553-82118F362BAF}" type="datetime1">
              <a:rPr lang="en-GB" smtClean="0"/>
              <a:t>28/05/2025</a:t>
            </a:fld>
            <a:endParaRPr lang="en-GB"/>
          </a:p>
        </p:txBody>
      </p:sp>
      <p:sp>
        <p:nvSpPr>
          <p:cNvPr id="4" name="Footer Placeholder 3">
            <a:extLst>
              <a:ext uri="{FF2B5EF4-FFF2-40B4-BE49-F238E27FC236}">
                <a16:creationId xmlns:a16="http://schemas.microsoft.com/office/drawing/2014/main" id="{063E4312-4B0F-45A3-B648-BBEE6572EF93}"/>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8B3E0EEE-A3B5-4B5A-8BC5-85472CD6DF76}"/>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a:extLst>
              <a:ext uri="{FF2B5EF4-FFF2-40B4-BE49-F238E27FC236}">
                <a16:creationId xmlns:a16="http://schemas.microsoft.com/office/drawing/2014/main" id="{2F9CC947-166B-6FA6-E90E-B2A38911ABD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3F2B51E9-FB4F-63DB-5293-5E12D2BFB1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548179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60938754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27277925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chemeClr val="tx1"/>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5E22D185-6CA5-419F-B7FE-04B0EE4553C9}"/>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5" name="Footer Placeholder 4">
            <a:extLst>
              <a:ext uri="{FF2B5EF4-FFF2-40B4-BE49-F238E27FC236}">
                <a16:creationId xmlns:a16="http://schemas.microsoft.com/office/drawing/2014/main" id="{D19E5620-34CE-4FB3-BBDF-E7A4D0E50A25}"/>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00CB03A9-FFF6-499E-AFB7-5B25CD8821F2}"/>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260695478"/>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Blank Dark (dark 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0310723F-9B75-4A0F-B9B8-AC1C38C0F60C}"/>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4" name="Footer Placeholder 3">
            <a:extLst>
              <a:ext uri="{FF2B5EF4-FFF2-40B4-BE49-F238E27FC236}">
                <a16:creationId xmlns:a16="http://schemas.microsoft.com/office/drawing/2014/main" id="{54825407-9118-4E0B-B139-470FCEB7D15C}"/>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DAB0BDDB-B914-425C-B98A-78F795CE96BC}"/>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0603610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descr="A picture containing logo&#10;&#10;Description automatically generated">
            <a:extLst>
              <a:ext uri="{FF2B5EF4-FFF2-40B4-BE49-F238E27FC236}">
                <a16:creationId xmlns:a16="http://schemas.microsoft.com/office/drawing/2014/main" id="{A0FD3974-BF77-4ACB-AAB5-9B571F06D2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183934"/>
            <a:ext cx="1294311" cy="927460"/>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2076439799"/>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1868849092"/>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2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469679961"/>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46747221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5821E648-D190-4E9D-8042-301830BACD2D}"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132527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5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DB57EC71-65AB-4EF3-B264-49132AC5E7A8}"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574461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6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624FA716-666D-444B-BA26-8118EEC52FDB}"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endParaRPr lang="en-GB"/>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04075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Blue &amp; Yellow - Small">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F6E30B5-B78A-4CB1-8EBF-ADCF0DAD24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020" b="2710"/>
          <a:stretch/>
        </p:blipFill>
        <p:spPr>
          <a:xfrm>
            <a:off x="0" y="183935"/>
            <a:ext cx="11336206" cy="6674066"/>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4" name="Date Placeholder 3">
            <a:extLst>
              <a:ext uri="{FF2B5EF4-FFF2-40B4-BE49-F238E27FC236}">
                <a16:creationId xmlns:a16="http://schemas.microsoft.com/office/drawing/2014/main" id="{8FEB7D32-28D9-454D-A384-CF21E4F6BFF7}"/>
              </a:ext>
            </a:extLst>
          </p:cNvPr>
          <p:cNvSpPr>
            <a:spLocks noGrp="1"/>
          </p:cNvSpPr>
          <p:nvPr>
            <p:ph type="dt" sz="half" idx="10"/>
          </p:nvPr>
        </p:nvSpPr>
        <p:spPr>
          <a:xfrm>
            <a:off x="211312" y="6356350"/>
            <a:ext cx="2743200" cy="365125"/>
          </a:xfrm>
          <a:prstGeom prst="rect">
            <a:avLst/>
          </a:prstGeom>
        </p:spPr>
        <p:txBody>
          <a:bodyPr/>
          <a:lstStyle/>
          <a:p>
            <a:fld id="{3B2BBD80-07EB-4735-9C23-9E9530B5B3E8}" type="datetime1">
              <a:rPr lang="en-GB" smtClean="0"/>
              <a:t>28/05/2025</a:t>
            </a:fld>
            <a:endParaRPr lang="en-GB"/>
          </a:p>
        </p:txBody>
      </p:sp>
      <p:sp>
        <p:nvSpPr>
          <p:cNvPr id="5" name="Footer Placeholder 4">
            <a:extLst>
              <a:ext uri="{FF2B5EF4-FFF2-40B4-BE49-F238E27FC236}">
                <a16:creationId xmlns:a16="http://schemas.microsoft.com/office/drawing/2014/main" id="{4C1B37F6-4AFB-4231-A5BE-DCE81A84979A}"/>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9" name="Picture 8" descr="Logo, company name&#10;&#10;Description automatically generated">
            <a:extLst>
              <a:ext uri="{FF2B5EF4-FFF2-40B4-BE49-F238E27FC236}">
                <a16:creationId xmlns:a16="http://schemas.microsoft.com/office/drawing/2014/main" id="{A15FA3F4-A0C1-4142-AF53-D679DF614FD9}"/>
              </a:ext>
            </a:extLst>
          </p:cNvPr>
          <p:cNvPicPr>
            <a:picLocks noChangeAspect="1"/>
          </p:cNvPicPr>
          <p:nvPr userDrawn="1"/>
        </p:nvPicPr>
        <p:blipFill rotWithShape="1">
          <a:blip r:embed="rId3"/>
          <a:srcRect l="3571" t="5926" r="3571" b="15926"/>
          <a:stretch/>
        </p:blipFill>
        <p:spPr>
          <a:xfrm>
            <a:off x="10261549" y="453891"/>
            <a:ext cx="1609484" cy="917842"/>
          </a:xfrm>
          <a:prstGeom prst="rect">
            <a:avLst/>
          </a:prstGeom>
        </p:spPr>
      </p:pic>
    </p:spTree>
    <p:extLst>
      <p:ext uri="{BB962C8B-B14F-4D97-AF65-F5344CB8AC3E}">
        <p14:creationId xmlns:p14="http://schemas.microsoft.com/office/powerpoint/2010/main" val="26640126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2_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45CAB5B0-9EC0-4171-85BD-48C8E8AB387D}"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10" name="Picture 9" descr="Logo, company name&#10;&#10;Description automatically generated">
            <a:extLst>
              <a:ext uri="{FF2B5EF4-FFF2-40B4-BE49-F238E27FC236}">
                <a16:creationId xmlns:a16="http://schemas.microsoft.com/office/drawing/2014/main" id="{47A1E514-BAA2-4AB7-9ABA-F904292FFC25}"/>
              </a:ext>
            </a:extLst>
          </p:cNvPr>
          <p:cNvPicPr>
            <a:picLocks noChangeAspect="1"/>
          </p:cNvPicPr>
          <p:nvPr userDrawn="1"/>
        </p:nvPicPr>
        <p:blipFill rotWithShape="1">
          <a:blip r:embed="rId4"/>
          <a:srcRect l="3571" t="5926" r="3571" b="15926"/>
          <a:stretch/>
        </p:blipFill>
        <p:spPr>
          <a:xfrm>
            <a:off x="10261549" y="453891"/>
            <a:ext cx="1609484" cy="917842"/>
          </a:xfrm>
          <a:prstGeom prst="rect">
            <a:avLst/>
          </a:prstGeom>
        </p:spPr>
      </p:pic>
    </p:spTree>
    <p:extLst>
      <p:ext uri="{BB962C8B-B14F-4D97-AF65-F5344CB8AC3E}">
        <p14:creationId xmlns:p14="http://schemas.microsoft.com/office/powerpoint/2010/main" val="3673636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_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07DA3FBF-6DA7-4262-A968-3F754B104578}"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spTree>
    <p:extLst>
      <p:ext uri="{BB962C8B-B14F-4D97-AF65-F5344CB8AC3E}">
        <p14:creationId xmlns:p14="http://schemas.microsoft.com/office/powerpoint/2010/main" val="38816891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0B16A085-25F1-42B4-B2E6-FEAA7F80BF9B}"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38113238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71303995-756C-488A-A691-FA79028A2741}"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13473550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_Blank Dark">
    <p:bg>
      <p:bgPr>
        <a:solidFill>
          <a:srgbClr val="003366"/>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B9DD2ED2-A5BD-4174-8A51-3CCF9D3DF811}"/>
              </a:ext>
            </a:extLst>
          </p:cNvPr>
          <p:cNvSpPr>
            <a:spLocks noGrp="1"/>
          </p:cNvSpPr>
          <p:nvPr>
            <p:ph type="dt" sz="half" idx="10"/>
          </p:nvPr>
        </p:nvSpPr>
        <p:spPr>
          <a:xfrm>
            <a:off x="211312" y="6356350"/>
            <a:ext cx="2743200" cy="365125"/>
          </a:xfrm>
          <a:prstGeom prst="rect">
            <a:avLst/>
          </a:prstGeom>
        </p:spPr>
        <p:txBody>
          <a:bodyPr/>
          <a:lstStyle/>
          <a:p>
            <a:fld id="{BFC38D3D-539D-4CDB-B20F-3928BBC1204D}" type="datetime1">
              <a:rPr lang="en-GB" smtClean="0"/>
              <a:t>28/05/2025</a:t>
            </a:fld>
            <a:endParaRPr lang="en-GB"/>
          </a:p>
        </p:txBody>
      </p:sp>
      <p:sp>
        <p:nvSpPr>
          <p:cNvPr id="5" name="Footer Placeholder 4">
            <a:extLst>
              <a:ext uri="{FF2B5EF4-FFF2-40B4-BE49-F238E27FC236}">
                <a16:creationId xmlns:a16="http://schemas.microsoft.com/office/drawing/2014/main" id="{179DB6F4-BDB3-4223-99CB-BEEE0499D52F}"/>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B6C56064-73EC-4436-B739-0A9963D787FA}"/>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34125525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Blank Dark (dark logo)">
    <p:bg>
      <p:bgPr>
        <a:solidFill>
          <a:srgbClr val="00336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9B7BD4D3-3CEA-42C6-81E0-0419B2749D57}"/>
              </a:ext>
            </a:extLst>
          </p:cNvPr>
          <p:cNvSpPr>
            <a:spLocks noGrp="1"/>
          </p:cNvSpPr>
          <p:nvPr>
            <p:ph type="dt" sz="half" idx="10"/>
          </p:nvPr>
        </p:nvSpPr>
        <p:spPr>
          <a:xfrm>
            <a:off x="211312" y="6356350"/>
            <a:ext cx="2743200" cy="365125"/>
          </a:xfrm>
          <a:prstGeom prst="rect">
            <a:avLst/>
          </a:prstGeom>
        </p:spPr>
        <p:txBody>
          <a:bodyPr/>
          <a:lstStyle/>
          <a:p>
            <a:fld id="{925F7906-4674-4B26-A553-82118F362BAF}" type="datetime1">
              <a:rPr lang="en-GB" smtClean="0"/>
              <a:t>28/05/2025</a:t>
            </a:fld>
            <a:endParaRPr lang="en-GB"/>
          </a:p>
        </p:txBody>
      </p:sp>
      <p:sp>
        <p:nvSpPr>
          <p:cNvPr id="4" name="Footer Placeholder 3">
            <a:extLst>
              <a:ext uri="{FF2B5EF4-FFF2-40B4-BE49-F238E27FC236}">
                <a16:creationId xmlns:a16="http://schemas.microsoft.com/office/drawing/2014/main" id="{063E4312-4B0F-45A3-B648-BBEE6572EF93}"/>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8B3E0EEE-A3B5-4B5A-8BC5-85472CD6DF76}"/>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17576057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8094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reserve="1">
  <p:cSld name="Blue &amp; Yellow -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6569" y="6287115"/>
            <a:ext cx="1288963" cy="385148"/>
          </a:xfrm>
          <a:prstGeom prst="rect">
            <a:avLst/>
          </a:prstGeom>
        </p:spPr>
      </p:pic>
      <p:pic>
        <p:nvPicPr>
          <p:cNvPr id="16" name="Picture 15" descr="A picture containing logo&#10;&#10;Description automatically generated">
            <a:extLst>
              <a:ext uri="{FF2B5EF4-FFF2-40B4-BE49-F238E27FC236}">
                <a16:creationId xmlns:a16="http://schemas.microsoft.com/office/drawing/2014/main" id="{5ACDE6F2-0A21-4CF0-981B-75FCEF3073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6569" y="183934"/>
            <a:ext cx="1294311" cy="927460"/>
          </a:xfrm>
          <a:prstGeom prst="rect">
            <a:avLst/>
          </a:prstGeom>
        </p:spPr>
      </p:pic>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485775" y="6356350"/>
            <a:ext cx="1869813" cy="365125"/>
          </a:xfrm>
          <a:prstGeom prst="rect">
            <a:avLst/>
          </a:prstGeom>
        </p:spPr>
        <p:txBody>
          <a:bodyPr lIns="0"/>
          <a:lstStyle>
            <a:lvl1pPr algn="l">
              <a:defRPr>
                <a:solidFill>
                  <a:schemeClr val="accent1"/>
                </a:solidFill>
              </a:defRPr>
            </a:lvl1pPr>
          </a:lstStyle>
          <a:p>
            <a:fld id="{E5A00489-74D6-4F40-9B2D-C4C743F797E8}" type="slidenum">
              <a:rPr lang="en-GB" smtClean="0"/>
              <a:t>‹#›</a:t>
            </a:fld>
            <a:endParaRPr lang="en-GB"/>
          </a:p>
        </p:txBody>
      </p:sp>
    </p:spTree>
    <p:extLst>
      <p:ext uri="{BB962C8B-B14F-4D97-AF65-F5344CB8AC3E}">
        <p14:creationId xmlns:p14="http://schemas.microsoft.com/office/powerpoint/2010/main" val="1417344697"/>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5821E648-D190-4E9D-8042-301830BACD2D}"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9" name="Picture 8" descr="A picture containing background pattern&#10;&#10;Description automatically generated">
            <a:extLst>
              <a:ext uri="{FF2B5EF4-FFF2-40B4-BE49-F238E27FC236}">
                <a16:creationId xmlns:a16="http://schemas.microsoft.com/office/drawing/2014/main" id="{24CD343C-5C48-0EF9-5C13-3DFCB969F2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1" name="Picture 10" descr="Logo, company name&#10;&#10;Description automatically generated">
            <a:extLst>
              <a:ext uri="{FF2B5EF4-FFF2-40B4-BE49-F238E27FC236}">
                <a16:creationId xmlns:a16="http://schemas.microsoft.com/office/drawing/2014/main" id="{F5B3F95F-C082-96ED-E527-0ECB520B52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pic>
        <p:nvPicPr>
          <p:cNvPr id="12" name="Picture 11" descr="A picture containing text&#10;&#10;Description automatically generated">
            <a:extLst>
              <a:ext uri="{FF2B5EF4-FFF2-40B4-BE49-F238E27FC236}">
                <a16:creationId xmlns:a16="http://schemas.microsoft.com/office/drawing/2014/main" id="{F153A62D-0A4F-89C3-8104-78C283811E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7053647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DB57EC71-65AB-4EF3-B264-49132AC5E7A8}"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descr="Logo&#10;&#10;Description automatically generated">
            <a:extLst>
              <a:ext uri="{FF2B5EF4-FFF2-40B4-BE49-F238E27FC236}">
                <a16:creationId xmlns:a16="http://schemas.microsoft.com/office/drawing/2014/main" id="{A89AB175-BEBC-B962-092F-B11C4B54EB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0A8A84A-CFF4-1239-488B-A2571B36240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1962900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66129671"/>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Onboarding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330502" y="43004"/>
            <a:ext cx="9948925" cy="1325563"/>
          </a:xfrm>
        </p:spPr>
        <p:txBody>
          <a:bodyPr>
            <a:normAutofit/>
          </a:bodyPr>
          <a:lstStyle>
            <a:lvl1pPr>
              <a:defRPr sz="4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a:xfrm>
            <a:off x="330502" y="1463319"/>
            <a:ext cx="11566223" cy="427575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11481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45CAB5B0-9EC0-4171-85BD-48C8E8AB387D}"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10" name="Picture 9" descr="Logo, company name&#10;&#10;Description automatically generated">
            <a:extLst>
              <a:ext uri="{FF2B5EF4-FFF2-40B4-BE49-F238E27FC236}">
                <a16:creationId xmlns:a16="http://schemas.microsoft.com/office/drawing/2014/main" id="{47A1E514-BAA2-4AB7-9ABA-F904292FFC25}"/>
              </a:ext>
            </a:extLst>
          </p:cNvPr>
          <p:cNvPicPr>
            <a:picLocks noChangeAspect="1"/>
          </p:cNvPicPr>
          <p:nvPr/>
        </p:nvPicPr>
        <p:blipFill rotWithShape="1">
          <a:blip r:embed="rId4"/>
          <a:srcRect l="3571" t="5926" r="3571" b="15926"/>
          <a:stretch/>
        </p:blipFill>
        <p:spPr>
          <a:xfrm>
            <a:off x="10261549" y="453891"/>
            <a:ext cx="1609484" cy="917842"/>
          </a:xfrm>
          <a:prstGeom prst="rect">
            <a:avLst/>
          </a:prstGeom>
        </p:spPr>
      </p:pic>
      <p:pic>
        <p:nvPicPr>
          <p:cNvPr id="9" name="Picture 8" descr="Shape, arrow&#10;&#10;Description automatically generated">
            <a:extLst>
              <a:ext uri="{FF2B5EF4-FFF2-40B4-BE49-F238E27FC236}">
                <a16:creationId xmlns:a16="http://schemas.microsoft.com/office/drawing/2014/main" id="{077A904D-B9E5-9912-219A-AE5B5C123C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870D1F43-0B07-5FE8-E9D7-E36BE372CE0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2" name="Picture 11" descr="Logo, company name&#10;&#10;Description automatically generated">
            <a:extLst>
              <a:ext uri="{FF2B5EF4-FFF2-40B4-BE49-F238E27FC236}">
                <a16:creationId xmlns:a16="http://schemas.microsoft.com/office/drawing/2014/main" id="{C4449DE6-4167-6735-FCAB-500386B03DF9}"/>
              </a:ext>
            </a:extLst>
          </p:cNvPr>
          <p:cNvPicPr>
            <a:picLocks noChangeAspect="1"/>
          </p:cNvPicPr>
          <p:nvPr userDrawn="1"/>
        </p:nvPicPr>
        <p:blipFill rotWithShape="1">
          <a:blip r:embed="rId4"/>
          <a:srcRect l="3571" t="5926" r="3571" b="15926"/>
          <a:stretch/>
        </p:blipFill>
        <p:spPr>
          <a:xfrm>
            <a:off x="10261549" y="453891"/>
            <a:ext cx="1609484" cy="917842"/>
          </a:xfrm>
          <a:prstGeom prst="rect">
            <a:avLst/>
          </a:prstGeom>
        </p:spPr>
      </p:pic>
    </p:spTree>
    <p:extLst>
      <p:ext uri="{BB962C8B-B14F-4D97-AF65-F5344CB8AC3E}">
        <p14:creationId xmlns:p14="http://schemas.microsoft.com/office/powerpoint/2010/main" val="33843265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07DA3FBF-6DA7-4262-A968-3F754B104578}"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shape&#10;&#10;Description automatically generated">
            <a:extLst>
              <a:ext uri="{FF2B5EF4-FFF2-40B4-BE49-F238E27FC236}">
                <a16:creationId xmlns:a16="http://schemas.microsoft.com/office/drawing/2014/main" id="{C3B0BF13-DB86-5480-E420-BA715B997E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Tree>
    <p:extLst>
      <p:ext uri="{BB962C8B-B14F-4D97-AF65-F5344CB8AC3E}">
        <p14:creationId xmlns:p14="http://schemas.microsoft.com/office/powerpoint/2010/main" val="14936172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1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0B16A085-25F1-42B4-B2E6-FEAA7F80BF9B}"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9" name="Picture 8" descr="A picture containing shape&#10;&#10;Description automatically generated">
            <a:extLst>
              <a:ext uri="{FF2B5EF4-FFF2-40B4-BE49-F238E27FC236}">
                <a16:creationId xmlns:a16="http://schemas.microsoft.com/office/drawing/2014/main" id="{03E07AC4-7DA8-D2DC-2FAC-540F35815D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361B6338-D0B2-8AEA-B489-42CFD9966416}"/>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1" name="Picture 10">
            <a:extLst>
              <a:ext uri="{FF2B5EF4-FFF2-40B4-BE49-F238E27FC236}">
                <a16:creationId xmlns:a16="http://schemas.microsoft.com/office/drawing/2014/main" id="{CA2B8F42-39B5-8819-9E71-3F6FD4EECCC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Tree>
    <p:extLst>
      <p:ext uri="{BB962C8B-B14F-4D97-AF65-F5344CB8AC3E}">
        <p14:creationId xmlns:p14="http://schemas.microsoft.com/office/powerpoint/2010/main" val="1711041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1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71303995-756C-488A-A691-FA79028A2741}"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descr="A picture containing shape&#10;&#10;Description automatically generated">
            <a:extLst>
              <a:ext uri="{FF2B5EF4-FFF2-40B4-BE49-F238E27FC236}">
                <a16:creationId xmlns:a16="http://schemas.microsoft.com/office/drawing/2014/main" id="{C7A464A6-FE50-733C-0A66-F30C10BEAB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8" name="Picture 7" descr="A picture containing computer, light&#10;&#10;Description automatically generated">
            <a:extLst>
              <a:ext uri="{FF2B5EF4-FFF2-40B4-BE49-F238E27FC236}">
                <a16:creationId xmlns:a16="http://schemas.microsoft.com/office/drawing/2014/main" id="{17C75372-95A4-8617-F4CE-F9860BAA697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Tree>
    <p:extLst>
      <p:ext uri="{BB962C8B-B14F-4D97-AF65-F5344CB8AC3E}">
        <p14:creationId xmlns:p14="http://schemas.microsoft.com/office/powerpoint/2010/main" val="30781526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1_Blank Dark">
    <p:bg>
      <p:bgPr>
        <a:solidFill>
          <a:srgbClr val="003366"/>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B9DD2ED2-A5BD-4174-8A51-3CCF9D3DF811}"/>
              </a:ext>
            </a:extLst>
          </p:cNvPr>
          <p:cNvSpPr>
            <a:spLocks noGrp="1"/>
          </p:cNvSpPr>
          <p:nvPr>
            <p:ph type="dt" sz="half" idx="10"/>
          </p:nvPr>
        </p:nvSpPr>
        <p:spPr>
          <a:xfrm>
            <a:off x="211312" y="6356350"/>
            <a:ext cx="2743200" cy="365125"/>
          </a:xfrm>
          <a:prstGeom prst="rect">
            <a:avLst/>
          </a:prstGeom>
        </p:spPr>
        <p:txBody>
          <a:bodyPr/>
          <a:lstStyle/>
          <a:p>
            <a:fld id="{BFC38D3D-539D-4CDB-B20F-3928BBC1204D}" type="datetime1">
              <a:rPr lang="en-GB" smtClean="0"/>
              <a:t>28/05/2025</a:t>
            </a:fld>
            <a:endParaRPr lang="en-GB"/>
          </a:p>
        </p:txBody>
      </p:sp>
      <p:sp>
        <p:nvSpPr>
          <p:cNvPr id="5" name="Footer Placeholder 4">
            <a:extLst>
              <a:ext uri="{FF2B5EF4-FFF2-40B4-BE49-F238E27FC236}">
                <a16:creationId xmlns:a16="http://schemas.microsoft.com/office/drawing/2014/main" id="{179DB6F4-BDB3-4223-99CB-BEEE0499D52F}"/>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B6C56064-73EC-4436-B739-0A9963D787FA}"/>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5FAF98CB-6812-B4C5-840A-75071DCF914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5CDA6A29-9047-3270-CE84-E6062359914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Tree>
    <p:extLst>
      <p:ext uri="{BB962C8B-B14F-4D97-AF65-F5344CB8AC3E}">
        <p14:creationId xmlns:p14="http://schemas.microsoft.com/office/powerpoint/2010/main" val="4622449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1_Blank Dark (dark logo)">
    <p:bg>
      <p:bgPr>
        <a:solidFill>
          <a:srgbClr val="00336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9B7BD4D3-3CEA-42C6-81E0-0419B2749D57}"/>
              </a:ext>
            </a:extLst>
          </p:cNvPr>
          <p:cNvSpPr>
            <a:spLocks noGrp="1"/>
          </p:cNvSpPr>
          <p:nvPr>
            <p:ph type="dt" sz="half" idx="10"/>
          </p:nvPr>
        </p:nvSpPr>
        <p:spPr>
          <a:xfrm>
            <a:off x="211312" y="6356350"/>
            <a:ext cx="2743200" cy="365125"/>
          </a:xfrm>
          <a:prstGeom prst="rect">
            <a:avLst/>
          </a:prstGeom>
        </p:spPr>
        <p:txBody>
          <a:bodyPr/>
          <a:lstStyle/>
          <a:p>
            <a:fld id="{925F7906-4674-4B26-A553-82118F362BAF}" type="datetime1">
              <a:rPr lang="en-GB" smtClean="0"/>
              <a:t>28/05/2025</a:t>
            </a:fld>
            <a:endParaRPr lang="en-GB"/>
          </a:p>
        </p:txBody>
      </p:sp>
      <p:sp>
        <p:nvSpPr>
          <p:cNvPr id="4" name="Footer Placeholder 3">
            <a:extLst>
              <a:ext uri="{FF2B5EF4-FFF2-40B4-BE49-F238E27FC236}">
                <a16:creationId xmlns:a16="http://schemas.microsoft.com/office/drawing/2014/main" id="{063E4312-4B0F-45A3-B648-BBEE6572EF93}"/>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8B3E0EEE-A3B5-4B5A-8BC5-85472CD6DF76}"/>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a:extLst>
              <a:ext uri="{FF2B5EF4-FFF2-40B4-BE49-F238E27FC236}">
                <a16:creationId xmlns:a16="http://schemas.microsoft.com/office/drawing/2014/main" id="{2F9CC947-166B-6FA6-E90E-B2A38911ABD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3F2B51E9-FB4F-63DB-5293-5E12D2BFB1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548179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1_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609387544"/>
      </p:ext>
    </p:extLst>
  </p:cSld>
  <p:clrMapOvr>
    <a:masterClrMapping/>
  </p:clrMapOvr>
  <p:hf hdr="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272779252"/>
      </p:ext>
    </p:extLst>
  </p:cSld>
  <p:clrMapOvr>
    <a:masterClrMapping/>
  </p:clrMapOvr>
  <p:hf hdr="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chemeClr val="tx1"/>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5E22D185-6CA5-419F-B7FE-04B0EE4553C9}"/>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5" name="Footer Placeholder 4">
            <a:extLst>
              <a:ext uri="{FF2B5EF4-FFF2-40B4-BE49-F238E27FC236}">
                <a16:creationId xmlns:a16="http://schemas.microsoft.com/office/drawing/2014/main" id="{D19E5620-34CE-4FB3-BBDF-E7A4D0E50A25}"/>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00CB03A9-FFF6-499E-AFB7-5B25CD8821F2}"/>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260695478"/>
      </p:ext>
    </p:extLst>
  </p:cSld>
  <p:clrMapOvr>
    <a:masterClrMapping/>
  </p:clrMapOvr>
  <p:hf hdr="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Blank Dark (dark 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0310723F-9B75-4A0F-B9B8-AC1C38C0F60C}"/>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4" name="Footer Placeholder 3">
            <a:extLst>
              <a:ext uri="{FF2B5EF4-FFF2-40B4-BE49-F238E27FC236}">
                <a16:creationId xmlns:a16="http://schemas.microsoft.com/office/drawing/2014/main" id="{54825407-9118-4E0B-B139-470FCEB7D15C}"/>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DAB0BDDB-B914-425C-B98A-78F795CE96BC}"/>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06036103"/>
      </p:ext>
    </p:extLst>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1_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descr="A picture containing logo&#10;&#10;Description automatically generated">
            <a:extLst>
              <a:ext uri="{FF2B5EF4-FFF2-40B4-BE49-F238E27FC236}">
                <a16:creationId xmlns:a16="http://schemas.microsoft.com/office/drawing/2014/main" id="{A0FD3974-BF77-4ACB-AAB5-9B571F06D2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183934"/>
            <a:ext cx="1294311" cy="927460"/>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2076439799"/>
      </p:ext>
    </p:extLst>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1868849092"/>
      </p:ext>
    </p:extLst>
  </p:cSld>
  <p:clrMapOvr>
    <a:masterClrMapping/>
  </p:clrMapOvr>
  <p:hf hdr="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2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469679961"/>
      </p:ext>
    </p:extLst>
  </p:cSld>
  <p:clrMapOvr>
    <a:masterClrMapping/>
  </p:clrMapOvr>
  <p:hf hdr="0"/>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467472219"/>
      </p:ext>
    </p:extLst>
  </p:cSld>
  <p:clrMapOvr>
    <a:masterClrMapping/>
  </p:clrMapOvr>
  <p:hf hdr="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5821E648-D190-4E9D-8042-301830BACD2D}"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1325276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5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DB57EC71-65AB-4EF3-B264-49132AC5E7A8}"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574461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6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624FA716-666D-444B-BA26-8118EEC52FDB}"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endParaRPr lang="en-GB"/>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040757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Blue &amp; Yellow - Small">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F6E30B5-B78A-4CB1-8EBF-ADCF0DAD24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020" b="2710"/>
          <a:stretch/>
        </p:blipFill>
        <p:spPr>
          <a:xfrm>
            <a:off x="0" y="183935"/>
            <a:ext cx="11336206" cy="6674066"/>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4" name="Date Placeholder 3">
            <a:extLst>
              <a:ext uri="{FF2B5EF4-FFF2-40B4-BE49-F238E27FC236}">
                <a16:creationId xmlns:a16="http://schemas.microsoft.com/office/drawing/2014/main" id="{8FEB7D32-28D9-454D-A384-CF21E4F6BFF7}"/>
              </a:ext>
            </a:extLst>
          </p:cNvPr>
          <p:cNvSpPr>
            <a:spLocks noGrp="1"/>
          </p:cNvSpPr>
          <p:nvPr>
            <p:ph type="dt" sz="half" idx="10"/>
          </p:nvPr>
        </p:nvSpPr>
        <p:spPr>
          <a:xfrm>
            <a:off x="211312" y="6356350"/>
            <a:ext cx="2743200" cy="365125"/>
          </a:xfrm>
          <a:prstGeom prst="rect">
            <a:avLst/>
          </a:prstGeom>
        </p:spPr>
        <p:txBody>
          <a:bodyPr/>
          <a:lstStyle/>
          <a:p>
            <a:fld id="{3B2BBD80-07EB-4735-9C23-9E9530B5B3E8}" type="datetime1">
              <a:rPr lang="en-GB" smtClean="0"/>
              <a:t>28/05/2025</a:t>
            </a:fld>
            <a:endParaRPr lang="en-GB"/>
          </a:p>
        </p:txBody>
      </p:sp>
      <p:sp>
        <p:nvSpPr>
          <p:cNvPr id="5" name="Footer Placeholder 4">
            <a:extLst>
              <a:ext uri="{FF2B5EF4-FFF2-40B4-BE49-F238E27FC236}">
                <a16:creationId xmlns:a16="http://schemas.microsoft.com/office/drawing/2014/main" id="{4C1B37F6-4AFB-4231-A5BE-DCE81A84979A}"/>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9" name="Picture 8" descr="Logo, company name&#10;&#10;Description automatically generated">
            <a:extLst>
              <a:ext uri="{FF2B5EF4-FFF2-40B4-BE49-F238E27FC236}">
                <a16:creationId xmlns:a16="http://schemas.microsoft.com/office/drawing/2014/main" id="{A15FA3F4-A0C1-4142-AF53-D679DF614FD9}"/>
              </a:ext>
            </a:extLst>
          </p:cNvPr>
          <p:cNvPicPr>
            <a:picLocks noChangeAspect="1"/>
          </p:cNvPicPr>
          <p:nvPr userDrawn="1"/>
        </p:nvPicPr>
        <p:blipFill rotWithShape="1">
          <a:blip r:embed="rId3"/>
          <a:srcRect l="3571" t="5926" r="3571" b="15926"/>
          <a:stretch/>
        </p:blipFill>
        <p:spPr>
          <a:xfrm>
            <a:off x="10261549" y="453891"/>
            <a:ext cx="1609484" cy="917842"/>
          </a:xfrm>
          <a:prstGeom prst="rect">
            <a:avLst/>
          </a:prstGeom>
        </p:spPr>
      </p:pic>
    </p:spTree>
    <p:extLst>
      <p:ext uri="{BB962C8B-B14F-4D97-AF65-F5344CB8AC3E}">
        <p14:creationId xmlns:p14="http://schemas.microsoft.com/office/powerpoint/2010/main" val="26640126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2_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45CAB5B0-9EC0-4171-85BD-48C8E8AB387D}"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10" name="Picture 9" descr="Logo, company name&#10;&#10;Description automatically generated">
            <a:extLst>
              <a:ext uri="{FF2B5EF4-FFF2-40B4-BE49-F238E27FC236}">
                <a16:creationId xmlns:a16="http://schemas.microsoft.com/office/drawing/2014/main" id="{47A1E514-BAA2-4AB7-9ABA-F904292FFC25}"/>
              </a:ext>
            </a:extLst>
          </p:cNvPr>
          <p:cNvPicPr>
            <a:picLocks noChangeAspect="1"/>
          </p:cNvPicPr>
          <p:nvPr userDrawn="1"/>
        </p:nvPicPr>
        <p:blipFill rotWithShape="1">
          <a:blip r:embed="rId4"/>
          <a:srcRect l="3571" t="5926" r="3571" b="15926"/>
          <a:stretch/>
        </p:blipFill>
        <p:spPr>
          <a:xfrm>
            <a:off x="10261549" y="453891"/>
            <a:ext cx="1609484" cy="917842"/>
          </a:xfrm>
          <a:prstGeom prst="rect">
            <a:avLst/>
          </a:prstGeom>
        </p:spPr>
      </p:pic>
    </p:spTree>
    <p:extLst>
      <p:ext uri="{BB962C8B-B14F-4D97-AF65-F5344CB8AC3E}">
        <p14:creationId xmlns:p14="http://schemas.microsoft.com/office/powerpoint/2010/main" val="36736365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07DA3FBF-6DA7-4262-A968-3F754B104578}"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spTree>
    <p:extLst>
      <p:ext uri="{BB962C8B-B14F-4D97-AF65-F5344CB8AC3E}">
        <p14:creationId xmlns:p14="http://schemas.microsoft.com/office/powerpoint/2010/main" val="38816891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0B16A085-25F1-42B4-B2E6-FEAA7F80BF9B}"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38113238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71303995-756C-488A-A691-FA79028A2741}"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13473550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2_Blank Dark">
    <p:bg>
      <p:bgPr>
        <a:solidFill>
          <a:srgbClr val="003366"/>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B9DD2ED2-A5BD-4174-8A51-3CCF9D3DF811}"/>
              </a:ext>
            </a:extLst>
          </p:cNvPr>
          <p:cNvSpPr>
            <a:spLocks noGrp="1"/>
          </p:cNvSpPr>
          <p:nvPr>
            <p:ph type="dt" sz="half" idx="10"/>
          </p:nvPr>
        </p:nvSpPr>
        <p:spPr>
          <a:xfrm>
            <a:off x="211312" y="6356350"/>
            <a:ext cx="2743200" cy="365125"/>
          </a:xfrm>
          <a:prstGeom prst="rect">
            <a:avLst/>
          </a:prstGeom>
        </p:spPr>
        <p:txBody>
          <a:bodyPr/>
          <a:lstStyle/>
          <a:p>
            <a:fld id="{BFC38D3D-539D-4CDB-B20F-3928BBC1204D}" type="datetime1">
              <a:rPr lang="en-GB" smtClean="0"/>
              <a:t>28/05/2025</a:t>
            </a:fld>
            <a:endParaRPr lang="en-GB"/>
          </a:p>
        </p:txBody>
      </p:sp>
      <p:sp>
        <p:nvSpPr>
          <p:cNvPr id="5" name="Footer Placeholder 4">
            <a:extLst>
              <a:ext uri="{FF2B5EF4-FFF2-40B4-BE49-F238E27FC236}">
                <a16:creationId xmlns:a16="http://schemas.microsoft.com/office/drawing/2014/main" id="{179DB6F4-BDB3-4223-99CB-BEEE0499D52F}"/>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B6C56064-73EC-4436-B739-0A9963D787FA}"/>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34125525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2_Blank Dark (dark logo)">
    <p:bg>
      <p:bgPr>
        <a:solidFill>
          <a:srgbClr val="00336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9B7BD4D3-3CEA-42C6-81E0-0419B2749D57}"/>
              </a:ext>
            </a:extLst>
          </p:cNvPr>
          <p:cNvSpPr>
            <a:spLocks noGrp="1"/>
          </p:cNvSpPr>
          <p:nvPr>
            <p:ph type="dt" sz="half" idx="10"/>
          </p:nvPr>
        </p:nvSpPr>
        <p:spPr>
          <a:xfrm>
            <a:off x="211312" y="6356350"/>
            <a:ext cx="2743200" cy="365125"/>
          </a:xfrm>
          <a:prstGeom prst="rect">
            <a:avLst/>
          </a:prstGeom>
        </p:spPr>
        <p:txBody>
          <a:bodyPr/>
          <a:lstStyle/>
          <a:p>
            <a:fld id="{925F7906-4674-4B26-A553-82118F362BAF}" type="datetime1">
              <a:rPr lang="en-GB" smtClean="0"/>
              <a:t>28/05/2025</a:t>
            </a:fld>
            <a:endParaRPr lang="en-GB"/>
          </a:p>
        </p:txBody>
      </p:sp>
      <p:sp>
        <p:nvSpPr>
          <p:cNvPr id="4" name="Footer Placeholder 3">
            <a:extLst>
              <a:ext uri="{FF2B5EF4-FFF2-40B4-BE49-F238E27FC236}">
                <a16:creationId xmlns:a16="http://schemas.microsoft.com/office/drawing/2014/main" id="{063E4312-4B0F-45A3-B648-BBEE6572EF93}"/>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8B3E0EEE-A3B5-4B5A-8BC5-85472CD6DF76}"/>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17576057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4077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ick PPT Style Guide (1)">
    <p:spTree>
      <p:nvGrpSpPr>
        <p:cNvPr id="1" name=""/>
        <p:cNvGrpSpPr/>
        <p:nvPr/>
      </p:nvGrpSpPr>
      <p:grpSpPr>
        <a:xfrm>
          <a:off x="0" y="0"/>
          <a:ext cx="0" cy="0"/>
          <a:chOff x="0" y="0"/>
          <a:chExt cx="0" cy="0"/>
        </a:xfrm>
      </p:grpSpPr>
      <p:sp>
        <p:nvSpPr>
          <p:cNvPr id="3" name="Rectangle 2"/>
          <p:cNvSpPr/>
          <p:nvPr userDrawn="1"/>
        </p:nvSpPr>
        <p:spPr>
          <a:xfrm>
            <a:off x="170688" y="351845"/>
            <a:ext cx="3493264" cy="369332"/>
          </a:xfrm>
          <a:prstGeom prst="rect">
            <a:avLst/>
          </a:prstGeom>
        </p:spPr>
        <p:txBody>
          <a:bodyPr wrap="none">
            <a:spAutoFit/>
          </a:bodyPr>
          <a:lstStyle/>
          <a:p>
            <a:r>
              <a:rPr lang="en-US" sz="1800" b="1">
                <a:solidFill>
                  <a:srgbClr val="000000"/>
                </a:solidFill>
              </a:rPr>
              <a:t>Quick PowerPoint Style Guide</a:t>
            </a:r>
            <a:endParaRPr lang="en-US" sz="1800">
              <a:solidFill>
                <a:srgbClr val="000000"/>
              </a:solidFill>
            </a:endParaRPr>
          </a:p>
        </p:txBody>
      </p:sp>
      <p:sp>
        <p:nvSpPr>
          <p:cNvPr id="4" name="Rectangle 3"/>
          <p:cNvSpPr/>
          <p:nvPr userDrawn="1"/>
        </p:nvSpPr>
        <p:spPr>
          <a:xfrm>
            <a:off x="170687" y="978409"/>
            <a:ext cx="11703812" cy="646331"/>
          </a:xfrm>
          <a:prstGeom prst="rect">
            <a:avLst/>
          </a:prstGeom>
        </p:spPr>
        <p:txBody>
          <a:bodyPr wrap="square">
            <a:spAutoFit/>
          </a:bodyPr>
          <a:lstStyle/>
          <a:p>
            <a:r>
              <a:rPr lang="en-US" sz="1200">
                <a:solidFill>
                  <a:srgbClr val="000000"/>
                </a:solidFill>
              </a:rPr>
              <a:t>We strive to maintain a consistent look and feel in all Syneos Health Consulting materials, including the PowerPoint template. Please follow the rules below to ensure that we are communicating a unified look. If you have any questions regarding the visual template rules, please contact </a:t>
            </a:r>
            <a:r>
              <a:rPr lang="en-US" sz="1200">
                <a:solidFill>
                  <a:srgbClr val="E03CB5"/>
                </a:solidFill>
              </a:rPr>
              <a:t>XXX at XXX</a:t>
            </a:r>
            <a:r>
              <a:rPr lang="en-US" sz="1200">
                <a:solidFill>
                  <a:srgbClr val="000000"/>
                </a:solidFill>
              </a:rPr>
              <a:t>. Please delete this slide once you have read and understand all rules.</a:t>
            </a:r>
          </a:p>
        </p:txBody>
      </p:sp>
      <p:sp>
        <p:nvSpPr>
          <p:cNvPr id="5" name="TextBox 4"/>
          <p:cNvSpPr txBox="1"/>
          <p:nvPr userDrawn="1"/>
        </p:nvSpPr>
        <p:spPr>
          <a:xfrm>
            <a:off x="441658" y="1879135"/>
            <a:ext cx="3401624" cy="377505"/>
          </a:xfrm>
          <a:prstGeom prst="rect">
            <a:avLst/>
          </a:prstGeom>
          <a:noFill/>
        </p:spPr>
        <p:txBody>
          <a:bodyPr wrap="none" lIns="91440" tIns="91440" rIns="27432" bIns="91440" rtlCol="0" anchor="ctr" anchorCtr="0">
            <a:noAutofit/>
          </a:bodyPr>
          <a:lstStyle/>
          <a:p>
            <a:r>
              <a:rPr lang="en-US" sz="1400" b="1">
                <a:solidFill>
                  <a:srgbClr val="EB3300"/>
                </a:solidFill>
              </a:rPr>
              <a:t>In this template, we use: </a:t>
            </a:r>
          </a:p>
        </p:txBody>
      </p:sp>
      <p:sp>
        <p:nvSpPr>
          <p:cNvPr id="10" name="TextBox 9"/>
          <p:cNvSpPr txBox="1"/>
          <p:nvPr userDrawn="1"/>
        </p:nvSpPr>
        <p:spPr>
          <a:xfrm>
            <a:off x="441658" y="2446502"/>
            <a:ext cx="3283086" cy="1668298"/>
          </a:xfrm>
          <a:prstGeom prst="rect">
            <a:avLst/>
          </a:prstGeom>
          <a:noFill/>
        </p:spPr>
        <p:txBody>
          <a:bodyPr wrap="square" lIns="91440" tIns="27432" rIns="91440" bIns="27432" rtlCol="0" anchor="t" anchorCtr="0">
            <a:noAutofit/>
          </a:bodyPr>
          <a:lstStyle/>
          <a:p>
            <a:r>
              <a:rPr lang="en-US" sz="1100" b="1">
                <a:solidFill>
                  <a:srgbClr val="EB3300"/>
                </a:solidFill>
              </a:rPr>
              <a:t>The Syneos Health Logo</a:t>
            </a:r>
          </a:p>
          <a:p>
            <a:r>
              <a:rPr lang="en-US" sz="1100">
                <a:solidFill>
                  <a:srgbClr val="000000"/>
                </a:solidFill>
              </a:rPr>
              <a:t>Using the Syneos Health logo helps to reinforce that our company can help meet customer needs, from clinical research to commercialization.</a:t>
            </a:r>
          </a:p>
          <a:p>
            <a:endParaRPr lang="en-US" sz="1100">
              <a:solidFill>
                <a:srgbClr val="000000"/>
              </a:solidFill>
            </a:endParaRPr>
          </a:p>
          <a:p>
            <a:r>
              <a:rPr lang="en-US" sz="1100">
                <a:solidFill>
                  <a:srgbClr val="000000"/>
                </a:solidFill>
              </a:rPr>
              <a:t>When using the template: </a:t>
            </a:r>
          </a:p>
          <a:p>
            <a:pPr marL="171450" indent="-171450">
              <a:buFont typeface="Arial" panose="020B0604020202020204" pitchFamily="34" charset="0"/>
              <a:buChar char="•"/>
            </a:pPr>
            <a:r>
              <a:rPr lang="en-US" sz="1100">
                <a:solidFill>
                  <a:srgbClr val="000000"/>
                </a:solidFill>
              </a:rPr>
              <a:t>Do not change the Syneos Health logo</a:t>
            </a:r>
          </a:p>
          <a:p>
            <a:pPr marL="171450" indent="-171450">
              <a:buFont typeface="Arial" panose="020B0604020202020204" pitchFamily="34" charset="0"/>
              <a:buChar char="•"/>
            </a:pPr>
            <a:r>
              <a:rPr lang="en-US" sz="1100">
                <a:solidFill>
                  <a:srgbClr val="000000"/>
                </a:solidFill>
              </a:rPr>
              <a:t>Do not remove the trademark symbol </a:t>
            </a:r>
          </a:p>
          <a:p>
            <a:pPr marL="171450" indent="-171450">
              <a:buFont typeface="Arial" panose="020B0604020202020204" pitchFamily="34" charset="0"/>
              <a:buChar char="•"/>
            </a:pPr>
            <a:r>
              <a:rPr lang="en-US" sz="1100">
                <a:solidFill>
                  <a:srgbClr val="000000"/>
                </a:solidFill>
              </a:rPr>
              <a:t>Do not delete the logo</a:t>
            </a:r>
          </a:p>
          <a:p>
            <a:pPr marL="171450" indent="-171450">
              <a:buFont typeface="Arial" panose="020B0604020202020204" pitchFamily="34" charset="0"/>
              <a:buChar char="•"/>
            </a:pPr>
            <a:r>
              <a:rPr lang="en-US" sz="1100">
                <a:solidFill>
                  <a:srgbClr val="000000"/>
                </a:solidFill>
              </a:rPr>
              <a:t>Do not cover the logo on slides</a:t>
            </a:r>
          </a:p>
          <a:p>
            <a:pPr marL="171450" indent="-171450">
              <a:buFont typeface="Arial" panose="020B0604020202020204" pitchFamily="34" charset="0"/>
              <a:buChar char="•"/>
            </a:pPr>
            <a:endParaRPr lang="en-US" sz="1100">
              <a:solidFill>
                <a:srgbClr val="000000"/>
              </a:solidFill>
            </a:endParaRPr>
          </a:p>
        </p:txBody>
      </p:sp>
      <p:sp>
        <p:nvSpPr>
          <p:cNvPr id="12" name="TextBox 11"/>
          <p:cNvSpPr txBox="1"/>
          <p:nvPr userDrawn="1"/>
        </p:nvSpPr>
        <p:spPr>
          <a:xfrm>
            <a:off x="441658" y="4390451"/>
            <a:ext cx="3222294" cy="1469783"/>
          </a:xfrm>
          <a:prstGeom prst="rect">
            <a:avLst/>
          </a:prstGeom>
          <a:noFill/>
        </p:spPr>
        <p:txBody>
          <a:bodyPr wrap="square" lIns="91440" tIns="27432" rIns="91440" bIns="27432" rtlCol="0" anchor="t" anchorCtr="0">
            <a:noAutofit/>
          </a:bodyPr>
          <a:lstStyle/>
          <a:p>
            <a:pPr>
              <a:defRPr/>
            </a:pPr>
            <a:r>
              <a:rPr lang="en-US" sz="1100" b="1">
                <a:solidFill>
                  <a:srgbClr val="EB3300"/>
                </a:solidFill>
              </a:rPr>
              <a:t>Arial Font</a:t>
            </a:r>
          </a:p>
          <a:p>
            <a:r>
              <a:rPr lang="en-US" sz="1100">
                <a:solidFill>
                  <a:srgbClr val="000000"/>
                </a:solidFill>
              </a:rPr>
              <a:t>Arial is the default font for this template. When transitioning past presentations, pay close attention to font size. </a:t>
            </a:r>
          </a:p>
        </p:txBody>
      </p:sp>
      <p:sp>
        <p:nvSpPr>
          <p:cNvPr id="13" name="TextBox 12"/>
          <p:cNvSpPr txBox="1"/>
          <p:nvPr userDrawn="1"/>
        </p:nvSpPr>
        <p:spPr>
          <a:xfrm>
            <a:off x="3111717" y="4492830"/>
            <a:ext cx="2994648" cy="367769"/>
          </a:xfrm>
          <a:prstGeom prst="rect">
            <a:avLst/>
          </a:prstGeom>
          <a:noFill/>
        </p:spPr>
        <p:txBody>
          <a:bodyPr wrap="square" lIns="27432" tIns="27432" rIns="27432" bIns="27432" rtlCol="0" anchor="ctr" anchorCtr="0">
            <a:noAutofit/>
          </a:bodyPr>
          <a:lstStyle/>
          <a:p>
            <a:pPr algn="ctr"/>
            <a:r>
              <a:rPr lang="en-US" sz="1200">
                <a:solidFill>
                  <a:srgbClr val="000000"/>
                </a:solidFill>
              </a:rPr>
              <a:t>Arial 12 pt. sample test copy </a:t>
            </a:r>
          </a:p>
        </p:txBody>
      </p:sp>
      <p:sp>
        <p:nvSpPr>
          <p:cNvPr id="15" name="TextBox 14"/>
          <p:cNvSpPr txBox="1"/>
          <p:nvPr userDrawn="1"/>
        </p:nvSpPr>
        <p:spPr>
          <a:xfrm>
            <a:off x="4112265" y="4772415"/>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Correct</a:t>
            </a:r>
          </a:p>
        </p:txBody>
      </p:sp>
      <p:sp>
        <p:nvSpPr>
          <p:cNvPr id="7" name="Rectangle 6"/>
          <p:cNvSpPr/>
          <p:nvPr userDrawn="1"/>
        </p:nvSpPr>
        <p:spPr bwMode="auto">
          <a:xfrm>
            <a:off x="6324600" y="4832060"/>
            <a:ext cx="5003800" cy="844841"/>
          </a:xfrm>
          <a:prstGeom prst="rect">
            <a:avLst/>
          </a:prstGeom>
          <a:solidFill>
            <a:schemeClr val="accent2"/>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400">
                <a:solidFill>
                  <a:srgbClr val="FFFFFF"/>
                </a:solidFill>
              </a:rPr>
              <a:t>Please do not change the master layouts or other elements including the default font, color palette, shape design, iconography, etc.</a:t>
            </a:r>
          </a:p>
        </p:txBody>
      </p:sp>
      <p:sp>
        <p:nvSpPr>
          <p:cNvPr id="19" name="TextBox 18"/>
          <p:cNvSpPr txBox="1"/>
          <p:nvPr userDrawn="1"/>
        </p:nvSpPr>
        <p:spPr>
          <a:xfrm>
            <a:off x="6106365" y="1879135"/>
            <a:ext cx="5852160" cy="615553"/>
          </a:xfrm>
          <a:prstGeom prst="rect">
            <a:avLst/>
          </a:prstGeom>
          <a:noFill/>
        </p:spPr>
        <p:txBody>
          <a:bodyPr wrap="square" lIns="91440" tIns="91440" rIns="27432" bIns="91440" rtlCol="0" anchor="ctr" anchorCtr="0">
            <a:spAutoFit/>
          </a:bodyPr>
          <a:lstStyle/>
          <a:p>
            <a:r>
              <a:rPr lang="en-US" sz="1400" b="1">
                <a:solidFill>
                  <a:srgbClr val="EB3300"/>
                </a:solidFill>
              </a:rPr>
              <a:t>When importing slides or content from past presentations, double check the following: </a:t>
            </a:r>
          </a:p>
        </p:txBody>
      </p:sp>
      <p:sp>
        <p:nvSpPr>
          <p:cNvPr id="18" name="TextBox 17"/>
          <p:cNvSpPr txBox="1"/>
          <p:nvPr userDrawn="1"/>
        </p:nvSpPr>
        <p:spPr>
          <a:xfrm>
            <a:off x="6241837" y="2556242"/>
            <a:ext cx="5035763" cy="2139583"/>
          </a:xfrm>
          <a:prstGeom prst="rect">
            <a:avLst/>
          </a:prstGeom>
          <a:noFill/>
        </p:spPr>
        <p:txBody>
          <a:bodyPr wrap="square" lIns="27432" tIns="27432" rIns="27432" bIns="27432" rtlCol="0" anchor="t" anchorCtr="0">
            <a:noAutofit/>
          </a:bodyPr>
          <a:lstStyle/>
          <a:p>
            <a:pPr marL="171450" indent="-171450">
              <a:spcAft>
                <a:spcPts val="600"/>
              </a:spcAft>
              <a:buFont typeface="Arial" panose="020B0604020202020204" pitchFamily="34" charset="0"/>
              <a:buChar char="•"/>
            </a:pPr>
            <a:r>
              <a:rPr lang="en-US" sz="1100" b="1">
                <a:solidFill>
                  <a:srgbClr val="000000"/>
                </a:solidFill>
              </a:rPr>
              <a:t>Font:</a:t>
            </a:r>
            <a:r>
              <a:rPr lang="en-US" sz="1100">
                <a:solidFill>
                  <a:srgbClr val="000000"/>
                </a:solidFill>
              </a:rPr>
              <a:t> font should be Arial, check size for readability</a:t>
            </a:r>
          </a:p>
          <a:p>
            <a:pPr marL="171450" indent="-171450">
              <a:spcAft>
                <a:spcPts val="600"/>
              </a:spcAft>
              <a:buFont typeface="Arial" panose="020B0604020202020204" pitchFamily="34" charset="0"/>
              <a:buChar char="•"/>
            </a:pPr>
            <a:r>
              <a:rPr lang="en-US" sz="1100" b="1">
                <a:solidFill>
                  <a:srgbClr val="000000"/>
                </a:solidFill>
              </a:rPr>
              <a:t>Color palette: </a:t>
            </a:r>
            <a:r>
              <a:rPr lang="en-US" sz="1100">
                <a:solidFill>
                  <a:srgbClr val="000000"/>
                </a:solidFill>
              </a:rPr>
              <a:t>text boxes and shapes may need to be manually changed to match the current colors</a:t>
            </a:r>
          </a:p>
          <a:p>
            <a:pPr marL="171450" indent="-171450">
              <a:spcAft>
                <a:spcPts val="600"/>
              </a:spcAft>
              <a:buFont typeface="Arial" panose="020B0604020202020204" pitchFamily="34" charset="0"/>
              <a:buChar char="•"/>
            </a:pPr>
            <a:r>
              <a:rPr lang="en-US" sz="1100" b="1">
                <a:solidFill>
                  <a:srgbClr val="000000"/>
                </a:solidFill>
              </a:rPr>
              <a:t>Shape formatting: </a:t>
            </a:r>
            <a:r>
              <a:rPr lang="en-US" sz="1100">
                <a:solidFill>
                  <a:srgbClr val="000000"/>
                </a:solidFill>
              </a:rPr>
              <a:t>fonts in text boxes should be Arial, remove shadows behind shapes or outlines around shapes</a:t>
            </a:r>
          </a:p>
          <a:p>
            <a:pPr marL="171450" indent="-171450">
              <a:spcAft>
                <a:spcPts val="600"/>
              </a:spcAft>
              <a:buFont typeface="Arial" panose="020B0604020202020204" pitchFamily="34" charset="0"/>
              <a:buChar char="•"/>
            </a:pPr>
            <a:r>
              <a:rPr lang="en-US" sz="1100" b="1">
                <a:solidFill>
                  <a:srgbClr val="000000"/>
                </a:solidFill>
              </a:rPr>
              <a:t>Iconography:</a:t>
            </a:r>
            <a:r>
              <a:rPr lang="en-US" sz="1100">
                <a:solidFill>
                  <a:srgbClr val="000000"/>
                </a:solidFill>
              </a:rPr>
              <a:t> use the new iconography developed for this template</a:t>
            </a:r>
          </a:p>
          <a:p>
            <a:pPr marL="171450" indent="-171450">
              <a:spcAft>
                <a:spcPts val="600"/>
              </a:spcAft>
              <a:buFont typeface="Arial" panose="020B0604020202020204" pitchFamily="34" charset="0"/>
              <a:buChar char="•"/>
            </a:pPr>
            <a:r>
              <a:rPr lang="en-US" sz="1100" b="1">
                <a:solidFill>
                  <a:srgbClr val="000000"/>
                </a:solidFill>
              </a:rPr>
              <a:t>Brand references:</a:t>
            </a:r>
            <a:r>
              <a:rPr lang="en-US" sz="1100">
                <a:solidFill>
                  <a:srgbClr val="000000"/>
                </a:solidFill>
              </a:rPr>
              <a:t> on first mention, make sure we reference our brand as Syneos Health Consulting; subsequent mentions can be Syneos Consulting. Do not abbreviate to the ticker symbol “SYNH” or to simply “SH.”</a:t>
            </a:r>
          </a:p>
        </p:txBody>
      </p:sp>
      <p:pic>
        <p:nvPicPr>
          <p:cNvPr id="14" name="Picture 13">
            <a:extLst>
              <a:ext uri="{FF2B5EF4-FFF2-40B4-BE49-F238E27FC236}">
                <a16:creationId xmlns:a16="http://schemas.microsoft.com/office/drawing/2014/main" id="{D58B2719-F344-044B-BFA1-65418C0E429F}"/>
              </a:ext>
            </a:extLst>
          </p:cNvPr>
          <p:cNvPicPr>
            <a:picLocks noChangeAspect="1"/>
          </p:cNvPicPr>
          <p:nvPr userDrawn="1"/>
        </p:nvPicPr>
        <p:blipFill>
          <a:blip r:embed="rId2"/>
          <a:stretch>
            <a:fillRect/>
          </a:stretch>
        </p:blipFill>
        <p:spPr>
          <a:xfrm>
            <a:off x="3724744" y="2292368"/>
            <a:ext cx="1781643" cy="871495"/>
          </a:xfrm>
          <a:prstGeom prst="rect">
            <a:avLst/>
          </a:prstGeom>
        </p:spPr>
      </p:pic>
    </p:spTree>
    <p:extLst>
      <p:ext uri="{BB962C8B-B14F-4D97-AF65-F5344CB8AC3E}">
        <p14:creationId xmlns:p14="http://schemas.microsoft.com/office/powerpoint/2010/main" val="26375671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ick PPT Style Guide (2)">
    <p:spTree>
      <p:nvGrpSpPr>
        <p:cNvPr id="1" name=""/>
        <p:cNvGrpSpPr/>
        <p:nvPr/>
      </p:nvGrpSpPr>
      <p:grpSpPr>
        <a:xfrm>
          <a:off x="0" y="0"/>
          <a:ext cx="0" cy="0"/>
          <a:chOff x="0" y="0"/>
          <a:chExt cx="0" cy="0"/>
        </a:xfrm>
      </p:grpSpPr>
      <p:grpSp>
        <p:nvGrpSpPr>
          <p:cNvPr id="31" name="Group 30"/>
          <p:cNvGrpSpPr/>
          <p:nvPr userDrawn="1"/>
        </p:nvGrpSpPr>
        <p:grpSpPr>
          <a:xfrm>
            <a:off x="419808" y="3845909"/>
            <a:ext cx="5485529" cy="646084"/>
            <a:chOff x="419808" y="3782920"/>
            <a:chExt cx="5485529" cy="646084"/>
          </a:xfrm>
        </p:grpSpPr>
        <p:sp>
          <p:nvSpPr>
            <p:cNvPr id="5" name="TextBox 4"/>
            <p:cNvSpPr txBox="1"/>
            <p:nvPr userDrawn="1"/>
          </p:nvSpPr>
          <p:spPr>
            <a:xfrm>
              <a:off x="419808" y="3782920"/>
              <a:ext cx="2812731" cy="646084"/>
            </a:xfrm>
            <a:prstGeom prst="rect">
              <a:avLst/>
            </a:prstGeom>
            <a:noFill/>
          </p:spPr>
          <p:txBody>
            <a:bodyPr wrap="square" lIns="91440" tIns="27432" rIns="91440" bIns="27432" rtlCol="0" anchor="t" anchorCtr="0">
              <a:noAutofit/>
            </a:bodyPr>
            <a:lstStyle/>
            <a:p>
              <a:r>
                <a:rPr lang="en-US" sz="1100" b="1">
                  <a:solidFill>
                    <a:srgbClr val="EB3300"/>
                  </a:solidFill>
                </a:rPr>
                <a:t>Text Borders</a:t>
              </a:r>
            </a:p>
            <a:p>
              <a:r>
                <a:rPr lang="en-US" sz="1100">
                  <a:solidFill>
                    <a:srgbClr val="000000"/>
                  </a:solidFill>
                </a:rPr>
                <a:t>When there is no fill, border color(s) should appear in Syneos Health Light Gray.</a:t>
              </a:r>
            </a:p>
          </p:txBody>
        </p:sp>
        <p:sp>
          <p:nvSpPr>
            <p:cNvPr id="11" name="Rectangle 10"/>
            <p:cNvSpPr/>
            <p:nvPr userDrawn="1"/>
          </p:nvSpPr>
          <p:spPr bwMode="auto">
            <a:xfrm>
              <a:off x="3288517" y="3803914"/>
              <a:ext cx="2616820" cy="377865"/>
            </a:xfrm>
            <a:prstGeom prst="rect">
              <a:avLst/>
            </a:prstGeom>
            <a:noFill/>
            <a:ln w="12700">
              <a:solidFill>
                <a:schemeClr val="bg2"/>
              </a:solid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200">
                  <a:solidFill>
                    <a:srgbClr val="000000"/>
                  </a:solidFill>
                </a:rPr>
                <a:t>Sample copy text</a:t>
              </a:r>
            </a:p>
          </p:txBody>
        </p:sp>
      </p:grpSp>
      <p:grpSp>
        <p:nvGrpSpPr>
          <p:cNvPr id="32" name="Group 31"/>
          <p:cNvGrpSpPr/>
          <p:nvPr userDrawn="1"/>
        </p:nvGrpSpPr>
        <p:grpSpPr>
          <a:xfrm>
            <a:off x="419808" y="1967801"/>
            <a:ext cx="5485529" cy="1259553"/>
            <a:chOff x="419808" y="1967801"/>
            <a:chExt cx="5485529" cy="1259553"/>
          </a:xfrm>
        </p:grpSpPr>
        <p:sp>
          <p:nvSpPr>
            <p:cNvPr id="6" name="TextBox 5"/>
            <p:cNvSpPr txBox="1"/>
            <p:nvPr userDrawn="1"/>
          </p:nvSpPr>
          <p:spPr>
            <a:xfrm>
              <a:off x="419808" y="1967801"/>
              <a:ext cx="2902712" cy="1259552"/>
            </a:xfrm>
            <a:prstGeom prst="rect">
              <a:avLst/>
            </a:prstGeom>
            <a:noFill/>
          </p:spPr>
          <p:txBody>
            <a:bodyPr wrap="square" lIns="91440" tIns="27432" rIns="91440" bIns="27432" rtlCol="0" anchor="t" anchorCtr="0">
              <a:noAutofit/>
            </a:bodyPr>
            <a:lstStyle/>
            <a:p>
              <a:r>
                <a:rPr lang="en-US" sz="1100" b="1">
                  <a:solidFill>
                    <a:srgbClr val="EB3300"/>
                  </a:solidFill>
                </a:rPr>
                <a:t>Fill Colors</a:t>
              </a:r>
            </a:p>
            <a:p>
              <a:r>
                <a:rPr lang="en-US" sz="1100">
                  <a:solidFill>
                    <a:srgbClr val="000000"/>
                  </a:solidFill>
                </a:rPr>
                <a:t>Fill colors should appear in Syneos Health Orange. If additional fills are needed, Syneos Health Dark Gray and Syneos Health Navy are preferred. White text should appear in the fills. Please do not include a shadow behind the text.</a:t>
              </a:r>
            </a:p>
          </p:txBody>
        </p:sp>
        <p:sp>
          <p:nvSpPr>
            <p:cNvPr id="12" name="Rectangle 11"/>
            <p:cNvSpPr/>
            <p:nvPr userDrawn="1"/>
          </p:nvSpPr>
          <p:spPr bwMode="auto">
            <a:xfrm>
              <a:off x="3288517" y="2009788"/>
              <a:ext cx="2616820" cy="377865"/>
            </a:xfrm>
            <a:prstGeom prst="rect">
              <a:avLst/>
            </a:prstGeom>
            <a:solidFill>
              <a:srgbClr val="EB3300"/>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200">
                  <a:solidFill>
                    <a:srgbClr val="FFFFFF"/>
                  </a:solidFill>
                </a:rPr>
                <a:t>Sample copy text</a:t>
              </a:r>
            </a:p>
          </p:txBody>
        </p:sp>
        <p:sp>
          <p:nvSpPr>
            <p:cNvPr id="13" name="Rectangle 12"/>
            <p:cNvSpPr/>
            <p:nvPr userDrawn="1"/>
          </p:nvSpPr>
          <p:spPr bwMode="auto">
            <a:xfrm>
              <a:off x="3288517" y="2429639"/>
              <a:ext cx="2616820" cy="377865"/>
            </a:xfrm>
            <a:prstGeom prst="rect">
              <a:avLst/>
            </a:prstGeom>
            <a:solidFill>
              <a:schemeClr val="accent2"/>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200">
                  <a:solidFill>
                    <a:srgbClr val="FFFFFF"/>
                  </a:solidFill>
                </a:rPr>
                <a:t>Sample copy text</a:t>
              </a:r>
            </a:p>
          </p:txBody>
        </p:sp>
        <p:sp>
          <p:nvSpPr>
            <p:cNvPr id="14" name="Rectangle 13"/>
            <p:cNvSpPr/>
            <p:nvPr userDrawn="1"/>
          </p:nvSpPr>
          <p:spPr bwMode="auto">
            <a:xfrm>
              <a:off x="3288517" y="2849489"/>
              <a:ext cx="2616820" cy="377865"/>
            </a:xfrm>
            <a:prstGeom prst="rect">
              <a:avLst/>
            </a:prstGeom>
            <a:solidFill>
              <a:schemeClr val="accent5"/>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200">
                  <a:solidFill>
                    <a:srgbClr val="FFFFFF"/>
                  </a:solidFill>
                </a:rPr>
                <a:t>Sample copy text</a:t>
              </a:r>
            </a:p>
          </p:txBody>
        </p:sp>
      </p:grpSp>
      <p:grpSp>
        <p:nvGrpSpPr>
          <p:cNvPr id="33" name="Group 32"/>
          <p:cNvGrpSpPr/>
          <p:nvPr userDrawn="1"/>
        </p:nvGrpSpPr>
        <p:grpSpPr>
          <a:xfrm>
            <a:off x="419808" y="5110547"/>
            <a:ext cx="5513517" cy="766229"/>
            <a:chOff x="419808" y="4714325"/>
            <a:chExt cx="5513517" cy="766229"/>
          </a:xfrm>
        </p:grpSpPr>
        <p:grpSp>
          <p:nvGrpSpPr>
            <p:cNvPr id="30" name="Group 29"/>
            <p:cNvGrpSpPr/>
            <p:nvPr userDrawn="1"/>
          </p:nvGrpSpPr>
          <p:grpSpPr>
            <a:xfrm>
              <a:off x="419808" y="4714325"/>
              <a:ext cx="5513517" cy="619280"/>
              <a:chOff x="419808" y="4714325"/>
              <a:chExt cx="5513517" cy="619280"/>
            </a:xfrm>
          </p:grpSpPr>
          <p:sp>
            <p:nvSpPr>
              <p:cNvPr id="7" name="TextBox 6"/>
              <p:cNvSpPr txBox="1"/>
              <p:nvPr userDrawn="1"/>
            </p:nvSpPr>
            <p:spPr>
              <a:xfrm>
                <a:off x="419808" y="4829785"/>
                <a:ext cx="2714776" cy="299145"/>
              </a:xfrm>
              <a:prstGeom prst="rect">
                <a:avLst/>
              </a:prstGeom>
              <a:noFill/>
            </p:spPr>
            <p:txBody>
              <a:bodyPr wrap="square" lIns="91440" tIns="27432" rIns="91440" bIns="27432" rtlCol="0" anchor="t" anchorCtr="0">
                <a:noAutofit/>
              </a:bodyPr>
              <a:lstStyle/>
              <a:p>
                <a:r>
                  <a:rPr lang="en-US" sz="1100" b="1">
                    <a:solidFill>
                      <a:srgbClr val="EB3300"/>
                    </a:solidFill>
                  </a:rPr>
                  <a:t>Shape Borders</a:t>
                </a:r>
              </a:p>
              <a:p>
                <a:r>
                  <a:rPr lang="en-US" sz="1100">
                    <a:solidFill>
                      <a:srgbClr val="000000"/>
                    </a:solidFill>
                  </a:rPr>
                  <a:t>With a solid shape, avoid a border.</a:t>
                </a:r>
              </a:p>
            </p:txBody>
          </p:sp>
          <p:sp>
            <p:nvSpPr>
              <p:cNvPr id="15" name="Rectangle 14"/>
              <p:cNvSpPr/>
              <p:nvPr userDrawn="1"/>
            </p:nvSpPr>
            <p:spPr bwMode="auto">
              <a:xfrm>
                <a:off x="3288517" y="4840281"/>
                <a:ext cx="1203457" cy="377865"/>
              </a:xfrm>
              <a:prstGeom prst="rect">
                <a:avLst/>
              </a:prstGeom>
              <a:solidFill>
                <a:schemeClr val="accent2"/>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endParaRPr lang="en-US" sz="1200">
                  <a:solidFill>
                    <a:srgbClr val="FFFFFF"/>
                  </a:solidFill>
                </a:endParaRPr>
              </a:p>
            </p:txBody>
          </p:sp>
          <p:sp>
            <p:nvSpPr>
              <p:cNvPr id="16" name="Rectangle 15"/>
              <p:cNvSpPr/>
              <p:nvPr userDrawn="1"/>
            </p:nvSpPr>
            <p:spPr bwMode="auto">
              <a:xfrm>
                <a:off x="4701880" y="4840281"/>
                <a:ext cx="1203457" cy="377865"/>
              </a:xfrm>
              <a:prstGeom prst="rect">
                <a:avLst/>
              </a:prstGeom>
              <a:solidFill>
                <a:schemeClr val="accent2"/>
              </a:solidFill>
              <a:ln w="12700">
                <a:solidFill>
                  <a:schemeClr val="accent1"/>
                </a:solid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endParaRPr lang="en-US" sz="1200">
                  <a:solidFill>
                    <a:srgbClr val="FFFFFF"/>
                  </a:solidFill>
                </a:endParaRPr>
              </a:p>
            </p:txBody>
          </p:sp>
          <p:cxnSp>
            <p:nvCxnSpPr>
              <p:cNvPr id="17" name="Straight Connector 16"/>
              <p:cNvCxnSpPr/>
              <p:nvPr userDrawn="1"/>
            </p:nvCxnSpPr>
            <p:spPr>
              <a:xfrm>
                <a:off x="4687886" y="4714325"/>
                <a:ext cx="1245439" cy="619280"/>
              </a:xfrm>
              <a:prstGeom prst="line">
                <a:avLst/>
              </a:prstGeom>
              <a:ln w="12700">
                <a:solidFill>
                  <a:schemeClr val="tx1"/>
                </a:solidFill>
                <a:tailEnd type="none" w="lg" len="med"/>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userDrawn="1"/>
          </p:nvSpPr>
          <p:spPr>
            <a:xfrm>
              <a:off x="3372479" y="5281125"/>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Correct</a:t>
              </a:r>
            </a:p>
          </p:txBody>
        </p:sp>
        <p:sp>
          <p:nvSpPr>
            <p:cNvPr id="19" name="TextBox 18"/>
            <p:cNvSpPr txBox="1"/>
            <p:nvPr userDrawn="1"/>
          </p:nvSpPr>
          <p:spPr>
            <a:xfrm>
              <a:off x="4785841" y="5281125"/>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Incorrect</a:t>
              </a:r>
            </a:p>
          </p:txBody>
        </p:sp>
      </p:grpSp>
      <p:grpSp>
        <p:nvGrpSpPr>
          <p:cNvPr id="4" name="Group 3"/>
          <p:cNvGrpSpPr/>
          <p:nvPr userDrawn="1"/>
        </p:nvGrpSpPr>
        <p:grpSpPr>
          <a:xfrm>
            <a:off x="6353136" y="3666001"/>
            <a:ext cx="5485525" cy="944664"/>
            <a:chOff x="6353136" y="3683770"/>
            <a:chExt cx="5485525" cy="944664"/>
          </a:xfrm>
        </p:grpSpPr>
        <p:sp>
          <p:nvSpPr>
            <p:cNvPr id="9" name="TextBox 8"/>
            <p:cNvSpPr txBox="1"/>
            <p:nvPr userDrawn="1"/>
          </p:nvSpPr>
          <p:spPr>
            <a:xfrm>
              <a:off x="6353136" y="3778236"/>
              <a:ext cx="2574839" cy="556302"/>
            </a:xfrm>
            <a:prstGeom prst="rect">
              <a:avLst/>
            </a:prstGeom>
            <a:noFill/>
          </p:spPr>
          <p:txBody>
            <a:bodyPr wrap="square" lIns="27432" tIns="27432" rIns="27432" bIns="27432" rtlCol="0" anchor="t" anchorCtr="0">
              <a:noAutofit/>
            </a:bodyPr>
            <a:lstStyle/>
            <a:p>
              <a:r>
                <a:rPr lang="en-US" sz="1100" b="1">
                  <a:solidFill>
                    <a:srgbClr val="EB3300"/>
                  </a:solidFill>
                </a:rPr>
                <a:t>Shape Effects</a:t>
              </a:r>
            </a:p>
            <a:p>
              <a:r>
                <a:rPr lang="en-US" sz="1100">
                  <a:solidFill>
                    <a:srgbClr val="000000"/>
                  </a:solidFill>
                </a:rPr>
                <a:t>Please remove/do not include shadows, reflections, glows, bevels, 3D rotations, etc.</a:t>
              </a:r>
            </a:p>
          </p:txBody>
        </p:sp>
        <p:sp>
          <p:nvSpPr>
            <p:cNvPr id="21" name="Rectangle 20"/>
            <p:cNvSpPr/>
            <p:nvPr userDrawn="1"/>
          </p:nvSpPr>
          <p:spPr bwMode="auto">
            <a:xfrm>
              <a:off x="9081906" y="3799229"/>
              <a:ext cx="1049525" cy="545805"/>
            </a:xfrm>
            <a:prstGeom prst="rect">
              <a:avLst/>
            </a:prstGeom>
            <a:solidFill>
              <a:schemeClr val="accent2"/>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endParaRPr lang="en-US" sz="1200">
                <a:solidFill>
                  <a:srgbClr val="FFFFFF"/>
                </a:solidFill>
              </a:endParaRPr>
            </a:p>
          </p:txBody>
        </p:sp>
        <p:sp>
          <p:nvSpPr>
            <p:cNvPr id="22" name="Rectangle 21"/>
            <p:cNvSpPr/>
            <p:nvPr userDrawn="1"/>
          </p:nvSpPr>
          <p:spPr bwMode="auto">
            <a:xfrm>
              <a:off x="10313350" y="3799229"/>
              <a:ext cx="1049525" cy="545805"/>
            </a:xfrm>
            <a:prstGeom prst="rect">
              <a:avLst/>
            </a:prstGeom>
            <a:solidFill>
              <a:schemeClr val="accent2"/>
            </a:solidFill>
            <a:ln w="12700">
              <a:noFill/>
              <a:miter lim="800000"/>
              <a:headEnd/>
              <a:tailEnd/>
            </a:ln>
            <a:effectLst>
              <a:outerShdw blurRad="50800" dist="38100" dir="2700000" algn="tl" rotWithShape="0">
                <a:srgbClr val="000000">
                  <a:alpha val="43000"/>
                </a:srgbClr>
              </a:outerShdw>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endParaRPr lang="en-US" sz="1200">
                <a:solidFill>
                  <a:srgbClr val="FFFFFF"/>
                </a:solidFill>
              </a:endParaRPr>
            </a:p>
          </p:txBody>
        </p:sp>
        <p:sp>
          <p:nvSpPr>
            <p:cNvPr id="23" name="TextBox 22"/>
            <p:cNvSpPr txBox="1"/>
            <p:nvPr userDrawn="1"/>
          </p:nvSpPr>
          <p:spPr>
            <a:xfrm>
              <a:off x="10327343" y="4429005"/>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Incorrect</a:t>
              </a:r>
            </a:p>
          </p:txBody>
        </p:sp>
        <p:cxnSp>
          <p:nvCxnSpPr>
            <p:cNvPr id="24" name="Straight Connector 23"/>
            <p:cNvCxnSpPr/>
            <p:nvPr userDrawn="1"/>
          </p:nvCxnSpPr>
          <p:spPr>
            <a:xfrm>
              <a:off x="10523254" y="3683770"/>
              <a:ext cx="1315407" cy="724243"/>
            </a:xfrm>
            <a:prstGeom prst="line">
              <a:avLst/>
            </a:prstGeom>
            <a:ln w="12700">
              <a:solidFill>
                <a:schemeClr val="tx1"/>
              </a:solidFill>
              <a:tailEnd type="none" w="lg" len="med"/>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userDrawn="1"/>
        </p:nvGrpSpPr>
        <p:grpSpPr>
          <a:xfrm>
            <a:off x="6353136" y="5023965"/>
            <a:ext cx="3806284" cy="915788"/>
            <a:chOff x="6353136" y="4635583"/>
            <a:chExt cx="3806284" cy="915788"/>
          </a:xfrm>
        </p:grpSpPr>
        <p:sp>
          <p:nvSpPr>
            <p:cNvPr id="10" name="TextBox 9"/>
            <p:cNvSpPr txBox="1"/>
            <p:nvPr userDrawn="1"/>
          </p:nvSpPr>
          <p:spPr>
            <a:xfrm>
              <a:off x="6353136" y="4827129"/>
              <a:ext cx="2616820" cy="556302"/>
            </a:xfrm>
            <a:prstGeom prst="rect">
              <a:avLst/>
            </a:prstGeom>
            <a:noFill/>
          </p:spPr>
          <p:txBody>
            <a:bodyPr wrap="square" lIns="27432" tIns="27432" rIns="27432" bIns="27432" rtlCol="0" anchor="t" anchorCtr="0">
              <a:noAutofit/>
            </a:bodyPr>
            <a:lstStyle/>
            <a:p>
              <a:r>
                <a:rPr lang="en-US" sz="1100" b="1">
                  <a:solidFill>
                    <a:srgbClr val="EB3300"/>
                  </a:solidFill>
                </a:rPr>
                <a:t>Images</a:t>
              </a:r>
            </a:p>
            <a:p>
              <a:r>
                <a:rPr lang="en-US" sz="1100">
                  <a:solidFill>
                    <a:srgbClr val="000000"/>
                  </a:solidFill>
                </a:rPr>
                <a:t>Use only approved images/clip art/icons in this presentation.</a:t>
              </a:r>
            </a:p>
          </p:txBody>
        </p:sp>
        <p:sp>
          <p:nvSpPr>
            <p:cNvPr id="25" name="TextBox 24"/>
            <p:cNvSpPr txBox="1"/>
            <p:nvPr userDrawn="1"/>
          </p:nvSpPr>
          <p:spPr>
            <a:xfrm>
              <a:off x="9025931" y="5351942"/>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Incorrect</a:t>
              </a:r>
            </a:p>
          </p:txBody>
        </p:sp>
        <p:pic>
          <p:nvPicPr>
            <p:cNvPr id="26" name="Picture 2"/>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8902047" y="4681325"/>
              <a:ext cx="1243379" cy="595702"/>
            </a:xfrm>
            <a:prstGeom prst="rect">
              <a:avLst/>
            </a:prstGeom>
            <a:noFill/>
            <a:ln w="9525">
              <a:noFill/>
              <a:miter lim="800000"/>
              <a:headEnd/>
              <a:tailEnd/>
            </a:ln>
            <a:effectLst/>
          </p:spPr>
        </p:pic>
        <p:cxnSp>
          <p:nvCxnSpPr>
            <p:cNvPr id="27" name="Straight Connector 26"/>
            <p:cNvCxnSpPr/>
            <p:nvPr userDrawn="1"/>
          </p:nvCxnSpPr>
          <p:spPr>
            <a:xfrm>
              <a:off x="8844013" y="4635583"/>
              <a:ext cx="1315407" cy="724243"/>
            </a:xfrm>
            <a:prstGeom prst="line">
              <a:avLst/>
            </a:prstGeom>
            <a:ln w="12700">
              <a:solidFill>
                <a:schemeClr val="tx1"/>
              </a:solidFill>
              <a:tailEnd type="none" w="lg" len="med"/>
            </a:ln>
          </p:spPr>
          <p:style>
            <a:lnRef idx="1">
              <a:schemeClr val="accent1"/>
            </a:lnRef>
            <a:fillRef idx="0">
              <a:schemeClr val="accent1"/>
            </a:fillRef>
            <a:effectRef idx="0">
              <a:schemeClr val="accent1"/>
            </a:effectRef>
            <a:fontRef idx="minor">
              <a:schemeClr val="tx1"/>
            </a:fontRef>
          </p:style>
        </p:cxnSp>
      </p:grpSp>
      <p:sp>
        <p:nvSpPr>
          <p:cNvPr id="28" name="Rectangle 27"/>
          <p:cNvSpPr/>
          <p:nvPr userDrawn="1"/>
        </p:nvSpPr>
        <p:spPr>
          <a:xfrm>
            <a:off x="170689" y="978409"/>
            <a:ext cx="11703812" cy="646331"/>
          </a:xfrm>
          <a:prstGeom prst="rect">
            <a:avLst/>
          </a:prstGeom>
        </p:spPr>
        <p:txBody>
          <a:bodyPr wrap="square">
            <a:spAutoFit/>
          </a:bodyPr>
          <a:lstStyle/>
          <a:p>
            <a:pPr>
              <a:defRPr/>
            </a:pPr>
            <a:r>
              <a:rPr lang="en-US" sz="1200">
                <a:solidFill>
                  <a:srgbClr val="000000"/>
                </a:solidFill>
              </a:rPr>
              <a:t>We strive to maintain a consistent look and feel in all Syneos Health Consulting materials, including the PowerPoint template. Please follow the rules below to ensure that we are communicating a unified look. If you have any questions regarding the visual template rules, please contact </a:t>
            </a:r>
            <a:r>
              <a:rPr lang="en-US" sz="1200">
                <a:solidFill>
                  <a:srgbClr val="E03CB5"/>
                </a:solidFill>
              </a:rPr>
              <a:t>XXX at XXX</a:t>
            </a:r>
            <a:r>
              <a:rPr lang="en-US" sz="1200">
                <a:solidFill>
                  <a:srgbClr val="000000"/>
                </a:solidFill>
              </a:rPr>
              <a:t>. Please delete this slide once you have read and understand all rules.</a:t>
            </a:r>
          </a:p>
        </p:txBody>
      </p:sp>
      <p:sp>
        <p:nvSpPr>
          <p:cNvPr id="2" name="Rectangle 1"/>
          <p:cNvSpPr/>
          <p:nvPr userDrawn="1"/>
        </p:nvSpPr>
        <p:spPr>
          <a:xfrm>
            <a:off x="170688" y="351845"/>
            <a:ext cx="3493264" cy="369332"/>
          </a:xfrm>
          <a:prstGeom prst="rect">
            <a:avLst/>
          </a:prstGeom>
        </p:spPr>
        <p:txBody>
          <a:bodyPr wrap="none">
            <a:spAutoFit/>
          </a:bodyPr>
          <a:lstStyle/>
          <a:p>
            <a:r>
              <a:rPr lang="en-US" sz="1800" b="1">
                <a:solidFill>
                  <a:srgbClr val="000000"/>
                </a:solidFill>
              </a:rPr>
              <a:t>Quick PowerPoint Style Guide</a:t>
            </a:r>
            <a:endParaRPr lang="en-US" sz="1800">
              <a:solidFill>
                <a:srgbClr val="000000"/>
              </a:solidFill>
            </a:endParaRPr>
          </a:p>
        </p:txBody>
      </p:sp>
      <p:grpSp>
        <p:nvGrpSpPr>
          <p:cNvPr id="3" name="Group 2"/>
          <p:cNvGrpSpPr/>
          <p:nvPr userDrawn="1"/>
        </p:nvGrpSpPr>
        <p:grpSpPr>
          <a:xfrm>
            <a:off x="6353135" y="1826204"/>
            <a:ext cx="5009740" cy="1426498"/>
            <a:chOff x="6353135" y="1810768"/>
            <a:chExt cx="5009740" cy="1426498"/>
          </a:xfrm>
        </p:grpSpPr>
        <p:sp>
          <p:nvSpPr>
            <p:cNvPr id="8" name="TextBox 7"/>
            <p:cNvSpPr txBox="1"/>
            <p:nvPr userDrawn="1"/>
          </p:nvSpPr>
          <p:spPr>
            <a:xfrm>
              <a:off x="6353135" y="1977712"/>
              <a:ext cx="2714776" cy="1259554"/>
            </a:xfrm>
            <a:prstGeom prst="rect">
              <a:avLst/>
            </a:prstGeom>
            <a:noFill/>
          </p:spPr>
          <p:txBody>
            <a:bodyPr wrap="square" lIns="27432" tIns="27432" rIns="27432" bIns="27432" rtlCol="0" anchor="t" anchorCtr="0">
              <a:noAutofit/>
            </a:bodyPr>
            <a:lstStyle/>
            <a:p>
              <a:r>
                <a:rPr lang="en-US" sz="1100" b="1">
                  <a:solidFill>
                    <a:srgbClr val="EB3300"/>
                  </a:solidFill>
                </a:rPr>
                <a:t>Charts</a:t>
              </a:r>
            </a:p>
            <a:p>
              <a:r>
                <a:rPr lang="en-US" sz="1100">
                  <a:solidFill>
                    <a:srgbClr val="000000"/>
                  </a:solidFill>
                </a:rPr>
                <a:t>Charts should have a range of approved colors that provide sufficient contrast. Please be mindful to not use colors that are unapproved.</a:t>
              </a:r>
            </a:p>
          </p:txBody>
        </p:sp>
        <p:graphicFrame>
          <p:nvGraphicFramePr>
            <p:cNvPr id="29" name="Chart 28"/>
            <p:cNvGraphicFramePr/>
            <p:nvPr userDrawn="1">
              <p:extLst>
                <p:ext uri="{D42A27DB-BD31-4B8C-83A1-F6EECF244321}">
                  <p14:modId xmlns:p14="http://schemas.microsoft.com/office/powerpoint/2010/main" val="224043800"/>
                </p:ext>
              </p:extLst>
            </p:nvPr>
          </p:nvGraphicFramePr>
          <p:xfrm>
            <a:off x="8509878" y="1810768"/>
            <a:ext cx="2852997" cy="1426498"/>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277622454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ick PPT Style Guide (3)">
    <p:spTree>
      <p:nvGrpSpPr>
        <p:cNvPr id="1" name=""/>
        <p:cNvGrpSpPr/>
        <p:nvPr/>
      </p:nvGrpSpPr>
      <p:grpSpPr>
        <a:xfrm>
          <a:off x="0" y="0"/>
          <a:ext cx="0" cy="0"/>
          <a:chOff x="0" y="0"/>
          <a:chExt cx="0" cy="0"/>
        </a:xfrm>
      </p:grpSpPr>
      <p:grpSp>
        <p:nvGrpSpPr>
          <p:cNvPr id="3" name="Group 2"/>
          <p:cNvGrpSpPr/>
          <p:nvPr userDrawn="1"/>
        </p:nvGrpSpPr>
        <p:grpSpPr>
          <a:xfrm>
            <a:off x="693202" y="2023660"/>
            <a:ext cx="5468770" cy="831051"/>
            <a:chOff x="170688" y="1942169"/>
            <a:chExt cx="5468770" cy="831051"/>
          </a:xfrm>
        </p:grpSpPr>
        <p:sp>
          <p:nvSpPr>
            <p:cNvPr id="5" name="TextBox 4"/>
            <p:cNvSpPr txBox="1"/>
            <p:nvPr userDrawn="1"/>
          </p:nvSpPr>
          <p:spPr>
            <a:xfrm>
              <a:off x="170688" y="1942169"/>
              <a:ext cx="2714777" cy="556302"/>
            </a:xfrm>
            <a:prstGeom prst="rect">
              <a:avLst/>
            </a:prstGeom>
            <a:noFill/>
          </p:spPr>
          <p:txBody>
            <a:bodyPr wrap="square" lIns="91440" tIns="27432" rIns="45720" bIns="27432" rtlCol="0" anchor="t" anchorCtr="0">
              <a:noAutofit/>
            </a:bodyPr>
            <a:lstStyle/>
            <a:p>
              <a:r>
                <a:rPr lang="en-US" sz="1050" b="1">
                  <a:solidFill>
                    <a:srgbClr val="EB3300"/>
                  </a:solidFill>
                </a:rPr>
                <a:t>Gradients</a:t>
              </a:r>
            </a:p>
            <a:p>
              <a:r>
                <a:rPr lang="en-US" sz="1050">
                  <a:solidFill>
                    <a:srgbClr val="000000"/>
                  </a:solidFill>
                </a:rPr>
                <a:t>Do not include gradient colors (Syneos Health Orange to Syneos Health Yellow, Syneos Health Dark Gray to Syneos Health Blue, etc.).</a:t>
              </a:r>
            </a:p>
          </p:txBody>
        </p:sp>
        <p:sp>
          <p:nvSpPr>
            <p:cNvPr id="7" name="Rectangle 6"/>
            <p:cNvSpPr/>
            <p:nvPr userDrawn="1"/>
          </p:nvSpPr>
          <p:spPr bwMode="auto">
            <a:xfrm>
              <a:off x="3288517" y="1996495"/>
              <a:ext cx="1021540" cy="535310"/>
            </a:xfrm>
            <a:prstGeom prst="rect">
              <a:avLst/>
            </a:prstGeom>
            <a:solidFill>
              <a:schemeClr val="accent1"/>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endParaRPr lang="en-US" sz="1200">
                <a:solidFill>
                  <a:srgbClr val="000000"/>
                </a:solidFill>
              </a:endParaRPr>
            </a:p>
          </p:txBody>
        </p:sp>
        <p:sp>
          <p:nvSpPr>
            <p:cNvPr id="8" name="Rectangle 7"/>
            <p:cNvSpPr/>
            <p:nvPr userDrawn="1"/>
          </p:nvSpPr>
          <p:spPr bwMode="auto">
            <a:xfrm>
              <a:off x="4463986" y="1996495"/>
              <a:ext cx="1021540" cy="535310"/>
            </a:xfrm>
            <a:prstGeom prst="rect">
              <a:avLst/>
            </a:prstGeom>
            <a:gradFill flip="none" rotWithShape="1">
              <a:gsLst>
                <a:gs pos="0">
                  <a:schemeClr val="accent1"/>
                </a:gs>
                <a:gs pos="100000">
                  <a:schemeClr val="accent3"/>
                </a:gs>
              </a:gsLst>
              <a:lin ang="0" scaled="1"/>
              <a:tileRect/>
            </a:gra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endParaRPr lang="en-US" sz="1200">
                <a:solidFill>
                  <a:srgbClr val="000000"/>
                </a:solidFill>
              </a:endParaRPr>
            </a:p>
          </p:txBody>
        </p:sp>
        <p:cxnSp>
          <p:nvCxnSpPr>
            <p:cNvPr id="9" name="Straight Connector 8"/>
            <p:cNvCxnSpPr/>
            <p:nvPr userDrawn="1"/>
          </p:nvCxnSpPr>
          <p:spPr>
            <a:xfrm>
              <a:off x="4394019" y="1944014"/>
              <a:ext cx="1245439" cy="619280"/>
            </a:xfrm>
            <a:prstGeom prst="line">
              <a:avLst/>
            </a:prstGeom>
            <a:ln w="12700">
              <a:solidFill>
                <a:schemeClr val="tx1"/>
              </a:solidFill>
              <a:tailEnd type="none" w="lg" len="med"/>
            </a:ln>
          </p:spPr>
          <p:style>
            <a:lnRef idx="1">
              <a:schemeClr val="accent1"/>
            </a:lnRef>
            <a:fillRef idx="0">
              <a:schemeClr val="accent1"/>
            </a:fillRef>
            <a:effectRef idx="0">
              <a:schemeClr val="accent1"/>
            </a:effectRef>
            <a:fontRef idx="minor">
              <a:schemeClr val="tx1"/>
            </a:fontRef>
          </p:style>
        </p:cxnSp>
        <p:sp>
          <p:nvSpPr>
            <p:cNvPr id="10" name="TextBox 9"/>
            <p:cNvSpPr txBox="1"/>
            <p:nvPr userDrawn="1"/>
          </p:nvSpPr>
          <p:spPr>
            <a:xfrm>
              <a:off x="3302511" y="2573791"/>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Correct</a:t>
              </a:r>
            </a:p>
          </p:txBody>
        </p:sp>
        <p:sp>
          <p:nvSpPr>
            <p:cNvPr id="11" name="TextBox 10"/>
            <p:cNvSpPr txBox="1"/>
            <p:nvPr userDrawn="1"/>
          </p:nvSpPr>
          <p:spPr>
            <a:xfrm>
              <a:off x="4491975" y="2573791"/>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Incorrect</a:t>
              </a:r>
            </a:p>
          </p:txBody>
        </p:sp>
      </p:grpSp>
      <p:grpSp>
        <p:nvGrpSpPr>
          <p:cNvPr id="2" name="Group 1"/>
          <p:cNvGrpSpPr/>
          <p:nvPr userDrawn="1"/>
        </p:nvGrpSpPr>
        <p:grpSpPr>
          <a:xfrm>
            <a:off x="693202" y="3717887"/>
            <a:ext cx="5482762" cy="1782156"/>
            <a:chOff x="170688" y="3193069"/>
            <a:chExt cx="5482762" cy="1782156"/>
          </a:xfrm>
        </p:grpSpPr>
        <p:sp>
          <p:nvSpPr>
            <p:cNvPr id="6" name="TextBox 5"/>
            <p:cNvSpPr txBox="1"/>
            <p:nvPr userDrawn="1"/>
          </p:nvSpPr>
          <p:spPr>
            <a:xfrm>
              <a:off x="170688" y="3193069"/>
              <a:ext cx="2714776" cy="1782156"/>
            </a:xfrm>
            <a:prstGeom prst="rect">
              <a:avLst/>
            </a:prstGeom>
            <a:noFill/>
          </p:spPr>
          <p:txBody>
            <a:bodyPr wrap="square" lIns="91440" tIns="27432" rIns="91440" bIns="27432" rtlCol="0" anchor="t" anchorCtr="0">
              <a:noAutofit/>
            </a:bodyPr>
            <a:lstStyle/>
            <a:p>
              <a:r>
                <a:rPr lang="en-US" sz="1050" b="1">
                  <a:solidFill>
                    <a:srgbClr val="EB3300"/>
                  </a:solidFill>
                </a:rPr>
                <a:t>Lines</a:t>
              </a:r>
            </a:p>
            <a:p>
              <a:r>
                <a:rPr lang="en-US" sz="1050">
                  <a:solidFill>
                    <a:srgbClr val="000000"/>
                  </a:solidFill>
                </a:rPr>
                <a:t>Lines should appear in the solid or round dotted style. Please avoid square dotted, dash dotted, long dashed, etc. </a:t>
              </a:r>
            </a:p>
            <a:p>
              <a:endParaRPr lang="en-US" sz="1050">
                <a:solidFill>
                  <a:srgbClr val="000000"/>
                </a:solidFill>
              </a:endParaRPr>
            </a:p>
            <a:p>
              <a:r>
                <a:rPr lang="en-US" sz="1050">
                  <a:solidFill>
                    <a:srgbClr val="000000"/>
                  </a:solidFill>
                </a:rPr>
                <a:t>When using the dotted line, the color must be Syneos Health Dark Gray.</a:t>
              </a:r>
            </a:p>
            <a:p>
              <a:endParaRPr lang="en-US" sz="1050">
                <a:solidFill>
                  <a:srgbClr val="000000"/>
                </a:solidFill>
              </a:endParaRPr>
            </a:p>
            <a:p>
              <a:r>
                <a:rPr lang="en-US" sz="1050">
                  <a:solidFill>
                    <a:srgbClr val="000000"/>
                  </a:solidFill>
                </a:rPr>
                <a:t>Solid lines should not have a weight of more than 1.5 pt.</a:t>
              </a:r>
            </a:p>
          </p:txBody>
        </p:sp>
        <p:cxnSp>
          <p:nvCxnSpPr>
            <p:cNvPr id="12" name="Straight Connector 11"/>
            <p:cNvCxnSpPr/>
            <p:nvPr userDrawn="1"/>
          </p:nvCxnSpPr>
          <p:spPr>
            <a:xfrm>
              <a:off x="3316505" y="3427759"/>
              <a:ext cx="2336945" cy="0"/>
            </a:xfrm>
            <a:prstGeom prst="line">
              <a:avLst/>
            </a:prstGeom>
            <a:ln w="12700">
              <a:solidFill>
                <a:schemeClr val="accent3"/>
              </a:solidFill>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3316505" y="3658677"/>
              <a:ext cx="2336945" cy="0"/>
            </a:xfrm>
            <a:prstGeom prst="line">
              <a:avLst/>
            </a:prstGeom>
            <a:ln w="12700">
              <a:solidFill>
                <a:schemeClr val="accent2"/>
              </a:solidFill>
              <a:prstDash val="dot"/>
              <a:tailEnd type="none" w="lg"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userDrawn="1"/>
          </p:nvSpPr>
          <p:spPr>
            <a:xfrm>
              <a:off x="3988201" y="3742648"/>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Correct</a:t>
              </a:r>
            </a:p>
          </p:txBody>
        </p:sp>
        <p:cxnSp>
          <p:nvCxnSpPr>
            <p:cNvPr id="15" name="Straight Connector 14"/>
            <p:cNvCxnSpPr/>
            <p:nvPr userDrawn="1"/>
          </p:nvCxnSpPr>
          <p:spPr>
            <a:xfrm>
              <a:off x="3316505" y="4131009"/>
              <a:ext cx="2336945" cy="0"/>
            </a:xfrm>
            <a:prstGeom prst="line">
              <a:avLst/>
            </a:prstGeom>
            <a:ln w="12700">
              <a:solidFill>
                <a:srgbClr val="FF9E1B"/>
              </a:solidFill>
              <a:prstDash val="dash"/>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3316505" y="4403912"/>
              <a:ext cx="2336945" cy="0"/>
            </a:xfrm>
            <a:prstGeom prst="line">
              <a:avLst/>
            </a:prstGeom>
            <a:ln w="12700">
              <a:solidFill>
                <a:schemeClr val="accent2"/>
              </a:solidFill>
              <a:prstDash val="lgDashDot"/>
              <a:tailEnd type="none" w="lg" len="med"/>
            </a:ln>
          </p:spPr>
          <p:style>
            <a:lnRef idx="1">
              <a:schemeClr val="accent1"/>
            </a:lnRef>
            <a:fillRef idx="0">
              <a:schemeClr val="accent1"/>
            </a:fillRef>
            <a:effectRef idx="0">
              <a:schemeClr val="accent1"/>
            </a:effectRef>
            <a:fontRef idx="minor">
              <a:schemeClr val="tx1"/>
            </a:fontRef>
          </p:style>
        </p:cxnSp>
        <p:sp>
          <p:nvSpPr>
            <p:cNvPr id="17" name="TextBox 16"/>
            <p:cNvSpPr txBox="1"/>
            <p:nvPr userDrawn="1"/>
          </p:nvSpPr>
          <p:spPr>
            <a:xfrm>
              <a:off x="3988201" y="4529869"/>
              <a:ext cx="993552" cy="199429"/>
            </a:xfrm>
            <a:prstGeom prst="rect">
              <a:avLst/>
            </a:prstGeom>
            <a:noFill/>
          </p:spPr>
          <p:txBody>
            <a:bodyPr wrap="square" lIns="27432" tIns="27432" rIns="27432" bIns="27432" rtlCol="0" anchor="t" anchorCtr="0">
              <a:noAutofit/>
            </a:bodyPr>
            <a:lstStyle/>
            <a:p>
              <a:pPr algn="ctr"/>
              <a:r>
                <a:rPr lang="en-US" sz="1000">
                  <a:solidFill>
                    <a:srgbClr val="000000"/>
                  </a:solidFill>
                </a:rPr>
                <a:t>Incorrect</a:t>
              </a:r>
            </a:p>
          </p:txBody>
        </p:sp>
        <p:cxnSp>
          <p:nvCxnSpPr>
            <p:cNvPr id="18" name="Straight Connector 17"/>
            <p:cNvCxnSpPr/>
            <p:nvPr userDrawn="1"/>
          </p:nvCxnSpPr>
          <p:spPr>
            <a:xfrm>
              <a:off x="3848265" y="3963069"/>
              <a:ext cx="1245439" cy="619280"/>
            </a:xfrm>
            <a:prstGeom prst="line">
              <a:avLst/>
            </a:prstGeom>
            <a:ln w="12700">
              <a:solidFill>
                <a:schemeClr val="tx1"/>
              </a:solidFill>
              <a:tailEnd type="none" w="lg" len="med"/>
            </a:ln>
          </p:spPr>
          <p:style>
            <a:lnRef idx="1">
              <a:schemeClr val="accent1"/>
            </a:lnRef>
            <a:fillRef idx="0">
              <a:schemeClr val="accent1"/>
            </a:fillRef>
            <a:effectRef idx="0">
              <a:schemeClr val="accent1"/>
            </a:effectRef>
            <a:fontRef idx="minor">
              <a:schemeClr val="tx1"/>
            </a:fontRef>
          </p:style>
        </p:cxnSp>
      </p:grpSp>
      <p:grpSp>
        <p:nvGrpSpPr>
          <p:cNvPr id="4" name="Group 3"/>
          <p:cNvGrpSpPr/>
          <p:nvPr userDrawn="1"/>
        </p:nvGrpSpPr>
        <p:grpSpPr>
          <a:xfrm>
            <a:off x="6715938" y="1996496"/>
            <a:ext cx="4538996" cy="3997099"/>
            <a:chOff x="6493070" y="1996496"/>
            <a:chExt cx="4538996" cy="3997099"/>
          </a:xfrm>
        </p:grpSpPr>
        <p:sp>
          <p:nvSpPr>
            <p:cNvPr id="20" name="TextBox 19"/>
            <p:cNvSpPr txBox="1"/>
            <p:nvPr userDrawn="1"/>
          </p:nvSpPr>
          <p:spPr>
            <a:xfrm>
              <a:off x="6493070" y="2006991"/>
              <a:ext cx="2462889" cy="2223227"/>
            </a:xfrm>
            <a:prstGeom prst="rect">
              <a:avLst/>
            </a:prstGeom>
            <a:noFill/>
          </p:spPr>
          <p:txBody>
            <a:bodyPr wrap="square" lIns="27432" tIns="27432" rIns="27432" bIns="27432" rtlCol="0" anchor="t" anchorCtr="0">
              <a:noAutofit/>
            </a:bodyPr>
            <a:lstStyle/>
            <a:p>
              <a:r>
                <a:rPr lang="en-US" sz="1050" b="1">
                  <a:solidFill>
                    <a:srgbClr val="EB3300"/>
                  </a:solidFill>
                </a:rPr>
                <a:t>Theme Colors</a:t>
              </a:r>
            </a:p>
            <a:p>
              <a:r>
                <a:rPr lang="en-US" sz="1050">
                  <a:solidFill>
                    <a:srgbClr val="000000"/>
                  </a:solidFill>
                </a:rPr>
                <a:t>The chart to the right defines the correct color name and on screen value of each approved color in this template.</a:t>
              </a:r>
            </a:p>
            <a:p>
              <a:endParaRPr lang="en-US" sz="1050">
                <a:solidFill>
                  <a:srgbClr val="000000"/>
                </a:solidFill>
              </a:endParaRPr>
            </a:p>
            <a:p>
              <a:r>
                <a:rPr lang="en-US" sz="1050">
                  <a:solidFill>
                    <a:srgbClr val="000000"/>
                  </a:solidFill>
                </a:rPr>
                <a:t>White text should not be used over the Syneos Health Gold and Syneos Health Light Gray colors. </a:t>
              </a:r>
            </a:p>
            <a:p>
              <a:endParaRPr lang="en-US" sz="1050">
                <a:solidFill>
                  <a:srgbClr val="000000"/>
                </a:solidFill>
              </a:endParaRPr>
            </a:p>
            <a:p>
              <a:r>
                <a:rPr lang="en-US" sz="1050">
                  <a:solidFill>
                    <a:srgbClr val="000000"/>
                  </a:solidFill>
                </a:rPr>
                <a:t>The Syneos Health Blue color should only be used in charts and graphs.</a:t>
              </a:r>
            </a:p>
          </p:txBody>
        </p:sp>
        <p:sp>
          <p:nvSpPr>
            <p:cNvPr id="21" name="Rectangle 20"/>
            <p:cNvSpPr/>
            <p:nvPr userDrawn="1"/>
          </p:nvSpPr>
          <p:spPr bwMode="auto">
            <a:xfrm>
              <a:off x="9305806" y="1996496"/>
              <a:ext cx="1726260" cy="512331"/>
            </a:xfrm>
            <a:prstGeom prst="rect">
              <a:avLst/>
            </a:prstGeom>
            <a:solidFill>
              <a:schemeClr val="accent1"/>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000" b="1">
                  <a:solidFill>
                    <a:srgbClr val="FFFFFF"/>
                  </a:solidFill>
                </a:rPr>
                <a:t>Orange</a:t>
              </a:r>
            </a:p>
            <a:p>
              <a:pPr algn="ctr">
                <a:spcBef>
                  <a:spcPts val="600"/>
                </a:spcBef>
              </a:pPr>
              <a:r>
                <a:rPr lang="en-US" sz="1000">
                  <a:solidFill>
                    <a:srgbClr val="FFFFFF"/>
                  </a:solidFill>
                </a:rPr>
                <a:t>R:235 G:51 B:0</a:t>
              </a:r>
            </a:p>
          </p:txBody>
        </p:sp>
        <p:sp>
          <p:nvSpPr>
            <p:cNvPr id="22" name="Rectangle 21"/>
            <p:cNvSpPr/>
            <p:nvPr userDrawn="1"/>
          </p:nvSpPr>
          <p:spPr bwMode="auto">
            <a:xfrm>
              <a:off x="9305806" y="2563295"/>
              <a:ext cx="1726260" cy="512331"/>
            </a:xfrm>
            <a:prstGeom prst="rect">
              <a:avLst/>
            </a:prstGeom>
            <a:solidFill>
              <a:schemeClr val="accent4"/>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000" b="1">
                  <a:solidFill>
                    <a:srgbClr val="FFFFFF"/>
                  </a:solidFill>
                </a:rPr>
                <a:t>Light Orange</a:t>
              </a:r>
            </a:p>
            <a:p>
              <a:pPr algn="ctr">
                <a:spcBef>
                  <a:spcPts val="600"/>
                </a:spcBef>
              </a:pPr>
              <a:r>
                <a:rPr lang="en-US" sz="1000">
                  <a:solidFill>
                    <a:srgbClr val="FFFFFF"/>
                  </a:solidFill>
                </a:rPr>
                <a:t>R:255 G:103 B:31</a:t>
              </a:r>
            </a:p>
          </p:txBody>
        </p:sp>
        <p:sp>
          <p:nvSpPr>
            <p:cNvPr id="23" name="Rectangle 22"/>
            <p:cNvSpPr/>
            <p:nvPr userDrawn="1"/>
          </p:nvSpPr>
          <p:spPr bwMode="auto">
            <a:xfrm>
              <a:off x="9305806" y="3140593"/>
              <a:ext cx="1726260" cy="512331"/>
            </a:xfrm>
            <a:prstGeom prst="rect">
              <a:avLst/>
            </a:prstGeom>
            <a:solidFill>
              <a:schemeClr val="accent3"/>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000" b="1">
                  <a:solidFill>
                    <a:srgbClr val="000000"/>
                  </a:solidFill>
                </a:rPr>
                <a:t>Gold</a:t>
              </a:r>
            </a:p>
            <a:p>
              <a:pPr algn="ctr">
                <a:spcBef>
                  <a:spcPts val="600"/>
                </a:spcBef>
              </a:pPr>
              <a:r>
                <a:rPr lang="en-US" sz="1000">
                  <a:solidFill>
                    <a:srgbClr val="000000"/>
                  </a:solidFill>
                </a:rPr>
                <a:t>R:255 G:158 B:27</a:t>
              </a:r>
            </a:p>
          </p:txBody>
        </p:sp>
        <p:sp>
          <p:nvSpPr>
            <p:cNvPr id="24" name="Rectangle 23"/>
            <p:cNvSpPr/>
            <p:nvPr userDrawn="1"/>
          </p:nvSpPr>
          <p:spPr bwMode="auto">
            <a:xfrm>
              <a:off x="9305806" y="3717887"/>
              <a:ext cx="1726260" cy="512331"/>
            </a:xfrm>
            <a:prstGeom prst="rect">
              <a:avLst/>
            </a:prstGeom>
            <a:solidFill>
              <a:schemeClr val="bg2"/>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000" b="1">
                  <a:solidFill>
                    <a:srgbClr val="000000"/>
                  </a:solidFill>
                </a:rPr>
                <a:t>Light Gray</a:t>
              </a:r>
            </a:p>
            <a:p>
              <a:pPr algn="ctr">
                <a:spcBef>
                  <a:spcPts val="600"/>
                </a:spcBef>
              </a:pPr>
              <a:r>
                <a:rPr lang="en-US" sz="1000">
                  <a:solidFill>
                    <a:srgbClr val="000000"/>
                  </a:solidFill>
                </a:rPr>
                <a:t>R:187 G:188 B:188</a:t>
              </a:r>
            </a:p>
          </p:txBody>
        </p:sp>
        <p:sp>
          <p:nvSpPr>
            <p:cNvPr id="25" name="Rectangle 24"/>
            <p:cNvSpPr/>
            <p:nvPr userDrawn="1"/>
          </p:nvSpPr>
          <p:spPr bwMode="auto">
            <a:xfrm>
              <a:off x="9305806" y="4295184"/>
              <a:ext cx="1726260" cy="512331"/>
            </a:xfrm>
            <a:prstGeom prst="rect">
              <a:avLst/>
            </a:prstGeom>
            <a:solidFill>
              <a:schemeClr val="accent2"/>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000" b="1">
                  <a:solidFill>
                    <a:srgbClr val="FFFFFF"/>
                  </a:solidFill>
                </a:rPr>
                <a:t>Dark Gray</a:t>
              </a:r>
            </a:p>
            <a:p>
              <a:pPr algn="ctr">
                <a:spcBef>
                  <a:spcPts val="600"/>
                </a:spcBef>
              </a:pPr>
              <a:r>
                <a:rPr lang="en-US" sz="1000">
                  <a:solidFill>
                    <a:srgbClr val="FFFFFF"/>
                  </a:solidFill>
                </a:rPr>
                <a:t>R:99 G:102 B:106</a:t>
              </a:r>
            </a:p>
          </p:txBody>
        </p:sp>
        <p:sp>
          <p:nvSpPr>
            <p:cNvPr id="26" name="Rectangle 25"/>
            <p:cNvSpPr/>
            <p:nvPr userDrawn="1"/>
          </p:nvSpPr>
          <p:spPr bwMode="auto">
            <a:xfrm>
              <a:off x="9305806" y="4893471"/>
              <a:ext cx="1726260" cy="512331"/>
            </a:xfrm>
            <a:prstGeom prst="rect">
              <a:avLst/>
            </a:prstGeom>
            <a:solidFill>
              <a:srgbClr val="002E5D"/>
            </a:solidFill>
            <a:ln w="12700">
              <a:noFill/>
              <a:miter lim="800000"/>
              <a:headEnd/>
              <a:tailEn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pPr>
              <a:r>
                <a:rPr lang="en-US" sz="1000" b="1">
                  <a:solidFill>
                    <a:srgbClr val="FFFFFF"/>
                  </a:solidFill>
                </a:rPr>
                <a:t>Navy</a:t>
              </a:r>
              <a:endParaRPr lang="en-US" sz="1000">
                <a:solidFill>
                  <a:srgbClr val="FFFFFF"/>
                </a:solidFill>
              </a:endParaRPr>
            </a:p>
            <a:p>
              <a:pPr algn="ctr">
                <a:spcBef>
                  <a:spcPts val="600"/>
                </a:spcBef>
              </a:pPr>
              <a:r>
                <a:rPr lang="en-US" sz="1000">
                  <a:solidFill>
                    <a:srgbClr val="FFFFFF"/>
                  </a:solidFill>
                </a:rPr>
                <a:t>R:0 G:46 B:93</a:t>
              </a:r>
            </a:p>
          </p:txBody>
        </p:sp>
        <p:sp>
          <p:nvSpPr>
            <p:cNvPr id="27" name="Rectangle 26"/>
            <p:cNvSpPr/>
            <p:nvPr userDrawn="1"/>
          </p:nvSpPr>
          <p:spPr bwMode="auto">
            <a:xfrm>
              <a:off x="9305806" y="5481264"/>
              <a:ext cx="1726260" cy="512331"/>
            </a:xfrm>
            <a:prstGeom prst="rect">
              <a:avLst/>
            </a:prstGeom>
            <a:solidFill>
              <a:schemeClr val="accent6"/>
            </a:solidFill>
            <a:ln w="12700">
              <a:noFill/>
              <a:miter lim="800000"/>
              <a:headEnd/>
              <a:tailEnd/>
            </a:ln>
            <a:effectLst/>
          </p:spPr>
          <p:txBody>
            <a:bodyPr rot="0" spcFirstLastPara="0" vertOverflow="overflow" horzOverflow="overflow" vert="horz" wrap="square" lIns="45720" tIns="91440" rIns="45720" bIns="91440" numCol="1" spcCol="0" rtlCol="0" fromWordArt="0" anchor="ctr" anchorCtr="0" forceAA="0" compatLnSpc="1">
              <a:prstTxWarp prst="textNoShape">
                <a:avLst/>
              </a:prstTxWarp>
              <a:noAutofit/>
            </a:bodyPr>
            <a:lstStyle/>
            <a:p>
              <a:pPr algn="ctr">
                <a:spcBef>
                  <a:spcPts val="600"/>
                </a:spcBef>
              </a:pPr>
              <a:r>
                <a:rPr lang="en-US" sz="1000" b="1">
                  <a:solidFill>
                    <a:srgbClr val="FFFFFF"/>
                  </a:solidFill>
                </a:rPr>
                <a:t>Blue</a:t>
              </a:r>
            </a:p>
            <a:p>
              <a:pPr algn="ctr">
                <a:spcBef>
                  <a:spcPts val="600"/>
                </a:spcBef>
              </a:pPr>
              <a:r>
                <a:rPr lang="en-US" sz="1000">
                  <a:solidFill>
                    <a:srgbClr val="FFFFFF"/>
                  </a:solidFill>
                </a:rPr>
                <a:t>R:0 G:118 B:165</a:t>
              </a:r>
            </a:p>
          </p:txBody>
        </p:sp>
      </p:grpSp>
      <p:sp>
        <p:nvSpPr>
          <p:cNvPr id="35" name="Rectangle 34"/>
          <p:cNvSpPr/>
          <p:nvPr userDrawn="1"/>
        </p:nvSpPr>
        <p:spPr>
          <a:xfrm>
            <a:off x="170689" y="978409"/>
            <a:ext cx="11703812" cy="646331"/>
          </a:xfrm>
          <a:prstGeom prst="rect">
            <a:avLst/>
          </a:prstGeom>
        </p:spPr>
        <p:txBody>
          <a:bodyPr wrap="square">
            <a:spAutoFit/>
          </a:bodyPr>
          <a:lstStyle/>
          <a:p>
            <a:r>
              <a:rPr lang="en-US" sz="1200">
                <a:solidFill>
                  <a:srgbClr val="000000"/>
                </a:solidFill>
              </a:rPr>
              <a:t>We strive to maintain a consistent look and feel in all Syneos Health Consulting materials, including the PowerPoint template. Please follow the rules below to ensure that we are communicating a unified look. If you have any questions regarding the visual template rules, please contact </a:t>
            </a:r>
            <a:r>
              <a:rPr lang="en-US" sz="1200">
                <a:solidFill>
                  <a:srgbClr val="E03CB5"/>
                </a:solidFill>
              </a:rPr>
              <a:t>XXX at XXX</a:t>
            </a:r>
            <a:r>
              <a:rPr lang="en-US" sz="1200">
                <a:solidFill>
                  <a:srgbClr val="000000"/>
                </a:solidFill>
              </a:rPr>
              <a:t>. Please delete this slide once you have read and understand all rules.</a:t>
            </a:r>
          </a:p>
        </p:txBody>
      </p:sp>
      <p:sp>
        <p:nvSpPr>
          <p:cNvPr id="37" name="Rectangle 36"/>
          <p:cNvSpPr/>
          <p:nvPr userDrawn="1"/>
        </p:nvSpPr>
        <p:spPr>
          <a:xfrm>
            <a:off x="170688" y="351845"/>
            <a:ext cx="3493264" cy="369332"/>
          </a:xfrm>
          <a:prstGeom prst="rect">
            <a:avLst/>
          </a:prstGeom>
        </p:spPr>
        <p:txBody>
          <a:bodyPr wrap="none">
            <a:spAutoFit/>
          </a:bodyPr>
          <a:lstStyle/>
          <a:p>
            <a:r>
              <a:rPr lang="en-US" sz="1800" b="1">
                <a:solidFill>
                  <a:srgbClr val="000000"/>
                </a:solidFill>
              </a:rPr>
              <a:t>Quick PowerPoint Style Guide</a:t>
            </a:r>
            <a:endParaRPr lang="en-US" sz="1800">
              <a:solidFill>
                <a:srgbClr val="000000"/>
              </a:solidFill>
            </a:endParaRPr>
          </a:p>
        </p:txBody>
      </p:sp>
    </p:spTree>
    <p:extLst>
      <p:ext uri="{BB962C8B-B14F-4D97-AF65-F5344CB8AC3E}">
        <p14:creationId xmlns:p14="http://schemas.microsoft.com/office/powerpoint/2010/main" val="345345853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8" name="TextBox 7"/>
          <p:cNvSpPr txBox="1"/>
          <p:nvPr userDrawn="1"/>
        </p:nvSpPr>
        <p:spPr>
          <a:xfrm>
            <a:off x="-1481608" y="3953902"/>
            <a:ext cx="1219200" cy="914400"/>
          </a:xfrm>
          <a:prstGeom prst="rect">
            <a:avLst/>
          </a:prstGeom>
          <a:noFill/>
        </p:spPr>
        <p:txBody>
          <a:bodyPr wrap="none" lIns="27432" tIns="27432" rIns="27432" bIns="27432" rtlCol="0" anchor="ctr" anchorCtr="0">
            <a:noAutofit/>
          </a:bodyPr>
          <a:lstStyle/>
          <a:p>
            <a:endParaRPr lang="en-US" sz="1200">
              <a:solidFill>
                <a:srgbClr val="63666A"/>
              </a:solidFill>
            </a:endParaRPr>
          </a:p>
        </p:txBody>
      </p:sp>
      <p:pic>
        <p:nvPicPr>
          <p:cNvPr id="15" name="Picture 14"/>
          <p:cNvPicPr>
            <a:picLocks noChangeAspect="1"/>
          </p:cNvPicPr>
          <p:nvPr userDrawn="1"/>
        </p:nvPicPr>
        <p:blipFill rotWithShape="1">
          <a:blip r:embed="rId2"/>
          <a:srcRect l="70268"/>
          <a:stretch/>
        </p:blipFill>
        <p:spPr>
          <a:xfrm>
            <a:off x="8764437" y="0"/>
            <a:ext cx="3438616" cy="6858000"/>
          </a:xfrm>
          <a:prstGeom prst="rect">
            <a:avLst/>
          </a:prstGeom>
        </p:spPr>
      </p:pic>
      <p:sp>
        <p:nvSpPr>
          <p:cNvPr id="16" name="Text Placeholder 20"/>
          <p:cNvSpPr>
            <a:spLocks noGrp="1"/>
          </p:cNvSpPr>
          <p:nvPr>
            <p:ph type="body" sz="quarter" idx="10" hasCustomPrompt="1"/>
          </p:nvPr>
        </p:nvSpPr>
        <p:spPr>
          <a:xfrm>
            <a:off x="625129" y="5605608"/>
            <a:ext cx="8258147" cy="323379"/>
          </a:xfrm>
          <a:prstGeom prst="rect">
            <a:avLst/>
          </a:prstGeom>
        </p:spPr>
        <p:txBody>
          <a:bodyPr vert="horz" lIns="0" tIns="0" rIns="0" bIns="0">
            <a:noAutofit/>
          </a:bodyPr>
          <a:lstStyle>
            <a:lvl1pPr marL="0" indent="0">
              <a:spcBef>
                <a:spcPts val="0"/>
              </a:spcBef>
              <a:buNone/>
              <a:defRPr sz="1200" b="1" baseline="0">
                <a:solidFill>
                  <a:schemeClr val="tx1"/>
                </a:solidFill>
              </a:defRPr>
            </a:lvl1pPr>
            <a:lvl2pPr>
              <a:defRPr sz="1600"/>
            </a:lvl2pPr>
            <a:lvl3pPr>
              <a:defRPr sz="1600"/>
            </a:lvl3pPr>
            <a:lvl4pPr>
              <a:defRPr sz="1600"/>
            </a:lvl4pPr>
            <a:lvl5pPr>
              <a:defRPr sz="1600"/>
            </a:lvl5pPr>
          </a:lstStyle>
          <a:p>
            <a:pPr lvl="0"/>
            <a:r>
              <a:rPr lang="en-US"/>
              <a:t>Click to edit date (Arial Bold 12 </a:t>
            </a:r>
            <a:r>
              <a:rPr lang="en-US" err="1"/>
              <a:t>pt</a:t>
            </a:r>
            <a:r>
              <a:rPr lang="en-US"/>
              <a:t>, black)</a:t>
            </a:r>
          </a:p>
        </p:txBody>
      </p:sp>
      <p:sp>
        <p:nvSpPr>
          <p:cNvPr id="17" name="Title 1"/>
          <p:cNvSpPr>
            <a:spLocks noGrp="1"/>
          </p:cNvSpPr>
          <p:nvPr>
            <p:ph type="ctrTitle" hasCustomPrompt="1"/>
          </p:nvPr>
        </p:nvSpPr>
        <p:spPr>
          <a:xfrm>
            <a:off x="620743" y="2991466"/>
            <a:ext cx="8262533" cy="1657740"/>
          </a:xfrm>
          <a:prstGeom prst="rect">
            <a:avLst/>
          </a:prstGeom>
        </p:spPr>
        <p:txBody>
          <a:bodyPr lIns="0" tIns="0" rIns="0" bIns="0" anchor="b" anchorCtr="0">
            <a:normAutofit/>
          </a:bodyPr>
          <a:lstStyle>
            <a:lvl1pPr algn="l">
              <a:defRPr sz="3000" b="1" baseline="0">
                <a:solidFill>
                  <a:srgbClr val="EB3300"/>
                </a:solidFill>
              </a:defRPr>
            </a:lvl1pPr>
          </a:lstStyle>
          <a:p>
            <a:r>
              <a:rPr lang="en-US"/>
              <a:t>Click to edit master title style (Arial Bold 30 </a:t>
            </a:r>
            <a:r>
              <a:rPr lang="en-US" err="1"/>
              <a:t>pt</a:t>
            </a:r>
            <a:r>
              <a:rPr lang="en-US"/>
              <a:t>, orange)</a:t>
            </a:r>
          </a:p>
        </p:txBody>
      </p:sp>
      <p:sp>
        <p:nvSpPr>
          <p:cNvPr id="18" name="Subtitle 2"/>
          <p:cNvSpPr>
            <a:spLocks noGrp="1"/>
          </p:cNvSpPr>
          <p:nvPr>
            <p:ph type="subTitle" idx="1" hasCustomPrompt="1"/>
          </p:nvPr>
        </p:nvSpPr>
        <p:spPr>
          <a:xfrm>
            <a:off x="620743" y="4649206"/>
            <a:ext cx="8262533" cy="859905"/>
          </a:xfrm>
          <a:prstGeom prst="rect">
            <a:avLst/>
          </a:prstGeom>
        </p:spPr>
        <p:txBody>
          <a:bodyPr lIns="0" tIns="0" bIns="0" anchor="t" anchorCtr="0">
            <a:normAutofit/>
          </a:bodyPr>
          <a:lstStyle>
            <a:lvl1pPr marL="0" indent="0" algn="l">
              <a:buNone/>
              <a:defRPr sz="2000">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 (Arial 20 </a:t>
            </a:r>
            <a:r>
              <a:rPr lang="en-US" err="1"/>
              <a:t>pt</a:t>
            </a:r>
            <a:r>
              <a:rPr lang="en-US"/>
              <a:t>, black)</a:t>
            </a:r>
          </a:p>
        </p:txBody>
      </p:sp>
      <p:cxnSp>
        <p:nvCxnSpPr>
          <p:cNvPr id="19" name="Straight Connector 18"/>
          <p:cNvCxnSpPr/>
          <p:nvPr userDrawn="1"/>
        </p:nvCxnSpPr>
        <p:spPr>
          <a:xfrm>
            <a:off x="1" y="2726696"/>
            <a:ext cx="8911263"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2E2C4DF3-CE39-E647-B541-4C865BE4992E}"/>
              </a:ext>
            </a:extLst>
          </p:cNvPr>
          <p:cNvPicPr>
            <a:picLocks noChangeAspect="1"/>
          </p:cNvPicPr>
          <p:nvPr userDrawn="1"/>
        </p:nvPicPr>
        <p:blipFill>
          <a:blip r:embed="rId3"/>
          <a:stretch>
            <a:fillRect/>
          </a:stretch>
        </p:blipFill>
        <p:spPr>
          <a:xfrm>
            <a:off x="529087" y="497407"/>
            <a:ext cx="2484408" cy="1215255"/>
          </a:xfrm>
          <a:prstGeom prst="rect">
            <a:avLst/>
          </a:prstGeom>
        </p:spPr>
      </p:pic>
    </p:spTree>
    <p:extLst>
      <p:ext uri="{BB962C8B-B14F-4D97-AF65-F5344CB8AC3E}">
        <p14:creationId xmlns:p14="http://schemas.microsoft.com/office/powerpoint/2010/main" val="17684530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63666A"/>
        </a:solidFill>
        <a:effectLst/>
      </p:bgPr>
    </p:bg>
    <p:spTree>
      <p:nvGrpSpPr>
        <p:cNvPr id="1" name=""/>
        <p:cNvGrpSpPr/>
        <p:nvPr/>
      </p:nvGrpSpPr>
      <p:grpSpPr>
        <a:xfrm>
          <a:off x="0" y="0"/>
          <a:ext cx="0" cy="0"/>
          <a:chOff x="0" y="0"/>
          <a:chExt cx="0" cy="0"/>
        </a:xfrm>
      </p:grpSpPr>
      <p:sp>
        <p:nvSpPr>
          <p:cNvPr id="8" name="TextBox 7"/>
          <p:cNvSpPr txBox="1"/>
          <p:nvPr userDrawn="1"/>
        </p:nvSpPr>
        <p:spPr>
          <a:xfrm>
            <a:off x="-1481608" y="3953902"/>
            <a:ext cx="1219200" cy="914400"/>
          </a:xfrm>
          <a:prstGeom prst="rect">
            <a:avLst/>
          </a:prstGeom>
          <a:noFill/>
        </p:spPr>
        <p:txBody>
          <a:bodyPr wrap="none" lIns="27432" tIns="27432" rIns="27432" bIns="27432" rtlCol="0" anchor="ctr" anchorCtr="0">
            <a:noAutofit/>
          </a:bodyPr>
          <a:lstStyle/>
          <a:p>
            <a:endParaRPr lang="en-US" sz="1200">
              <a:solidFill>
                <a:srgbClr val="63666A"/>
              </a:solidFill>
            </a:endParaRPr>
          </a:p>
        </p:txBody>
      </p:sp>
      <p:pic>
        <p:nvPicPr>
          <p:cNvPr id="15" name="Picture 14"/>
          <p:cNvPicPr>
            <a:picLocks noChangeAspect="1"/>
          </p:cNvPicPr>
          <p:nvPr userDrawn="1"/>
        </p:nvPicPr>
        <p:blipFill rotWithShape="1">
          <a:blip r:embed="rId2"/>
          <a:srcRect l="70268"/>
          <a:stretch/>
        </p:blipFill>
        <p:spPr>
          <a:xfrm>
            <a:off x="8764437" y="0"/>
            <a:ext cx="3438616" cy="6858000"/>
          </a:xfrm>
          <a:prstGeom prst="rect">
            <a:avLst/>
          </a:prstGeom>
        </p:spPr>
      </p:pic>
      <p:sp>
        <p:nvSpPr>
          <p:cNvPr id="16" name="Text Placeholder 20"/>
          <p:cNvSpPr>
            <a:spLocks noGrp="1"/>
          </p:cNvSpPr>
          <p:nvPr>
            <p:ph type="body" sz="quarter" idx="10" hasCustomPrompt="1"/>
          </p:nvPr>
        </p:nvSpPr>
        <p:spPr>
          <a:xfrm>
            <a:off x="625129" y="5605608"/>
            <a:ext cx="8258147" cy="323379"/>
          </a:xfrm>
          <a:prstGeom prst="rect">
            <a:avLst/>
          </a:prstGeom>
        </p:spPr>
        <p:txBody>
          <a:bodyPr vert="horz" lIns="0" tIns="0" rIns="0" bIns="0">
            <a:noAutofit/>
          </a:bodyPr>
          <a:lstStyle>
            <a:lvl1pPr marL="0" indent="0">
              <a:spcBef>
                <a:spcPts val="0"/>
              </a:spcBef>
              <a:buNone/>
              <a:defRPr sz="1200" b="1" baseline="0">
                <a:solidFill>
                  <a:schemeClr val="bg1"/>
                </a:solidFill>
              </a:defRPr>
            </a:lvl1pPr>
            <a:lvl2pPr>
              <a:defRPr sz="1600"/>
            </a:lvl2pPr>
            <a:lvl3pPr>
              <a:defRPr sz="1600"/>
            </a:lvl3pPr>
            <a:lvl4pPr>
              <a:defRPr sz="1600"/>
            </a:lvl4pPr>
            <a:lvl5pPr>
              <a:defRPr sz="1600"/>
            </a:lvl5pPr>
          </a:lstStyle>
          <a:p>
            <a:pPr lvl="0"/>
            <a:r>
              <a:rPr lang="en-US"/>
              <a:t>Click to edit date (Arial Bold 12 </a:t>
            </a:r>
            <a:r>
              <a:rPr lang="en-US" err="1"/>
              <a:t>pt</a:t>
            </a:r>
            <a:r>
              <a:rPr lang="en-US"/>
              <a:t>, black)</a:t>
            </a:r>
          </a:p>
        </p:txBody>
      </p:sp>
      <p:sp>
        <p:nvSpPr>
          <p:cNvPr id="17" name="Title 1"/>
          <p:cNvSpPr>
            <a:spLocks noGrp="1"/>
          </p:cNvSpPr>
          <p:nvPr>
            <p:ph type="ctrTitle" hasCustomPrompt="1"/>
          </p:nvPr>
        </p:nvSpPr>
        <p:spPr>
          <a:xfrm>
            <a:off x="620743" y="2991466"/>
            <a:ext cx="8262533" cy="1657740"/>
          </a:xfrm>
          <a:prstGeom prst="rect">
            <a:avLst/>
          </a:prstGeom>
        </p:spPr>
        <p:txBody>
          <a:bodyPr lIns="0" tIns="0" rIns="0" bIns="0" anchor="b" anchorCtr="0">
            <a:normAutofit/>
          </a:bodyPr>
          <a:lstStyle>
            <a:lvl1pPr algn="l">
              <a:defRPr sz="3000" b="1" baseline="0">
                <a:solidFill>
                  <a:schemeClr val="bg1"/>
                </a:solidFill>
              </a:defRPr>
            </a:lvl1pPr>
          </a:lstStyle>
          <a:p>
            <a:r>
              <a:rPr lang="en-US"/>
              <a:t>Click to edit master title style (Arial Bold 30 </a:t>
            </a:r>
            <a:r>
              <a:rPr lang="en-US" err="1"/>
              <a:t>pt</a:t>
            </a:r>
            <a:r>
              <a:rPr lang="en-US"/>
              <a:t>, orange)</a:t>
            </a:r>
          </a:p>
        </p:txBody>
      </p:sp>
      <p:sp>
        <p:nvSpPr>
          <p:cNvPr id="18" name="Subtitle 2"/>
          <p:cNvSpPr>
            <a:spLocks noGrp="1"/>
          </p:cNvSpPr>
          <p:nvPr>
            <p:ph type="subTitle" idx="1" hasCustomPrompt="1"/>
          </p:nvPr>
        </p:nvSpPr>
        <p:spPr>
          <a:xfrm>
            <a:off x="620743" y="4649206"/>
            <a:ext cx="8262533" cy="859905"/>
          </a:xfrm>
          <a:prstGeom prst="rect">
            <a:avLst/>
          </a:prstGeom>
        </p:spPr>
        <p:txBody>
          <a:bodyPr lIns="0" tIns="0" bIns="0" anchor="t" anchorCtr="0">
            <a:normAutofit/>
          </a:bodyPr>
          <a:lstStyle>
            <a:lvl1pPr marL="0" indent="0" algn="l">
              <a:buNone/>
              <a:defRPr sz="200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 (Arial 20 </a:t>
            </a:r>
            <a:r>
              <a:rPr lang="en-US" err="1"/>
              <a:t>pt</a:t>
            </a:r>
            <a:r>
              <a:rPr lang="en-US"/>
              <a:t>, black)</a:t>
            </a:r>
          </a:p>
        </p:txBody>
      </p:sp>
      <p:cxnSp>
        <p:nvCxnSpPr>
          <p:cNvPr id="19" name="Straight Connector 18"/>
          <p:cNvCxnSpPr/>
          <p:nvPr userDrawn="1"/>
        </p:nvCxnSpPr>
        <p:spPr>
          <a:xfrm>
            <a:off x="1" y="2726696"/>
            <a:ext cx="8911263"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CEAF5D8B-1A94-6D47-993D-9710980EB086}"/>
              </a:ext>
            </a:extLst>
          </p:cNvPr>
          <p:cNvPicPr>
            <a:picLocks noChangeAspect="1"/>
          </p:cNvPicPr>
          <p:nvPr userDrawn="1"/>
        </p:nvPicPr>
        <p:blipFill>
          <a:blip r:embed="rId3"/>
          <a:stretch>
            <a:fillRect/>
          </a:stretch>
        </p:blipFill>
        <p:spPr>
          <a:xfrm>
            <a:off x="529087" y="497407"/>
            <a:ext cx="2484408" cy="1215253"/>
          </a:xfrm>
          <a:prstGeom prst="rect">
            <a:avLst/>
          </a:prstGeom>
        </p:spPr>
      </p:pic>
    </p:spTree>
    <p:extLst>
      <p:ext uri="{BB962C8B-B14F-4D97-AF65-F5344CB8AC3E}">
        <p14:creationId xmlns:p14="http://schemas.microsoft.com/office/powerpoint/2010/main" val="39301064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idebar Title Layout">
    <p:spTree>
      <p:nvGrpSpPr>
        <p:cNvPr id="1" name=""/>
        <p:cNvGrpSpPr/>
        <p:nvPr/>
      </p:nvGrpSpPr>
      <p:grpSpPr>
        <a:xfrm>
          <a:off x="0" y="0"/>
          <a:ext cx="0" cy="0"/>
          <a:chOff x="0" y="0"/>
          <a:chExt cx="0" cy="0"/>
        </a:xfrm>
      </p:grpSpPr>
      <p:sp>
        <p:nvSpPr>
          <p:cNvPr id="8" name="Rectangle 7"/>
          <p:cNvSpPr/>
          <p:nvPr userDrawn="1"/>
        </p:nvSpPr>
        <p:spPr>
          <a:xfrm>
            <a:off x="1" y="-1"/>
            <a:ext cx="3712791" cy="6709644"/>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FFFFFF"/>
              </a:solidFill>
              <a:latin typeface="Arial"/>
            </a:endParaRPr>
          </a:p>
        </p:txBody>
      </p:sp>
      <p:sp>
        <p:nvSpPr>
          <p:cNvPr id="9" name="Content Placeholder 2"/>
          <p:cNvSpPr>
            <a:spLocks noGrp="1"/>
          </p:cNvSpPr>
          <p:nvPr>
            <p:ph idx="1" hasCustomPrompt="1"/>
          </p:nvPr>
        </p:nvSpPr>
        <p:spPr>
          <a:xfrm>
            <a:off x="4273036" y="989039"/>
            <a:ext cx="7407752" cy="4765724"/>
          </a:xfrm>
          <a:prstGeom prst="rect">
            <a:avLst/>
          </a:prstGeom>
        </p:spPr>
        <p:txBody>
          <a:bodyPr lIns="0" tIns="0" rIns="0" bIns="0"/>
          <a:lstStyle>
            <a:lvl1pPr marL="150280" indent="-150280">
              <a:lnSpc>
                <a:spcPct val="110000"/>
              </a:lnSpc>
              <a:spcBef>
                <a:spcPts val="533"/>
              </a:spcBef>
              <a:buSzPct val="75000"/>
              <a:defRPr sz="1800">
                <a:solidFill>
                  <a:schemeClr val="tx1"/>
                </a:solidFill>
              </a:defRPr>
            </a:lvl1pPr>
            <a:lvl2pPr marL="459306" indent="-154513">
              <a:lnSpc>
                <a:spcPct val="110000"/>
              </a:lnSpc>
              <a:spcBef>
                <a:spcPts val="400"/>
              </a:spcBef>
              <a:buSzPct val="75000"/>
              <a:defRPr sz="1600">
                <a:solidFill>
                  <a:schemeClr val="tx1"/>
                </a:solidFill>
              </a:defRPr>
            </a:lvl2pPr>
            <a:lvl3pPr marL="759865" indent="-150280">
              <a:lnSpc>
                <a:spcPct val="110000"/>
              </a:lnSpc>
              <a:spcBef>
                <a:spcPts val="400"/>
              </a:spcBef>
              <a:buSzPct val="75000"/>
              <a:tabLst/>
              <a:defRPr sz="1400">
                <a:solidFill>
                  <a:schemeClr val="tx1"/>
                </a:solidFill>
              </a:defRPr>
            </a:lvl3pPr>
            <a:lvl4pPr marL="1068891" indent="-154513">
              <a:lnSpc>
                <a:spcPct val="110000"/>
              </a:lnSpc>
              <a:spcBef>
                <a:spcPts val="333"/>
              </a:spcBef>
              <a:buSzPct val="75000"/>
              <a:defRPr sz="1200">
                <a:solidFill>
                  <a:schemeClr val="tx1"/>
                </a:solidFill>
              </a:defRPr>
            </a:lvl4pPr>
            <a:lvl5pPr marL="1369450" indent="-150280">
              <a:lnSpc>
                <a:spcPct val="110000"/>
              </a:lnSpc>
              <a:spcBef>
                <a:spcPts val="267"/>
              </a:spcBef>
              <a:buSzPct val="75000"/>
              <a:defRPr sz="1000">
                <a:solidFill>
                  <a:schemeClr val="tx1"/>
                </a:solidFill>
              </a:defRPr>
            </a:lvl5pPr>
          </a:lstStyle>
          <a:p>
            <a:pPr lvl="0"/>
            <a:r>
              <a:rPr lang="en-US"/>
              <a:t>Click to edit master text styles (Arial 18 </a:t>
            </a:r>
            <a:r>
              <a:rPr lang="en-US" err="1"/>
              <a:t>pt</a:t>
            </a:r>
            <a:r>
              <a:rPr lang="en-US"/>
              <a:t>, black)</a:t>
            </a:r>
          </a:p>
          <a:p>
            <a:pPr lvl="1"/>
            <a:r>
              <a:rPr lang="en-US"/>
              <a:t>Second level (Arial 16 </a:t>
            </a:r>
            <a:r>
              <a:rPr lang="en-US" err="1"/>
              <a:t>pt</a:t>
            </a:r>
            <a:r>
              <a:rPr lang="en-US"/>
              <a:t>, black)</a:t>
            </a:r>
          </a:p>
          <a:p>
            <a:pPr lvl="2"/>
            <a:r>
              <a:rPr lang="en-US"/>
              <a:t>Third level (Arial 14 </a:t>
            </a:r>
            <a:r>
              <a:rPr lang="en-US" err="1"/>
              <a:t>pt</a:t>
            </a:r>
            <a:r>
              <a:rPr lang="en-US"/>
              <a:t>, black)</a:t>
            </a:r>
          </a:p>
          <a:p>
            <a:pPr lvl="3"/>
            <a:r>
              <a:rPr lang="en-US"/>
              <a:t>Fourth level (Arial 12 </a:t>
            </a:r>
            <a:r>
              <a:rPr lang="en-US" err="1"/>
              <a:t>pt</a:t>
            </a:r>
            <a:r>
              <a:rPr lang="en-US"/>
              <a:t>, black)</a:t>
            </a:r>
          </a:p>
          <a:p>
            <a:pPr lvl="4"/>
            <a:r>
              <a:rPr lang="en-US"/>
              <a:t>Fifth level (Arial 10 </a:t>
            </a:r>
            <a:r>
              <a:rPr lang="en-US" err="1"/>
              <a:t>pt</a:t>
            </a:r>
            <a:r>
              <a:rPr lang="en-US"/>
              <a:t>, black)</a:t>
            </a:r>
          </a:p>
        </p:txBody>
      </p:sp>
      <p:sp>
        <p:nvSpPr>
          <p:cNvPr id="10" name="Title 1"/>
          <p:cNvSpPr>
            <a:spLocks noGrp="1"/>
          </p:cNvSpPr>
          <p:nvPr>
            <p:ph type="title" hasCustomPrompt="1"/>
          </p:nvPr>
        </p:nvSpPr>
        <p:spPr>
          <a:xfrm>
            <a:off x="487894" y="989040"/>
            <a:ext cx="2886231" cy="2618976"/>
          </a:xfrm>
          <a:prstGeom prst="rect">
            <a:avLst/>
          </a:prstGeom>
        </p:spPr>
        <p:txBody>
          <a:bodyPr lIns="0" tIns="0" rIns="0" bIns="0" anchor="t" anchorCtr="0">
            <a:noAutofit/>
          </a:bodyPr>
          <a:lstStyle>
            <a:lvl1pPr algn="l">
              <a:lnSpc>
                <a:spcPct val="85000"/>
              </a:lnSpc>
              <a:defRPr sz="2000" b="1" baseline="0">
                <a:solidFill>
                  <a:schemeClr val="bg1"/>
                </a:solidFill>
              </a:defRPr>
            </a:lvl1pPr>
          </a:lstStyle>
          <a:p>
            <a:r>
              <a:rPr lang="en-US"/>
              <a:t>Click to edit header for this sidebar layout (Arial Bold 20 </a:t>
            </a:r>
            <a:r>
              <a:rPr lang="en-US" err="1"/>
              <a:t>pt</a:t>
            </a:r>
            <a:r>
              <a:rPr lang="en-US"/>
              <a:t>, white)</a:t>
            </a:r>
          </a:p>
        </p:txBody>
      </p:sp>
      <p:sp>
        <p:nvSpPr>
          <p:cNvPr id="6" name="Slide Number Placeholder 3"/>
          <p:cNvSpPr txBox="1">
            <a:spLocks/>
          </p:cNvSpPr>
          <p:nvPr userDrawn="1"/>
        </p:nvSpPr>
        <p:spPr>
          <a:xfrm>
            <a:off x="11192891" y="6324969"/>
            <a:ext cx="499363" cy="205121"/>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4BE483D-C18C-C842-8583-7479BC57BFEA}" type="slidenum">
              <a:rPr lang="en-US" sz="1333" smtClean="0">
                <a:solidFill>
                  <a:schemeClr val="bg1"/>
                </a:solidFill>
              </a:rPr>
              <a:pPr/>
              <a:t>‹#›</a:t>
            </a:fld>
            <a:endParaRPr lang="en-US" sz="1333">
              <a:solidFill>
                <a:schemeClr val="bg1"/>
              </a:solidFill>
            </a:endParaRPr>
          </a:p>
        </p:txBody>
      </p:sp>
      <p:sp>
        <p:nvSpPr>
          <p:cNvPr id="7" name="Footer Placeholder 4"/>
          <p:cNvSpPr txBox="1">
            <a:spLocks/>
          </p:cNvSpPr>
          <p:nvPr userDrawn="1"/>
        </p:nvSpPr>
        <p:spPr>
          <a:xfrm>
            <a:off x="3725583" y="6292528"/>
            <a:ext cx="4740835" cy="2700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933" b="0">
                <a:solidFill>
                  <a:schemeClr val="tx1"/>
                </a:solidFill>
              </a:rPr>
              <a:t>© 2022 All rights reserved | </a:t>
            </a:r>
            <a:r>
              <a:rPr lang="en-US" sz="933" b="1">
                <a:solidFill>
                  <a:schemeClr val="tx1"/>
                </a:solidFill>
              </a:rPr>
              <a:t>Confidential</a:t>
            </a:r>
            <a:r>
              <a:rPr lang="en-US" sz="933" b="0">
                <a:solidFill>
                  <a:schemeClr val="tx1"/>
                </a:solidFill>
              </a:rPr>
              <a:t> | For Syneos Health</a:t>
            </a:r>
            <a:r>
              <a:rPr lang="en-US" sz="933" b="0" baseline="30000">
                <a:solidFill>
                  <a:schemeClr val="tx1"/>
                </a:solidFill>
              </a:rPr>
              <a:t>®</a:t>
            </a:r>
            <a:r>
              <a:rPr lang="en-US" sz="933" b="0">
                <a:solidFill>
                  <a:schemeClr val="tx1"/>
                </a:solidFill>
              </a:rPr>
              <a:t> use only</a:t>
            </a:r>
          </a:p>
        </p:txBody>
      </p:sp>
      <p:pic>
        <p:nvPicPr>
          <p:cNvPr id="3" name="Picture 2"/>
          <p:cNvPicPr>
            <a:picLocks noChangeAspect="1"/>
          </p:cNvPicPr>
          <p:nvPr userDrawn="1"/>
        </p:nvPicPr>
        <p:blipFill rotWithShape="1">
          <a:blip r:embed="rId2"/>
          <a:srcRect t="62067"/>
          <a:stretch/>
        </p:blipFill>
        <p:spPr>
          <a:xfrm>
            <a:off x="0" y="6562528"/>
            <a:ext cx="12192000" cy="295472"/>
          </a:xfrm>
          <a:prstGeom prst="rect">
            <a:avLst/>
          </a:prstGeom>
        </p:spPr>
      </p:pic>
      <p:pic>
        <p:nvPicPr>
          <p:cNvPr id="11" name="Picture 10">
            <a:extLst>
              <a:ext uri="{FF2B5EF4-FFF2-40B4-BE49-F238E27FC236}">
                <a16:creationId xmlns:a16="http://schemas.microsoft.com/office/drawing/2014/main" id="{CC8571B6-9DCA-DB40-A1CF-01FBFEE91D45}"/>
              </a:ext>
            </a:extLst>
          </p:cNvPr>
          <p:cNvPicPr>
            <a:picLocks noChangeAspect="1"/>
          </p:cNvPicPr>
          <p:nvPr userDrawn="1"/>
        </p:nvPicPr>
        <p:blipFill>
          <a:blip r:embed="rId3"/>
          <a:stretch>
            <a:fillRect/>
          </a:stretch>
        </p:blipFill>
        <p:spPr>
          <a:xfrm>
            <a:off x="476392" y="6042997"/>
            <a:ext cx="995851" cy="487123"/>
          </a:xfrm>
          <a:prstGeom prst="rect">
            <a:avLst/>
          </a:prstGeom>
        </p:spPr>
      </p:pic>
      <p:sp>
        <p:nvSpPr>
          <p:cNvPr id="12" name="Slide Number Placeholder 3"/>
          <p:cNvSpPr txBox="1">
            <a:spLocks/>
          </p:cNvSpPr>
          <p:nvPr userDrawn="1"/>
        </p:nvSpPr>
        <p:spPr>
          <a:xfrm>
            <a:off x="11379157" y="6425715"/>
            <a:ext cx="499363"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74BE483D-C18C-C842-8583-7479BC57BFEA}" type="slidenum">
              <a:rPr lang="en-US" sz="1000" smtClean="0"/>
              <a:pPr>
                <a:defRPr/>
              </a:pPr>
              <a:t>‹#›</a:t>
            </a:fld>
            <a:endParaRPr lang="en-US" sz="1000"/>
          </a:p>
        </p:txBody>
      </p:sp>
    </p:spTree>
    <p:extLst>
      <p:ext uri="{BB962C8B-B14F-4D97-AF65-F5344CB8AC3E}">
        <p14:creationId xmlns:p14="http://schemas.microsoft.com/office/powerpoint/2010/main" val="11303210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losing Slide Gray">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ormAutofit/>
          </a:bodyPr>
          <a:lstStyle/>
          <a:p>
            <a:pPr algn="ctr"/>
            <a:endParaRPr lang="en-US" sz="2400" err="1">
              <a:solidFill>
                <a:schemeClr val="tx2"/>
              </a:solidFill>
            </a:endParaRPr>
          </a:p>
        </p:txBody>
      </p:sp>
      <p:pic>
        <p:nvPicPr>
          <p:cNvPr id="5" name="Picture 4"/>
          <p:cNvPicPr>
            <a:picLocks noChangeAspect="1"/>
          </p:cNvPicPr>
          <p:nvPr userDrawn="1"/>
        </p:nvPicPr>
        <p:blipFill rotWithShape="1">
          <a:blip r:embed="rId2"/>
          <a:srcRect l="76167"/>
          <a:stretch/>
        </p:blipFill>
        <p:spPr>
          <a:xfrm>
            <a:off x="9431547" y="0"/>
            <a:ext cx="2760453" cy="6858000"/>
          </a:xfrm>
          <a:prstGeom prst="rect">
            <a:avLst/>
          </a:prstGeom>
        </p:spPr>
      </p:pic>
      <p:cxnSp>
        <p:nvCxnSpPr>
          <p:cNvPr id="8" name="Straight Connector 7"/>
          <p:cNvCxnSpPr/>
          <p:nvPr userDrawn="1"/>
        </p:nvCxnSpPr>
        <p:spPr>
          <a:xfrm>
            <a:off x="0" y="5022861"/>
            <a:ext cx="9714856"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2" name="TextBox 1"/>
          <p:cNvSpPr txBox="1"/>
          <p:nvPr userDrawn="1"/>
        </p:nvSpPr>
        <p:spPr>
          <a:xfrm>
            <a:off x="604325" y="2964403"/>
            <a:ext cx="7388275" cy="1477328"/>
          </a:xfrm>
          <a:prstGeom prst="rect">
            <a:avLst/>
          </a:prstGeom>
          <a:noFill/>
        </p:spPr>
        <p:txBody>
          <a:bodyPr wrap="square" lIns="0" tIns="0" rIns="0" bIns="0" rtlCol="0" anchor="b" anchorCtr="0">
            <a:normAutofit/>
          </a:bodyPr>
          <a:lstStyle/>
          <a:p>
            <a:pPr marL="0" marR="0" indent="0" algn="l" defTabSz="609585" rtl="0" eaLnBrk="1" fontAlgn="auto" latinLnBrk="0" hangingPunct="1">
              <a:lnSpc>
                <a:spcPct val="100000"/>
              </a:lnSpc>
              <a:spcBef>
                <a:spcPts val="0"/>
              </a:spcBef>
              <a:spcAft>
                <a:spcPts val="0"/>
              </a:spcAft>
              <a:buClrTx/>
              <a:buSzTx/>
              <a:buFontTx/>
              <a:buNone/>
              <a:tabLst/>
              <a:defRPr/>
            </a:pPr>
            <a:r>
              <a:rPr lang="en-US" sz="4800" b="1">
                <a:solidFill>
                  <a:schemeClr val="bg1"/>
                </a:solidFill>
              </a:rPr>
              <a:t>Shortening the Distance</a:t>
            </a:r>
            <a:br>
              <a:rPr lang="en-US" sz="4800" b="1">
                <a:solidFill>
                  <a:schemeClr val="bg1"/>
                </a:solidFill>
              </a:rPr>
            </a:br>
            <a:r>
              <a:rPr lang="en-US" sz="4800" b="1">
                <a:solidFill>
                  <a:schemeClr val="bg1"/>
                </a:solidFill>
              </a:rPr>
              <a:t>From Lab to Life</a:t>
            </a:r>
            <a:r>
              <a:rPr lang="en-US" sz="4800" b="1" baseline="30000">
                <a:solidFill>
                  <a:schemeClr val="bg1"/>
                </a:solidFill>
              </a:rPr>
              <a:t>®</a:t>
            </a:r>
            <a:r>
              <a:rPr lang="en-US" sz="4800" b="1">
                <a:solidFill>
                  <a:schemeClr val="bg1"/>
                </a:solidFill>
              </a:rPr>
              <a:t>.</a:t>
            </a:r>
            <a:endParaRPr lang="en-US" sz="4800" b="1" baseline="30000">
              <a:solidFill>
                <a:schemeClr val="bg1"/>
              </a:solidFill>
            </a:endParaRPr>
          </a:p>
        </p:txBody>
      </p:sp>
      <p:pic>
        <p:nvPicPr>
          <p:cNvPr id="6" name="Picture 5">
            <a:extLst>
              <a:ext uri="{FF2B5EF4-FFF2-40B4-BE49-F238E27FC236}">
                <a16:creationId xmlns:a16="http://schemas.microsoft.com/office/drawing/2014/main" id="{CEAF5D8B-1A94-6D47-993D-9710980EB086}"/>
              </a:ext>
            </a:extLst>
          </p:cNvPr>
          <p:cNvPicPr>
            <a:picLocks noChangeAspect="1"/>
          </p:cNvPicPr>
          <p:nvPr userDrawn="1"/>
        </p:nvPicPr>
        <p:blipFill>
          <a:blip r:embed="rId3"/>
          <a:stretch>
            <a:fillRect/>
          </a:stretch>
        </p:blipFill>
        <p:spPr>
          <a:xfrm>
            <a:off x="535317" y="5423936"/>
            <a:ext cx="1773672" cy="867595"/>
          </a:xfrm>
          <a:prstGeom prst="rect">
            <a:avLst/>
          </a:prstGeom>
        </p:spPr>
      </p:pic>
    </p:spTree>
    <p:extLst>
      <p:ext uri="{BB962C8B-B14F-4D97-AF65-F5344CB8AC3E}">
        <p14:creationId xmlns:p14="http://schemas.microsoft.com/office/powerpoint/2010/main" val="20976105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losing Slide Whit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l="76808"/>
          <a:stretch/>
        </p:blipFill>
        <p:spPr>
          <a:xfrm>
            <a:off x="9500558" y="0"/>
            <a:ext cx="2686167" cy="6858000"/>
          </a:xfrm>
          <a:prstGeom prst="rect">
            <a:avLst/>
          </a:prstGeom>
        </p:spPr>
      </p:pic>
      <p:cxnSp>
        <p:nvCxnSpPr>
          <p:cNvPr id="7" name="Straight Connector 6"/>
          <p:cNvCxnSpPr/>
          <p:nvPr userDrawn="1"/>
        </p:nvCxnSpPr>
        <p:spPr>
          <a:xfrm>
            <a:off x="0" y="5022861"/>
            <a:ext cx="9714856"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604325" y="2964403"/>
            <a:ext cx="7388275" cy="1477328"/>
          </a:xfrm>
          <a:prstGeom prst="rect">
            <a:avLst/>
          </a:prstGeom>
          <a:noFill/>
        </p:spPr>
        <p:txBody>
          <a:bodyPr wrap="square" lIns="0" tIns="0" rIns="0" bIns="0" rtlCol="0" anchor="b" anchorCtr="0">
            <a:normAutofit/>
          </a:bodyPr>
          <a:lstStyle/>
          <a:p>
            <a:pPr marL="0" marR="0" indent="0" algn="l" defTabSz="609585" rtl="0" eaLnBrk="1" fontAlgn="auto" latinLnBrk="0" hangingPunct="1">
              <a:lnSpc>
                <a:spcPct val="100000"/>
              </a:lnSpc>
              <a:spcBef>
                <a:spcPts val="0"/>
              </a:spcBef>
              <a:spcAft>
                <a:spcPts val="0"/>
              </a:spcAft>
              <a:buClrTx/>
              <a:buSzTx/>
              <a:buFontTx/>
              <a:buNone/>
              <a:tabLst/>
              <a:defRPr/>
            </a:pPr>
            <a:r>
              <a:rPr lang="en-US" sz="4800" b="1">
                <a:solidFill>
                  <a:srgbClr val="EB3300"/>
                </a:solidFill>
              </a:rPr>
              <a:t>Shortening the Distance</a:t>
            </a:r>
            <a:br>
              <a:rPr lang="en-US" sz="4800" b="1">
                <a:solidFill>
                  <a:srgbClr val="EB3300"/>
                </a:solidFill>
              </a:rPr>
            </a:br>
            <a:r>
              <a:rPr lang="en-US" sz="4800" b="1">
                <a:solidFill>
                  <a:srgbClr val="EB3300"/>
                </a:solidFill>
              </a:rPr>
              <a:t>From Lab to Life</a:t>
            </a:r>
            <a:r>
              <a:rPr lang="en-US" sz="4800" b="1" baseline="30000">
                <a:solidFill>
                  <a:srgbClr val="EB3300"/>
                </a:solidFill>
              </a:rPr>
              <a:t>®</a:t>
            </a:r>
            <a:r>
              <a:rPr lang="en-US" sz="4800" b="1">
                <a:solidFill>
                  <a:srgbClr val="EB3300"/>
                </a:solidFill>
              </a:rPr>
              <a:t>.</a:t>
            </a:r>
            <a:endParaRPr lang="en-US" sz="4800" b="1" baseline="30000">
              <a:solidFill>
                <a:srgbClr val="EB3300"/>
              </a:solidFill>
            </a:endParaRPr>
          </a:p>
        </p:txBody>
      </p:sp>
      <p:pic>
        <p:nvPicPr>
          <p:cNvPr id="5" name="Picture 4">
            <a:extLst>
              <a:ext uri="{FF2B5EF4-FFF2-40B4-BE49-F238E27FC236}">
                <a16:creationId xmlns:a16="http://schemas.microsoft.com/office/drawing/2014/main" id="{D58B2719-F344-044B-BFA1-65418C0E429F}"/>
              </a:ext>
            </a:extLst>
          </p:cNvPr>
          <p:cNvPicPr>
            <a:picLocks noChangeAspect="1"/>
          </p:cNvPicPr>
          <p:nvPr userDrawn="1"/>
        </p:nvPicPr>
        <p:blipFill>
          <a:blip r:embed="rId3"/>
          <a:stretch>
            <a:fillRect/>
          </a:stretch>
        </p:blipFill>
        <p:spPr>
          <a:xfrm>
            <a:off x="533784" y="5420037"/>
            <a:ext cx="1781643" cy="871495"/>
          </a:xfrm>
          <a:prstGeom prst="rect">
            <a:avLst/>
          </a:prstGeom>
        </p:spPr>
      </p:pic>
    </p:spTree>
    <p:extLst>
      <p:ext uri="{BB962C8B-B14F-4D97-AF65-F5344CB8AC3E}">
        <p14:creationId xmlns:p14="http://schemas.microsoft.com/office/powerpoint/2010/main" val="19841121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307468" y="2447681"/>
            <a:ext cx="7603795" cy="1362075"/>
          </a:xfrm>
          <a:prstGeom prst="rect">
            <a:avLst/>
          </a:prstGeom>
        </p:spPr>
        <p:txBody>
          <a:bodyPr lIns="0" tIns="0" rIns="0" bIns="0" anchor="b" anchorCtr="0">
            <a:normAutofit/>
          </a:bodyPr>
          <a:lstStyle>
            <a:lvl1pPr algn="l">
              <a:defRPr sz="3000" b="1" cap="none" baseline="0">
                <a:solidFill>
                  <a:srgbClr val="EB3300"/>
                </a:solidFill>
              </a:defRPr>
            </a:lvl1pPr>
          </a:lstStyle>
          <a:p>
            <a:r>
              <a:rPr lang="en-US"/>
              <a:t>Click to edit divider title (Arial Bold 30 </a:t>
            </a:r>
            <a:r>
              <a:rPr lang="en-US" err="1"/>
              <a:t>pt</a:t>
            </a:r>
            <a:r>
              <a:rPr lang="en-US"/>
              <a:t>, orange)</a:t>
            </a:r>
          </a:p>
        </p:txBody>
      </p:sp>
      <p:sp>
        <p:nvSpPr>
          <p:cNvPr id="12" name="Text Placeholder 2"/>
          <p:cNvSpPr>
            <a:spLocks noGrp="1"/>
          </p:cNvSpPr>
          <p:nvPr>
            <p:ph type="body" idx="1" hasCustomPrompt="1"/>
          </p:nvPr>
        </p:nvSpPr>
        <p:spPr>
          <a:xfrm>
            <a:off x="1307468" y="4327465"/>
            <a:ext cx="7603795" cy="1500187"/>
          </a:xfrm>
          <a:prstGeom prst="rect">
            <a:avLst/>
          </a:prstGeom>
        </p:spPr>
        <p:txBody>
          <a:bodyPr lIns="0" tIns="0" rIns="0" bIns="0" anchor="t" anchorCtr="0"/>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divider subtitle (Arial 20 </a:t>
            </a:r>
            <a:r>
              <a:rPr lang="en-US" err="1"/>
              <a:t>pt</a:t>
            </a:r>
            <a:r>
              <a:rPr lang="en-US"/>
              <a:t>, black)</a:t>
            </a:r>
          </a:p>
        </p:txBody>
      </p:sp>
      <p:cxnSp>
        <p:nvCxnSpPr>
          <p:cNvPr id="13" name="Straight Connector 12"/>
          <p:cNvCxnSpPr/>
          <p:nvPr userDrawn="1"/>
        </p:nvCxnSpPr>
        <p:spPr>
          <a:xfrm>
            <a:off x="1307468" y="4075693"/>
            <a:ext cx="7603795"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pic>
        <p:nvPicPr>
          <p:cNvPr id="18" name="Picture 17"/>
          <p:cNvPicPr>
            <a:picLocks noChangeAspect="1"/>
          </p:cNvPicPr>
          <p:nvPr userDrawn="1"/>
        </p:nvPicPr>
        <p:blipFill>
          <a:blip r:embed="rId2"/>
          <a:stretch>
            <a:fillRect/>
          </a:stretch>
        </p:blipFill>
        <p:spPr>
          <a:xfrm>
            <a:off x="0" y="0"/>
            <a:ext cx="609600" cy="6858000"/>
          </a:xfrm>
          <a:prstGeom prst="rect">
            <a:avLst/>
          </a:prstGeom>
        </p:spPr>
      </p:pic>
      <p:sp>
        <p:nvSpPr>
          <p:cNvPr id="11" name="Slide Number Placeholder 3"/>
          <p:cNvSpPr txBox="1">
            <a:spLocks/>
          </p:cNvSpPr>
          <p:nvPr userDrawn="1"/>
        </p:nvSpPr>
        <p:spPr>
          <a:xfrm>
            <a:off x="11379157" y="6425715"/>
            <a:ext cx="499363"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74BE483D-C18C-C842-8583-7479BC57BFEA}" type="slidenum">
              <a:rPr lang="en-US" sz="1000" smtClean="0"/>
              <a:pPr>
                <a:defRPr/>
              </a:pPr>
              <a:t>‹#›</a:t>
            </a:fld>
            <a:endParaRPr lang="en-US" sz="1000"/>
          </a:p>
        </p:txBody>
      </p:sp>
      <p:sp>
        <p:nvSpPr>
          <p:cNvPr id="14" name="Footer Placeholder 4"/>
          <p:cNvSpPr txBox="1">
            <a:spLocks/>
          </p:cNvSpPr>
          <p:nvPr userDrawn="1"/>
        </p:nvSpPr>
        <p:spPr>
          <a:xfrm>
            <a:off x="3725583" y="6367659"/>
            <a:ext cx="4740835" cy="2700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sz="700">
                <a:solidFill>
                  <a:srgbClr val="000000"/>
                </a:solidFill>
              </a:rPr>
              <a:t>© 2022 All rights reserved | </a:t>
            </a:r>
            <a:r>
              <a:rPr lang="en-US" sz="700" b="1">
                <a:solidFill>
                  <a:srgbClr val="000000"/>
                </a:solidFill>
              </a:rPr>
              <a:t>Confidential</a:t>
            </a:r>
            <a:r>
              <a:rPr lang="en-US" sz="700">
                <a:solidFill>
                  <a:srgbClr val="000000"/>
                </a:solidFill>
              </a:rPr>
              <a:t> | For Syneos Health™ use only</a:t>
            </a:r>
          </a:p>
        </p:txBody>
      </p:sp>
    </p:spTree>
    <p:extLst>
      <p:ext uri="{BB962C8B-B14F-4D97-AF65-F5344CB8AC3E}">
        <p14:creationId xmlns:p14="http://schemas.microsoft.com/office/powerpoint/2010/main" val="2926210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Proposal Disclaimer</a:t>
            </a:r>
          </a:p>
        </p:txBody>
      </p:sp>
      <p:sp>
        <p:nvSpPr>
          <p:cNvPr id="3" name="Text Box 1032"/>
          <p:cNvSpPr txBox="1">
            <a:spLocks noChangeArrowheads="1"/>
          </p:cNvSpPr>
          <p:nvPr userDrawn="1"/>
        </p:nvSpPr>
        <p:spPr bwMode="auto">
          <a:xfrm>
            <a:off x="2158386" y="1744753"/>
            <a:ext cx="7875228" cy="3368494"/>
          </a:xfrm>
          <a:prstGeom prst="rect">
            <a:avLst/>
          </a:prstGeom>
          <a:solidFill>
            <a:schemeClr val="bg2">
              <a:lumMod val="40000"/>
              <a:lumOff val="60000"/>
            </a:schemeClr>
          </a:solidFill>
          <a:ln w="12700">
            <a:noFill/>
            <a:miter lim="800000"/>
            <a:headEnd/>
            <a:tailEnd/>
          </a:ln>
          <a:effectLst/>
        </p:spPr>
        <p:txBody>
          <a:bodyPr wrap="square" lIns="182880" tIns="182880" rIns="182880" bIns="182880" anchor="ctr">
            <a:noAutofit/>
          </a:bodyPr>
          <a:lstStyle/>
          <a:p>
            <a:pPr algn="l">
              <a:spcBef>
                <a:spcPts val="1200"/>
              </a:spcBef>
            </a:pPr>
            <a:r>
              <a:rPr lang="en-US" sz="1100">
                <a:sym typeface="Symbol" pitchFamily="18" charset="2"/>
              </a:rPr>
              <a:t>Copyright  2022 Syneos Health Consulting, a Syneos Health® group company. All Rights Reserved.</a:t>
            </a:r>
          </a:p>
          <a:p>
            <a:pPr algn="l">
              <a:spcBef>
                <a:spcPts val="1200"/>
              </a:spcBef>
            </a:pPr>
            <a:r>
              <a:rPr lang="en-US" sz="1100">
                <a:sym typeface="Symbol" pitchFamily="18" charset="2"/>
              </a:rPr>
              <a:t>This discussion document, containing confidential information belonging to Syneos Health Consulting and/or its affiliated entities (“Syneos Health Consulting”), is for use solely in connection with the recipient’s evaluation of a potential business relationship with Syneos Health Consulting and may not be copied, disclosed, or distributed to any third parties without Syneos Health Consulting’s prior written consent. It is being provided to the recipient as a discussion document and not as an offer subject to acceptance. Syneos Health Consulting’s provision of services of the type described herein shall be conducted only under a statement of work to be agreed to by the parties, and as governed by the terms of a master service agreement. The trademarks identified herein are the registered trademarks of their owners.</a:t>
            </a:r>
          </a:p>
        </p:txBody>
      </p:sp>
    </p:spTree>
    <p:extLst>
      <p:ext uri="{BB962C8B-B14F-4D97-AF65-F5344CB8AC3E}">
        <p14:creationId xmlns:p14="http://schemas.microsoft.com/office/powerpoint/2010/main" val="42659602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Disclaimer</a:t>
            </a:r>
          </a:p>
        </p:txBody>
      </p:sp>
      <p:sp>
        <p:nvSpPr>
          <p:cNvPr id="3" name="Text Box 1032"/>
          <p:cNvSpPr txBox="1">
            <a:spLocks noChangeArrowheads="1"/>
          </p:cNvSpPr>
          <p:nvPr userDrawn="1"/>
        </p:nvSpPr>
        <p:spPr bwMode="auto">
          <a:xfrm>
            <a:off x="2156648" y="1836257"/>
            <a:ext cx="7878705" cy="3185487"/>
          </a:xfrm>
          <a:prstGeom prst="rect">
            <a:avLst/>
          </a:prstGeom>
          <a:solidFill>
            <a:schemeClr val="bg2">
              <a:lumMod val="40000"/>
              <a:lumOff val="60000"/>
            </a:schemeClr>
          </a:solidFill>
          <a:ln w="12700">
            <a:noFill/>
            <a:miter lim="800000"/>
            <a:headEnd/>
            <a:tailEnd/>
          </a:ln>
          <a:effectLst/>
        </p:spPr>
        <p:txBody>
          <a:bodyPr wrap="square" lIns="182880" tIns="182880" rIns="182880" bIns="182880" anchor="ctr">
            <a:spAutoFit/>
          </a:bodyPr>
          <a:lstStyle/>
          <a:p>
            <a:pPr algn="just">
              <a:spcBef>
                <a:spcPts val="1200"/>
              </a:spcBef>
            </a:pPr>
            <a:r>
              <a:rPr lang="en-US" sz="1100">
                <a:sym typeface="Symbol" pitchFamily="18" charset="2"/>
              </a:rPr>
              <a:t> 2022 Syneos Health Consulting, a Syneos Health® group company. All Rights Reserved.</a:t>
            </a:r>
          </a:p>
          <a:p>
            <a:pPr algn="just">
              <a:spcBef>
                <a:spcPts val="1200"/>
              </a:spcBef>
            </a:pPr>
            <a:r>
              <a:rPr lang="en-US" sz="1100">
                <a:sym typeface="Symbol" pitchFamily="18" charset="2"/>
              </a:rPr>
              <a:t>Reproduction, distribution, and use of this report are subject to the terms of your agreement with Syneos Health Consulting.  The report may not be copied or used without the express written consent of the owner. </a:t>
            </a:r>
            <a:r>
              <a:rPr lang="en-US" sz="1100"/>
              <a:t>The trademarks identified herein are the registered trademarks of their owners</a:t>
            </a:r>
            <a:r>
              <a:rPr lang="en-US" sz="1100">
                <a:sym typeface="Symbol" pitchFamily="18" charset="2"/>
              </a:rPr>
              <a:t>.</a:t>
            </a:r>
          </a:p>
          <a:p>
            <a:pPr algn="just">
              <a:spcBef>
                <a:spcPts val="1200"/>
              </a:spcBef>
            </a:pPr>
            <a:r>
              <a:rPr lang="en-US" sz="1100">
                <a:sym typeface="Symbol" pitchFamily="18" charset="2"/>
              </a:rPr>
              <a:t>Syneos Health Consulting does not, through this report or otherwise, give legal, regulatory, or investment advice or recommend or advocate the purchase or sale of any security or investment, and it assumes that the Customer will obtain legal and/or regulatory advice as it deems appropriate.</a:t>
            </a:r>
          </a:p>
          <a:p>
            <a:pPr algn="just">
              <a:spcBef>
                <a:spcPts val="1200"/>
              </a:spcBef>
            </a:pPr>
            <a:r>
              <a:rPr lang="en-US" sz="1100">
                <a:sym typeface="Symbol" pitchFamily="18" charset="2"/>
              </a:rPr>
              <a:t>Information in this report has been obtained from a variety of third-party sources and, as such, all statements, facts, information, analyses, interpretations, and opinions contained in the report are provided “As Is” and are made without representation or warranty of any kind by Syneos Health or its affiliates, officers, employees, contractors, or business partners as to accuracy, completeness, usefulness, merchantability, fitness for a particular purpose, or otherwise.</a:t>
            </a:r>
          </a:p>
          <a:p>
            <a:pPr algn="just" eaLnBrk="0" hangingPunct="0">
              <a:spcBef>
                <a:spcPts val="1200"/>
              </a:spcBef>
            </a:pPr>
            <a:r>
              <a:rPr lang="en-US" sz="1100">
                <a:sym typeface="Symbol" pitchFamily="18" charset="2"/>
              </a:rPr>
              <a:t>Syneos Health Consulting makes no guarantee, warranty, or assurances concerning the future financial return of an existing or proposed product or service.</a:t>
            </a:r>
          </a:p>
        </p:txBody>
      </p:sp>
    </p:spTree>
    <p:extLst>
      <p:ext uri="{BB962C8B-B14F-4D97-AF65-F5344CB8AC3E}">
        <p14:creationId xmlns:p14="http://schemas.microsoft.com/office/powerpoint/2010/main" val="406894939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edit master title style (Arial Bold 18 </a:t>
            </a:r>
            <a:r>
              <a:rPr lang="en-US" err="1"/>
              <a:t>pt</a:t>
            </a:r>
            <a:r>
              <a:rPr lang="en-US"/>
              <a:t>, black)</a:t>
            </a:r>
          </a:p>
        </p:txBody>
      </p:sp>
    </p:spTree>
    <p:extLst>
      <p:ext uri="{BB962C8B-B14F-4D97-AF65-F5344CB8AC3E}">
        <p14:creationId xmlns:p14="http://schemas.microsoft.com/office/powerpoint/2010/main" val="76570741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w/out leader with one panel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edit master title style (Arial Bold 18 </a:t>
            </a:r>
            <a:r>
              <a:rPr lang="en-US" err="1"/>
              <a:t>pt</a:t>
            </a:r>
            <a:r>
              <a:rPr lang="en-US"/>
              <a:t>, black)</a:t>
            </a:r>
          </a:p>
        </p:txBody>
      </p:sp>
      <p:sp>
        <p:nvSpPr>
          <p:cNvPr id="5" name="Text Placeholder 2"/>
          <p:cNvSpPr>
            <a:spLocks noGrp="1"/>
          </p:cNvSpPr>
          <p:nvPr>
            <p:ph idx="1" hasCustomPrompt="1"/>
          </p:nvPr>
        </p:nvSpPr>
        <p:spPr>
          <a:xfrm>
            <a:off x="171873" y="977902"/>
            <a:ext cx="11702627" cy="5086349"/>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94053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w/out leader with two panel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1873" y="137478"/>
            <a:ext cx="11702627" cy="767778"/>
          </a:xfrm>
        </p:spPr>
        <p:txBody>
          <a:bodyPr/>
          <a:lstStyle>
            <a:lvl1pPr>
              <a:defRPr/>
            </a:lvl1pPr>
          </a:lstStyle>
          <a:p>
            <a:r>
              <a:rPr lang="en-US"/>
              <a:t>Click to edit master title style (Arial Bold 18 </a:t>
            </a:r>
            <a:r>
              <a:rPr lang="en-US" err="1"/>
              <a:t>pt</a:t>
            </a:r>
            <a:r>
              <a:rPr lang="en-US"/>
              <a:t>, black)</a:t>
            </a:r>
          </a:p>
        </p:txBody>
      </p:sp>
      <p:sp>
        <p:nvSpPr>
          <p:cNvPr id="7" name="Text Placeholder 2"/>
          <p:cNvSpPr>
            <a:spLocks noGrp="1"/>
          </p:cNvSpPr>
          <p:nvPr>
            <p:ph idx="11" hasCustomPrompt="1"/>
          </p:nvPr>
        </p:nvSpPr>
        <p:spPr>
          <a:xfrm>
            <a:off x="171874" y="977902"/>
            <a:ext cx="5802825" cy="5086349"/>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idx="12" hasCustomPrompt="1"/>
          </p:nvPr>
        </p:nvSpPr>
        <p:spPr>
          <a:xfrm>
            <a:off x="6089490" y="977902"/>
            <a:ext cx="5802825" cy="5086349"/>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784946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leader with one panel content ">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rmAutofit/>
          </a:bodyPr>
          <a:lstStyle/>
          <a:p>
            <a:r>
              <a:rPr lang="en-US"/>
              <a:t>Click to edit master title style (Arial Bold 18 </a:t>
            </a:r>
            <a:r>
              <a:rPr lang="en-US" err="1"/>
              <a:t>pt</a:t>
            </a:r>
            <a:r>
              <a:rPr lang="en-US"/>
              <a:t>, black)</a:t>
            </a:r>
          </a:p>
        </p:txBody>
      </p:sp>
      <p:sp>
        <p:nvSpPr>
          <p:cNvPr id="5" name="Text Placeholder 2"/>
          <p:cNvSpPr>
            <a:spLocks noGrp="1"/>
          </p:cNvSpPr>
          <p:nvPr>
            <p:ph type="body" idx="10" hasCustomPrompt="1"/>
          </p:nvPr>
        </p:nvSpPr>
        <p:spPr>
          <a:xfrm>
            <a:off x="171873" y="979234"/>
            <a:ext cx="11702627" cy="506666"/>
          </a:xfrm>
          <a:prstGeom prst="rect">
            <a:avLst/>
          </a:prstGeom>
        </p:spPr>
        <p:txBody>
          <a:bodyPr anchor="t" anchorCtr="0">
            <a:noAutofit/>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sz="13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t>Click to edit Master text styles (Arial Bold 13 </a:t>
            </a:r>
            <a:r>
              <a:rPr lang="en-US" err="1"/>
              <a:t>pt</a:t>
            </a:r>
            <a:r>
              <a:rPr lang="en-US"/>
              <a:t>, black)</a:t>
            </a:r>
          </a:p>
        </p:txBody>
      </p:sp>
    </p:spTree>
    <p:extLst>
      <p:ext uri="{BB962C8B-B14F-4D97-AF65-F5344CB8AC3E}">
        <p14:creationId xmlns:p14="http://schemas.microsoft.com/office/powerpoint/2010/main" val="30179428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with leader with one panel content ">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rmAutofit/>
          </a:bodyPr>
          <a:lstStyle/>
          <a:p>
            <a:r>
              <a:rPr lang="en-US"/>
              <a:t>Click to edit master title style (Arial Bold 18 </a:t>
            </a:r>
            <a:r>
              <a:rPr lang="en-US" err="1"/>
              <a:t>pt</a:t>
            </a:r>
            <a:r>
              <a:rPr lang="en-US"/>
              <a:t>, black)</a:t>
            </a:r>
          </a:p>
        </p:txBody>
      </p:sp>
      <p:sp>
        <p:nvSpPr>
          <p:cNvPr id="5" name="Text Placeholder 2"/>
          <p:cNvSpPr>
            <a:spLocks noGrp="1"/>
          </p:cNvSpPr>
          <p:nvPr>
            <p:ph type="body" idx="10" hasCustomPrompt="1"/>
          </p:nvPr>
        </p:nvSpPr>
        <p:spPr>
          <a:xfrm>
            <a:off x="171873" y="979234"/>
            <a:ext cx="11702627" cy="506666"/>
          </a:xfrm>
          <a:prstGeom prst="rect">
            <a:avLst/>
          </a:prstGeom>
        </p:spPr>
        <p:txBody>
          <a:bodyPr anchor="t" anchorCtr="0">
            <a:noAutofit/>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sz="13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t>Click to edit Master text styles (Arial Bold 13 </a:t>
            </a:r>
            <a:r>
              <a:rPr lang="en-US" err="1"/>
              <a:t>pt</a:t>
            </a:r>
            <a:r>
              <a:rPr lang="en-US"/>
              <a:t>, black)</a:t>
            </a:r>
          </a:p>
        </p:txBody>
      </p:sp>
      <p:sp>
        <p:nvSpPr>
          <p:cNvPr id="4" name="Text Placeholder 2"/>
          <p:cNvSpPr>
            <a:spLocks noGrp="1"/>
          </p:cNvSpPr>
          <p:nvPr>
            <p:ph idx="11" hasCustomPrompt="1"/>
          </p:nvPr>
        </p:nvSpPr>
        <p:spPr>
          <a:xfrm>
            <a:off x="171874" y="1526775"/>
            <a:ext cx="11701412" cy="4537475"/>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36824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with leader with two panel content ">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rmAutofit/>
          </a:bodyPr>
          <a:lstStyle/>
          <a:p>
            <a:r>
              <a:rPr lang="en-US"/>
              <a:t>Click to edit master title style (Arial Bold 18 </a:t>
            </a:r>
            <a:r>
              <a:rPr lang="en-US" err="1"/>
              <a:t>pt</a:t>
            </a:r>
            <a:r>
              <a:rPr lang="en-US"/>
              <a:t>, black)</a:t>
            </a:r>
          </a:p>
        </p:txBody>
      </p:sp>
      <p:sp>
        <p:nvSpPr>
          <p:cNvPr id="5" name="Text Placeholder 2"/>
          <p:cNvSpPr>
            <a:spLocks noGrp="1"/>
          </p:cNvSpPr>
          <p:nvPr>
            <p:ph type="body" idx="10" hasCustomPrompt="1"/>
          </p:nvPr>
        </p:nvSpPr>
        <p:spPr>
          <a:xfrm>
            <a:off x="171873" y="979234"/>
            <a:ext cx="11702627" cy="506666"/>
          </a:xfrm>
          <a:prstGeom prst="rect">
            <a:avLst/>
          </a:prstGeom>
        </p:spPr>
        <p:txBody>
          <a:bodyPr anchor="t" anchorCtr="0">
            <a:noAutofit/>
          </a:bodyPr>
          <a:lstStyle>
            <a:lvl1pPr marL="0" indent="0">
              <a:lnSpc>
                <a:spcPct val="110000"/>
              </a:lnSpc>
              <a:spcBef>
                <a:spcPts val="0"/>
              </a:spcBef>
              <a:buFont typeface="Arial" panose="020B0604020202020204" pitchFamily="34" charset="0"/>
              <a:buNone/>
              <a:defRPr sz="13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 (Arial Bold 13 </a:t>
            </a:r>
            <a:r>
              <a:rPr lang="en-US" err="1"/>
              <a:t>pt</a:t>
            </a:r>
            <a:r>
              <a:rPr lang="en-US"/>
              <a:t>, black)</a:t>
            </a:r>
          </a:p>
        </p:txBody>
      </p:sp>
      <p:sp>
        <p:nvSpPr>
          <p:cNvPr id="4" name="Text Placeholder 2"/>
          <p:cNvSpPr>
            <a:spLocks noGrp="1"/>
          </p:cNvSpPr>
          <p:nvPr>
            <p:ph idx="11" hasCustomPrompt="1"/>
          </p:nvPr>
        </p:nvSpPr>
        <p:spPr>
          <a:xfrm>
            <a:off x="171874" y="1526775"/>
            <a:ext cx="5802825" cy="4537475"/>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idx="12" hasCustomPrompt="1"/>
          </p:nvPr>
        </p:nvSpPr>
        <p:spPr>
          <a:xfrm>
            <a:off x="6089490" y="1526775"/>
            <a:ext cx="5802825" cy="4537475"/>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10458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subtitle only ">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Autofit/>
          </a:bodyPr>
          <a:lstStyle>
            <a:lvl1pPr>
              <a:defRPr b="1"/>
            </a:lvl1pPr>
          </a:lstStyle>
          <a:p>
            <a:r>
              <a:rPr lang="en-US"/>
              <a:t>Click to edit master title style (Arial Bold 18 </a:t>
            </a:r>
            <a:r>
              <a:rPr lang="en-US" err="1"/>
              <a:t>pt</a:t>
            </a:r>
            <a:r>
              <a:rPr lang="en-US"/>
              <a:t>, black)</a:t>
            </a:r>
            <a:br>
              <a:rPr lang="en-US"/>
            </a:br>
            <a:r>
              <a:rPr lang="en-US"/>
              <a:t>Add subtitle style here and </a:t>
            </a:r>
            <a:r>
              <a:rPr lang="en-US" err="1"/>
              <a:t>unbold</a:t>
            </a:r>
            <a:r>
              <a:rPr lang="en-US"/>
              <a:t> (Arial 18 </a:t>
            </a:r>
            <a:r>
              <a:rPr lang="en-US" err="1"/>
              <a:t>pt</a:t>
            </a:r>
            <a:r>
              <a:rPr lang="en-US"/>
              <a:t>, black)</a:t>
            </a:r>
          </a:p>
        </p:txBody>
      </p:sp>
    </p:spTree>
    <p:extLst>
      <p:ext uri="{BB962C8B-B14F-4D97-AF65-F5344CB8AC3E}">
        <p14:creationId xmlns:p14="http://schemas.microsoft.com/office/powerpoint/2010/main" val="371106438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subtitle w/out leader with one panel content ">
    <p:spTree>
      <p:nvGrpSpPr>
        <p:cNvPr id="1" name=""/>
        <p:cNvGrpSpPr/>
        <p:nvPr/>
      </p:nvGrpSpPr>
      <p:grpSpPr>
        <a:xfrm>
          <a:off x="0" y="0"/>
          <a:ext cx="0" cy="0"/>
          <a:chOff x="0" y="0"/>
          <a:chExt cx="0" cy="0"/>
        </a:xfrm>
      </p:grpSpPr>
      <p:sp>
        <p:nvSpPr>
          <p:cNvPr id="3" name="Text Placeholder 2"/>
          <p:cNvSpPr>
            <a:spLocks noGrp="1"/>
          </p:cNvSpPr>
          <p:nvPr>
            <p:ph idx="1" hasCustomPrompt="1"/>
          </p:nvPr>
        </p:nvSpPr>
        <p:spPr>
          <a:xfrm>
            <a:off x="171874" y="977902"/>
            <a:ext cx="11701412" cy="5086349"/>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Autofit/>
          </a:bodyPr>
          <a:lstStyle>
            <a:lvl1pPr>
              <a:defRPr b="1"/>
            </a:lvl1pPr>
          </a:lstStyle>
          <a:p>
            <a:r>
              <a:rPr lang="en-US"/>
              <a:t>Click to edit master title style (Arial Bold 18 </a:t>
            </a:r>
            <a:r>
              <a:rPr lang="en-US" err="1"/>
              <a:t>pt</a:t>
            </a:r>
            <a:r>
              <a:rPr lang="en-US"/>
              <a:t>, black)</a:t>
            </a:r>
            <a:br>
              <a:rPr lang="en-US"/>
            </a:br>
            <a:r>
              <a:rPr lang="en-US"/>
              <a:t>Add subtitle style here and </a:t>
            </a:r>
            <a:r>
              <a:rPr lang="en-US" err="1"/>
              <a:t>unbold</a:t>
            </a:r>
            <a:r>
              <a:rPr lang="en-US"/>
              <a:t> (Arial 18 </a:t>
            </a:r>
            <a:r>
              <a:rPr lang="en-US" err="1"/>
              <a:t>pt</a:t>
            </a:r>
            <a:r>
              <a:rPr lang="en-US"/>
              <a:t>, black)</a:t>
            </a:r>
          </a:p>
        </p:txBody>
      </p:sp>
    </p:spTree>
    <p:extLst>
      <p:ext uri="{BB962C8B-B14F-4D97-AF65-F5344CB8AC3E}">
        <p14:creationId xmlns:p14="http://schemas.microsoft.com/office/powerpoint/2010/main" val="172955541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subtitle without leader with two panel content">
    <p:spTree>
      <p:nvGrpSpPr>
        <p:cNvPr id="1" name=""/>
        <p:cNvGrpSpPr/>
        <p:nvPr/>
      </p:nvGrpSpPr>
      <p:grpSpPr>
        <a:xfrm>
          <a:off x="0" y="0"/>
          <a:ext cx="0" cy="0"/>
          <a:chOff x="0" y="0"/>
          <a:chExt cx="0" cy="0"/>
        </a:xfrm>
      </p:grpSpPr>
      <p:sp>
        <p:nvSpPr>
          <p:cNvPr id="3" name="Text Placeholder 2"/>
          <p:cNvSpPr>
            <a:spLocks noGrp="1"/>
          </p:cNvSpPr>
          <p:nvPr>
            <p:ph idx="1" hasCustomPrompt="1"/>
          </p:nvPr>
        </p:nvSpPr>
        <p:spPr>
          <a:xfrm>
            <a:off x="171874" y="977902"/>
            <a:ext cx="5771727" cy="5086349"/>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idx="12" hasCustomPrompt="1"/>
          </p:nvPr>
        </p:nvSpPr>
        <p:spPr>
          <a:xfrm>
            <a:off x="6098541" y="977902"/>
            <a:ext cx="5771727" cy="5086349"/>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Autofit/>
          </a:bodyPr>
          <a:lstStyle>
            <a:lvl1pPr>
              <a:defRPr b="1"/>
            </a:lvl1pPr>
          </a:lstStyle>
          <a:p>
            <a:r>
              <a:rPr lang="en-US"/>
              <a:t>Click to edit master title style (Arial Bold 18 </a:t>
            </a:r>
            <a:r>
              <a:rPr lang="en-US" err="1"/>
              <a:t>pt</a:t>
            </a:r>
            <a:r>
              <a:rPr lang="en-US"/>
              <a:t>, black)</a:t>
            </a:r>
            <a:br>
              <a:rPr lang="en-US"/>
            </a:br>
            <a:r>
              <a:rPr lang="en-US"/>
              <a:t>Add subtitle style here and </a:t>
            </a:r>
            <a:r>
              <a:rPr lang="en-US" err="1"/>
              <a:t>unbold</a:t>
            </a:r>
            <a:r>
              <a:rPr lang="en-US"/>
              <a:t> (Arial 18 </a:t>
            </a:r>
            <a:r>
              <a:rPr lang="en-US" err="1"/>
              <a:t>pt</a:t>
            </a:r>
            <a:r>
              <a:rPr lang="en-US"/>
              <a:t>, black)</a:t>
            </a:r>
          </a:p>
        </p:txBody>
      </p:sp>
    </p:spTree>
    <p:extLst>
      <p:ext uri="{BB962C8B-B14F-4D97-AF65-F5344CB8AC3E}">
        <p14:creationId xmlns:p14="http://schemas.microsoft.com/office/powerpoint/2010/main" val="23146617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and subtitle with leader with no content ">
    <p:spTree>
      <p:nvGrpSpPr>
        <p:cNvPr id="1" name=""/>
        <p:cNvGrpSpPr/>
        <p:nvPr/>
      </p:nvGrpSpPr>
      <p:grpSpPr>
        <a:xfrm>
          <a:off x="0" y="0"/>
          <a:ext cx="0" cy="0"/>
          <a:chOff x="0" y="0"/>
          <a:chExt cx="0" cy="0"/>
        </a:xfrm>
      </p:grpSpPr>
      <p:sp>
        <p:nvSpPr>
          <p:cNvPr id="5" name="Text Placeholder 2"/>
          <p:cNvSpPr>
            <a:spLocks noGrp="1"/>
          </p:cNvSpPr>
          <p:nvPr>
            <p:ph type="body" idx="10" hasCustomPrompt="1"/>
          </p:nvPr>
        </p:nvSpPr>
        <p:spPr>
          <a:xfrm>
            <a:off x="171873" y="979234"/>
            <a:ext cx="11702627" cy="506666"/>
          </a:xfrm>
          <a:prstGeom prst="rect">
            <a:avLst/>
          </a:prstGeom>
        </p:spPr>
        <p:txBody>
          <a:bodyPr anchor="t" anchorCtr="0">
            <a:noAutofit/>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sz="13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t>Click to edit Master text styles (Arial Bold 13 </a:t>
            </a:r>
            <a:r>
              <a:rPr lang="en-US" err="1"/>
              <a:t>pt</a:t>
            </a:r>
            <a:r>
              <a:rPr lang="en-US"/>
              <a:t>, black)</a:t>
            </a:r>
          </a:p>
        </p:txBody>
      </p:sp>
      <p:sp>
        <p:nvSpPr>
          <p:cNvPr id="4"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Autofit/>
          </a:bodyPr>
          <a:lstStyle>
            <a:lvl1pPr>
              <a:defRPr b="1"/>
            </a:lvl1pPr>
          </a:lstStyle>
          <a:p>
            <a:r>
              <a:rPr lang="en-US"/>
              <a:t>Click to edit master title style (Arial Bold 18 </a:t>
            </a:r>
            <a:r>
              <a:rPr lang="en-US" err="1"/>
              <a:t>pt</a:t>
            </a:r>
            <a:r>
              <a:rPr lang="en-US"/>
              <a:t>, black)</a:t>
            </a:r>
            <a:br>
              <a:rPr lang="en-US"/>
            </a:br>
            <a:r>
              <a:rPr lang="en-US"/>
              <a:t>Add subtitle style here and </a:t>
            </a:r>
            <a:r>
              <a:rPr lang="en-US" err="1"/>
              <a:t>unbold</a:t>
            </a:r>
            <a:r>
              <a:rPr lang="en-US"/>
              <a:t> (Arial 18 </a:t>
            </a:r>
            <a:r>
              <a:rPr lang="en-US" err="1"/>
              <a:t>pt</a:t>
            </a:r>
            <a:r>
              <a:rPr lang="en-US"/>
              <a:t>, black)</a:t>
            </a:r>
          </a:p>
        </p:txBody>
      </p:sp>
    </p:spTree>
    <p:extLst>
      <p:ext uri="{BB962C8B-B14F-4D97-AF65-F5344CB8AC3E}">
        <p14:creationId xmlns:p14="http://schemas.microsoft.com/office/powerpoint/2010/main" val="118212938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subtitle with leader with one panel content ">
    <p:spTree>
      <p:nvGrpSpPr>
        <p:cNvPr id="1" name=""/>
        <p:cNvGrpSpPr/>
        <p:nvPr/>
      </p:nvGrpSpPr>
      <p:grpSpPr>
        <a:xfrm>
          <a:off x="0" y="0"/>
          <a:ext cx="0" cy="0"/>
          <a:chOff x="0" y="0"/>
          <a:chExt cx="0" cy="0"/>
        </a:xfrm>
      </p:grpSpPr>
      <p:sp>
        <p:nvSpPr>
          <p:cNvPr id="5" name="Text Placeholder 2"/>
          <p:cNvSpPr>
            <a:spLocks noGrp="1"/>
          </p:cNvSpPr>
          <p:nvPr>
            <p:ph type="body" idx="10" hasCustomPrompt="1"/>
          </p:nvPr>
        </p:nvSpPr>
        <p:spPr>
          <a:xfrm>
            <a:off x="171873" y="979234"/>
            <a:ext cx="11702627" cy="506666"/>
          </a:xfrm>
          <a:prstGeom prst="rect">
            <a:avLst/>
          </a:prstGeom>
        </p:spPr>
        <p:txBody>
          <a:bodyPr anchor="t" anchorCtr="0">
            <a:noAutofit/>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sz="13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t>Click to edit Master text styles (Arial Bold 13 </a:t>
            </a:r>
            <a:r>
              <a:rPr lang="en-US" err="1"/>
              <a:t>pt</a:t>
            </a:r>
            <a:r>
              <a:rPr lang="en-US"/>
              <a:t>, black)</a:t>
            </a:r>
          </a:p>
        </p:txBody>
      </p:sp>
      <p:sp>
        <p:nvSpPr>
          <p:cNvPr id="4" name="Text Placeholder 2"/>
          <p:cNvSpPr>
            <a:spLocks noGrp="1"/>
          </p:cNvSpPr>
          <p:nvPr>
            <p:ph idx="11" hasCustomPrompt="1"/>
          </p:nvPr>
        </p:nvSpPr>
        <p:spPr>
          <a:xfrm>
            <a:off x="171874" y="1526775"/>
            <a:ext cx="11701412" cy="4537475"/>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Autofit/>
          </a:bodyPr>
          <a:lstStyle>
            <a:lvl1pPr>
              <a:defRPr b="1"/>
            </a:lvl1pPr>
          </a:lstStyle>
          <a:p>
            <a:r>
              <a:rPr lang="en-US"/>
              <a:t>Click to edit master title style (Arial Bold 18 </a:t>
            </a:r>
            <a:r>
              <a:rPr lang="en-US" err="1"/>
              <a:t>pt</a:t>
            </a:r>
            <a:r>
              <a:rPr lang="en-US"/>
              <a:t>, black)</a:t>
            </a:r>
            <a:br>
              <a:rPr lang="en-US"/>
            </a:br>
            <a:r>
              <a:rPr lang="en-US"/>
              <a:t>Add subtitle style here and </a:t>
            </a:r>
            <a:r>
              <a:rPr lang="en-US" err="1"/>
              <a:t>unbold</a:t>
            </a:r>
            <a:r>
              <a:rPr lang="en-US"/>
              <a:t> (Arial 18 </a:t>
            </a:r>
            <a:r>
              <a:rPr lang="en-US" err="1"/>
              <a:t>pt</a:t>
            </a:r>
            <a:r>
              <a:rPr lang="en-US"/>
              <a:t>, black)</a:t>
            </a:r>
          </a:p>
        </p:txBody>
      </p:sp>
    </p:spTree>
    <p:extLst>
      <p:ext uri="{BB962C8B-B14F-4D97-AF65-F5344CB8AC3E}">
        <p14:creationId xmlns:p14="http://schemas.microsoft.com/office/powerpoint/2010/main" val="240661392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subtitle with leader with two panel content ">
    <p:spTree>
      <p:nvGrpSpPr>
        <p:cNvPr id="1" name=""/>
        <p:cNvGrpSpPr/>
        <p:nvPr/>
      </p:nvGrpSpPr>
      <p:grpSpPr>
        <a:xfrm>
          <a:off x="0" y="0"/>
          <a:ext cx="0" cy="0"/>
          <a:chOff x="0" y="0"/>
          <a:chExt cx="0" cy="0"/>
        </a:xfrm>
      </p:grpSpPr>
      <p:sp>
        <p:nvSpPr>
          <p:cNvPr id="5" name="Text Placeholder 2"/>
          <p:cNvSpPr>
            <a:spLocks noGrp="1"/>
          </p:cNvSpPr>
          <p:nvPr>
            <p:ph type="body" idx="10" hasCustomPrompt="1"/>
          </p:nvPr>
        </p:nvSpPr>
        <p:spPr>
          <a:xfrm>
            <a:off x="171873" y="979234"/>
            <a:ext cx="11702627" cy="506666"/>
          </a:xfrm>
          <a:prstGeom prst="rect">
            <a:avLst/>
          </a:prstGeom>
        </p:spPr>
        <p:txBody>
          <a:bodyPr anchor="t" anchorCtr="0">
            <a:noAutofit/>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sz="13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t>Click to edit Master text styles (Arial Bold 13 </a:t>
            </a:r>
            <a:r>
              <a:rPr lang="en-US" err="1"/>
              <a:t>pt</a:t>
            </a:r>
            <a:r>
              <a:rPr lang="en-US"/>
              <a:t>, black)</a:t>
            </a:r>
          </a:p>
        </p:txBody>
      </p:sp>
      <p:sp>
        <p:nvSpPr>
          <p:cNvPr id="4" name="Text Placeholder 2"/>
          <p:cNvSpPr>
            <a:spLocks noGrp="1"/>
          </p:cNvSpPr>
          <p:nvPr>
            <p:ph idx="11" hasCustomPrompt="1"/>
          </p:nvPr>
        </p:nvSpPr>
        <p:spPr>
          <a:xfrm>
            <a:off x="171874" y="1526775"/>
            <a:ext cx="5802825" cy="4537475"/>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idx="12" hasCustomPrompt="1"/>
          </p:nvPr>
        </p:nvSpPr>
        <p:spPr>
          <a:xfrm>
            <a:off x="6089490" y="1526775"/>
            <a:ext cx="5802825" cy="4537475"/>
          </a:xfrm>
          <a:prstGeom prst="rect">
            <a:avLst/>
          </a:prstGeom>
        </p:spPr>
        <p:txBody>
          <a:bodyPr vert="horz" lIns="91440" tIns="45720" rIns="91440" bIns="45720" rtlCol="0">
            <a:noAutofit/>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171873" y="137478"/>
            <a:ext cx="11702627" cy="767778"/>
          </a:xfrm>
          <a:prstGeom prst="rect">
            <a:avLst/>
          </a:prstGeom>
        </p:spPr>
        <p:txBody>
          <a:bodyPr vert="horz" lIns="91440" tIns="45720" rIns="91440" bIns="45720" rtlCol="0" anchor="ctr">
            <a:noAutofit/>
          </a:bodyPr>
          <a:lstStyle>
            <a:lvl1pPr>
              <a:defRPr b="1"/>
            </a:lvl1pPr>
          </a:lstStyle>
          <a:p>
            <a:r>
              <a:rPr lang="en-US"/>
              <a:t>Click to edit master title style (Arial Bold 18 </a:t>
            </a:r>
            <a:r>
              <a:rPr lang="en-US" err="1"/>
              <a:t>pt</a:t>
            </a:r>
            <a:r>
              <a:rPr lang="en-US"/>
              <a:t>, black)</a:t>
            </a:r>
            <a:br>
              <a:rPr lang="en-US"/>
            </a:br>
            <a:r>
              <a:rPr lang="en-US"/>
              <a:t>Add subtitle style here and </a:t>
            </a:r>
            <a:r>
              <a:rPr lang="en-US" err="1"/>
              <a:t>unbold</a:t>
            </a:r>
            <a:r>
              <a:rPr lang="en-US"/>
              <a:t> (Arial 18 </a:t>
            </a:r>
            <a:r>
              <a:rPr lang="en-US" err="1"/>
              <a:t>pt</a:t>
            </a:r>
            <a:r>
              <a:rPr lang="en-US"/>
              <a:t>, black)</a:t>
            </a:r>
          </a:p>
        </p:txBody>
      </p:sp>
    </p:spTree>
    <p:extLst>
      <p:ext uri="{BB962C8B-B14F-4D97-AF65-F5344CB8AC3E}">
        <p14:creationId xmlns:p14="http://schemas.microsoft.com/office/powerpoint/2010/main" val="41323901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itle" preserve="1">
  <p:cSld name="1_Title page">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CED46D12-C850-4974-90A1-1DEB2148003F}"/>
              </a:ext>
            </a:extLst>
          </p:cNvPr>
          <p:cNvGrpSpPr/>
          <p:nvPr userDrawn="1"/>
        </p:nvGrpSpPr>
        <p:grpSpPr>
          <a:xfrm>
            <a:off x="0" y="3270441"/>
            <a:ext cx="12192000" cy="3587561"/>
            <a:chOff x="0" y="2452829"/>
            <a:chExt cx="9144000" cy="2690671"/>
          </a:xfrm>
        </p:grpSpPr>
        <p:sp>
          <p:nvSpPr>
            <p:cNvPr id="24" name="Freeform: Shape 23">
              <a:extLst>
                <a:ext uri="{FF2B5EF4-FFF2-40B4-BE49-F238E27FC236}">
                  <a16:creationId xmlns:a16="http://schemas.microsoft.com/office/drawing/2014/main" id="{210AC43C-7997-4C28-9D83-1F5A167C22C3}"/>
                </a:ext>
              </a:extLst>
            </p:cNvPr>
            <p:cNvSpPr/>
            <p:nvPr/>
          </p:nvSpPr>
          <p:spPr>
            <a:xfrm>
              <a:off x="0" y="2452829"/>
              <a:ext cx="9144000" cy="2690671"/>
            </a:xfrm>
            <a:custGeom>
              <a:avLst/>
              <a:gdLst>
                <a:gd name="connsiteX0" fmla="*/ 9144000 w 9144000"/>
                <a:gd name="connsiteY0" fmla="*/ 0 h 2690671"/>
                <a:gd name="connsiteX1" fmla="*/ 9144000 w 9144000"/>
                <a:gd name="connsiteY1" fmla="*/ 2457268 h 2690671"/>
                <a:gd name="connsiteX2" fmla="*/ 9144000 w 9144000"/>
                <a:gd name="connsiteY2" fmla="*/ 2489992 h 2690671"/>
                <a:gd name="connsiteX3" fmla="*/ 9144000 w 9144000"/>
                <a:gd name="connsiteY3" fmla="*/ 2690671 h 2690671"/>
                <a:gd name="connsiteX4" fmla="*/ 0 w 9144000"/>
                <a:gd name="connsiteY4" fmla="*/ 2690671 h 2690671"/>
                <a:gd name="connsiteX5" fmla="*/ 0 w 9144000"/>
                <a:gd name="connsiteY5" fmla="*/ 2489992 h 2690671"/>
                <a:gd name="connsiteX6" fmla="*/ 0 w 9144000"/>
                <a:gd name="connsiteY6" fmla="*/ 2457268 h 2690671"/>
                <a:gd name="connsiteX7" fmla="*/ 0 w 9144000"/>
                <a:gd name="connsiteY7" fmla="*/ 435429 h 2690671"/>
                <a:gd name="connsiteX8" fmla="*/ 2366344 w 9144000"/>
                <a:gd name="connsiteY8" fmla="*/ 1498685 h 2690671"/>
                <a:gd name="connsiteX9" fmla="*/ 2830553 w 9144000"/>
                <a:gd name="connsiteY9" fmla="*/ 1676161 h 2690671"/>
                <a:gd name="connsiteX10" fmla="*/ 4762534 w 9144000"/>
                <a:gd name="connsiteY10" fmla="*/ 1755572 h 2690671"/>
                <a:gd name="connsiteX11" fmla="*/ 6603912 w 9144000"/>
                <a:gd name="connsiteY11" fmla="*/ 1061125 h 269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44000" h="2690671">
                  <a:moveTo>
                    <a:pt x="9144000" y="0"/>
                  </a:moveTo>
                  <a:lnTo>
                    <a:pt x="9144000" y="2457268"/>
                  </a:lnTo>
                  <a:lnTo>
                    <a:pt x="9144000" y="2489992"/>
                  </a:lnTo>
                  <a:lnTo>
                    <a:pt x="9144000" y="2690671"/>
                  </a:lnTo>
                  <a:lnTo>
                    <a:pt x="0" y="2690671"/>
                  </a:lnTo>
                  <a:lnTo>
                    <a:pt x="0" y="2489992"/>
                  </a:lnTo>
                  <a:lnTo>
                    <a:pt x="0" y="2457268"/>
                  </a:lnTo>
                  <a:lnTo>
                    <a:pt x="0" y="435429"/>
                  </a:lnTo>
                  <a:lnTo>
                    <a:pt x="2366344" y="1498685"/>
                  </a:lnTo>
                  <a:lnTo>
                    <a:pt x="2830553" y="1676161"/>
                  </a:lnTo>
                  <a:lnTo>
                    <a:pt x="4762534" y="1755572"/>
                  </a:lnTo>
                  <a:lnTo>
                    <a:pt x="6603912" y="1061125"/>
                  </a:lnTo>
                  <a:close/>
                </a:path>
              </a:pathLst>
            </a:custGeom>
            <a:gradFill flip="none" rotWithShape="1">
              <a:gsLst>
                <a:gs pos="50000">
                  <a:srgbClr val="002B55"/>
                </a:gs>
                <a:gs pos="0">
                  <a:srgbClr val="002346"/>
                </a:gs>
                <a:gs pos="100000">
                  <a:srgbClr val="003466"/>
                </a:gs>
              </a:gsLst>
              <a:lin ang="8100000" scaled="1"/>
              <a:tileRect/>
            </a:gradFill>
            <a:ln w="53163" cap="flat">
              <a:noFill/>
              <a:prstDash val="solid"/>
              <a:miter/>
            </a:ln>
          </p:spPr>
          <p:txBody>
            <a:bodyPr rtlCol="0" anchor="ctr"/>
            <a:lstStyle/>
            <a:p>
              <a:endParaRPr lang="en-GB" sz="2400"/>
            </a:p>
          </p:txBody>
        </p:sp>
        <p:grpSp>
          <p:nvGrpSpPr>
            <p:cNvPr id="25" name="Group 24">
              <a:extLst>
                <a:ext uri="{FF2B5EF4-FFF2-40B4-BE49-F238E27FC236}">
                  <a16:creationId xmlns:a16="http://schemas.microsoft.com/office/drawing/2014/main" id="{84E07B6D-63AF-41FB-9F46-BB5417056AB9}"/>
                </a:ext>
              </a:extLst>
            </p:cNvPr>
            <p:cNvGrpSpPr/>
            <p:nvPr/>
          </p:nvGrpSpPr>
          <p:grpSpPr>
            <a:xfrm>
              <a:off x="0" y="2452829"/>
              <a:ext cx="9144000" cy="1932515"/>
              <a:chOff x="0" y="2175444"/>
              <a:chExt cx="9144000" cy="1932515"/>
            </a:xfrm>
          </p:grpSpPr>
          <p:sp>
            <p:nvSpPr>
              <p:cNvPr id="26" name="Graphic 21">
                <a:extLst>
                  <a:ext uri="{FF2B5EF4-FFF2-40B4-BE49-F238E27FC236}">
                    <a16:creationId xmlns:a16="http://schemas.microsoft.com/office/drawing/2014/main" id="{C63AA357-CD87-42B9-B273-EBF61D54F1CD}"/>
                  </a:ext>
                </a:extLst>
              </p:cNvPr>
              <p:cNvSpPr/>
              <p:nvPr/>
            </p:nvSpPr>
            <p:spPr>
              <a:xfrm>
                <a:off x="4762533" y="2763444"/>
                <a:ext cx="2993637" cy="1170381"/>
              </a:xfrm>
              <a:custGeom>
                <a:avLst/>
                <a:gdLst>
                  <a:gd name="connsiteX0" fmla="*/ 0 w 2986153"/>
                  <a:gd name="connsiteY0" fmla="*/ 1167455 h 1167455"/>
                  <a:gd name="connsiteX1" fmla="*/ 1859634 w 2986153"/>
                  <a:gd name="connsiteY1" fmla="*/ 1004246 h 1167455"/>
                  <a:gd name="connsiteX2" fmla="*/ 2986154 w 2986153"/>
                  <a:gd name="connsiteY2" fmla="*/ 0 h 1167455"/>
                </a:gdLst>
                <a:ahLst/>
                <a:cxnLst>
                  <a:cxn ang="0">
                    <a:pos x="connsiteX0" y="connsiteY0"/>
                  </a:cxn>
                  <a:cxn ang="0">
                    <a:pos x="connsiteX1" y="connsiteY1"/>
                  </a:cxn>
                  <a:cxn ang="0">
                    <a:pos x="connsiteX2" y="connsiteY2"/>
                  </a:cxn>
                </a:cxnLst>
                <a:rect l="l" t="t" r="r" b="b"/>
                <a:pathLst>
                  <a:path w="2986153" h="1167455">
                    <a:moveTo>
                      <a:pt x="0" y="1167455"/>
                    </a:moveTo>
                    <a:lnTo>
                      <a:pt x="1859634" y="1004246"/>
                    </a:lnTo>
                    <a:lnTo>
                      <a:pt x="2986154" y="0"/>
                    </a:lnTo>
                    <a:close/>
                  </a:path>
                </a:pathLst>
              </a:custGeom>
              <a:gradFill flip="none" rotWithShape="1">
                <a:gsLst>
                  <a:gs pos="0">
                    <a:srgbClr val="0066CC"/>
                  </a:gs>
                  <a:gs pos="50000">
                    <a:srgbClr val="005EBB"/>
                  </a:gs>
                  <a:gs pos="100000">
                    <a:srgbClr val="0056AC"/>
                  </a:gs>
                </a:gsLst>
                <a:lin ang="8100000" scaled="1"/>
                <a:tileRect/>
              </a:gradFill>
              <a:ln w="53163" cap="flat">
                <a:noFill/>
                <a:prstDash val="solid"/>
                <a:miter/>
              </a:ln>
            </p:spPr>
            <p:txBody>
              <a:bodyPr rtlCol="0" anchor="ctr"/>
              <a:lstStyle/>
              <a:p>
                <a:endParaRPr lang="en-GB" sz="2400"/>
              </a:p>
            </p:txBody>
          </p:sp>
          <p:sp>
            <p:nvSpPr>
              <p:cNvPr id="27" name="Graphic 21">
                <a:extLst>
                  <a:ext uri="{FF2B5EF4-FFF2-40B4-BE49-F238E27FC236}">
                    <a16:creationId xmlns:a16="http://schemas.microsoft.com/office/drawing/2014/main" id="{06B7A655-C467-4039-A5F7-E1524D9CBD10}"/>
                  </a:ext>
                </a:extLst>
              </p:cNvPr>
              <p:cNvSpPr/>
              <p:nvPr/>
            </p:nvSpPr>
            <p:spPr>
              <a:xfrm>
                <a:off x="6490923" y="2760634"/>
                <a:ext cx="1265247" cy="1006762"/>
              </a:xfrm>
              <a:custGeom>
                <a:avLst/>
                <a:gdLst>
                  <a:gd name="connsiteX0" fmla="*/ 135565 w 1262084"/>
                  <a:gd name="connsiteY0" fmla="*/ 1004246 h 1004245"/>
                  <a:gd name="connsiteX1" fmla="*/ 0 w 1262084"/>
                  <a:gd name="connsiteY1" fmla="*/ 312066 h 1004245"/>
                  <a:gd name="connsiteX2" fmla="*/ 1262085 w 1262084"/>
                  <a:gd name="connsiteY2" fmla="*/ 0 h 1004245"/>
                </a:gdLst>
                <a:ahLst/>
                <a:cxnLst>
                  <a:cxn ang="0">
                    <a:pos x="connsiteX0" y="connsiteY0"/>
                  </a:cxn>
                  <a:cxn ang="0">
                    <a:pos x="connsiteX1" y="connsiteY1"/>
                  </a:cxn>
                  <a:cxn ang="0">
                    <a:pos x="connsiteX2" y="connsiteY2"/>
                  </a:cxn>
                </a:cxnLst>
                <a:rect l="l" t="t" r="r" b="b"/>
                <a:pathLst>
                  <a:path w="1262084" h="1004245">
                    <a:moveTo>
                      <a:pt x="135565" y="1004246"/>
                    </a:moveTo>
                    <a:lnTo>
                      <a:pt x="0" y="312066"/>
                    </a:lnTo>
                    <a:lnTo>
                      <a:pt x="1262085" y="0"/>
                    </a:lnTo>
                    <a:close/>
                  </a:path>
                </a:pathLst>
              </a:custGeom>
              <a:gradFill>
                <a:gsLst>
                  <a:gs pos="50000">
                    <a:srgbClr val="DE8611"/>
                  </a:gs>
                  <a:gs pos="0">
                    <a:srgbClr val="F8991D"/>
                  </a:gs>
                  <a:gs pos="100000">
                    <a:srgbClr val="C67406"/>
                  </a:gs>
                </a:gsLst>
                <a:lin ang="8100000" scaled="1"/>
              </a:gradFill>
              <a:ln w="53163" cap="flat">
                <a:noFill/>
                <a:prstDash val="solid"/>
                <a:miter/>
              </a:ln>
            </p:spPr>
            <p:txBody>
              <a:bodyPr rtlCol="0" anchor="ctr"/>
              <a:lstStyle/>
              <a:p>
                <a:endParaRPr lang="en-GB" sz="2400"/>
              </a:p>
            </p:txBody>
          </p:sp>
          <p:sp>
            <p:nvSpPr>
              <p:cNvPr id="28" name="Graphic 21">
                <a:extLst>
                  <a:ext uri="{FF2B5EF4-FFF2-40B4-BE49-F238E27FC236}">
                    <a16:creationId xmlns:a16="http://schemas.microsoft.com/office/drawing/2014/main" id="{4225787A-5704-4D8D-96F3-F9C177F21ED3}"/>
                  </a:ext>
                </a:extLst>
              </p:cNvPr>
              <p:cNvSpPr/>
              <p:nvPr/>
            </p:nvSpPr>
            <p:spPr>
              <a:xfrm>
                <a:off x="0" y="2610873"/>
                <a:ext cx="2816695" cy="1497086"/>
              </a:xfrm>
              <a:custGeom>
                <a:avLst/>
                <a:gdLst>
                  <a:gd name="connsiteX0" fmla="*/ 0 w 2809653"/>
                  <a:gd name="connsiteY0" fmla="*/ 0 h 1493343"/>
                  <a:gd name="connsiteX1" fmla="*/ 2809654 w 2809653"/>
                  <a:gd name="connsiteY1" fmla="*/ 1248794 h 1493343"/>
                  <a:gd name="connsiteX2" fmla="*/ 2076539 w 2809653"/>
                  <a:gd name="connsiteY2" fmla="*/ 1493343 h 1493343"/>
                </a:gdLst>
                <a:ahLst/>
                <a:cxnLst>
                  <a:cxn ang="0">
                    <a:pos x="connsiteX0" y="connsiteY0"/>
                  </a:cxn>
                  <a:cxn ang="0">
                    <a:pos x="connsiteX1" y="connsiteY1"/>
                  </a:cxn>
                  <a:cxn ang="0">
                    <a:pos x="connsiteX2" y="connsiteY2"/>
                  </a:cxn>
                </a:cxnLst>
                <a:rect l="l" t="t" r="r" b="b"/>
                <a:pathLst>
                  <a:path w="2809653" h="1493343">
                    <a:moveTo>
                      <a:pt x="0" y="0"/>
                    </a:moveTo>
                    <a:lnTo>
                      <a:pt x="2809654" y="1248794"/>
                    </a:lnTo>
                    <a:lnTo>
                      <a:pt x="2076539" y="1493343"/>
                    </a:lnTo>
                    <a:close/>
                  </a:path>
                </a:pathLst>
              </a:custGeom>
              <a:gradFill flip="none" rotWithShape="1">
                <a:gsLst>
                  <a:gs pos="0">
                    <a:srgbClr val="049948"/>
                  </a:gs>
                  <a:gs pos="35000">
                    <a:srgbClr val="048E42"/>
                  </a:gs>
                  <a:gs pos="100000">
                    <a:srgbClr val="037737"/>
                  </a:gs>
                </a:gsLst>
                <a:lin ang="2700000" scaled="1"/>
                <a:tileRect/>
              </a:gradFill>
              <a:ln w="53163" cap="flat">
                <a:noFill/>
                <a:prstDash val="solid"/>
                <a:miter/>
              </a:ln>
            </p:spPr>
            <p:txBody>
              <a:bodyPr rtlCol="0" anchor="ctr"/>
              <a:lstStyle/>
              <a:p>
                <a:endParaRPr lang="en-GB" sz="2400"/>
              </a:p>
            </p:txBody>
          </p:sp>
          <p:sp>
            <p:nvSpPr>
              <p:cNvPr id="29" name="Graphic 21">
                <a:extLst>
                  <a:ext uri="{FF2B5EF4-FFF2-40B4-BE49-F238E27FC236}">
                    <a16:creationId xmlns:a16="http://schemas.microsoft.com/office/drawing/2014/main" id="{72D08A47-E14F-4D4D-BB39-AE59CC49620C}"/>
                  </a:ext>
                </a:extLst>
              </p:cNvPr>
              <p:cNvSpPr/>
              <p:nvPr/>
            </p:nvSpPr>
            <p:spPr>
              <a:xfrm>
                <a:off x="6490923" y="2175444"/>
                <a:ext cx="2653077" cy="898038"/>
              </a:xfrm>
              <a:custGeom>
                <a:avLst/>
                <a:gdLst>
                  <a:gd name="connsiteX0" fmla="*/ 0 w 2646444"/>
                  <a:gd name="connsiteY0" fmla="*/ 895793 h 895793"/>
                  <a:gd name="connsiteX1" fmla="*/ 1153633 w 2646444"/>
                  <a:gd name="connsiteY1" fmla="*/ 895793 h 895793"/>
                  <a:gd name="connsiteX2" fmla="*/ 2646444 w 2646444"/>
                  <a:gd name="connsiteY2" fmla="*/ 0 h 895793"/>
                </a:gdLst>
                <a:ahLst/>
                <a:cxnLst>
                  <a:cxn ang="0">
                    <a:pos x="connsiteX0" y="connsiteY0"/>
                  </a:cxn>
                  <a:cxn ang="0">
                    <a:pos x="connsiteX1" y="connsiteY1"/>
                  </a:cxn>
                  <a:cxn ang="0">
                    <a:pos x="connsiteX2" y="connsiteY2"/>
                  </a:cxn>
                </a:cxnLst>
                <a:rect l="l" t="t" r="r" b="b"/>
                <a:pathLst>
                  <a:path w="2646444" h="895793">
                    <a:moveTo>
                      <a:pt x="0" y="895793"/>
                    </a:moveTo>
                    <a:lnTo>
                      <a:pt x="1153633" y="895793"/>
                    </a:lnTo>
                    <a:lnTo>
                      <a:pt x="2646444" y="0"/>
                    </a:lnTo>
                    <a:close/>
                  </a:path>
                </a:pathLst>
              </a:custGeom>
              <a:gradFill>
                <a:gsLst>
                  <a:gs pos="40000">
                    <a:srgbClr val="D9B000"/>
                  </a:gs>
                  <a:gs pos="0">
                    <a:srgbClr val="DEB400"/>
                  </a:gs>
                  <a:gs pos="100000">
                    <a:srgbClr val="D2AA00"/>
                  </a:gs>
                </a:gsLst>
                <a:lin ang="8100000" scaled="1"/>
              </a:gradFill>
              <a:ln w="53163" cap="flat">
                <a:noFill/>
                <a:prstDash val="solid"/>
                <a:miter/>
              </a:ln>
            </p:spPr>
            <p:txBody>
              <a:bodyPr rtlCol="0" anchor="ctr"/>
              <a:lstStyle/>
              <a:p>
                <a:endParaRPr lang="en-GB" sz="2400"/>
              </a:p>
            </p:txBody>
          </p:sp>
          <p:sp>
            <p:nvSpPr>
              <p:cNvPr id="30" name="Graphic 21">
                <a:extLst>
                  <a:ext uri="{FF2B5EF4-FFF2-40B4-BE49-F238E27FC236}">
                    <a16:creationId xmlns:a16="http://schemas.microsoft.com/office/drawing/2014/main" id="{5DD6DDD0-4221-421B-ABC0-79BE7A8F8C5E}"/>
                  </a:ext>
                </a:extLst>
              </p:cNvPr>
              <p:cNvSpPr/>
              <p:nvPr/>
            </p:nvSpPr>
            <p:spPr>
              <a:xfrm>
                <a:off x="2653609" y="3236568"/>
                <a:ext cx="2108923" cy="697257"/>
              </a:xfrm>
              <a:custGeom>
                <a:avLst/>
                <a:gdLst>
                  <a:gd name="connsiteX0" fmla="*/ 2103652 w 2103651"/>
                  <a:gd name="connsiteY0" fmla="*/ 692711 h 692711"/>
                  <a:gd name="connsiteX1" fmla="*/ 1139810 w 2103651"/>
                  <a:gd name="connsiteY1" fmla="*/ 122274 h 692711"/>
                  <a:gd name="connsiteX2" fmla="*/ 0 w 2103651"/>
                  <a:gd name="connsiteY2" fmla="*/ 0 h 692711"/>
                  <a:gd name="connsiteX3" fmla="*/ 162678 w 2103651"/>
                  <a:gd name="connsiteY3" fmla="*/ 624663 h 692711"/>
                </a:gdLst>
                <a:ahLst/>
                <a:cxnLst>
                  <a:cxn ang="0">
                    <a:pos x="connsiteX0" y="connsiteY0"/>
                  </a:cxn>
                  <a:cxn ang="0">
                    <a:pos x="connsiteX1" y="connsiteY1"/>
                  </a:cxn>
                  <a:cxn ang="0">
                    <a:pos x="connsiteX2" y="connsiteY2"/>
                  </a:cxn>
                  <a:cxn ang="0">
                    <a:pos x="connsiteX3" y="connsiteY3"/>
                  </a:cxn>
                </a:cxnLst>
                <a:rect l="l" t="t" r="r" b="b"/>
                <a:pathLst>
                  <a:path w="2103651" h="692711">
                    <a:moveTo>
                      <a:pt x="2103652" y="692711"/>
                    </a:moveTo>
                    <a:lnTo>
                      <a:pt x="1139810" y="122274"/>
                    </a:lnTo>
                    <a:lnTo>
                      <a:pt x="0" y="0"/>
                    </a:lnTo>
                    <a:lnTo>
                      <a:pt x="162678" y="624663"/>
                    </a:lnTo>
                    <a:close/>
                  </a:path>
                </a:pathLst>
              </a:custGeom>
              <a:solidFill>
                <a:srgbClr val="801619"/>
              </a:solidFill>
              <a:ln w="53163" cap="flat">
                <a:noFill/>
                <a:prstDash val="solid"/>
                <a:miter/>
              </a:ln>
            </p:spPr>
            <p:txBody>
              <a:bodyPr rtlCol="0" anchor="ctr"/>
              <a:lstStyle/>
              <a:p>
                <a:endParaRPr lang="en-GB" sz="2400"/>
              </a:p>
            </p:txBody>
          </p:sp>
          <p:sp>
            <p:nvSpPr>
              <p:cNvPr id="31" name="Graphic 21">
                <a:extLst>
                  <a:ext uri="{FF2B5EF4-FFF2-40B4-BE49-F238E27FC236}">
                    <a16:creationId xmlns:a16="http://schemas.microsoft.com/office/drawing/2014/main" id="{974733AB-D34D-4DAA-8E9C-235612BC2A21}"/>
                  </a:ext>
                </a:extLst>
              </p:cNvPr>
              <p:cNvSpPr/>
              <p:nvPr/>
            </p:nvSpPr>
            <p:spPr>
              <a:xfrm>
                <a:off x="2081742" y="3236568"/>
                <a:ext cx="1714533" cy="871389"/>
              </a:xfrm>
              <a:custGeom>
                <a:avLst/>
                <a:gdLst>
                  <a:gd name="connsiteX0" fmla="*/ 0 w 1710247"/>
                  <a:gd name="connsiteY0" fmla="*/ 869212 h 869211"/>
                  <a:gd name="connsiteX1" fmla="*/ 570437 w 1710247"/>
                  <a:gd name="connsiteY1" fmla="*/ 0 h 869211"/>
                  <a:gd name="connsiteX2" fmla="*/ 1710247 w 1710247"/>
                  <a:gd name="connsiteY2" fmla="*/ 122274 h 869211"/>
                  <a:gd name="connsiteX3" fmla="*/ 804353 w 1710247"/>
                  <a:gd name="connsiteY3" fmla="*/ 869212 h 869211"/>
                </a:gdLst>
                <a:ahLst/>
                <a:cxnLst>
                  <a:cxn ang="0">
                    <a:pos x="connsiteX0" y="connsiteY0"/>
                  </a:cxn>
                  <a:cxn ang="0">
                    <a:pos x="connsiteX1" y="connsiteY1"/>
                  </a:cxn>
                  <a:cxn ang="0">
                    <a:pos x="connsiteX2" y="connsiteY2"/>
                  </a:cxn>
                  <a:cxn ang="0">
                    <a:pos x="connsiteX3" y="connsiteY3"/>
                  </a:cxn>
                </a:cxnLst>
                <a:rect l="l" t="t" r="r" b="b"/>
                <a:pathLst>
                  <a:path w="1710247" h="869211">
                    <a:moveTo>
                      <a:pt x="0" y="869212"/>
                    </a:moveTo>
                    <a:lnTo>
                      <a:pt x="570437" y="0"/>
                    </a:lnTo>
                    <a:lnTo>
                      <a:pt x="1710247" y="122274"/>
                    </a:lnTo>
                    <a:lnTo>
                      <a:pt x="804353" y="869212"/>
                    </a:lnTo>
                    <a:close/>
                  </a:path>
                </a:pathLst>
              </a:custGeom>
              <a:gradFill flip="none" rotWithShape="1">
                <a:gsLst>
                  <a:gs pos="28800">
                    <a:srgbClr val="BF0F13"/>
                  </a:gs>
                  <a:gs pos="0">
                    <a:srgbClr val="CA1014"/>
                  </a:gs>
                  <a:gs pos="100000">
                    <a:srgbClr val="A30D11"/>
                  </a:gs>
                </a:gsLst>
                <a:lin ang="18900000" scaled="1"/>
                <a:tileRect/>
              </a:gradFill>
              <a:ln w="53163" cap="flat">
                <a:noFill/>
                <a:prstDash val="solid"/>
                <a:miter/>
              </a:ln>
            </p:spPr>
            <p:txBody>
              <a:bodyPr rtlCol="0" anchor="ctr"/>
              <a:lstStyle/>
              <a:p>
                <a:endParaRPr lang="en-GB" sz="2400"/>
              </a:p>
            </p:txBody>
          </p:sp>
        </p:grpSp>
      </p:grpSp>
      <p:sp>
        <p:nvSpPr>
          <p:cNvPr id="2" name="Titel 1"/>
          <p:cNvSpPr>
            <a:spLocks noGrp="1"/>
          </p:cNvSpPr>
          <p:nvPr>
            <p:ph type="ctrTitle" hasCustomPrompt="1"/>
          </p:nvPr>
        </p:nvSpPr>
        <p:spPr>
          <a:xfrm>
            <a:off x="1392196" y="3048535"/>
            <a:ext cx="9407608" cy="627864"/>
          </a:xfrm>
        </p:spPr>
        <p:txBody>
          <a:bodyPr wrap="square" lIns="0" anchor="b">
            <a:spAutoFit/>
          </a:bodyPr>
          <a:lstStyle>
            <a:lvl1pPr algn="ctr">
              <a:defRPr sz="4800" baseline="0">
                <a:solidFill>
                  <a:srgbClr val="003366"/>
                </a:solidFill>
                <a:latin typeface="+mj-lt"/>
              </a:defRPr>
            </a:lvl1pPr>
          </a:lstStyle>
          <a:p>
            <a:r>
              <a:rPr lang="en-GB" noProof="0"/>
              <a:t>Click to add title</a:t>
            </a:r>
          </a:p>
        </p:txBody>
      </p:sp>
      <p:sp>
        <p:nvSpPr>
          <p:cNvPr id="3" name="Untertitel 2"/>
          <p:cNvSpPr>
            <a:spLocks noGrp="1"/>
          </p:cNvSpPr>
          <p:nvPr>
            <p:ph type="subTitle" idx="1" hasCustomPrompt="1"/>
          </p:nvPr>
        </p:nvSpPr>
        <p:spPr>
          <a:xfrm>
            <a:off x="1392199" y="3814787"/>
            <a:ext cx="9463213" cy="369332"/>
          </a:xfrm>
        </p:spPr>
        <p:txBody>
          <a:bodyPr wrap="square" anchor="t">
            <a:spAutoFit/>
          </a:bodyPr>
          <a:lstStyle>
            <a:lvl1pPr marL="0" indent="0" algn="ctr">
              <a:buNone/>
              <a:defRPr sz="2400" b="0" i="0" baseline="0">
                <a:solidFill>
                  <a:srgbClr val="003366"/>
                </a:solidFill>
                <a:latin typeface="+mj-lt"/>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pic>
        <p:nvPicPr>
          <p:cNvPr id="22" name="Grafik 11">
            <a:extLst>
              <a:ext uri="{FF2B5EF4-FFF2-40B4-BE49-F238E27FC236}">
                <a16:creationId xmlns:a16="http://schemas.microsoft.com/office/drawing/2014/main" id="{22DB362A-E014-470C-846E-57079C3197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26076" y="6014847"/>
            <a:ext cx="1339851" cy="405880"/>
          </a:xfrm>
          <a:prstGeom prst="rect">
            <a:avLst/>
          </a:prstGeom>
        </p:spPr>
      </p:pic>
      <p:pic>
        <p:nvPicPr>
          <p:cNvPr id="17" name="Picture 16">
            <a:extLst>
              <a:ext uri="{FF2B5EF4-FFF2-40B4-BE49-F238E27FC236}">
                <a16:creationId xmlns:a16="http://schemas.microsoft.com/office/drawing/2014/main" id="{11357B4A-79EF-4765-9179-A722816FAE3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701539" y="358451"/>
            <a:ext cx="2788923" cy="1582836"/>
          </a:xfrm>
          <a:prstGeom prst="rect">
            <a:avLst/>
          </a:prstGeom>
        </p:spPr>
      </p:pic>
    </p:spTree>
    <p:extLst>
      <p:ext uri="{BB962C8B-B14F-4D97-AF65-F5344CB8AC3E}">
        <p14:creationId xmlns:p14="http://schemas.microsoft.com/office/powerpoint/2010/main" val="28033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Title page">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CED46D12-C850-4974-90A1-1DEB2148003F}"/>
              </a:ext>
            </a:extLst>
          </p:cNvPr>
          <p:cNvGrpSpPr/>
          <p:nvPr userDrawn="1"/>
        </p:nvGrpSpPr>
        <p:grpSpPr>
          <a:xfrm>
            <a:off x="0" y="3270441"/>
            <a:ext cx="12192000" cy="3587561"/>
            <a:chOff x="0" y="2452829"/>
            <a:chExt cx="9144000" cy="2690671"/>
          </a:xfrm>
        </p:grpSpPr>
        <p:sp>
          <p:nvSpPr>
            <p:cNvPr id="24" name="Freeform: Shape 23">
              <a:extLst>
                <a:ext uri="{FF2B5EF4-FFF2-40B4-BE49-F238E27FC236}">
                  <a16:creationId xmlns:a16="http://schemas.microsoft.com/office/drawing/2014/main" id="{210AC43C-7997-4C28-9D83-1F5A167C22C3}"/>
                </a:ext>
              </a:extLst>
            </p:cNvPr>
            <p:cNvSpPr/>
            <p:nvPr/>
          </p:nvSpPr>
          <p:spPr>
            <a:xfrm>
              <a:off x="0" y="2452829"/>
              <a:ext cx="9144000" cy="2690671"/>
            </a:xfrm>
            <a:custGeom>
              <a:avLst/>
              <a:gdLst>
                <a:gd name="connsiteX0" fmla="*/ 9144000 w 9144000"/>
                <a:gd name="connsiteY0" fmla="*/ 0 h 2690671"/>
                <a:gd name="connsiteX1" fmla="*/ 9144000 w 9144000"/>
                <a:gd name="connsiteY1" fmla="*/ 2457268 h 2690671"/>
                <a:gd name="connsiteX2" fmla="*/ 9144000 w 9144000"/>
                <a:gd name="connsiteY2" fmla="*/ 2489992 h 2690671"/>
                <a:gd name="connsiteX3" fmla="*/ 9144000 w 9144000"/>
                <a:gd name="connsiteY3" fmla="*/ 2690671 h 2690671"/>
                <a:gd name="connsiteX4" fmla="*/ 0 w 9144000"/>
                <a:gd name="connsiteY4" fmla="*/ 2690671 h 2690671"/>
                <a:gd name="connsiteX5" fmla="*/ 0 w 9144000"/>
                <a:gd name="connsiteY5" fmla="*/ 2489992 h 2690671"/>
                <a:gd name="connsiteX6" fmla="*/ 0 w 9144000"/>
                <a:gd name="connsiteY6" fmla="*/ 2457268 h 2690671"/>
                <a:gd name="connsiteX7" fmla="*/ 0 w 9144000"/>
                <a:gd name="connsiteY7" fmla="*/ 435429 h 2690671"/>
                <a:gd name="connsiteX8" fmla="*/ 2366344 w 9144000"/>
                <a:gd name="connsiteY8" fmla="*/ 1498685 h 2690671"/>
                <a:gd name="connsiteX9" fmla="*/ 2830553 w 9144000"/>
                <a:gd name="connsiteY9" fmla="*/ 1676161 h 2690671"/>
                <a:gd name="connsiteX10" fmla="*/ 4762534 w 9144000"/>
                <a:gd name="connsiteY10" fmla="*/ 1755572 h 2690671"/>
                <a:gd name="connsiteX11" fmla="*/ 6603912 w 9144000"/>
                <a:gd name="connsiteY11" fmla="*/ 1061125 h 269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44000" h="2690671">
                  <a:moveTo>
                    <a:pt x="9144000" y="0"/>
                  </a:moveTo>
                  <a:lnTo>
                    <a:pt x="9144000" y="2457268"/>
                  </a:lnTo>
                  <a:lnTo>
                    <a:pt x="9144000" y="2489992"/>
                  </a:lnTo>
                  <a:lnTo>
                    <a:pt x="9144000" y="2690671"/>
                  </a:lnTo>
                  <a:lnTo>
                    <a:pt x="0" y="2690671"/>
                  </a:lnTo>
                  <a:lnTo>
                    <a:pt x="0" y="2489992"/>
                  </a:lnTo>
                  <a:lnTo>
                    <a:pt x="0" y="2457268"/>
                  </a:lnTo>
                  <a:lnTo>
                    <a:pt x="0" y="435429"/>
                  </a:lnTo>
                  <a:lnTo>
                    <a:pt x="2366344" y="1498685"/>
                  </a:lnTo>
                  <a:lnTo>
                    <a:pt x="2830553" y="1676161"/>
                  </a:lnTo>
                  <a:lnTo>
                    <a:pt x="4762534" y="1755572"/>
                  </a:lnTo>
                  <a:lnTo>
                    <a:pt x="6603912" y="1061125"/>
                  </a:lnTo>
                  <a:close/>
                </a:path>
              </a:pathLst>
            </a:custGeom>
            <a:gradFill flip="none" rotWithShape="1">
              <a:gsLst>
                <a:gs pos="50000">
                  <a:srgbClr val="002B55"/>
                </a:gs>
                <a:gs pos="0">
                  <a:srgbClr val="002346"/>
                </a:gs>
                <a:gs pos="100000">
                  <a:srgbClr val="003466"/>
                </a:gs>
              </a:gsLst>
              <a:lin ang="8100000" scaled="1"/>
              <a:tileRect/>
            </a:gradFill>
            <a:ln w="53163" cap="flat">
              <a:noFill/>
              <a:prstDash val="solid"/>
              <a:miter/>
            </a:ln>
          </p:spPr>
          <p:txBody>
            <a:bodyPr rtlCol="0" anchor="ctr"/>
            <a:lstStyle/>
            <a:p>
              <a:endParaRPr lang="en-GB" sz="2400"/>
            </a:p>
          </p:txBody>
        </p:sp>
        <p:grpSp>
          <p:nvGrpSpPr>
            <p:cNvPr id="25" name="Group 24">
              <a:extLst>
                <a:ext uri="{FF2B5EF4-FFF2-40B4-BE49-F238E27FC236}">
                  <a16:creationId xmlns:a16="http://schemas.microsoft.com/office/drawing/2014/main" id="{84E07B6D-63AF-41FB-9F46-BB5417056AB9}"/>
                </a:ext>
              </a:extLst>
            </p:cNvPr>
            <p:cNvGrpSpPr/>
            <p:nvPr/>
          </p:nvGrpSpPr>
          <p:grpSpPr>
            <a:xfrm>
              <a:off x="0" y="2452829"/>
              <a:ext cx="9144000" cy="1932515"/>
              <a:chOff x="0" y="2175444"/>
              <a:chExt cx="9144000" cy="1932515"/>
            </a:xfrm>
          </p:grpSpPr>
          <p:sp>
            <p:nvSpPr>
              <p:cNvPr id="26" name="Graphic 21">
                <a:extLst>
                  <a:ext uri="{FF2B5EF4-FFF2-40B4-BE49-F238E27FC236}">
                    <a16:creationId xmlns:a16="http://schemas.microsoft.com/office/drawing/2014/main" id="{C63AA357-CD87-42B9-B273-EBF61D54F1CD}"/>
                  </a:ext>
                </a:extLst>
              </p:cNvPr>
              <p:cNvSpPr/>
              <p:nvPr/>
            </p:nvSpPr>
            <p:spPr>
              <a:xfrm>
                <a:off x="4762533" y="2763444"/>
                <a:ext cx="2993637" cy="1170381"/>
              </a:xfrm>
              <a:custGeom>
                <a:avLst/>
                <a:gdLst>
                  <a:gd name="connsiteX0" fmla="*/ 0 w 2986153"/>
                  <a:gd name="connsiteY0" fmla="*/ 1167455 h 1167455"/>
                  <a:gd name="connsiteX1" fmla="*/ 1859634 w 2986153"/>
                  <a:gd name="connsiteY1" fmla="*/ 1004246 h 1167455"/>
                  <a:gd name="connsiteX2" fmla="*/ 2986154 w 2986153"/>
                  <a:gd name="connsiteY2" fmla="*/ 0 h 1167455"/>
                </a:gdLst>
                <a:ahLst/>
                <a:cxnLst>
                  <a:cxn ang="0">
                    <a:pos x="connsiteX0" y="connsiteY0"/>
                  </a:cxn>
                  <a:cxn ang="0">
                    <a:pos x="connsiteX1" y="connsiteY1"/>
                  </a:cxn>
                  <a:cxn ang="0">
                    <a:pos x="connsiteX2" y="connsiteY2"/>
                  </a:cxn>
                </a:cxnLst>
                <a:rect l="l" t="t" r="r" b="b"/>
                <a:pathLst>
                  <a:path w="2986153" h="1167455">
                    <a:moveTo>
                      <a:pt x="0" y="1167455"/>
                    </a:moveTo>
                    <a:lnTo>
                      <a:pt x="1859634" y="1004246"/>
                    </a:lnTo>
                    <a:lnTo>
                      <a:pt x="2986154" y="0"/>
                    </a:lnTo>
                    <a:close/>
                  </a:path>
                </a:pathLst>
              </a:custGeom>
              <a:gradFill flip="none" rotWithShape="1">
                <a:gsLst>
                  <a:gs pos="0">
                    <a:srgbClr val="0066CC"/>
                  </a:gs>
                  <a:gs pos="50000">
                    <a:srgbClr val="005EBB"/>
                  </a:gs>
                  <a:gs pos="100000">
                    <a:srgbClr val="0056AC"/>
                  </a:gs>
                </a:gsLst>
                <a:lin ang="8100000" scaled="1"/>
                <a:tileRect/>
              </a:gradFill>
              <a:ln w="53163" cap="flat">
                <a:noFill/>
                <a:prstDash val="solid"/>
                <a:miter/>
              </a:ln>
            </p:spPr>
            <p:txBody>
              <a:bodyPr rtlCol="0" anchor="ctr"/>
              <a:lstStyle/>
              <a:p>
                <a:endParaRPr lang="en-GB" sz="2400"/>
              </a:p>
            </p:txBody>
          </p:sp>
          <p:sp>
            <p:nvSpPr>
              <p:cNvPr id="27" name="Graphic 21">
                <a:extLst>
                  <a:ext uri="{FF2B5EF4-FFF2-40B4-BE49-F238E27FC236}">
                    <a16:creationId xmlns:a16="http://schemas.microsoft.com/office/drawing/2014/main" id="{06B7A655-C467-4039-A5F7-E1524D9CBD10}"/>
                  </a:ext>
                </a:extLst>
              </p:cNvPr>
              <p:cNvSpPr/>
              <p:nvPr/>
            </p:nvSpPr>
            <p:spPr>
              <a:xfrm>
                <a:off x="6490923" y="2760634"/>
                <a:ext cx="1265247" cy="1006762"/>
              </a:xfrm>
              <a:custGeom>
                <a:avLst/>
                <a:gdLst>
                  <a:gd name="connsiteX0" fmla="*/ 135565 w 1262084"/>
                  <a:gd name="connsiteY0" fmla="*/ 1004246 h 1004245"/>
                  <a:gd name="connsiteX1" fmla="*/ 0 w 1262084"/>
                  <a:gd name="connsiteY1" fmla="*/ 312066 h 1004245"/>
                  <a:gd name="connsiteX2" fmla="*/ 1262085 w 1262084"/>
                  <a:gd name="connsiteY2" fmla="*/ 0 h 1004245"/>
                </a:gdLst>
                <a:ahLst/>
                <a:cxnLst>
                  <a:cxn ang="0">
                    <a:pos x="connsiteX0" y="connsiteY0"/>
                  </a:cxn>
                  <a:cxn ang="0">
                    <a:pos x="connsiteX1" y="connsiteY1"/>
                  </a:cxn>
                  <a:cxn ang="0">
                    <a:pos x="connsiteX2" y="connsiteY2"/>
                  </a:cxn>
                </a:cxnLst>
                <a:rect l="l" t="t" r="r" b="b"/>
                <a:pathLst>
                  <a:path w="1262084" h="1004245">
                    <a:moveTo>
                      <a:pt x="135565" y="1004246"/>
                    </a:moveTo>
                    <a:lnTo>
                      <a:pt x="0" y="312066"/>
                    </a:lnTo>
                    <a:lnTo>
                      <a:pt x="1262085" y="0"/>
                    </a:lnTo>
                    <a:close/>
                  </a:path>
                </a:pathLst>
              </a:custGeom>
              <a:gradFill>
                <a:gsLst>
                  <a:gs pos="50000">
                    <a:srgbClr val="DE8611"/>
                  </a:gs>
                  <a:gs pos="0">
                    <a:srgbClr val="F8991D"/>
                  </a:gs>
                  <a:gs pos="100000">
                    <a:srgbClr val="C67406"/>
                  </a:gs>
                </a:gsLst>
                <a:lin ang="8100000" scaled="1"/>
              </a:gradFill>
              <a:ln w="53163" cap="flat">
                <a:noFill/>
                <a:prstDash val="solid"/>
                <a:miter/>
              </a:ln>
            </p:spPr>
            <p:txBody>
              <a:bodyPr rtlCol="0" anchor="ctr"/>
              <a:lstStyle/>
              <a:p>
                <a:endParaRPr lang="en-GB" sz="2400"/>
              </a:p>
            </p:txBody>
          </p:sp>
          <p:sp>
            <p:nvSpPr>
              <p:cNvPr id="28" name="Graphic 21">
                <a:extLst>
                  <a:ext uri="{FF2B5EF4-FFF2-40B4-BE49-F238E27FC236}">
                    <a16:creationId xmlns:a16="http://schemas.microsoft.com/office/drawing/2014/main" id="{4225787A-5704-4D8D-96F3-F9C177F21ED3}"/>
                  </a:ext>
                </a:extLst>
              </p:cNvPr>
              <p:cNvSpPr/>
              <p:nvPr/>
            </p:nvSpPr>
            <p:spPr>
              <a:xfrm>
                <a:off x="0" y="2610873"/>
                <a:ext cx="2816695" cy="1497086"/>
              </a:xfrm>
              <a:custGeom>
                <a:avLst/>
                <a:gdLst>
                  <a:gd name="connsiteX0" fmla="*/ 0 w 2809653"/>
                  <a:gd name="connsiteY0" fmla="*/ 0 h 1493343"/>
                  <a:gd name="connsiteX1" fmla="*/ 2809654 w 2809653"/>
                  <a:gd name="connsiteY1" fmla="*/ 1248794 h 1493343"/>
                  <a:gd name="connsiteX2" fmla="*/ 2076539 w 2809653"/>
                  <a:gd name="connsiteY2" fmla="*/ 1493343 h 1493343"/>
                </a:gdLst>
                <a:ahLst/>
                <a:cxnLst>
                  <a:cxn ang="0">
                    <a:pos x="connsiteX0" y="connsiteY0"/>
                  </a:cxn>
                  <a:cxn ang="0">
                    <a:pos x="connsiteX1" y="connsiteY1"/>
                  </a:cxn>
                  <a:cxn ang="0">
                    <a:pos x="connsiteX2" y="connsiteY2"/>
                  </a:cxn>
                </a:cxnLst>
                <a:rect l="l" t="t" r="r" b="b"/>
                <a:pathLst>
                  <a:path w="2809653" h="1493343">
                    <a:moveTo>
                      <a:pt x="0" y="0"/>
                    </a:moveTo>
                    <a:lnTo>
                      <a:pt x="2809654" y="1248794"/>
                    </a:lnTo>
                    <a:lnTo>
                      <a:pt x="2076539" y="1493343"/>
                    </a:lnTo>
                    <a:close/>
                  </a:path>
                </a:pathLst>
              </a:custGeom>
              <a:gradFill flip="none" rotWithShape="1">
                <a:gsLst>
                  <a:gs pos="0">
                    <a:srgbClr val="049948"/>
                  </a:gs>
                  <a:gs pos="35000">
                    <a:srgbClr val="048E42"/>
                  </a:gs>
                  <a:gs pos="100000">
                    <a:srgbClr val="037737"/>
                  </a:gs>
                </a:gsLst>
                <a:lin ang="2700000" scaled="1"/>
                <a:tileRect/>
              </a:gradFill>
              <a:ln w="53163" cap="flat">
                <a:noFill/>
                <a:prstDash val="solid"/>
                <a:miter/>
              </a:ln>
            </p:spPr>
            <p:txBody>
              <a:bodyPr rtlCol="0" anchor="ctr"/>
              <a:lstStyle/>
              <a:p>
                <a:endParaRPr lang="en-GB" sz="2400"/>
              </a:p>
            </p:txBody>
          </p:sp>
          <p:sp>
            <p:nvSpPr>
              <p:cNvPr id="29" name="Graphic 21">
                <a:extLst>
                  <a:ext uri="{FF2B5EF4-FFF2-40B4-BE49-F238E27FC236}">
                    <a16:creationId xmlns:a16="http://schemas.microsoft.com/office/drawing/2014/main" id="{72D08A47-E14F-4D4D-BB39-AE59CC49620C}"/>
                  </a:ext>
                </a:extLst>
              </p:cNvPr>
              <p:cNvSpPr/>
              <p:nvPr/>
            </p:nvSpPr>
            <p:spPr>
              <a:xfrm>
                <a:off x="6490923" y="2175444"/>
                <a:ext cx="2653077" cy="898038"/>
              </a:xfrm>
              <a:custGeom>
                <a:avLst/>
                <a:gdLst>
                  <a:gd name="connsiteX0" fmla="*/ 0 w 2646444"/>
                  <a:gd name="connsiteY0" fmla="*/ 895793 h 895793"/>
                  <a:gd name="connsiteX1" fmla="*/ 1153633 w 2646444"/>
                  <a:gd name="connsiteY1" fmla="*/ 895793 h 895793"/>
                  <a:gd name="connsiteX2" fmla="*/ 2646444 w 2646444"/>
                  <a:gd name="connsiteY2" fmla="*/ 0 h 895793"/>
                </a:gdLst>
                <a:ahLst/>
                <a:cxnLst>
                  <a:cxn ang="0">
                    <a:pos x="connsiteX0" y="connsiteY0"/>
                  </a:cxn>
                  <a:cxn ang="0">
                    <a:pos x="connsiteX1" y="connsiteY1"/>
                  </a:cxn>
                  <a:cxn ang="0">
                    <a:pos x="connsiteX2" y="connsiteY2"/>
                  </a:cxn>
                </a:cxnLst>
                <a:rect l="l" t="t" r="r" b="b"/>
                <a:pathLst>
                  <a:path w="2646444" h="895793">
                    <a:moveTo>
                      <a:pt x="0" y="895793"/>
                    </a:moveTo>
                    <a:lnTo>
                      <a:pt x="1153633" y="895793"/>
                    </a:lnTo>
                    <a:lnTo>
                      <a:pt x="2646444" y="0"/>
                    </a:lnTo>
                    <a:close/>
                  </a:path>
                </a:pathLst>
              </a:custGeom>
              <a:gradFill>
                <a:gsLst>
                  <a:gs pos="40000">
                    <a:srgbClr val="D9B000"/>
                  </a:gs>
                  <a:gs pos="0">
                    <a:srgbClr val="DEB400"/>
                  </a:gs>
                  <a:gs pos="100000">
                    <a:srgbClr val="D2AA00"/>
                  </a:gs>
                </a:gsLst>
                <a:lin ang="8100000" scaled="1"/>
              </a:gradFill>
              <a:ln w="53163" cap="flat">
                <a:noFill/>
                <a:prstDash val="solid"/>
                <a:miter/>
              </a:ln>
            </p:spPr>
            <p:txBody>
              <a:bodyPr rtlCol="0" anchor="ctr"/>
              <a:lstStyle/>
              <a:p>
                <a:endParaRPr lang="en-GB" sz="2400"/>
              </a:p>
            </p:txBody>
          </p:sp>
          <p:sp>
            <p:nvSpPr>
              <p:cNvPr id="30" name="Graphic 21">
                <a:extLst>
                  <a:ext uri="{FF2B5EF4-FFF2-40B4-BE49-F238E27FC236}">
                    <a16:creationId xmlns:a16="http://schemas.microsoft.com/office/drawing/2014/main" id="{5DD6DDD0-4221-421B-ABC0-79BE7A8F8C5E}"/>
                  </a:ext>
                </a:extLst>
              </p:cNvPr>
              <p:cNvSpPr/>
              <p:nvPr/>
            </p:nvSpPr>
            <p:spPr>
              <a:xfrm>
                <a:off x="2653609" y="3236568"/>
                <a:ext cx="2108923" cy="697257"/>
              </a:xfrm>
              <a:custGeom>
                <a:avLst/>
                <a:gdLst>
                  <a:gd name="connsiteX0" fmla="*/ 2103652 w 2103651"/>
                  <a:gd name="connsiteY0" fmla="*/ 692711 h 692711"/>
                  <a:gd name="connsiteX1" fmla="*/ 1139810 w 2103651"/>
                  <a:gd name="connsiteY1" fmla="*/ 122274 h 692711"/>
                  <a:gd name="connsiteX2" fmla="*/ 0 w 2103651"/>
                  <a:gd name="connsiteY2" fmla="*/ 0 h 692711"/>
                  <a:gd name="connsiteX3" fmla="*/ 162678 w 2103651"/>
                  <a:gd name="connsiteY3" fmla="*/ 624663 h 692711"/>
                </a:gdLst>
                <a:ahLst/>
                <a:cxnLst>
                  <a:cxn ang="0">
                    <a:pos x="connsiteX0" y="connsiteY0"/>
                  </a:cxn>
                  <a:cxn ang="0">
                    <a:pos x="connsiteX1" y="connsiteY1"/>
                  </a:cxn>
                  <a:cxn ang="0">
                    <a:pos x="connsiteX2" y="connsiteY2"/>
                  </a:cxn>
                  <a:cxn ang="0">
                    <a:pos x="connsiteX3" y="connsiteY3"/>
                  </a:cxn>
                </a:cxnLst>
                <a:rect l="l" t="t" r="r" b="b"/>
                <a:pathLst>
                  <a:path w="2103651" h="692711">
                    <a:moveTo>
                      <a:pt x="2103652" y="692711"/>
                    </a:moveTo>
                    <a:lnTo>
                      <a:pt x="1139810" y="122274"/>
                    </a:lnTo>
                    <a:lnTo>
                      <a:pt x="0" y="0"/>
                    </a:lnTo>
                    <a:lnTo>
                      <a:pt x="162678" y="624663"/>
                    </a:lnTo>
                    <a:close/>
                  </a:path>
                </a:pathLst>
              </a:custGeom>
              <a:solidFill>
                <a:srgbClr val="801619"/>
              </a:solidFill>
              <a:ln w="53163" cap="flat">
                <a:noFill/>
                <a:prstDash val="solid"/>
                <a:miter/>
              </a:ln>
            </p:spPr>
            <p:txBody>
              <a:bodyPr rtlCol="0" anchor="ctr"/>
              <a:lstStyle/>
              <a:p>
                <a:endParaRPr lang="en-GB" sz="2400"/>
              </a:p>
            </p:txBody>
          </p:sp>
          <p:sp>
            <p:nvSpPr>
              <p:cNvPr id="31" name="Graphic 21">
                <a:extLst>
                  <a:ext uri="{FF2B5EF4-FFF2-40B4-BE49-F238E27FC236}">
                    <a16:creationId xmlns:a16="http://schemas.microsoft.com/office/drawing/2014/main" id="{974733AB-D34D-4DAA-8E9C-235612BC2A21}"/>
                  </a:ext>
                </a:extLst>
              </p:cNvPr>
              <p:cNvSpPr/>
              <p:nvPr/>
            </p:nvSpPr>
            <p:spPr>
              <a:xfrm>
                <a:off x="2081742" y="3236568"/>
                <a:ext cx="1714533" cy="871389"/>
              </a:xfrm>
              <a:custGeom>
                <a:avLst/>
                <a:gdLst>
                  <a:gd name="connsiteX0" fmla="*/ 0 w 1710247"/>
                  <a:gd name="connsiteY0" fmla="*/ 869212 h 869211"/>
                  <a:gd name="connsiteX1" fmla="*/ 570437 w 1710247"/>
                  <a:gd name="connsiteY1" fmla="*/ 0 h 869211"/>
                  <a:gd name="connsiteX2" fmla="*/ 1710247 w 1710247"/>
                  <a:gd name="connsiteY2" fmla="*/ 122274 h 869211"/>
                  <a:gd name="connsiteX3" fmla="*/ 804353 w 1710247"/>
                  <a:gd name="connsiteY3" fmla="*/ 869212 h 869211"/>
                </a:gdLst>
                <a:ahLst/>
                <a:cxnLst>
                  <a:cxn ang="0">
                    <a:pos x="connsiteX0" y="connsiteY0"/>
                  </a:cxn>
                  <a:cxn ang="0">
                    <a:pos x="connsiteX1" y="connsiteY1"/>
                  </a:cxn>
                  <a:cxn ang="0">
                    <a:pos x="connsiteX2" y="connsiteY2"/>
                  </a:cxn>
                  <a:cxn ang="0">
                    <a:pos x="connsiteX3" y="connsiteY3"/>
                  </a:cxn>
                </a:cxnLst>
                <a:rect l="l" t="t" r="r" b="b"/>
                <a:pathLst>
                  <a:path w="1710247" h="869211">
                    <a:moveTo>
                      <a:pt x="0" y="869212"/>
                    </a:moveTo>
                    <a:lnTo>
                      <a:pt x="570437" y="0"/>
                    </a:lnTo>
                    <a:lnTo>
                      <a:pt x="1710247" y="122274"/>
                    </a:lnTo>
                    <a:lnTo>
                      <a:pt x="804353" y="869212"/>
                    </a:lnTo>
                    <a:close/>
                  </a:path>
                </a:pathLst>
              </a:custGeom>
              <a:gradFill flip="none" rotWithShape="1">
                <a:gsLst>
                  <a:gs pos="28800">
                    <a:srgbClr val="BF0F13"/>
                  </a:gs>
                  <a:gs pos="0">
                    <a:srgbClr val="CA1014"/>
                  </a:gs>
                  <a:gs pos="100000">
                    <a:srgbClr val="A30D11"/>
                  </a:gs>
                </a:gsLst>
                <a:lin ang="18900000" scaled="1"/>
                <a:tileRect/>
              </a:gradFill>
              <a:ln w="53163" cap="flat">
                <a:noFill/>
                <a:prstDash val="solid"/>
                <a:miter/>
              </a:ln>
            </p:spPr>
            <p:txBody>
              <a:bodyPr rtlCol="0" anchor="ctr"/>
              <a:lstStyle/>
              <a:p>
                <a:endParaRPr lang="en-GB" sz="2400"/>
              </a:p>
            </p:txBody>
          </p:sp>
        </p:grpSp>
      </p:grpSp>
      <p:sp>
        <p:nvSpPr>
          <p:cNvPr id="2" name="Titel 1"/>
          <p:cNvSpPr>
            <a:spLocks noGrp="1"/>
          </p:cNvSpPr>
          <p:nvPr>
            <p:ph type="ctrTitle" hasCustomPrompt="1"/>
          </p:nvPr>
        </p:nvSpPr>
        <p:spPr>
          <a:xfrm>
            <a:off x="1392196" y="3090901"/>
            <a:ext cx="9407608" cy="627864"/>
          </a:xfrm>
        </p:spPr>
        <p:txBody>
          <a:bodyPr wrap="square" lIns="0" anchor="b">
            <a:spAutoFit/>
          </a:bodyPr>
          <a:lstStyle>
            <a:lvl1pPr algn="ctr">
              <a:defRPr sz="4800" baseline="0">
                <a:solidFill>
                  <a:srgbClr val="003366"/>
                </a:solidFill>
                <a:latin typeface="+mj-lt"/>
              </a:defRPr>
            </a:lvl1pPr>
          </a:lstStyle>
          <a:p>
            <a:r>
              <a:rPr lang="en-GB" noProof="0"/>
              <a:t>Click to add title</a:t>
            </a:r>
          </a:p>
        </p:txBody>
      </p:sp>
      <p:sp>
        <p:nvSpPr>
          <p:cNvPr id="3" name="Untertitel 2"/>
          <p:cNvSpPr>
            <a:spLocks noGrp="1"/>
          </p:cNvSpPr>
          <p:nvPr>
            <p:ph type="subTitle" idx="1" hasCustomPrompt="1"/>
          </p:nvPr>
        </p:nvSpPr>
        <p:spPr>
          <a:xfrm>
            <a:off x="1392199" y="3857155"/>
            <a:ext cx="9463213" cy="369332"/>
          </a:xfrm>
        </p:spPr>
        <p:txBody>
          <a:bodyPr wrap="square" anchor="t">
            <a:spAutoFit/>
          </a:bodyPr>
          <a:lstStyle>
            <a:lvl1pPr marL="0" indent="0" algn="ctr">
              <a:buNone/>
              <a:defRPr sz="2400" b="0" i="0" baseline="0">
                <a:solidFill>
                  <a:srgbClr val="003366"/>
                </a:solidFill>
                <a:latin typeface="+mj-lt"/>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pic>
        <p:nvPicPr>
          <p:cNvPr id="22" name="Grafik 11">
            <a:extLst>
              <a:ext uri="{FF2B5EF4-FFF2-40B4-BE49-F238E27FC236}">
                <a16:creationId xmlns:a16="http://schemas.microsoft.com/office/drawing/2014/main" id="{22DB362A-E014-470C-846E-57079C3197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26076" y="6014847"/>
            <a:ext cx="1339851" cy="405880"/>
          </a:xfrm>
          <a:prstGeom prst="rect">
            <a:avLst/>
          </a:prstGeom>
        </p:spPr>
      </p:pic>
      <p:pic>
        <p:nvPicPr>
          <p:cNvPr id="18" name="Graphic 17">
            <a:extLst>
              <a:ext uri="{FF2B5EF4-FFF2-40B4-BE49-F238E27FC236}">
                <a16:creationId xmlns:a16="http://schemas.microsoft.com/office/drawing/2014/main" id="{85A74447-D929-485A-8A9D-515A0A7A5E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75218" y="2004528"/>
            <a:ext cx="2641567" cy="171448"/>
          </a:xfrm>
          <a:prstGeom prst="rect">
            <a:avLst/>
          </a:prstGeom>
        </p:spPr>
      </p:pic>
      <p:pic>
        <p:nvPicPr>
          <p:cNvPr id="19" name="Picture 18">
            <a:extLst>
              <a:ext uri="{FF2B5EF4-FFF2-40B4-BE49-F238E27FC236}">
                <a16:creationId xmlns:a16="http://schemas.microsoft.com/office/drawing/2014/main" id="{512AF1B3-B73D-4690-8164-2749F3FA416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701539" y="358451"/>
            <a:ext cx="2788923" cy="1582836"/>
          </a:xfrm>
          <a:prstGeom prst="rect">
            <a:avLst/>
          </a:prstGeom>
        </p:spPr>
      </p:pic>
    </p:spTree>
    <p:extLst>
      <p:ext uri="{BB962C8B-B14F-4D97-AF65-F5344CB8AC3E}">
        <p14:creationId xmlns:p14="http://schemas.microsoft.com/office/powerpoint/2010/main" val="413765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DF62236A-9BE1-4055-8D34-76FF82E8DD53}"/>
              </a:ext>
            </a:extLst>
          </p:cNvPr>
          <p:cNvGrpSpPr/>
          <p:nvPr userDrawn="1"/>
        </p:nvGrpSpPr>
        <p:grpSpPr>
          <a:xfrm>
            <a:off x="2" y="0"/>
            <a:ext cx="7531097" cy="6858000"/>
            <a:chOff x="390527" y="0"/>
            <a:chExt cx="5648323" cy="5143500"/>
          </a:xfrm>
        </p:grpSpPr>
        <p:sp>
          <p:nvSpPr>
            <p:cNvPr id="17" name="Freeform: Shape 16">
              <a:extLst>
                <a:ext uri="{FF2B5EF4-FFF2-40B4-BE49-F238E27FC236}">
                  <a16:creationId xmlns:a16="http://schemas.microsoft.com/office/drawing/2014/main" id="{4D77AC11-EC1D-4CC2-9AD7-63C61F05BBDA}"/>
                </a:ext>
              </a:extLst>
            </p:cNvPr>
            <p:cNvSpPr/>
            <p:nvPr/>
          </p:nvSpPr>
          <p:spPr>
            <a:xfrm>
              <a:off x="390527" y="0"/>
              <a:ext cx="4946601" cy="5143500"/>
            </a:xfrm>
            <a:custGeom>
              <a:avLst/>
              <a:gdLst>
                <a:gd name="connsiteX0" fmla="*/ 0 w 4946601"/>
                <a:gd name="connsiteY0" fmla="*/ 0 h 5143500"/>
                <a:gd name="connsiteX1" fmla="*/ 1491711 w 4946601"/>
                <a:gd name="connsiteY1" fmla="*/ 0 h 5143500"/>
                <a:gd name="connsiteX2" fmla="*/ 1605029 w 4946601"/>
                <a:gd name="connsiteY2" fmla="*/ 1132124 h 5143500"/>
                <a:gd name="connsiteX3" fmla="*/ 2345591 w 4946601"/>
                <a:gd name="connsiteY3" fmla="*/ 2032821 h 5143500"/>
                <a:gd name="connsiteX4" fmla="*/ 3276081 w 4946601"/>
                <a:gd name="connsiteY4" fmla="*/ 3798571 h 5143500"/>
                <a:gd name="connsiteX5" fmla="*/ 4946601 w 4946601"/>
                <a:gd name="connsiteY5" fmla="*/ 5143500 h 5143500"/>
                <a:gd name="connsiteX6" fmla="*/ 0 w 4946601"/>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6601" h="5143500">
                  <a:moveTo>
                    <a:pt x="0" y="0"/>
                  </a:moveTo>
                  <a:lnTo>
                    <a:pt x="1491711" y="0"/>
                  </a:lnTo>
                  <a:lnTo>
                    <a:pt x="1605029" y="1132124"/>
                  </a:lnTo>
                  <a:lnTo>
                    <a:pt x="2345591" y="2032821"/>
                  </a:lnTo>
                  <a:lnTo>
                    <a:pt x="3276081" y="3798571"/>
                  </a:lnTo>
                  <a:lnTo>
                    <a:pt x="4946601" y="5143500"/>
                  </a:lnTo>
                  <a:lnTo>
                    <a:pt x="0" y="5143500"/>
                  </a:lnTo>
                  <a:close/>
                </a:path>
              </a:pathLst>
            </a:custGeom>
            <a:gradFill flip="none" rotWithShape="1">
              <a:gsLst>
                <a:gs pos="50000">
                  <a:srgbClr val="002B55"/>
                </a:gs>
                <a:gs pos="0">
                  <a:srgbClr val="002346"/>
                </a:gs>
                <a:gs pos="100000">
                  <a:srgbClr val="003466"/>
                </a:gs>
              </a:gsLst>
              <a:lin ang="8100000" scaled="1"/>
              <a:tileRect/>
            </a:gradFill>
            <a:ln w="53163" cap="flat">
              <a:noFill/>
              <a:prstDash val="solid"/>
              <a:miter/>
            </a:ln>
          </p:spPr>
          <p:txBody>
            <a:bodyPr rtlCol="0" anchor="ctr"/>
            <a:lstStyle/>
            <a:p>
              <a:endParaRPr lang="en-GB" sz="2400">
                <a:solidFill>
                  <a:schemeClr val="tx1"/>
                </a:solidFill>
              </a:endParaRPr>
            </a:p>
          </p:txBody>
        </p:sp>
        <p:sp>
          <p:nvSpPr>
            <p:cNvPr id="23" name="Graphic 3">
              <a:extLst>
                <a:ext uri="{FF2B5EF4-FFF2-40B4-BE49-F238E27FC236}">
                  <a16:creationId xmlns:a16="http://schemas.microsoft.com/office/drawing/2014/main" id="{2EEB0F4D-3C6A-4F63-A060-80B4FCFF6B15}"/>
                </a:ext>
              </a:extLst>
            </p:cNvPr>
            <p:cNvSpPr/>
            <p:nvPr/>
          </p:nvSpPr>
          <p:spPr>
            <a:xfrm>
              <a:off x="3666606" y="3798572"/>
              <a:ext cx="2173272" cy="1344928"/>
            </a:xfrm>
            <a:custGeom>
              <a:avLst/>
              <a:gdLst>
                <a:gd name="connsiteX0" fmla="*/ 0 w 2166103"/>
                <a:gd name="connsiteY0" fmla="*/ 0 h 1340491"/>
                <a:gd name="connsiteX1" fmla="*/ 1258832 w 2166103"/>
                <a:gd name="connsiteY1" fmla="*/ 1340492 h 1340491"/>
                <a:gd name="connsiteX2" fmla="*/ 2166103 w 2166103"/>
                <a:gd name="connsiteY2" fmla="*/ 1340492 h 1340491"/>
              </a:gdLst>
              <a:ahLst/>
              <a:cxnLst>
                <a:cxn ang="0">
                  <a:pos x="connsiteX0" y="connsiteY0"/>
                </a:cxn>
                <a:cxn ang="0">
                  <a:pos x="connsiteX1" y="connsiteY1"/>
                </a:cxn>
                <a:cxn ang="0">
                  <a:pos x="connsiteX2" y="connsiteY2"/>
                </a:cxn>
              </a:cxnLst>
              <a:rect l="l" t="t" r="r" b="b"/>
              <a:pathLst>
                <a:path w="2166103" h="1340491">
                  <a:moveTo>
                    <a:pt x="0" y="0"/>
                  </a:moveTo>
                  <a:lnTo>
                    <a:pt x="1258832" y="1340492"/>
                  </a:lnTo>
                  <a:lnTo>
                    <a:pt x="2166103" y="1340492"/>
                  </a:lnTo>
                  <a:close/>
                </a:path>
              </a:pathLst>
            </a:custGeom>
            <a:gradFill flip="none" rotWithShape="1">
              <a:gsLst>
                <a:gs pos="0">
                  <a:srgbClr val="049948"/>
                </a:gs>
                <a:gs pos="25000">
                  <a:srgbClr val="048E42"/>
                </a:gs>
                <a:gs pos="100000">
                  <a:srgbClr val="037737"/>
                </a:gs>
              </a:gsLst>
              <a:lin ang="2700000" scaled="1"/>
              <a:tileRect/>
            </a:gradFill>
            <a:ln w="53163" cap="flat">
              <a:noFill/>
              <a:prstDash val="solid"/>
              <a:miter/>
            </a:ln>
          </p:spPr>
          <p:txBody>
            <a:bodyPr rtlCol="0" anchor="ctr"/>
            <a:lstStyle/>
            <a:p>
              <a:endParaRPr lang="en-GB" sz="2400"/>
            </a:p>
          </p:txBody>
        </p:sp>
        <p:sp>
          <p:nvSpPr>
            <p:cNvPr id="24" name="Graphic 3">
              <a:extLst>
                <a:ext uri="{FF2B5EF4-FFF2-40B4-BE49-F238E27FC236}">
                  <a16:creationId xmlns:a16="http://schemas.microsoft.com/office/drawing/2014/main" id="{9D122C91-6BAD-4314-912E-CDB5CB09D120}"/>
                </a:ext>
              </a:extLst>
            </p:cNvPr>
            <p:cNvSpPr/>
            <p:nvPr/>
          </p:nvSpPr>
          <p:spPr>
            <a:xfrm>
              <a:off x="2525439" y="1639132"/>
              <a:ext cx="1141167" cy="2159440"/>
            </a:xfrm>
            <a:custGeom>
              <a:avLst/>
              <a:gdLst>
                <a:gd name="connsiteX0" fmla="*/ 1137403 w 1137402"/>
                <a:gd name="connsiteY0" fmla="*/ 2152316 h 2152316"/>
                <a:gd name="connsiteX1" fmla="*/ 0 w 1137402"/>
                <a:gd name="connsiteY1" fmla="*/ 243388 h 2152316"/>
                <a:gd name="connsiteX2" fmla="*/ 433220 w 1137402"/>
                <a:gd name="connsiteY2" fmla="*/ 0 h 2152316"/>
                <a:gd name="connsiteX3" fmla="*/ 988400 w 1137402"/>
                <a:gd name="connsiteY3" fmla="*/ 893484 h 2152316"/>
              </a:gdLst>
              <a:ahLst/>
              <a:cxnLst>
                <a:cxn ang="0">
                  <a:pos x="connsiteX0" y="connsiteY0"/>
                </a:cxn>
                <a:cxn ang="0">
                  <a:pos x="connsiteX1" y="connsiteY1"/>
                </a:cxn>
                <a:cxn ang="0">
                  <a:pos x="connsiteX2" y="connsiteY2"/>
                </a:cxn>
                <a:cxn ang="0">
                  <a:pos x="connsiteX3" y="connsiteY3"/>
                </a:cxn>
              </a:cxnLst>
              <a:rect l="l" t="t" r="r" b="b"/>
              <a:pathLst>
                <a:path w="1137402" h="2152316">
                  <a:moveTo>
                    <a:pt x="1137403" y="2152316"/>
                  </a:moveTo>
                  <a:lnTo>
                    <a:pt x="0" y="243388"/>
                  </a:lnTo>
                  <a:lnTo>
                    <a:pt x="433220" y="0"/>
                  </a:lnTo>
                  <a:lnTo>
                    <a:pt x="988400" y="893484"/>
                  </a:lnTo>
                  <a:close/>
                </a:path>
              </a:pathLst>
            </a:custGeom>
            <a:gradFill flip="none" rotWithShape="1">
              <a:gsLst>
                <a:gs pos="60000">
                  <a:srgbClr val="D8810E"/>
                </a:gs>
                <a:gs pos="100000">
                  <a:srgbClr val="DE8611"/>
                </a:gs>
                <a:gs pos="0">
                  <a:srgbClr val="C67406"/>
                </a:gs>
              </a:gsLst>
              <a:lin ang="2700000" scaled="1"/>
              <a:tileRect/>
            </a:gradFill>
            <a:ln w="53163" cap="flat">
              <a:noFill/>
              <a:prstDash val="solid"/>
              <a:miter/>
            </a:ln>
          </p:spPr>
          <p:txBody>
            <a:bodyPr rtlCol="0" anchor="ctr"/>
            <a:lstStyle/>
            <a:p>
              <a:endParaRPr lang="en-GB" sz="2400"/>
            </a:p>
          </p:txBody>
        </p:sp>
        <p:sp>
          <p:nvSpPr>
            <p:cNvPr id="25" name="Graphic 3">
              <a:extLst>
                <a:ext uri="{FF2B5EF4-FFF2-40B4-BE49-F238E27FC236}">
                  <a16:creationId xmlns:a16="http://schemas.microsoft.com/office/drawing/2014/main" id="{EF4776EC-DC38-4E2A-B6EE-1FCD07B08C51}"/>
                </a:ext>
              </a:extLst>
            </p:cNvPr>
            <p:cNvSpPr/>
            <p:nvPr/>
          </p:nvSpPr>
          <p:spPr>
            <a:xfrm>
              <a:off x="1882236" y="1"/>
              <a:ext cx="715557" cy="2263714"/>
            </a:xfrm>
            <a:custGeom>
              <a:avLst/>
              <a:gdLst>
                <a:gd name="connsiteX0" fmla="*/ 0 w 713196"/>
                <a:gd name="connsiteY0" fmla="*/ 0 h 2256246"/>
                <a:gd name="connsiteX1" fmla="*/ 0 w 713196"/>
                <a:gd name="connsiteY1" fmla="*/ 1597667 h 2256246"/>
                <a:gd name="connsiteX2" fmla="*/ 713196 w 713196"/>
                <a:gd name="connsiteY2" fmla="*/ 2256247 h 2256246"/>
                <a:gd name="connsiteX3" fmla="*/ 225890 w 713196"/>
                <a:gd name="connsiteY3" fmla="*/ 0 h 2256246"/>
              </a:gdLst>
              <a:ahLst/>
              <a:cxnLst>
                <a:cxn ang="0">
                  <a:pos x="connsiteX0" y="connsiteY0"/>
                </a:cxn>
                <a:cxn ang="0">
                  <a:pos x="connsiteX1" y="connsiteY1"/>
                </a:cxn>
                <a:cxn ang="0">
                  <a:pos x="connsiteX2" y="connsiteY2"/>
                </a:cxn>
                <a:cxn ang="0">
                  <a:pos x="connsiteX3" y="connsiteY3"/>
                </a:cxn>
              </a:cxnLst>
              <a:rect l="l" t="t" r="r" b="b"/>
              <a:pathLst>
                <a:path w="713196" h="2256246">
                  <a:moveTo>
                    <a:pt x="0" y="0"/>
                  </a:moveTo>
                  <a:lnTo>
                    <a:pt x="0" y="1597667"/>
                  </a:lnTo>
                  <a:lnTo>
                    <a:pt x="713196" y="2256247"/>
                  </a:lnTo>
                  <a:lnTo>
                    <a:pt x="225890" y="0"/>
                  </a:lnTo>
                  <a:close/>
                </a:path>
              </a:pathLst>
            </a:custGeom>
            <a:gradFill flip="none" rotWithShape="1">
              <a:gsLst>
                <a:gs pos="28800">
                  <a:srgbClr val="BF0F13"/>
                </a:gs>
                <a:gs pos="0">
                  <a:srgbClr val="CA1014"/>
                </a:gs>
                <a:gs pos="100000">
                  <a:srgbClr val="A30D11"/>
                </a:gs>
              </a:gsLst>
              <a:lin ang="18900000" scaled="1"/>
              <a:tileRect/>
            </a:gradFill>
            <a:ln w="53163" cap="flat">
              <a:noFill/>
              <a:prstDash val="solid"/>
              <a:miter/>
            </a:ln>
          </p:spPr>
          <p:txBody>
            <a:bodyPr rtlCol="0" anchor="ctr"/>
            <a:lstStyle/>
            <a:p>
              <a:endParaRPr lang="en-GB" sz="2400"/>
            </a:p>
          </p:txBody>
        </p:sp>
        <p:sp>
          <p:nvSpPr>
            <p:cNvPr id="26" name="Graphic 3">
              <a:extLst>
                <a:ext uri="{FF2B5EF4-FFF2-40B4-BE49-F238E27FC236}">
                  <a16:creationId xmlns:a16="http://schemas.microsoft.com/office/drawing/2014/main" id="{99EA4E4F-A7BD-45EB-9AAD-390AFCFB3222}"/>
                </a:ext>
              </a:extLst>
            </p:cNvPr>
            <p:cNvSpPr/>
            <p:nvPr/>
          </p:nvSpPr>
          <p:spPr>
            <a:xfrm>
              <a:off x="1882236" y="1602955"/>
              <a:ext cx="1634874" cy="932618"/>
            </a:xfrm>
            <a:custGeom>
              <a:avLst/>
              <a:gdLst>
                <a:gd name="connsiteX0" fmla="*/ 0 w 1629481"/>
                <a:gd name="connsiteY0" fmla="*/ 0 h 929541"/>
                <a:gd name="connsiteX1" fmla="*/ 1074302 w 1629481"/>
                <a:gd name="connsiteY1" fmla="*/ 36058 h 929541"/>
                <a:gd name="connsiteX2" fmla="*/ 1629482 w 1629481"/>
                <a:gd name="connsiteY2" fmla="*/ 929542 h 929541"/>
                <a:gd name="connsiteX3" fmla="*/ 451249 w 1629481"/>
                <a:gd name="connsiteY3" fmla="*/ 753496 h 929541"/>
              </a:gdLst>
              <a:ahLst/>
              <a:cxnLst>
                <a:cxn ang="0">
                  <a:pos x="connsiteX0" y="connsiteY0"/>
                </a:cxn>
                <a:cxn ang="0">
                  <a:pos x="connsiteX1" y="connsiteY1"/>
                </a:cxn>
                <a:cxn ang="0">
                  <a:pos x="connsiteX2" y="connsiteY2"/>
                </a:cxn>
                <a:cxn ang="0">
                  <a:pos x="connsiteX3" y="connsiteY3"/>
                </a:cxn>
              </a:cxnLst>
              <a:rect l="l" t="t" r="r" b="b"/>
              <a:pathLst>
                <a:path w="1629481" h="929541">
                  <a:moveTo>
                    <a:pt x="0" y="0"/>
                  </a:moveTo>
                  <a:lnTo>
                    <a:pt x="1074302" y="36058"/>
                  </a:lnTo>
                  <a:lnTo>
                    <a:pt x="1629482" y="929542"/>
                  </a:lnTo>
                  <a:lnTo>
                    <a:pt x="451249" y="753496"/>
                  </a:lnTo>
                  <a:close/>
                </a:path>
              </a:pathLst>
            </a:custGeom>
            <a:gradFill>
              <a:gsLst>
                <a:gs pos="40000">
                  <a:srgbClr val="D9B000"/>
                </a:gs>
                <a:gs pos="0">
                  <a:srgbClr val="DEB400"/>
                </a:gs>
                <a:gs pos="100000">
                  <a:srgbClr val="D2AA00"/>
                </a:gs>
              </a:gsLst>
              <a:lin ang="8100000" scaled="1"/>
            </a:gradFill>
            <a:ln w="53163" cap="flat">
              <a:noFill/>
              <a:prstDash val="solid"/>
              <a:miter/>
            </a:ln>
          </p:spPr>
          <p:txBody>
            <a:bodyPr rtlCol="0" anchor="ctr"/>
            <a:lstStyle/>
            <a:p>
              <a:endParaRPr lang="en-GB" sz="2400"/>
            </a:p>
          </p:txBody>
        </p:sp>
        <p:sp>
          <p:nvSpPr>
            <p:cNvPr id="27" name="Graphic 3">
              <a:extLst>
                <a:ext uri="{FF2B5EF4-FFF2-40B4-BE49-F238E27FC236}">
                  <a16:creationId xmlns:a16="http://schemas.microsoft.com/office/drawing/2014/main" id="{1B6F8BFF-A631-40BE-85FC-7B5990B485C8}"/>
                </a:ext>
              </a:extLst>
            </p:cNvPr>
            <p:cNvSpPr/>
            <p:nvPr/>
          </p:nvSpPr>
          <p:spPr>
            <a:xfrm>
              <a:off x="4929605" y="4573183"/>
              <a:ext cx="1109245" cy="570317"/>
            </a:xfrm>
            <a:custGeom>
              <a:avLst/>
              <a:gdLst>
                <a:gd name="connsiteX0" fmla="*/ 0 w 1105586"/>
                <a:gd name="connsiteY0" fmla="*/ 568436 h 568436"/>
                <a:gd name="connsiteX1" fmla="*/ 428448 w 1105586"/>
                <a:gd name="connsiteY1" fmla="*/ 0 h 568436"/>
                <a:gd name="connsiteX2" fmla="*/ 1105587 w 1105586"/>
                <a:gd name="connsiteY2" fmla="*/ 568436 h 568436"/>
              </a:gdLst>
              <a:ahLst/>
              <a:cxnLst>
                <a:cxn ang="0">
                  <a:pos x="connsiteX0" y="connsiteY0"/>
                </a:cxn>
                <a:cxn ang="0">
                  <a:pos x="connsiteX1" y="connsiteY1"/>
                </a:cxn>
                <a:cxn ang="0">
                  <a:pos x="connsiteX2" y="connsiteY2"/>
                </a:cxn>
              </a:cxnLst>
              <a:rect l="l" t="t" r="r" b="b"/>
              <a:pathLst>
                <a:path w="1105586" h="568436">
                  <a:moveTo>
                    <a:pt x="0" y="568436"/>
                  </a:moveTo>
                  <a:lnTo>
                    <a:pt x="428448" y="0"/>
                  </a:lnTo>
                  <a:lnTo>
                    <a:pt x="1105587" y="568436"/>
                  </a:lnTo>
                  <a:close/>
                </a:path>
              </a:pathLst>
            </a:custGeom>
            <a:gradFill flip="none" rotWithShape="1">
              <a:gsLst>
                <a:gs pos="0">
                  <a:srgbClr val="0056AC"/>
                </a:gs>
                <a:gs pos="100000">
                  <a:srgbClr val="004D9A"/>
                </a:gs>
              </a:gsLst>
              <a:lin ang="16200000" scaled="1"/>
              <a:tileRect/>
            </a:gradFill>
            <a:ln w="53163" cap="flat">
              <a:noFill/>
              <a:prstDash val="solid"/>
              <a:miter/>
            </a:ln>
          </p:spPr>
          <p:txBody>
            <a:bodyPr rtlCol="0" anchor="ctr"/>
            <a:lstStyle/>
            <a:p>
              <a:endParaRPr lang="en-GB" sz="2400"/>
            </a:p>
          </p:txBody>
        </p:sp>
      </p:grpSp>
      <p:pic>
        <p:nvPicPr>
          <p:cNvPr id="22" name="Grafik 11">
            <a:extLst>
              <a:ext uri="{FF2B5EF4-FFF2-40B4-BE49-F238E27FC236}">
                <a16:creationId xmlns:a16="http://schemas.microsoft.com/office/drawing/2014/main" id="{1C5CB91B-02DD-46AB-B1B4-DE12E0C9DD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001" y="6014847"/>
            <a:ext cx="1339851" cy="405880"/>
          </a:xfrm>
          <a:prstGeom prst="rect">
            <a:avLst/>
          </a:prstGeom>
        </p:spPr>
      </p:pic>
      <p:sp>
        <p:nvSpPr>
          <p:cNvPr id="19" name="Textplatzhalter 18"/>
          <p:cNvSpPr>
            <a:spLocks noGrp="1"/>
          </p:cNvSpPr>
          <p:nvPr>
            <p:ph type="body" sz="quarter" idx="11" hasCustomPrompt="1"/>
          </p:nvPr>
        </p:nvSpPr>
        <p:spPr>
          <a:xfrm>
            <a:off x="5280660" y="3073640"/>
            <a:ext cx="6383021" cy="1255728"/>
          </a:xfrm>
        </p:spPr>
        <p:txBody>
          <a:bodyPr wrap="square" anchor="b">
            <a:spAutoFit/>
          </a:bodyPr>
          <a:lstStyle>
            <a:lvl1pPr marL="0" indent="0">
              <a:lnSpc>
                <a:spcPct val="85000"/>
              </a:lnSpc>
              <a:spcBef>
                <a:spcPts val="0"/>
              </a:spcBef>
              <a:buNone/>
              <a:defRPr sz="4800" b="0" i="0">
                <a:solidFill>
                  <a:srgbClr val="003366"/>
                </a:solidFill>
                <a:latin typeface="+mj-lt"/>
                <a:cs typeface="BISansOptiCond"/>
              </a:defRPr>
            </a:lvl1pPr>
          </a:lstStyle>
          <a:p>
            <a:pPr lvl="0"/>
            <a:r>
              <a:rPr lang="en-GB" noProof="0"/>
              <a:t>Click to add </a:t>
            </a:r>
            <a:br>
              <a:rPr lang="en-GB" noProof="0"/>
            </a:br>
            <a:r>
              <a:rPr lang="en-GB" noProof="0"/>
              <a:t>chapter title</a:t>
            </a:r>
          </a:p>
        </p:txBody>
      </p:sp>
      <p:sp>
        <p:nvSpPr>
          <p:cNvPr id="20" name="Textplatzhalter 18"/>
          <p:cNvSpPr>
            <a:spLocks noGrp="1"/>
          </p:cNvSpPr>
          <p:nvPr>
            <p:ph type="body" sz="quarter" idx="12" hasCustomPrompt="1"/>
          </p:nvPr>
        </p:nvSpPr>
        <p:spPr>
          <a:xfrm>
            <a:off x="5300980" y="4474465"/>
            <a:ext cx="6383021" cy="369332"/>
          </a:xfrm>
        </p:spPr>
        <p:txBody>
          <a:bodyPr wrap="square">
            <a:spAutoFit/>
          </a:bodyPr>
          <a:lstStyle>
            <a:lvl1pPr marL="0" indent="0">
              <a:buNone/>
              <a:defRPr sz="2400" b="0" i="0">
                <a:solidFill>
                  <a:srgbClr val="003366"/>
                </a:solidFill>
                <a:latin typeface="BISansOptiCond"/>
                <a:cs typeface="BISansOptiCond"/>
              </a:defRPr>
            </a:lvl1pPr>
          </a:lstStyle>
          <a:p>
            <a:pPr lvl="0"/>
            <a:r>
              <a:rPr lang="en-GB" noProof="0"/>
              <a:t>Click to add text</a:t>
            </a:r>
          </a:p>
        </p:txBody>
      </p:sp>
      <p:pic>
        <p:nvPicPr>
          <p:cNvPr id="16" name="Picture 15">
            <a:extLst>
              <a:ext uri="{FF2B5EF4-FFF2-40B4-BE49-F238E27FC236}">
                <a16:creationId xmlns:a16="http://schemas.microsoft.com/office/drawing/2014/main" id="{03649B7F-8956-4007-8061-3ACB015138D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701539" y="358451"/>
            <a:ext cx="2788923" cy="1582836"/>
          </a:xfrm>
          <a:prstGeom prst="rect">
            <a:avLst/>
          </a:prstGeom>
        </p:spPr>
      </p:pic>
    </p:spTree>
    <p:extLst>
      <p:ext uri="{BB962C8B-B14F-4D97-AF65-F5344CB8AC3E}">
        <p14:creationId xmlns:p14="http://schemas.microsoft.com/office/powerpoint/2010/main" val="23246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6B78D926-5034-444A-88E4-71FCB137A71F}"/>
              </a:ext>
            </a:extLst>
          </p:cNvPr>
          <p:cNvGrpSpPr/>
          <p:nvPr userDrawn="1"/>
        </p:nvGrpSpPr>
        <p:grpSpPr>
          <a:xfrm>
            <a:off x="0" y="0"/>
            <a:ext cx="12192000" cy="6858000"/>
            <a:chOff x="0" y="0"/>
            <a:chExt cx="9144000" cy="5143500"/>
          </a:xfrm>
        </p:grpSpPr>
        <p:sp>
          <p:nvSpPr>
            <p:cNvPr id="15" name="Freeform: Shape 14">
              <a:extLst>
                <a:ext uri="{FF2B5EF4-FFF2-40B4-BE49-F238E27FC236}">
                  <a16:creationId xmlns:a16="http://schemas.microsoft.com/office/drawing/2014/main" id="{49912D08-2C5F-487E-A338-49F78A0512A8}"/>
                </a:ext>
              </a:extLst>
            </p:cNvPr>
            <p:cNvSpPr/>
            <p:nvPr/>
          </p:nvSpPr>
          <p:spPr>
            <a:xfrm>
              <a:off x="0" y="0"/>
              <a:ext cx="8442277" cy="5143500"/>
            </a:xfrm>
            <a:custGeom>
              <a:avLst/>
              <a:gdLst>
                <a:gd name="connsiteX0" fmla="*/ 0 w 8442277"/>
                <a:gd name="connsiteY0" fmla="*/ 0 h 5143500"/>
                <a:gd name="connsiteX1" fmla="*/ 1021231 w 8442277"/>
                <a:gd name="connsiteY1" fmla="*/ 0 h 5143500"/>
                <a:gd name="connsiteX2" fmla="*/ 1123950 w 8442277"/>
                <a:gd name="connsiteY2" fmla="*/ 0 h 5143500"/>
                <a:gd name="connsiteX3" fmla="*/ 4987387 w 8442277"/>
                <a:gd name="connsiteY3" fmla="*/ 0 h 5143500"/>
                <a:gd name="connsiteX4" fmla="*/ 5100705 w 8442277"/>
                <a:gd name="connsiteY4" fmla="*/ 1132124 h 5143500"/>
                <a:gd name="connsiteX5" fmla="*/ 5841267 w 8442277"/>
                <a:gd name="connsiteY5" fmla="*/ 2032821 h 5143500"/>
                <a:gd name="connsiteX6" fmla="*/ 6771757 w 8442277"/>
                <a:gd name="connsiteY6" fmla="*/ 3798571 h 5143500"/>
                <a:gd name="connsiteX7" fmla="*/ 8442277 w 8442277"/>
                <a:gd name="connsiteY7" fmla="*/ 5143500 h 5143500"/>
                <a:gd name="connsiteX8" fmla="*/ 1021231 w 8442277"/>
                <a:gd name="connsiteY8" fmla="*/ 5143500 h 5143500"/>
                <a:gd name="connsiteX9" fmla="*/ 1021231 w 8442277"/>
                <a:gd name="connsiteY9" fmla="*/ 5143499 h 5143500"/>
                <a:gd name="connsiteX10" fmla="*/ 0 w 8442277"/>
                <a:gd name="connsiteY10" fmla="*/ 5143499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2277" h="5143500">
                  <a:moveTo>
                    <a:pt x="0" y="0"/>
                  </a:moveTo>
                  <a:lnTo>
                    <a:pt x="1021231" y="0"/>
                  </a:lnTo>
                  <a:lnTo>
                    <a:pt x="1123950" y="0"/>
                  </a:lnTo>
                  <a:lnTo>
                    <a:pt x="4987387" y="0"/>
                  </a:lnTo>
                  <a:lnTo>
                    <a:pt x="5100705" y="1132124"/>
                  </a:lnTo>
                  <a:lnTo>
                    <a:pt x="5841267" y="2032821"/>
                  </a:lnTo>
                  <a:lnTo>
                    <a:pt x="6771757" y="3798571"/>
                  </a:lnTo>
                  <a:lnTo>
                    <a:pt x="8442277" y="5143500"/>
                  </a:lnTo>
                  <a:lnTo>
                    <a:pt x="1021231" y="5143500"/>
                  </a:lnTo>
                  <a:lnTo>
                    <a:pt x="1021231" y="5143499"/>
                  </a:lnTo>
                  <a:lnTo>
                    <a:pt x="0" y="5143499"/>
                  </a:lnTo>
                  <a:close/>
                </a:path>
              </a:pathLst>
            </a:custGeom>
            <a:gradFill flip="none" rotWithShape="1">
              <a:gsLst>
                <a:gs pos="50000">
                  <a:srgbClr val="002B55"/>
                </a:gs>
                <a:gs pos="0">
                  <a:srgbClr val="002346"/>
                </a:gs>
                <a:gs pos="100000">
                  <a:srgbClr val="003466"/>
                </a:gs>
              </a:gsLst>
              <a:lin ang="8100000" scaled="1"/>
              <a:tileRect/>
            </a:gradFill>
            <a:ln w="53163" cap="flat">
              <a:noFill/>
              <a:prstDash val="solid"/>
              <a:miter/>
            </a:ln>
          </p:spPr>
          <p:txBody>
            <a:bodyPr rtlCol="0" anchor="ctr"/>
            <a:lstStyle/>
            <a:p>
              <a:endParaRPr lang="en-GB" sz="2400">
                <a:solidFill>
                  <a:schemeClr val="tx1"/>
                </a:solidFill>
              </a:endParaRPr>
            </a:p>
          </p:txBody>
        </p:sp>
        <p:sp>
          <p:nvSpPr>
            <p:cNvPr id="16" name="Graphic 3">
              <a:extLst>
                <a:ext uri="{FF2B5EF4-FFF2-40B4-BE49-F238E27FC236}">
                  <a16:creationId xmlns:a16="http://schemas.microsoft.com/office/drawing/2014/main" id="{228EA730-4B62-4667-BFCB-EE0CDEF5D976}"/>
                </a:ext>
              </a:extLst>
            </p:cNvPr>
            <p:cNvSpPr/>
            <p:nvPr/>
          </p:nvSpPr>
          <p:spPr>
            <a:xfrm>
              <a:off x="6771756" y="3798572"/>
              <a:ext cx="2173272" cy="1344928"/>
            </a:xfrm>
            <a:custGeom>
              <a:avLst/>
              <a:gdLst>
                <a:gd name="connsiteX0" fmla="*/ 0 w 2166103"/>
                <a:gd name="connsiteY0" fmla="*/ 0 h 1340491"/>
                <a:gd name="connsiteX1" fmla="*/ 1258832 w 2166103"/>
                <a:gd name="connsiteY1" fmla="*/ 1340492 h 1340491"/>
                <a:gd name="connsiteX2" fmla="*/ 2166103 w 2166103"/>
                <a:gd name="connsiteY2" fmla="*/ 1340492 h 1340491"/>
              </a:gdLst>
              <a:ahLst/>
              <a:cxnLst>
                <a:cxn ang="0">
                  <a:pos x="connsiteX0" y="connsiteY0"/>
                </a:cxn>
                <a:cxn ang="0">
                  <a:pos x="connsiteX1" y="connsiteY1"/>
                </a:cxn>
                <a:cxn ang="0">
                  <a:pos x="connsiteX2" y="connsiteY2"/>
                </a:cxn>
              </a:cxnLst>
              <a:rect l="l" t="t" r="r" b="b"/>
              <a:pathLst>
                <a:path w="2166103" h="1340491">
                  <a:moveTo>
                    <a:pt x="0" y="0"/>
                  </a:moveTo>
                  <a:lnTo>
                    <a:pt x="1258832" y="1340492"/>
                  </a:lnTo>
                  <a:lnTo>
                    <a:pt x="2166103" y="1340492"/>
                  </a:lnTo>
                  <a:close/>
                </a:path>
              </a:pathLst>
            </a:custGeom>
            <a:gradFill flip="none" rotWithShape="1">
              <a:gsLst>
                <a:gs pos="0">
                  <a:srgbClr val="049948"/>
                </a:gs>
                <a:gs pos="25000">
                  <a:srgbClr val="048E42"/>
                </a:gs>
                <a:gs pos="100000">
                  <a:srgbClr val="037737"/>
                </a:gs>
              </a:gsLst>
              <a:lin ang="2700000" scaled="1"/>
              <a:tileRect/>
            </a:gradFill>
            <a:ln w="53163" cap="flat">
              <a:noFill/>
              <a:prstDash val="solid"/>
              <a:miter/>
            </a:ln>
          </p:spPr>
          <p:txBody>
            <a:bodyPr rtlCol="0" anchor="ctr"/>
            <a:lstStyle/>
            <a:p>
              <a:endParaRPr lang="en-GB" sz="2400"/>
            </a:p>
          </p:txBody>
        </p:sp>
        <p:sp>
          <p:nvSpPr>
            <p:cNvPr id="18" name="Graphic 3">
              <a:extLst>
                <a:ext uri="{FF2B5EF4-FFF2-40B4-BE49-F238E27FC236}">
                  <a16:creationId xmlns:a16="http://schemas.microsoft.com/office/drawing/2014/main" id="{987730C7-602B-4C89-8718-1D5D58035B19}"/>
                </a:ext>
              </a:extLst>
            </p:cNvPr>
            <p:cNvSpPr/>
            <p:nvPr/>
          </p:nvSpPr>
          <p:spPr>
            <a:xfrm>
              <a:off x="5630589" y="1639132"/>
              <a:ext cx="1141167" cy="2159440"/>
            </a:xfrm>
            <a:custGeom>
              <a:avLst/>
              <a:gdLst>
                <a:gd name="connsiteX0" fmla="*/ 1137403 w 1137402"/>
                <a:gd name="connsiteY0" fmla="*/ 2152316 h 2152316"/>
                <a:gd name="connsiteX1" fmla="*/ 0 w 1137402"/>
                <a:gd name="connsiteY1" fmla="*/ 243388 h 2152316"/>
                <a:gd name="connsiteX2" fmla="*/ 433220 w 1137402"/>
                <a:gd name="connsiteY2" fmla="*/ 0 h 2152316"/>
                <a:gd name="connsiteX3" fmla="*/ 988400 w 1137402"/>
                <a:gd name="connsiteY3" fmla="*/ 893484 h 2152316"/>
              </a:gdLst>
              <a:ahLst/>
              <a:cxnLst>
                <a:cxn ang="0">
                  <a:pos x="connsiteX0" y="connsiteY0"/>
                </a:cxn>
                <a:cxn ang="0">
                  <a:pos x="connsiteX1" y="connsiteY1"/>
                </a:cxn>
                <a:cxn ang="0">
                  <a:pos x="connsiteX2" y="connsiteY2"/>
                </a:cxn>
                <a:cxn ang="0">
                  <a:pos x="connsiteX3" y="connsiteY3"/>
                </a:cxn>
              </a:cxnLst>
              <a:rect l="l" t="t" r="r" b="b"/>
              <a:pathLst>
                <a:path w="1137402" h="2152316">
                  <a:moveTo>
                    <a:pt x="1137403" y="2152316"/>
                  </a:moveTo>
                  <a:lnTo>
                    <a:pt x="0" y="243388"/>
                  </a:lnTo>
                  <a:lnTo>
                    <a:pt x="433220" y="0"/>
                  </a:lnTo>
                  <a:lnTo>
                    <a:pt x="988400" y="893484"/>
                  </a:lnTo>
                  <a:close/>
                </a:path>
              </a:pathLst>
            </a:custGeom>
            <a:gradFill flip="none" rotWithShape="1">
              <a:gsLst>
                <a:gs pos="60000">
                  <a:srgbClr val="D8810E"/>
                </a:gs>
                <a:gs pos="100000">
                  <a:srgbClr val="DE8611"/>
                </a:gs>
                <a:gs pos="0">
                  <a:srgbClr val="C67406"/>
                </a:gs>
              </a:gsLst>
              <a:lin ang="2700000" scaled="1"/>
              <a:tileRect/>
            </a:gradFill>
            <a:ln w="53163" cap="flat">
              <a:noFill/>
              <a:prstDash val="solid"/>
              <a:miter/>
            </a:ln>
          </p:spPr>
          <p:txBody>
            <a:bodyPr rtlCol="0" anchor="ctr"/>
            <a:lstStyle/>
            <a:p>
              <a:endParaRPr lang="en-GB" sz="2400"/>
            </a:p>
          </p:txBody>
        </p:sp>
        <p:sp>
          <p:nvSpPr>
            <p:cNvPr id="28" name="Graphic 3">
              <a:extLst>
                <a:ext uri="{FF2B5EF4-FFF2-40B4-BE49-F238E27FC236}">
                  <a16:creationId xmlns:a16="http://schemas.microsoft.com/office/drawing/2014/main" id="{305DFE8B-4C91-4731-9F6A-10DEA1D25DA8}"/>
                </a:ext>
              </a:extLst>
            </p:cNvPr>
            <p:cNvSpPr/>
            <p:nvPr/>
          </p:nvSpPr>
          <p:spPr>
            <a:xfrm>
              <a:off x="4987386" y="1"/>
              <a:ext cx="715557" cy="2263714"/>
            </a:xfrm>
            <a:custGeom>
              <a:avLst/>
              <a:gdLst>
                <a:gd name="connsiteX0" fmla="*/ 0 w 713196"/>
                <a:gd name="connsiteY0" fmla="*/ 0 h 2256246"/>
                <a:gd name="connsiteX1" fmla="*/ 0 w 713196"/>
                <a:gd name="connsiteY1" fmla="*/ 1597667 h 2256246"/>
                <a:gd name="connsiteX2" fmla="*/ 713196 w 713196"/>
                <a:gd name="connsiteY2" fmla="*/ 2256247 h 2256246"/>
                <a:gd name="connsiteX3" fmla="*/ 225890 w 713196"/>
                <a:gd name="connsiteY3" fmla="*/ 0 h 2256246"/>
              </a:gdLst>
              <a:ahLst/>
              <a:cxnLst>
                <a:cxn ang="0">
                  <a:pos x="connsiteX0" y="connsiteY0"/>
                </a:cxn>
                <a:cxn ang="0">
                  <a:pos x="connsiteX1" y="connsiteY1"/>
                </a:cxn>
                <a:cxn ang="0">
                  <a:pos x="connsiteX2" y="connsiteY2"/>
                </a:cxn>
                <a:cxn ang="0">
                  <a:pos x="connsiteX3" y="connsiteY3"/>
                </a:cxn>
              </a:cxnLst>
              <a:rect l="l" t="t" r="r" b="b"/>
              <a:pathLst>
                <a:path w="713196" h="2256246">
                  <a:moveTo>
                    <a:pt x="0" y="0"/>
                  </a:moveTo>
                  <a:lnTo>
                    <a:pt x="0" y="1597667"/>
                  </a:lnTo>
                  <a:lnTo>
                    <a:pt x="713196" y="2256247"/>
                  </a:lnTo>
                  <a:lnTo>
                    <a:pt x="225890" y="0"/>
                  </a:lnTo>
                  <a:close/>
                </a:path>
              </a:pathLst>
            </a:custGeom>
            <a:gradFill flip="none" rotWithShape="1">
              <a:gsLst>
                <a:gs pos="28800">
                  <a:srgbClr val="BF0F13"/>
                </a:gs>
                <a:gs pos="0">
                  <a:srgbClr val="CA1014"/>
                </a:gs>
                <a:gs pos="100000">
                  <a:srgbClr val="A30D11"/>
                </a:gs>
              </a:gsLst>
              <a:lin ang="18900000" scaled="1"/>
              <a:tileRect/>
            </a:gradFill>
            <a:ln w="53163" cap="flat">
              <a:noFill/>
              <a:prstDash val="solid"/>
              <a:miter/>
            </a:ln>
          </p:spPr>
          <p:txBody>
            <a:bodyPr rtlCol="0" anchor="ctr"/>
            <a:lstStyle/>
            <a:p>
              <a:endParaRPr lang="en-GB" sz="2400"/>
            </a:p>
          </p:txBody>
        </p:sp>
        <p:sp>
          <p:nvSpPr>
            <p:cNvPr id="29" name="Graphic 3">
              <a:extLst>
                <a:ext uri="{FF2B5EF4-FFF2-40B4-BE49-F238E27FC236}">
                  <a16:creationId xmlns:a16="http://schemas.microsoft.com/office/drawing/2014/main" id="{3F86C885-E4FC-4216-A6F3-1AFB6ED66AAF}"/>
                </a:ext>
              </a:extLst>
            </p:cNvPr>
            <p:cNvSpPr/>
            <p:nvPr/>
          </p:nvSpPr>
          <p:spPr>
            <a:xfrm>
              <a:off x="4987386" y="1602955"/>
              <a:ext cx="1634874" cy="932618"/>
            </a:xfrm>
            <a:custGeom>
              <a:avLst/>
              <a:gdLst>
                <a:gd name="connsiteX0" fmla="*/ 0 w 1629481"/>
                <a:gd name="connsiteY0" fmla="*/ 0 h 929541"/>
                <a:gd name="connsiteX1" fmla="*/ 1074302 w 1629481"/>
                <a:gd name="connsiteY1" fmla="*/ 36058 h 929541"/>
                <a:gd name="connsiteX2" fmla="*/ 1629482 w 1629481"/>
                <a:gd name="connsiteY2" fmla="*/ 929542 h 929541"/>
                <a:gd name="connsiteX3" fmla="*/ 451249 w 1629481"/>
                <a:gd name="connsiteY3" fmla="*/ 753496 h 929541"/>
              </a:gdLst>
              <a:ahLst/>
              <a:cxnLst>
                <a:cxn ang="0">
                  <a:pos x="connsiteX0" y="connsiteY0"/>
                </a:cxn>
                <a:cxn ang="0">
                  <a:pos x="connsiteX1" y="connsiteY1"/>
                </a:cxn>
                <a:cxn ang="0">
                  <a:pos x="connsiteX2" y="connsiteY2"/>
                </a:cxn>
                <a:cxn ang="0">
                  <a:pos x="connsiteX3" y="connsiteY3"/>
                </a:cxn>
              </a:cxnLst>
              <a:rect l="l" t="t" r="r" b="b"/>
              <a:pathLst>
                <a:path w="1629481" h="929541">
                  <a:moveTo>
                    <a:pt x="0" y="0"/>
                  </a:moveTo>
                  <a:lnTo>
                    <a:pt x="1074302" y="36058"/>
                  </a:lnTo>
                  <a:lnTo>
                    <a:pt x="1629482" y="929542"/>
                  </a:lnTo>
                  <a:lnTo>
                    <a:pt x="451249" y="753496"/>
                  </a:lnTo>
                  <a:close/>
                </a:path>
              </a:pathLst>
            </a:custGeom>
            <a:gradFill>
              <a:gsLst>
                <a:gs pos="40000">
                  <a:srgbClr val="D9B000"/>
                </a:gs>
                <a:gs pos="0">
                  <a:srgbClr val="DEB400"/>
                </a:gs>
                <a:gs pos="100000">
                  <a:srgbClr val="D2AA00"/>
                </a:gs>
              </a:gsLst>
              <a:lin ang="8100000" scaled="1"/>
            </a:gradFill>
            <a:ln w="53163" cap="flat">
              <a:noFill/>
              <a:prstDash val="solid"/>
              <a:miter/>
            </a:ln>
          </p:spPr>
          <p:txBody>
            <a:bodyPr rtlCol="0" anchor="ctr"/>
            <a:lstStyle/>
            <a:p>
              <a:endParaRPr lang="en-GB" sz="2400"/>
            </a:p>
          </p:txBody>
        </p:sp>
        <p:sp>
          <p:nvSpPr>
            <p:cNvPr id="30" name="Graphic 3">
              <a:extLst>
                <a:ext uri="{FF2B5EF4-FFF2-40B4-BE49-F238E27FC236}">
                  <a16:creationId xmlns:a16="http://schemas.microsoft.com/office/drawing/2014/main" id="{71DD6E80-8FDA-4F3B-9960-1E2B77058585}"/>
                </a:ext>
              </a:extLst>
            </p:cNvPr>
            <p:cNvSpPr/>
            <p:nvPr/>
          </p:nvSpPr>
          <p:spPr>
            <a:xfrm>
              <a:off x="8034755" y="4573183"/>
              <a:ext cx="1109245" cy="570317"/>
            </a:xfrm>
            <a:custGeom>
              <a:avLst/>
              <a:gdLst>
                <a:gd name="connsiteX0" fmla="*/ 0 w 1105586"/>
                <a:gd name="connsiteY0" fmla="*/ 568436 h 568436"/>
                <a:gd name="connsiteX1" fmla="*/ 428448 w 1105586"/>
                <a:gd name="connsiteY1" fmla="*/ 0 h 568436"/>
                <a:gd name="connsiteX2" fmla="*/ 1105587 w 1105586"/>
                <a:gd name="connsiteY2" fmla="*/ 568436 h 568436"/>
              </a:gdLst>
              <a:ahLst/>
              <a:cxnLst>
                <a:cxn ang="0">
                  <a:pos x="connsiteX0" y="connsiteY0"/>
                </a:cxn>
                <a:cxn ang="0">
                  <a:pos x="connsiteX1" y="connsiteY1"/>
                </a:cxn>
                <a:cxn ang="0">
                  <a:pos x="connsiteX2" y="connsiteY2"/>
                </a:cxn>
              </a:cxnLst>
              <a:rect l="l" t="t" r="r" b="b"/>
              <a:pathLst>
                <a:path w="1105586" h="568436">
                  <a:moveTo>
                    <a:pt x="0" y="568436"/>
                  </a:moveTo>
                  <a:lnTo>
                    <a:pt x="428448" y="0"/>
                  </a:lnTo>
                  <a:lnTo>
                    <a:pt x="1105587" y="568436"/>
                  </a:lnTo>
                  <a:close/>
                </a:path>
              </a:pathLst>
            </a:custGeom>
            <a:gradFill flip="none" rotWithShape="1">
              <a:gsLst>
                <a:gs pos="0">
                  <a:srgbClr val="0056AC"/>
                </a:gs>
                <a:gs pos="100000">
                  <a:srgbClr val="004D9A"/>
                </a:gs>
              </a:gsLst>
              <a:lin ang="16200000" scaled="1"/>
              <a:tileRect/>
            </a:gradFill>
            <a:ln w="53163" cap="flat">
              <a:noFill/>
              <a:prstDash val="solid"/>
              <a:miter/>
            </a:ln>
          </p:spPr>
          <p:txBody>
            <a:bodyPr rtlCol="0" anchor="ctr"/>
            <a:lstStyle/>
            <a:p>
              <a:endParaRPr lang="en-GB" sz="2400"/>
            </a:p>
          </p:txBody>
        </p:sp>
      </p:grpSp>
      <p:sp>
        <p:nvSpPr>
          <p:cNvPr id="19" name="Textplatzhalter 18"/>
          <p:cNvSpPr>
            <a:spLocks noGrp="1"/>
          </p:cNvSpPr>
          <p:nvPr>
            <p:ph type="body" sz="quarter" idx="11" hasCustomPrompt="1"/>
          </p:nvPr>
        </p:nvSpPr>
        <p:spPr>
          <a:xfrm>
            <a:off x="503936" y="3073641"/>
            <a:ext cx="6383021" cy="1255728"/>
          </a:xfrm>
        </p:spPr>
        <p:txBody>
          <a:bodyPr wrap="square" anchor="b">
            <a:spAutoFit/>
          </a:bodyPr>
          <a:lstStyle>
            <a:lvl1pPr marL="0" indent="0">
              <a:lnSpc>
                <a:spcPct val="85000"/>
              </a:lnSpc>
              <a:spcBef>
                <a:spcPts val="0"/>
              </a:spcBef>
              <a:buNone/>
              <a:defRPr sz="4800" b="0" i="0">
                <a:solidFill>
                  <a:schemeClr val="bg1"/>
                </a:solidFill>
                <a:latin typeface="+mj-lt"/>
                <a:cs typeface="BISansOptiCond"/>
              </a:defRPr>
            </a:lvl1pPr>
          </a:lstStyle>
          <a:p>
            <a:pPr lvl="0"/>
            <a:r>
              <a:rPr lang="en-GB" noProof="0"/>
              <a:t>Click to add </a:t>
            </a:r>
            <a:br>
              <a:rPr lang="en-GB" noProof="0"/>
            </a:br>
            <a:r>
              <a:rPr lang="en-GB" noProof="0"/>
              <a:t>chapter title</a:t>
            </a:r>
          </a:p>
        </p:txBody>
      </p:sp>
      <p:sp>
        <p:nvSpPr>
          <p:cNvPr id="20" name="Textplatzhalter 18"/>
          <p:cNvSpPr>
            <a:spLocks noGrp="1"/>
          </p:cNvSpPr>
          <p:nvPr>
            <p:ph type="body" sz="quarter" idx="12" hasCustomPrompt="1"/>
          </p:nvPr>
        </p:nvSpPr>
        <p:spPr>
          <a:xfrm>
            <a:off x="524256" y="4474465"/>
            <a:ext cx="6383021" cy="492443"/>
          </a:xfrm>
        </p:spPr>
        <p:txBody>
          <a:bodyPr wrap="square">
            <a:spAutoFit/>
          </a:bodyPr>
          <a:lstStyle>
            <a:lvl1pPr marL="0" indent="0">
              <a:buNone/>
              <a:defRPr sz="3200" b="0" i="0">
                <a:solidFill>
                  <a:schemeClr val="bg1"/>
                </a:solidFill>
                <a:latin typeface="+mj-lt"/>
                <a:cs typeface="BISansOptiCond"/>
              </a:defRPr>
            </a:lvl1pPr>
          </a:lstStyle>
          <a:p>
            <a:pPr lvl="0"/>
            <a:r>
              <a:rPr lang="en-GB" noProof="0"/>
              <a:t>Click to add text</a:t>
            </a:r>
          </a:p>
        </p:txBody>
      </p:sp>
      <p:pic>
        <p:nvPicPr>
          <p:cNvPr id="13" name="Grafik 11">
            <a:extLst>
              <a:ext uri="{FF2B5EF4-FFF2-40B4-BE49-F238E27FC236}">
                <a16:creationId xmlns:a16="http://schemas.microsoft.com/office/drawing/2014/main" id="{D21C07CD-08B9-4AFA-8E7E-0264210B0A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001" y="6014847"/>
            <a:ext cx="1339851" cy="405880"/>
          </a:xfrm>
          <a:prstGeom prst="rect">
            <a:avLst/>
          </a:prstGeom>
        </p:spPr>
      </p:pic>
      <p:pic>
        <p:nvPicPr>
          <p:cNvPr id="23" name="Picture 22">
            <a:extLst>
              <a:ext uri="{FF2B5EF4-FFF2-40B4-BE49-F238E27FC236}">
                <a16:creationId xmlns:a16="http://schemas.microsoft.com/office/drawing/2014/main" id="{704A3D57-DB49-41DA-A6BD-C874683D73B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968739" y="358451"/>
            <a:ext cx="2788923" cy="1582836"/>
          </a:xfrm>
          <a:prstGeom prst="rect">
            <a:avLst/>
          </a:prstGeom>
        </p:spPr>
      </p:pic>
    </p:spTree>
    <p:extLst>
      <p:ext uri="{BB962C8B-B14F-4D97-AF65-F5344CB8AC3E}">
        <p14:creationId xmlns:p14="http://schemas.microsoft.com/office/powerpoint/2010/main" val="3526900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tand-alone">
    <p:spTree>
      <p:nvGrpSpPr>
        <p:cNvPr id="1" name=""/>
        <p:cNvGrpSpPr/>
        <p:nvPr/>
      </p:nvGrpSpPr>
      <p:grpSpPr>
        <a:xfrm>
          <a:off x="0" y="0"/>
          <a:ext cx="0" cy="0"/>
          <a:chOff x="0" y="0"/>
          <a:chExt cx="0" cy="0"/>
        </a:xfrm>
      </p:grpSpPr>
      <p:sp>
        <p:nvSpPr>
          <p:cNvPr id="8" name="Datumsplatzhalter 3">
            <a:extLst>
              <a:ext uri="{FF2B5EF4-FFF2-40B4-BE49-F238E27FC236}">
                <a16:creationId xmlns:a16="http://schemas.microsoft.com/office/drawing/2014/main" id="{6A05F6A5-AAC4-43B2-AF2C-78395EF6B181}"/>
              </a:ext>
            </a:extLst>
          </p:cNvPr>
          <p:cNvSpPr>
            <a:spLocks noGrp="1"/>
          </p:cNvSpPr>
          <p:nvPr>
            <p:ph type="dt" sz="half" idx="2"/>
          </p:nvPr>
        </p:nvSpPr>
        <p:spPr>
          <a:xfrm>
            <a:off x="10938752" y="6521895"/>
            <a:ext cx="65"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10" name="Fußzeilenplatzhalter 4">
            <a:extLst>
              <a:ext uri="{FF2B5EF4-FFF2-40B4-BE49-F238E27FC236}">
                <a16:creationId xmlns:a16="http://schemas.microsoft.com/office/drawing/2014/main" id="{1F59DA3F-6174-4BD8-B0E2-E892BF2F425E}"/>
              </a:ext>
            </a:extLst>
          </p:cNvPr>
          <p:cNvSpPr>
            <a:spLocks noGrp="1"/>
          </p:cNvSpPr>
          <p:nvPr>
            <p:ph type="ftr" sz="quarter" idx="3"/>
          </p:nvPr>
        </p:nvSpPr>
        <p:spPr>
          <a:xfrm>
            <a:off x="2313141" y="652192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Introduction: Fully Outsourced Trials (FOTs) at BI, V1 September 2023</a:t>
            </a:r>
            <a:endParaRPr lang="en-GB"/>
          </a:p>
        </p:txBody>
      </p:sp>
      <p:sp>
        <p:nvSpPr>
          <p:cNvPr id="17" name="Foliennummernplatzhalter 5">
            <a:extLst>
              <a:ext uri="{FF2B5EF4-FFF2-40B4-BE49-F238E27FC236}">
                <a16:creationId xmlns:a16="http://schemas.microsoft.com/office/drawing/2014/main" id="{A00EB11C-8376-4A26-9459-7E50B9C4C6DB}"/>
              </a:ext>
            </a:extLst>
          </p:cNvPr>
          <p:cNvSpPr>
            <a:spLocks noGrp="1"/>
          </p:cNvSpPr>
          <p:nvPr>
            <p:ph type="sldNum" sz="quarter" idx="4"/>
          </p:nvPr>
        </p:nvSpPr>
        <p:spPr>
          <a:xfrm>
            <a:off x="11852249" y="6524503"/>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Tree>
    <p:extLst>
      <p:ext uri="{BB962C8B-B14F-4D97-AF65-F5344CB8AC3E}">
        <p14:creationId xmlns:p14="http://schemas.microsoft.com/office/powerpoint/2010/main" val="216816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54653974"/>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a:solidFill>
                <a:schemeClr val="bg1"/>
              </a:solidFill>
              <a:latin typeface="BISansOptiCond" panose="02000506040000020004" pitchFamily="2" charset="0"/>
              <a:ea typeface="+mj-ea"/>
              <a:sym typeface="BISansOptiCond" panose="02000506040000020004" pitchFamily="2" charset="0"/>
            </a:endParaRPr>
          </a:p>
        </p:txBody>
      </p:sp>
      <p:sp>
        <p:nvSpPr>
          <p:cNvPr id="10" name="Datumsplatzhalter 3">
            <a:extLst>
              <a:ext uri="{FF2B5EF4-FFF2-40B4-BE49-F238E27FC236}">
                <a16:creationId xmlns:a16="http://schemas.microsoft.com/office/drawing/2014/main" id="{F03D2F70-28FD-4FC0-B747-D49FE9BA467B}"/>
              </a:ext>
            </a:extLst>
          </p:cNvPr>
          <p:cNvSpPr>
            <a:spLocks noGrp="1"/>
          </p:cNvSpPr>
          <p:nvPr>
            <p:ph type="dt" sz="half" idx="2"/>
          </p:nvPr>
        </p:nvSpPr>
        <p:spPr>
          <a:xfrm>
            <a:off x="10938752" y="6521895"/>
            <a:ext cx="65"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52249" y="6524503"/>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4" name="Title 3">
            <a:extLst>
              <a:ext uri="{FF2B5EF4-FFF2-40B4-BE49-F238E27FC236}">
                <a16:creationId xmlns:a16="http://schemas.microsoft.com/office/drawing/2014/main" id="{76545B61-D4AA-49F7-89FC-634C879F1E71}"/>
              </a:ext>
            </a:extLst>
          </p:cNvPr>
          <p:cNvSpPr>
            <a:spLocks noGrp="1"/>
          </p:cNvSpPr>
          <p:nvPr>
            <p:ph type="title"/>
          </p:nvPr>
        </p:nvSpPr>
        <p:spPr/>
        <p:txBody>
          <a:bodyPr/>
          <a:lstStyle/>
          <a:p>
            <a:r>
              <a:rPr lang="en-US"/>
              <a:t>Click to edit Master title style</a:t>
            </a:r>
            <a:endParaRPr lang="en-GB"/>
          </a:p>
        </p:txBody>
      </p:sp>
      <p:pic>
        <p:nvPicPr>
          <p:cNvPr id="8" name="Picture 7" descr="Background pattern&#10;&#10;Description automatically generated">
            <a:extLst>
              <a:ext uri="{FF2B5EF4-FFF2-40B4-BE49-F238E27FC236}">
                <a16:creationId xmlns:a16="http://schemas.microsoft.com/office/drawing/2014/main" id="{09F669AB-F120-7AD4-01CE-22B02052B08D}"/>
              </a:ext>
            </a:extLst>
          </p:cNvPr>
          <p:cNvPicPr>
            <a:picLocks noChangeAspect="1"/>
          </p:cNvPicPr>
          <p:nvPr userDrawn="1"/>
        </p:nvPicPr>
        <p:blipFill rotWithShape="1">
          <a:blip r:embed="rId6"/>
          <a:srcRect t="96025" r="23707" b="-768"/>
          <a:stretch/>
        </p:blipFill>
        <p:spPr>
          <a:xfrm>
            <a:off x="2725379" y="6555659"/>
            <a:ext cx="5784440" cy="243348"/>
          </a:xfrm>
          <a:prstGeom prst="rect">
            <a:avLst/>
          </a:prstGeom>
        </p:spPr>
      </p:pic>
    </p:spTree>
    <p:extLst>
      <p:ext uri="{BB962C8B-B14F-4D97-AF65-F5344CB8AC3E}">
        <p14:creationId xmlns:p14="http://schemas.microsoft.com/office/powerpoint/2010/main" val="372346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54653974"/>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a:solidFill>
                <a:schemeClr val="bg1"/>
              </a:solidFill>
              <a:latin typeface="BISansOptiCond" panose="02000506040000020004" pitchFamily="2" charset="0"/>
              <a:ea typeface="+mj-ea"/>
              <a:sym typeface="BISansOptiCond" panose="02000506040000020004" pitchFamily="2" charset="0"/>
            </a:endParaRPr>
          </a:p>
        </p:txBody>
      </p:sp>
      <p:sp>
        <p:nvSpPr>
          <p:cNvPr id="10" name="Datumsplatzhalter 3">
            <a:extLst>
              <a:ext uri="{FF2B5EF4-FFF2-40B4-BE49-F238E27FC236}">
                <a16:creationId xmlns:a16="http://schemas.microsoft.com/office/drawing/2014/main" id="{F03D2F70-28FD-4FC0-B747-D49FE9BA467B}"/>
              </a:ext>
            </a:extLst>
          </p:cNvPr>
          <p:cNvSpPr>
            <a:spLocks noGrp="1"/>
          </p:cNvSpPr>
          <p:nvPr>
            <p:ph type="dt" sz="half" idx="2"/>
          </p:nvPr>
        </p:nvSpPr>
        <p:spPr>
          <a:xfrm>
            <a:off x="10938752" y="6521895"/>
            <a:ext cx="65"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52249" y="6524503"/>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4" name="Title 3">
            <a:extLst>
              <a:ext uri="{FF2B5EF4-FFF2-40B4-BE49-F238E27FC236}">
                <a16:creationId xmlns:a16="http://schemas.microsoft.com/office/drawing/2014/main" id="{76545B61-D4AA-49F7-89FC-634C879F1E71}"/>
              </a:ext>
            </a:extLst>
          </p:cNvPr>
          <p:cNvSpPr>
            <a:spLocks noGrp="1"/>
          </p:cNvSpPr>
          <p:nvPr>
            <p:ph type="title"/>
          </p:nvPr>
        </p:nvSpPr>
        <p:spPr/>
        <p:txBody>
          <a:bodyPr/>
          <a:lstStyle>
            <a:lvl1pPr>
              <a:defRPr>
                <a:latin typeface="+mj-lt"/>
              </a:defRPr>
            </a:lvl1pPr>
          </a:lstStyle>
          <a:p>
            <a:r>
              <a:rPr lang="en-US"/>
              <a:t>Click to edit Master title style</a:t>
            </a:r>
            <a:endParaRPr lang="en-GB"/>
          </a:p>
        </p:txBody>
      </p:sp>
      <p:pic>
        <p:nvPicPr>
          <p:cNvPr id="6" name="Picture 5" descr="A picture containing shape&#10;&#10;Description automatically generated">
            <a:extLst>
              <a:ext uri="{FF2B5EF4-FFF2-40B4-BE49-F238E27FC236}">
                <a16:creationId xmlns:a16="http://schemas.microsoft.com/office/drawing/2014/main" id="{BC460C58-B6FF-7D48-B836-A496AC980155}"/>
              </a:ext>
            </a:extLst>
          </p:cNvPr>
          <p:cNvPicPr>
            <a:picLocks noChangeAspect="1"/>
          </p:cNvPicPr>
          <p:nvPr userDrawn="1"/>
        </p:nvPicPr>
        <p:blipFill>
          <a:blip r:embed="rId6">
            <a:alphaModFix amt="15000"/>
            <a:extLst>
              <a:ext uri="{28A0092B-C50C-407E-A947-70E740481C1C}">
                <a14:useLocalDpi xmlns:a14="http://schemas.microsoft.com/office/drawing/2010/main" val="0"/>
              </a:ext>
            </a:extLst>
          </a:blip>
          <a:stretch>
            <a:fillRect/>
          </a:stretch>
        </p:blipFill>
        <p:spPr>
          <a:xfrm>
            <a:off x="190500" y="1133663"/>
            <a:ext cx="11811000" cy="5168900"/>
          </a:xfrm>
          <a:prstGeom prst="rect">
            <a:avLst/>
          </a:prstGeom>
        </p:spPr>
      </p:pic>
      <p:sp>
        <p:nvSpPr>
          <p:cNvPr id="9" name="Fußzeilenplatzhalter 51">
            <a:extLst>
              <a:ext uri="{FF2B5EF4-FFF2-40B4-BE49-F238E27FC236}">
                <a16:creationId xmlns:a16="http://schemas.microsoft.com/office/drawing/2014/main" id="{62A0AFCE-65D0-A8D4-9586-87D43E50E51F}"/>
              </a:ext>
            </a:extLst>
          </p:cNvPr>
          <p:cNvSpPr txBox="1">
            <a:spLocks/>
          </p:cNvSpPr>
          <p:nvPr userDrawn="1"/>
        </p:nvSpPr>
        <p:spPr>
          <a:xfrm>
            <a:off x="5455601" y="6537029"/>
            <a:ext cx="1385316" cy="246221"/>
          </a:xfrm>
          <a:prstGeom prst="rect">
            <a:avLst/>
          </a:prstGeom>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5A5A5">
                    <a:lumMod val="75000"/>
                  </a:srgbClr>
                </a:solidFill>
                <a:effectLst/>
                <a:uLnTx/>
                <a:uFillTx/>
                <a:latin typeface="BISansOpti"/>
                <a:ea typeface="+mn-ea"/>
                <a:cs typeface="+mn-cs"/>
              </a:rPr>
              <a:t>- For internal use only -</a:t>
            </a:r>
            <a:endParaRPr kumimoji="0" lang="de-DE" sz="1000" b="0" i="0" u="none" strike="noStrike" kern="1200" cap="none" spc="0" normalizeH="0" baseline="0" noProof="0">
              <a:ln>
                <a:noFill/>
              </a:ln>
              <a:solidFill>
                <a:srgbClr val="A5A5A5">
                  <a:lumMod val="75000"/>
                </a:srgbClr>
              </a:solidFill>
              <a:effectLst/>
              <a:uLnTx/>
              <a:uFillTx/>
              <a:latin typeface="BISansOpti"/>
              <a:ea typeface="+mn-ea"/>
              <a:cs typeface="+mn-cs"/>
            </a:endParaRPr>
          </a:p>
        </p:txBody>
      </p:sp>
      <p:pic>
        <p:nvPicPr>
          <p:cNvPr id="11" name="Picture 10" descr="Background pattern&#10;&#10;Description automatically generated">
            <a:extLst>
              <a:ext uri="{FF2B5EF4-FFF2-40B4-BE49-F238E27FC236}">
                <a16:creationId xmlns:a16="http://schemas.microsoft.com/office/drawing/2014/main" id="{EC505562-D33C-B04C-1806-9C9A5FC0A79B}"/>
              </a:ext>
            </a:extLst>
          </p:cNvPr>
          <p:cNvPicPr>
            <a:picLocks noChangeAspect="1"/>
          </p:cNvPicPr>
          <p:nvPr userDrawn="1"/>
        </p:nvPicPr>
        <p:blipFill rotWithShape="1">
          <a:blip r:embed="rId7"/>
          <a:srcRect t="96025" r="23707" b="-768"/>
          <a:stretch/>
        </p:blipFill>
        <p:spPr>
          <a:xfrm>
            <a:off x="2725379" y="6555659"/>
            <a:ext cx="5784440" cy="243348"/>
          </a:xfrm>
          <a:prstGeom prst="rect">
            <a:avLst/>
          </a:prstGeom>
        </p:spPr>
      </p:pic>
    </p:spTree>
    <p:extLst>
      <p:ext uri="{BB962C8B-B14F-4D97-AF65-F5344CB8AC3E}">
        <p14:creationId xmlns:p14="http://schemas.microsoft.com/office/powerpoint/2010/main" val="192914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382742206"/>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a:solidFill>
                <a:schemeClr val="bg1"/>
              </a:solidFill>
              <a:latin typeface="BISansOptiCond" panose="02000506040000020004" pitchFamily="2" charset="0"/>
              <a:ea typeface="+mj-ea"/>
              <a:sym typeface="BISansOptiCond" panose="02000506040000020004" pitchFamily="2" charset="0"/>
            </a:endParaRPr>
          </a:p>
        </p:txBody>
      </p:sp>
      <p:sp>
        <p:nvSpPr>
          <p:cNvPr id="10" name="Datumsplatzhalter 3">
            <a:extLst>
              <a:ext uri="{FF2B5EF4-FFF2-40B4-BE49-F238E27FC236}">
                <a16:creationId xmlns:a16="http://schemas.microsoft.com/office/drawing/2014/main" id="{F03D2F70-28FD-4FC0-B747-D49FE9BA467B}"/>
              </a:ext>
            </a:extLst>
          </p:cNvPr>
          <p:cNvSpPr>
            <a:spLocks noGrp="1"/>
          </p:cNvSpPr>
          <p:nvPr>
            <p:ph type="dt" sz="half" idx="2"/>
          </p:nvPr>
        </p:nvSpPr>
        <p:spPr>
          <a:xfrm>
            <a:off x="10938752" y="6521895"/>
            <a:ext cx="65"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11" name="Fußzeilenplatzhalter 4">
            <a:extLst>
              <a:ext uri="{FF2B5EF4-FFF2-40B4-BE49-F238E27FC236}">
                <a16:creationId xmlns:a16="http://schemas.microsoft.com/office/drawing/2014/main" id="{E70F3104-307E-48FC-9255-B8A9C5285874}"/>
              </a:ext>
            </a:extLst>
          </p:cNvPr>
          <p:cNvSpPr>
            <a:spLocks noGrp="1"/>
          </p:cNvSpPr>
          <p:nvPr>
            <p:ph type="ftr" sz="quarter" idx="3"/>
          </p:nvPr>
        </p:nvSpPr>
        <p:spPr>
          <a:xfrm>
            <a:off x="2313141" y="652192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Introduction: Fully Outsourced Trials (FOTs) at BI, V1 September 2023</a:t>
            </a:r>
            <a:endParaRPr lang="en-GB"/>
          </a:p>
        </p:txBody>
      </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52249" y="6524503"/>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100" y="1101300"/>
            <a:ext cx="11166901" cy="5223301"/>
          </a:xfrm>
        </p:spPr>
        <p:txBody>
          <a:bodyPr/>
          <a:lstStyle>
            <a:lvl1pPr>
              <a:spcBef>
                <a:spcPts val="1800"/>
              </a:spcBef>
              <a:defRPr/>
            </a:lvl1pPr>
            <a:lvl2pPr>
              <a:spcBef>
                <a:spcPts val="600"/>
              </a:spcBef>
              <a:defRPr/>
            </a:lvl2pPr>
            <a:lvl3pPr>
              <a:spcBef>
                <a:spcPts val="60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a:extLst>
              <a:ext uri="{FF2B5EF4-FFF2-40B4-BE49-F238E27FC236}">
                <a16:creationId xmlns:a16="http://schemas.microsoft.com/office/drawing/2014/main" id="{971F84FD-7F62-4F51-BE1B-EEE34497B39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5456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oliennummernplatzhalter 5">
            <a:extLst>
              <a:ext uri="{FF2B5EF4-FFF2-40B4-BE49-F238E27FC236}">
                <a16:creationId xmlns:a16="http://schemas.microsoft.com/office/drawing/2014/main" id="{4DE612E4-BF97-4CEA-BF06-8E3C42ABD476}"/>
              </a:ext>
            </a:extLst>
          </p:cNvPr>
          <p:cNvSpPr>
            <a:spLocks noGrp="1"/>
          </p:cNvSpPr>
          <p:nvPr>
            <p:ph type="sldNum" sz="quarter" idx="4"/>
          </p:nvPr>
        </p:nvSpPr>
        <p:spPr>
          <a:xfrm>
            <a:off x="11852249" y="6524503"/>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Tree>
    <p:extLst>
      <p:ext uri="{BB962C8B-B14F-4D97-AF65-F5344CB8AC3E}">
        <p14:creationId xmlns:p14="http://schemas.microsoft.com/office/powerpoint/2010/main" val="3381857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CAA359B-2B6E-43E4-BFBD-AA7750B75A9E}"/>
              </a:ext>
            </a:extLst>
          </p:cNvPr>
          <p:cNvGrpSpPr/>
          <p:nvPr userDrawn="1"/>
        </p:nvGrpSpPr>
        <p:grpSpPr>
          <a:xfrm>
            <a:off x="2" y="2"/>
            <a:ext cx="8053465" cy="6858001"/>
            <a:chOff x="0" y="0"/>
            <a:chExt cx="6040099" cy="5143501"/>
          </a:xfrm>
        </p:grpSpPr>
        <p:sp>
          <p:nvSpPr>
            <p:cNvPr id="13" name="Graphic 3">
              <a:extLst>
                <a:ext uri="{FF2B5EF4-FFF2-40B4-BE49-F238E27FC236}">
                  <a16:creationId xmlns:a16="http://schemas.microsoft.com/office/drawing/2014/main" id="{7392A9BB-4098-4F17-AB26-A007A0C32D1B}"/>
                </a:ext>
              </a:extLst>
            </p:cNvPr>
            <p:cNvSpPr/>
            <p:nvPr/>
          </p:nvSpPr>
          <p:spPr>
            <a:xfrm>
              <a:off x="4726900" y="2046557"/>
              <a:ext cx="1313199" cy="2229047"/>
            </a:xfrm>
            <a:custGeom>
              <a:avLst/>
              <a:gdLst>
                <a:gd name="connsiteX0" fmla="*/ 0 w 1313199"/>
                <a:gd name="connsiteY0" fmla="*/ 2225100 h 2225099"/>
                <a:gd name="connsiteX1" fmla="*/ 1002982 w 1313199"/>
                <a:gd name="connsiteY1" fmla="*/ 1231225 h 2225099"/>
                <a:gd name="connsiteX2" fmla="*/ 1313200 w 1313199"/>
                <a:gd name="connsiteY2" fmla="*/ 0 h 2225099"/>
                <a:gd name="connsiteX3" fmla="*/ 468273 w 1313199"/>
                <a:gd name="connsiteY3" fmla="*/ 308074 h 2225099"/>
              </a:gdLst>
              <a:ahLst/>
              <a:cxnLst>
                <a:cxn ang="0">
                  <a:pos x="connsiteX0" y="connsiteY0"/>
                </a:cxn>
                <a:cxn ang="0">
                  <a:pos x="connsiteX1" y="connsiteY1"/>
                </a:cxn>
                <a:cxn ang="0">
                  <a:pos x="connsiteX2" y="connsiteY2"/>
                </a:cxn>
                <a:cxn ang="0">
                  <a:pos x="connsiteX3" y="connsiteY3"/>
                </a:cxn>
              </a:cxnLst>
              <a:rect l="l" t="t" r="r" b="b"/>
              <a:pathLst>
                <a:path w="1313199" h="2225099">
                  <a:moveTo>
                    <a:pt x="0" y="2225100"/>
                  </a:moveTo>
                  <a:lnTo>
                    <a:pt x="1002982" y="1231225"/>
                  </a:lnTo>
                  <a:lnTo>
                    <a:pt x="1313200" y="0"/>
                  </a:lnTo>
                  <a:lnTo>
                    <a:pt x="468273" y="308074"/>
                  </a:lnTo>
                  <a:close/>
                </a:path>
              </a:pathLst>
            </a:custGeom>
            <a:gradFill flip="none" rotWithShape="1">
              <a:gsLst>
                <a:gs pos="60000">
                  <a:srgbClr val="D8810E"/>
                </a:gs>
                <a:gs pos="100000">
                  <a:srgbClr val="DE8611"/>
                </a:gs>
                <a:gs pos="0">
                  <a:srgbClr val="C67406"/>
                </a:gs>
              </a:gsLst>
              <a:lin ang="2700000" scaled="1"/>
              <a:tileRect/>
            </a:gradFill>
            <a:ln w="53163" cap="flat">
              <a:noFill/>
              <a:prstDash val="solid"/>
              <a:miter/>
            </a:ln>
          </p:spPr>
          <p:txBody>
            <a:bodyPr rtlCol="0" anchor="ctr"/>
            <a:lstStyle/>
            <a:p>
              <a:endParaRPr lang="en-GB" sz="2400"/>
            </a:p>
          </p:txBody>
        </p:sp>
        <p:sp>
          <p:nvSpPr>
            <p:cNvPr id="14" name="Graphic 3">
              <a:extLst>
                <a:ext uri="{FF2B5EF4-FFF2-40B4-BE49-F238E27FC236}">
                  <a16:creationId xmlns:a16="http://schemas.microsoft.com/office/drawing/2014/main" id="{090B2CB6-D758-49A5-9594-4BB4D774DADE}"/>
                </a:ext>
              </a:extLst>
            </p:cNvPr>
            <p:cNvSpPr/>
            <p:nvPr/>
          </p:nvSpPr>
          <p:spPr>
            <a:xfrm>
              <a:off x="4409717" y="3619181"/>
              <a:ext cx="573821" cy="1524318"/>
            </a:xfrm>
            <a:custGeom>
              <a:avLst/>
              <a:gdLst>
                <a:gd name="connsiteX0" fmla="*/ 0 w 573821"/>
                <a:gd name="connsiteY0" fmla="*/ 1521619 h 1521618"/>
                <a:gd name="connsiteX1" fmla="*/ 477381 w 573821"/>
                <a:gd name="connsiteY1" fmla="*/ 0 h 1521618"/>
                <a:gd name="connsiteX2" fmla="*/ 573822 w 573821"/>
                <a:gd name="connsiteY2" fmla="*/ 1521619 h 1521618"/>
              </a:gdLst>
              <a:ahLst/>
              <a:cxnLst>
                <a:cxn ang="0">
                  <a:pos x="connsiteX0" y="connsiteY0"/>
                </a:cxn>
                <a:cxn ang="0">
                  <a:pos x="connsiteX1" y="connsiteY1"/>
                </a:cxn>
                <a:cxn ang="0">
                  <a:pos x="connsiteX2" y="connsiteY2"/>
                </a:cxn>
              </a:cxnLst>
              <a:rect l="l" t="t" r="r" b="b"/>
              <a:pathLst>
                <a:path w="573821" h="1521618">
                  <a:moveTo>
                    <a:pt x="0" y="1521619"/>
                  </a:moveTo>
                  <a:lnTo>
                    <a:pt x="477381" y="0"/>
                  </a:lnTo>
                  <a:lnTo>
                    <a:pt x="573822" y="1521619"/>
                  </a:lnTo>
                  <a:close/>
                </a:path>
              </a:pathLst>
            </a:custGeom>
            <a:gradFill flip="none" rotWithShape="1">
              <a:gsLst>
                <a:gs pos="28800">
                  <a:srgbClr val="BF0F13"/>
                </a:gs>
                <a:gs pos="0">
                  <a:srgbClr val="CA1014"/>
                </a:gs>
                <a:gs pos="100000">
                  <a:srgbClr val="A30D11"/>
                </a:gs>
              </a:gsLst>
              <a:lin ang="18900000" scaled="1"/>
              <a:tileRect/>
            </a:gradFill>
            <a:ln w="53163" cap="flat">
              <a:noFill/>
              <a:prstDash val="solid"/>
              <a:miter/>
            </a:ln>
          </p:spPr>
          <p:txBody>
            <a:bodyPr rtlCol="0" anchor="ctr"/>
            <a:lstStyle/>
            <a:p>
              <a:endParaRPr lang="en-GB" sz="2400"/>
            </a:p>
          </p:txBody>
        </p:sp>
        <p:sp>
          <p:nvSpPr>
            <p:cNvPr id="15" name="Freeform: Shape 14">
              <a:extLst>
                <a:ext uri="{FF2B5EF4-FFF2-40B4-BE49-F238E27FC236}">
                  <a16:creationId xmlns:a16="http://schemas.microsoft.com/office/drawing/2014/main" id="{0A21E55A-E74F-414E-8839-E612FD88508E}"/>
                </a:ext>
              </a:extLst>
            </p:cNvPr>
            <p:cNvSpPr/>
            <p:nvPr/>
          </p:nvSpPr>
          <p:spPr>
            <a:xfrm>
              <a:off x="0" y="0"/>
              <a:ext cx="5383233" cy="5143501"/>
            </a:xfrm>
            <a:custGeom>
              <a:avLst/>
              <a:gdLst>
                <a:gd name="connsiteX0" fmla="*/ 0 w 5383233"/>
                <a:gd name="connsiteY0" fmla="*/ 0 h 5143501"/>
                <a:gd name="connsiteX1" fmla="*/ 495300 w 5383233"/>
                <a:gd name="connsiteY1" fmla="*/ 0 h 5143501"/>
                <a:gd name="connsiteX2" fmla="*/ 736600 w 5383233"/>
                <a:gd name="connsiteY2" fmla="*/ 0 h 5143501"/>
                <a:gd name="connsiteX3" fmla="*/ 3833217 w 5383233"/>
                <a:gd name="connsiteY3" fmla="*/ 0 h 5143501"/>
                <a:gd name="connsiteX4" fmla="*/ 5383233 w 5383233"/>
                <a:gd name="connsiteY4" fmla="*/ 2427638 h 5143501"/>
                <a:gd name="connsiteX5" fmla="*/ 4535091 w 5383233"/>
                <a:gd name="connsiteY5" fmla="*/ 5143501 h 5143501"/>
                <a:gd name="connsiteX6" fmla="*/ 495300 w 5383233"/>
                <a:gd name="connsiteY6" fmla="*/ 5143501 h 5143501"/>
                <a:gd name="connsiteX7" fmla="*/ 495300 w 5383233"/>
                <a:gd name="connsiteY7" fmla="*/ 5143500 h 5143501"/>
                <a:gd name="connsiteX8" fmla="*/ 0 w 5383233"/>
                <a:gd name="connsiteY8" fmla="*/ 5143500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83233" h="5143501">
                  <a:moveTo>
                    <a:pt x="0" y="0"/>
                  </a:moveTo>
                  <a:lnTo>
                    <a:pt x="495300" y="0"/>
                  </a:lnTo>
                  <a:lnTo>
                    <a:pt x="736600" y="0"/>
                  </a:lnTo>
                  <a:lnTo>
                    <a:pt x="3833217" y="0"/>
                  </a:lnTo>
                  <a:lnTo>
                    <a:pt x="5383233" y="2427638"/>
                  </a:lnTo>
                  <a:lnTo>
                    <a:pt x="4535091" y="5143501"/>
                  </a:lnTo>
                  <a:lnTo>
                    <a:pt x="495300" y="5143501"/>
                  </a:lnTo>
                  <a:lnTo>
                    <a:pt x="495300" y="5143500"/>
                  </a:lnTo>
                  <a:lnTo>
                    <a:pt x="0" y="5143500"/>
                  </a:lnTo>
                  <a:close/>
                </a:path>
              </a:pathLst>
            </a:custGeom>
            <a:gradFill flip="none" rotWithShape="1">
              <a:gsLst>
                <a:gs pos="50000">
                  <a:srgbClr val="002B55"/>
                </a:gs>
                <a:gs pos="0">
                  <a:srgbClr val="002346"/>
                </a:gs>
                <a:gs pos="100000">
                  <a:srgbClr val="003466"/>
                </a:gs>
              </a:gsLst>
              <a:lin ang="8100000" scaled="1"/>
              <a:tileRect/>
            </a:gradFill>
            <a:ln w="53163" cap="flat">
              <a:noFill/>
              <a:prstDash val="solid"/>
              <a:miter/>
            </a:ln>
          </p:spPr>
          <p:txBody>
            <a:bodyPr rtlCol="0" anchor="ctr"/>
            <a:lstStyle/>
            <a:p>
              <a:endParaRPr lang="en-GB" sz="2400"/>
            </a:p>
          </p:txBody>
        </p:sp>
        <p:sp>
          <p:nvSpPr>
            <p:cNvPr id="17" name="Graphic 3">
              <a:extLst>
                <a:ext uri="{FF2B5EF4-FFF2-40B4-BE49-F238E27FC236}">
                  <a16:creationId xmlns:a16="http://schemas.microsoft.com/office/drawing/2014/main" id="{9E50945F-CD65-4AEE-A4BB-F12BA95DE465}"/>
                </a:ext>
              </a:extLst>
            </p:cNvPr>
            <p:cNvSpPr/>
            <p:nvPr/>
          </p:nvSpPr>
          <p:spPr>
            <a:xfrm>
              <a:off x="3833217" y="0"/>
              <a:ext cx="2206882" cy="3279968"/>
            </a:xfrm>
            <a:custGeom>
              <a:avLst/>
              <a:gdLst>
                <a:gd name="connsiteX0" fmla="*/ 0 w 2206882"/>
                <a:gd name="connsiteY0" fmla="*/ 0 h 3274159"/>
                <a:gd name="connsiteX1" fmla="*/ 2206883 w 2206882"/>
                <a:gd name="connsiteY1" fmla="*/ 2042934 h 3274159"/>
                <a:gd name="connsiteX2" fmla="*/ 1896666 w 2206882"/>
                <a:gd name="connsiteY2" fmla="*/ 3274159 h 3274159"/>
              </a:gdLst>
              <a:ahLst/>
              <a:cxnLst>
                <a:cxn ang="0">
                  <a:pos x="connsiteX0" y="connsiteY0"/>
                </a:cxn>
                <a:cxn ang="0">
                  <a:pos x="connsiteX1" y="connsiteY1"/>
                </a:cxn>
                <a:cxn ang="0">
                  <a:pos x="connsiteX2" y="connsiteY2"/>
                </a:cxn>
              </a:cxnLst>
              <a:rect l="l" t="t" r="r" b="b"/>
              <a:pathLst>
                <a:path w="2206882" h="3274159">
                  <a:moveTo>
                    <a:pt x="0" y="0"/>
                  </a:moveTo>
                  <a:lnTo>
                    <a:pt x="2206883" y="2042934"/>
                  </a:lnTo>
                  <a:lnTo>
                    <a:pt x="1896666" y="3274159"/>
                  </a:lnTo>
                  <a:close/>
                </a:path>
              </a:pathLst>
            </a:custGeom>
            <a:gradFill flip="none" rotWithShape="1">
              <a:gsLst>
                <a:gs pos="0">
                  <a:srgbClr val="D2AA00"/>
                </a:gs>
                <a:gs pos="100000">
                  <a:srgbClr val="DEB400"/>
                </a:gs>
              </a:gsLst>
              <a:lin ang="13500000" scaled="1"/>
              <a:tileRect/>
            </a:gradFill>
            <a:ln w="53163" cap="flat">
              <a:noFill/>
              <a:prstDash val="solid"/>
              <a:miter/>
            </a:ln>
          </p:spPr>
          <p:txBody>
            <a:bodyPr rtlCol="0" anchor="ctr"/>
            <a:lstStyle/>
            <a:p>
              <a:endParaRPr lang="en-GB" sz="2400"/>
            </a:p>
          </p:txBody>
        </p:sp>
      </p:grpSp>
      <p:sp>
        <p:nvSpPr>
          <p:cNvPr id="16" name="Text Placeholder 15">
            <a:extLst>
              <a:ext uri="{FF2B5EF4-FFF2-40B4-BE49-F238E27FC236}">
                <a16:creationId xmlns:a16="http://schemas.microsoft.com/office/drawing/2014/main" id="{8CC5A381-B398-430A-B361-682EB4B81400}"/>
              </a:ext>
            </a:extLst>
          </p:cNvPr>
          <p:cNvSpPr>
            <a:spLocks noGrp="1"/>
          </p:cNvSpPr>
          <p:nvPr>
            <p:ph type="body" sz="quarter" idx="11" hasCustomPrompt="1"/>
          </p:nvPr>
        </p:nvSpPr>
        <p:spPr>
          <a:xfrm>
            <a:off x="508000" y="2829986"/>
            <a:ext cx="5994400" cy="1198033"/>
          </a:xfrm>
        </p:spPr>
        <p:txBody>
          <a:bodyPr anchor="ctr"/>
          <a:lstStyle>
            <a:lvl1pPr marL="0" indent="0">
              <a:buNone/>
              <a:defRPr sz="7200" b="1">
                <a:solidFill>
                  <a:schemeClr val="bg1"/>
                </a:solidFill>
                <a:latin typeface="+mj-lt"/>
              </a:defRPr>
            </a:lvl1pPr>
          </a:lstStyle>
          <a:p>
            <a:pPr lvl="0"/>
            <a:r>
              <a:rPr lang="en-US"/>
              <a:t>Enter Text Here</a:t>
            </a:r>
            <a:endParaRPr lang="en-GB"/>
          </a:p>
        </p:txBody>
      </p:sp>
      <p:pic>
        <p:nvPicPr>
          <p:cNvPr id="9" name="Grafik 11">
            <a:extLst>
              <a:ext uri="{FF2B5EF4-FFF2-40B4-BE49-F238E27FC236}">
                <a16:creationId xmlns:a16="http://schemas.microsoft.com/office/drawing/2014/main" id="{9FC281BD-EB2E-4098-915E-3674B3790B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8001" y="6014847"/>
            <a:ext cx="1339851" cy="405880"/>
          </a:xfrm>
          <a:prstGeom prst="rect">
            <a:avLst/>
          </a:prstGeom>
        </p:spPr>
      </p:pic>
      <p:pic>
        <p:nvPicPr>
          <p:cNvPr id="11" name="Picture 10">
            <a:extLst>
              <a:ext uri="{FF2B5EF4-FFF2-40B4-BE49-F238E27FC236}">
                <a16:creationId xmlns:a16="http://schemas.microsoft.com/office/drawing/2014/main" id="{7BF18A68-9F77-4682-AAD6-C21E7CF94D9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968739" y="2186647"/>
            <a:ext cx="2788923" cy="1582836"/>
          </a:xfrm>
          <a:prstGeom prst="rect">
            <a:avLst/>
          </a:prstGeom>
        </p:spPr>
      </p:pic>
    </p:spTree>
    <p:extLst>
      <p:ext uri="{BB962C8B-B14F-4D97-AF65-F5344CB8AC3E}">
        <p14:creationId xmlns:p14="http://schemas.microsoft.com/office/powerpoint/2010/main" val="160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One Medicine Logo">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7"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9" y="-11581"/>
            <a:ext cx="11298865" cy="6862177"/>
          </a:xfrm>
          <a:prstGeom prst="rect">
            <a:avLst/>
          </a:prstGeom>
        </p:spPr>
      </p:pic>
      <p:sp>
        <p:nvSpPr>
          <p:cNvPr id="2" name="Date Placeholder 1">
            <a:extLst>
              <a:ext uri="{FF2B5EF4-FFF2-40B4-BE49-F238E27FC236}">
                <a16:creationId xmlns:a16="http://schemas.microsoft.com/office/drawing/2014/main" id="{E58D01EA-5769-45A4-B1D6-59870A2AC1ED}"/>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1FBF9A9F-D5F4-41A7-837E-9D2D9D0DE64D}"/>
              </a:ext>
            </a:extLst>
          </p:cNvPr>
          <p:cNvSpPr>
            <a:spLocks noGrp="1"/>
          </p:cNvSpPr>
          <p:nvPr>
            <p:ph type="ftr" sz="quarter" idx="11"/>
          </p:nvPr>
        </p:nvSpPr>
        <p:spPr/>
        <p:txBody>
          <a:bodyPr/>
          <a:lstStyle/>
          <a:p>
            <a:r>
              <a:rPr lang="en-US"/>
              <a:t>Introduction: Fully Outsourced Trials (FOTs) at BI, V1 September 2023</a:t>
            </a:r>
            <a:endParaRPr lang="en-GB"/>
          </a:p>
        </p:txBody>
      </p:sp>
      <p:sp>
        <p:nvSpPr>
          <p:cNvPr id="4" name="Slide Number Placeholder 3">
            <a:extLst>
              <a:ext uri="{FF2B5EF4-FFF2-40B4-BE49-F238E27FC236}">
                <a16:creationId xmlns:a16="http://schemas.microsoft.com/office/drawing/2014/main" id="{418EB03B-7780-4100-A59F-26C3819826A3}"/>
              </a:ext>
            </a:extLst>
          </p:cNvPr>
          <p:cNvSpPr>
            <a:spLocks noGrp="1"/>
          </p:cNvSpPr>
          <p:nvPr>
            <p:ph type="sldNum" sz="quarter" idx="12"/>
          </p:nvPr>
        </p:nvSpPr>
        <p:spPr>
          <a:xfrm>
            <a:off x="9464554" y="6456807"/>
            <a:ext cx="161904" cy="164212"/>
          </a:xfrm>
          <a:prstGeom prst="rect">
            <a:avLst/>
          </a:prstGeom>
        </p:spPr>
        <p:txBody>
          <a:bodyPr/>
          <a:lstStyle/>
          <a:p>
            <a:fld id="{CACB6ACF-2AE8-4D09-9C71-0BD1C57C77EF}" type="slidenum">
              <a:rPr lang="en-GB" smtClean="0"/>
              <a:t>‹#›</a:t>
            </a:fld>
            <a:endParaRPr lang="en-GB"/>
          </a:p>
        </p:txBody>
      </p:sp>
    </p:spTree>
    <p:extLst>
      <p:ext uri="{BB962C8B-B14F-4D97-AF65-F5344CB8AC3E}">
        <p14:creationId xmlns:p14="http://schemas.microsoft.com/office/powerpoint/2010/main" val="373050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obj">
  <p:cSld name="Yellow &amp; Green - Small">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BB69AC9-411D-4DD3-8855-846D98DB9F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6" name="Picture 15" descr="A picture containing logo&#10;&#10;Description automatically generated">
            <a:extLst>
              <a:ext uri="{FF2B5EF4-FFF2-40B4-BE49-F238E27FC236}">
                <a16:creationId xmlns:a16="http://schemas.microsoft.com/office/drawing/2014/main" id="{5ACDE6F2-0A21-4CF0-981B-75FCEF3073D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6" y="183935"/>
            <a:ext cx="1294311" cy="927460"/>
          </a:xfrm>
          <a:prstGeom prst="rect">
            <a:avLst/>
          </a:prstGeom>
        </p:spPr>
      </p:pic>
      <p:sp>
        <p:nvSpPr>
          <p:cNvPr id="4" name="Date Placeholder 3">
            <a:extLst>
              <a:ext uri="{FF2B5EF4-FFF2-40B4-BE49-F238E27FC236}">
                <a16:creationId xmlns:a16="http://schemas.microsoft.com/office/drawing/2014/main" id="{8FEB7D32-28D9-454D-A384-CF21E4F6BFF7}"/>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C1B37F6-4AFB-4231-A5BE-DCE81A84979A}"/>
              </a:ext>
            </a:extLst>
          </p:cNvPr>
          <p:cNvSpPr>
            <a:spLocks noGrp="1"/>
          </p:cNvSpPr>
          <p:nvPr>
            <p:ph type="ftr" sz="quarter" idx="11"/>
          </p:nvPr>
        </p:nvSpPr>
        <p:spPr/>
        <p:txBody>
          <a:bodyPr/>
          <a:lstStyle/>
          <a:p>
            <a:r>
              <a:rPr lang="en-US"/>
              <a:t>Introduction: Fully Outsourced Trials (FOTs) at BI, V1 September 2023</a:t>
            </a:r>
            <a:endParaRPr lang="en-GB"/>
          </a:p>
        </p:txBody>
      </p:sp>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9464554" y="6456807"/>
            <a:ext cx="161904" cy="164212"/>
          </a:xfrm>
          <a:prstGeom prst="rect">
            <a:avLst/>
          </a:prstGeom>
        </p:spPr>
        <p:txBody>
          <a:bodyPr/>
          <a:lstStyle/>
          <a:p>
            <a:fld id="{CACB6ACF-2AE8-4D09-9C71-0BD1C57C77EF}" type="slidenum">
              <a:rPr lang="en-GB" smtClean="0"/>
              <a:t>‹#›</a:t>
            </a:fld>
            <a:endParaRPr lang="en-GB"/>
          </a:p>
        </p:txBody>
      </p:sp>
    </p:spTree>
    <p:extLst>
      <p:ext uri="{BB962C8B-B14F-4D97-AF65-F5344CB8AC3E}">
        <p14:creationId xmlns:p14="http://schemas.microsoft.com/office/powerpoint/2010/main" val="42022632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obj" preserve="1">
  <p:cSld name="Blue &amp; Yellow -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6569" y="6287115"/>
            <a:ext cx="1288963" cy="385148"/>
          </a:xfrm>
          <a:prstGeom prst="rect">
            <a:avLst/>
          </a:prstGeom>
        </p:spPr>
      </p:pic>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485775" y="6356350"/>
            <a:ext cx="1869813" cy="365125"/>
          </a:xfrm>
          <a:prstGeom prst="rect">
            <a:avLst/>
          </a:prstGeom>
        </p:spPr>
        <p:txBody>
          <a:bodyPr lIns="0"/>
          <a:lstStyle>
            <a:lvl1pPr algn="l">
              <a:defRPr>
                <a:solidFill>
                  <a:schemeClr val="accent1"/>
                </a:solidFill>
              </a:defRPr>
            </a:lvl1pPr>
          </a:lstStyle>
          <a:p>
            <a:fld id="{E5A00489-74D6-4F40-9B2D-C4C743F797E8}" type="slidenum">
              <a:rPr lang="en-GB" smtClean="0"/>
              <a:t>‹#›</a:t>
            </a:fld>
            <a:endParaRPr lang="en-GB"/>
          </a:p>
        </p:txBody>
      </p:sp>
    </p:spTree>
    <p:extLst>
      <p:ext uri="{BB962C8B-B14F-4D97-AF65-F5344CB8AC3E}">
        <p14:creationId xmlns:p14="http://schemas.microsoft.com/office/powerpoint/2010/main" val="141734469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219EBF12-3BC4-4AA2-A99A-59D1CC146204}"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9" name="Picture 8" descr="A picture containing background pattern&#10;&#10;Description automatically generated">
            <a:extLst>
              <a:ext uri="{FF2B5EF4-FFF2-40B4-BE49-F238E27FC236}">
                <a16:creationId xmlns:a16="http://schemas.microsoft.com/office/drawing/2014/main" id="{24CD343C-5C48-0EF9-5C13-3DFCB969F2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1" name="Picture 10" descr="Logo, company name&#10;&#10;Description automatically generated">
            <a:extLst>
              <a:ext uri="{FF2B5EF4-FFF2-40B4-BE49-F238E27FC236}">
                <a16:creationId xmlns:a16="http://schemas.microsoft.com/office/drawing/2014/main" id="{F5B3F95F-C082-96ED-E527-0ECB520B52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pic>
        <p:nvPicPr>
          <p:cNvPr id="12" name="Picture 11" descr="A picture containing text&#10;&#10;Description automatically generated">
            <a:extLst>
              <a:ext uri="{FF2B5EF4-FFF2-40B4-BE49-F238E27FC236}">
                <a16:creationId xmlns:a16="http://schemas.microsoft.com/office/drawing/2014/main" id="{F153A62D-0A4F-89C3-8104-78C283811E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7053647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57260F11-05D3-41A2-9A05-1CECC77896F2}"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descr="Logo&#10;&#10;Description automatically generated">
            <a:extLst>
              <a:ext uri="{FF2B5EF4-FFF2-40B4-BE49-F238E27FC236}">
                <a16:creationId xmlns:a16="http://schemas.microsoft.com/office/drawing/2014/main" id="{A89AB175-BEBC-B962-092F-B11C4B54EB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0A8A84A-CFF4-1239-488B-A2571B36240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19629004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B06C835F-C4AE-4FC8-8008-7980A8C778AD}"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6612967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Onboarding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330502" y="43004"/>
            <a:ext cx="9948925" cy="1325563"/>
          </a:xfrm>
        </p:spPr>
        <p:txBody>
          <a:bodyPr>
            <a:normAutofit/>
          </a:bodyPr>
          <a:lstStyle>
            <a:lvl1pPr>
              <a:defRPr sz="4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a:xfrm>
            <a:off x="330502" y="1463319"/>
            <a:ext cx="11566223" cy="4275753"/>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114810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EF60153F-E199-4EEB-946A-7B87D6F8B4F9}"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9" name="Picture 8" descr="Shape, arrow&#10;&#10;Description automatically generated">
            <a:extLst>
              <a:ext uri="{FF2B5EF4-FFF2-40B4-BE49-F238E27FC236}">
                <a16:creationId xmlns:a16="http://schemas.microsoft.com/office/drawing/2014/main" id="{077A904D-B9E5-9912-219A-AE5B5C123C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11" name="Picture 10" descr="A picture containing text&#10;&#10;Description automatically generated">
            <a:extLst>
              <a:ext uri="{FF2B5EF4-FFF2-40B4-BE49-F238E27FC236}">
                <a16:creationId xmlns:a16="http://schemas.microsoft.com/office/drawing/2014/main" id="{870D1F43-0B07-5FE8-E9D7-E36BE372CE0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3843265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E0F2EE6F-5048-434C-9141-0533A28CD3D7}"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shape&#10;&#10;Description automatically generated">
            <a:extLst>
              <a:ext uri="{FF2B5EF4-FFF2-40B4-BE49-F238E27FC236}">
                <a16:creationId xmlns:a16="http://schemas.microsoft.com/office/drawing/2014/main" id="{C3B0BF13-DB86-5480-E420-BA715B997E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Tree>
    <p:extLst>
      <p:ext uri="{BB962C8B-B14F-4D97-AF65-F5344CB8AC3E}">
        <p14:creationId xmlns:p14="http://schemas.microsoft.com/office/powerpoint/2010/main" val="149361723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73FBB811-E9A7-471B-ADCE-3E38401D51B3}"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9" name="Picture 8" descr="A picture containing shape&#10;&#10;Description automatically generated">
            <a:extLst>
              <a:ext uri="{FF2B5EF4-FFF2-40B4-BE49-F238E27FC236}">
                <a16:creationId xmlns:a16="http://schemas.microsoft.com/office/drawing/2014/main" id="{03E07AC4-7DA8-D2DC-2FAC-540F35815D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361B6338-D0B2-8AEA-B489-42CFD9966416}"/>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1" name="Picture 10">
            <a:extLst>
              <a:ext uri="{FF2B5EF4-FFF2-40B4-BE49-F238E27FC236}">
                <a16:creationId xmlns:a16="http://schemas.microsoft.com/office/drawing/2014/main" id="{CA2B8F42-39B5-8819-9E71-3F6FD4EECCC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Tree>
    <p:extLst>
      <p:ext uri="{BB962C8B-B14F-4D97-AF65-F5344CB8AC3E}">
        <p14:creationId xmlns:p14="http://schemas.microsoft.com/office/powerpoint/2010/main" val="17110419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0884229C-3E16-4C9D-A63F-89EA5BFB39C4}"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descr="A picture containing shape&#10;&#10;Description automatically generated">
            <a:extLst>
              <a:ext uri="{FF2B5EF4-FFF2-40B4-BE49-F238E27FC236}">
                <a16:creationId xmlns:a16="http://schemas.microsoft.com/office/drawing/2014/main" id="{C7A464A6-FE50-733C-0A66-F30C10BEAB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8" name="Picture 7" descr="A picture containing computer, light&#10;&#10;Description automatically generated">
            <a:extLst>
              <a:ext uri="{FF2B5EF4-FFF2-40B4-BE49-F238E27FC236}">
                <a16:creationId xmlns:a16="http://schemas.microsoft.com/office/drawing/2014/main" id="{17C75372-95A4-8617-F4CE-F9860BAA697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Tree>
    <p:extLst>
      <p:ext uri="{BB962C8B-B14F-4D97-AF65-F5344CB8AC3E}">
        <p14:creationId xmlns:p14="http://schemas.microsoft.com/office/powerpoint/2010/main" val="307815264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_Blank Dark">
    <p:bg>
      <p:bgPr>
        <a:solidFill>
          <a:srgbClr val="003366"/>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B9DD2ED2-A5BD-4174-8A51-3CCF9D3DF811}"/>
              </a:ext>
            </a:extLst>
          </p:cNvPr>
          <p:cNvSpPr>
            <a:spLocks noGrp="1"/>
          </p:cNvSpPr>
          <p:nvPr>
            <p:ph type="dt" sz="half" idx="10"/>
          </p:nvPr>
        </p:nvSpPr>
        <p:spPr>
          <a:xfrm>
            <a:off x="211312" y="6356350"/>
            <a:ext cx="2743200" cy="365125"/>
          </a:xfrm>
          <a:prstGeom prst="rect">
            <a:avLst/>
          </a:prstGeom>
        </p:spPr>
        <p:txBody>
          <a:bodyPr/>
          <a:lstStyle/>
          <a:p>
            <a:fld id="{550914F9-6B2F-460F-ACFB-DD75EF313301}" type="datetime1">
              <a:rPr lang="en-GB" smtClean="0"/>
              <a:t>28/05/2025</a:t>
            </a:fld>
            <a:endParaRPr lang="en-GB"/>
          </a:p>
        </p:txBody>
      </p:sp>
      <p:sp>
        <p:nvSpPr>
          <p:cNvPr id="5" name="Footer Placeholder 4">
            <a:extLst>
              <a:ext uri="{FF2B5EF4-FFF2-40B4-BE49-F238E27FC236}">
                <a16:creationId xmlns:a16="http://schemas.microsoft.com/office/drawing/2014/main" id="{179DB6F4-BDB3-4223-99CB-BEEE0499D52F}"/>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B6C56064-73EC-4436-B739-0A9963D787FA}"/>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5FAF98CB-6812-B4C5-840A-75071DCF914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5CDA6A29-9047-3270-CE84-E6062359914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Tree>
    <p:extLst>
      <p:ext uri="{BB962C8B-B14F-4D97-AF65-F5344CB8AC3E}">
        <p14:creationId xmlns:p14="http://schemas.microsoft.com/office/powerpoint/2010/main" val="46224493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1_Blank Dark (dark logo)">
    <p:bg>
      <p:bgPr>
        <a:solidFill>
          <a:srgbClr val="00336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9B7BD4D3-3CEA-42C6-81E0-0419B2749D57}"/>
              </a:ext>
            </a:extLst>
          </p:cNvPr>
          <p:cNvSpPr>
            <a:spLocks noGrp="1"/>
          </p:cNvSpPr>
          <p:nvPr>
            <p:ph type="dt" sz="half" idx="10"/>
          </p:nvPr>
        </p:nvSpPr>
        <p:spPr>
          <a:xfrm>
            <a:off x="211312" y="6356350"/>
            <a:ext cx="2743200" cy="365125"/>
          </a:xfrm>
          <a:prstGeom prst="rect">
            <a:avLst/>
          </a:prstGeom>
        </p:spPr>
        <p:txBody>
          <a:bodyPr/>
          <a:lstStyle/>
          <a:p>
            <a:fld id="{CDE50843-5FDD-4FF1-A091-C3911EAECC92}" type="datetime1">
              <a:rPr lang="en-GB" smtClean="0"/>
              <a:t>28/05/2025</a:t>
            </a:fld>
            <a:endParaRPr lang="en-GB"/>
          </a:p>
        </p:txBody>
      </p:sp>
      <p:sp>
        <p:nvSpPr>
          <p:cNvPr id="4" name="Footer Placeholder 3">
            <a:extLst>
              <a:ext uri="{FF2B5EF4-FFF2-40B4-BE49-F238E27FC236}">
                <a16:creationId xmlns:a16="http://schemas.microsoft.com/office/drawing/2014/main" id="{063E4312-4B0F-45A3-B648-BBEE6572EF93}"/>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8B3E0EEE-A3B5-4B5A-8BC5-85472CD6DF76}"/>
              </a:ext>
            </a:extLst>
          </p:cNvPr>
          <p:cNvSpPr>
            <a:spLocks noGrp="1"/>
          </p:cNvSpPr>
          <p:nvPr>
            <p:ph type="sldNum" sz="quarter" idx="12"/>
          </p:nvPr>
        </p:nvSpPr>
        <p:spPr/>
        <p:txBody>
          <a:bodyPr/>
          <a:lstStyle/>
          <a:p>
            <a:fld id="{9DBFC9CA-5870-4B7D-B589-0F987862A7D2}" type="slidenum">
              <a:rPr lang="en-GB" smtClean="0"/>
              <a:t>‹#›</a:t>
            </a:fld>
            <a:endParaRPr lang="en-GB"/>
          </a:p>
        </p:txBody>
      </p:sp>
      <p:pic>
        <p:nvPicPr>
          <p:cNvPr id="7" name="Picture 6">
            <a:extLst>
              <a:ext uri="{FF2B5EF4-FFF2-40B4-BE49-F238E27FC236}">
                <a16:creationId xmlns:a16="http://schemas.microsoft.com/office/drawing/2014/main" id="{2F9CC947-166B-6FA6-E90E-B2A38911ABD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8" name="Picture 7" descr="A picture containing text&#10;&#10;Description automatically generated">
            <a:extLst>
              <a:ext uri="{FF2B5EF4-FFF2-40B4-BE49-F238E27FC236}">
                <a16:creationId xmlns:a16="http://schemas.microsoft.com/office/drawing/2014/main" id="{3F2B51E9-FB4F-63DB-5293-5E12D2BFB13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54817913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1_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5950B26F-F87C-4289-8520-1658D2E22572}"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60938754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3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B3EFA67E-5975-4C61-BF43-030948A2C422}"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27277925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chemeClr val="tx1"/>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5E22D185-6CA5-419F-B7FE-04B0EE4553C9}"/>
              </a:ext>
            </a:extLst>
          </p:cNvPr>
          <p:cNvSpPr>
            <a:spLocks noGrp="1"/>
          </p:cNvSpPr>
          <p:nvPr>
            <p:ph type="dt" sz="half" idx="10"/>
          </p:nvPr>
        </p:nvSpPr>
        <p:spPr>
          <a:xfrm>
            <a:off x="211312" y="6356350"/>
            <a:ext cx="2743200" cy="365125"/>
          </a:xfrm>
          <a:prstGeom prst="rect">
            <a:avLst/>
          </a:prstGeom>
        </p:spPr>
        <p:txBody>
          <a:bodyPr/>
          <a:lstStyle/>
          <a:p>
            <a:fld id="{0DB3617F-2C01-44A5-B254-668A042DC54F}" type="datetime1">
              <a:rPr lang="en-GB" smtClean="0"/>
              <a:t>28/05/2025</a:t>
            </a:fld>
            <a:endParaRPr lang="en-GB"/>
          </a:p>
        </p:txBody>
      </p:sp>
      <p:sp>
        <p:nvSpPr>
          <p:cNvPr id="5" name="Footer Placeholder 4">
            <a:extLst>
              <a:ext uri="{FF2B5EF4-FFF2-40B4-BE49-F238E27FC236}">
                <a16:creationId xmlns:a16="http://schemas.microsoft.com/office/drawing/2014/main" id="{D19E5620-34CE-4FB3-BBDF-E7A4D0E50A25}"/>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00CB03A9-FFF6-499E-AFB7-5B25CD8821F2}"/>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26069547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Blank Dark (dark 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0310723F-9B75-4A0F-B9B8-AC1C38C0F60C}"/>
              </a:ext>
            </a:extLst>
          </p:cNvPr>
          <p:cNvSpPr>
            <a:spLocks noGrp="1"/>
          </p:cNvSpPr>
          <p:nvPr>
            <p:ph type="dt" sz="half" idx="10"/>
          </p:nvPr>
        </p:nvSpPr>
        <p:spPr>
          <a:xfrm>
            <a:off x="211312" y="6356350"/>
            <a:ext cx="2743200" cy="365125"/>
          </a:xfrm>
          <a:prstGeom prst="rect">
            <a:avLst/>
          </a:prstGeom>
        </p:spPr>
        <p:txBody>
          <a:bodyPr/>
          <a:lstStyle/>
          <a:p>
            <a:fld id="{65757F7D-64AA-4EDD-B00D-EE9BBE016960}" type="datetime1">
              <a:rPr lang="en-GB" smtClean="0"/>
              <a:t>28/05/2025</a:t>
            </a:fld>
            <a:endParaRPr lang="en-GB"/>
          </a:p>
        </p:txBody>
      </p:sp>
      <p:sp>
        <p:nvSpPr>
          <p:cNvPr id="4" name="Footer Placeholder 3">
            <a:extLst>
              <a:ext uri="{FF2B5EF4-FFF2-40B4-BE49-F238E27FC236}">
                <a16:creationId xmlns:a16="http://schemas.microsoft.com/office/drawing/2014/main" id="{54825407-9118-4E0B-B139-470FCEB7D15C}"/>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DAB0BDDB-B914-425C-B98A-78F795CE96BC}"/>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0603610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1_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descr="A picture containing logo&#10;&#10;Description automatically generated">
            <a:extLst>
              <a:ext uri="{FF2B5EF4-FFF2-40B4-BE49-F238E27FC236}">
                <a16:creationId xmlns:a16="http://schemas.microsoft.com/office/drawing/2014/main" id="{A0FD3974-BF77-4ACB-AAB5-9B571F06D2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91725" y="183934"/>
            <a:ext cx="1294311" cy="927460"/>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B4A9B76A-8F40-401A-A386-560C68C9C919}"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207643979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1_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9CFD93BF-6746-410C-976D-72D90C3198B5}"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186884909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2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433E0D15-F3F2-4663-8700-1CEB7AA9186B}"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46967996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2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F0B00057-AB47-4389-BDC9-B7ED030321F8}"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E5A00489-74D6-4F40-9B2D-C4C743F797E8}" type="slidenum">
              <a:rPr lang="en-GB" smtClean="0"/>
              <a:t>‹#›</a:t>
            </a:fld>
            <a:endParaRPr lang="en-GB"/>
          </a:p>
        </p:txBody>
      </p:sp>
    </p:spTree>
    <p:extLst>
      <p:ext uri="{BB962C8B-B14F-4D97-AF65-F5344CB8AC3E}">
        <p14:creationId xmlns:p14="http://schemas.microsoft.com/office/powerpoint/2010/main" val="346747221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2_One Medicine Logo - White">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4B7B7928-037D-44EB-B296-DDB6A0EC2A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3135" y="-4177"/>
            <a:ext cx="11298865" cy="6862177"/>
          </a:xfrm>
          <a:prstGeom prst="rect">
            <a:avLst/>
          </a:prstGeom>
        </p:spPr>
      </p:pic>
      <p:pic>
        <p:nvPicPr>
          <p:cNvPr id="10" name="Picture 9" descr="Logo, company name&#10;&#10;Description automatically generated">
            <a:extLst>
              <a:ext uri="{FF2B5EF4-FFF2-40B4-BE49-F238E27FC236}">
                <a16:creationId xmlns:a16="http://schemas.microsoft.com/office/drawing/2014/main" id="{40665463-C477-4518-95AB-7115FFBB3F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567" y="-11582"/>
            <a:ext cx="11298865" cy="6862177"/>
          </a:xfrm>
          <a:prstGeom prst="rect">
            <a:avLst/>
          </a:prstGeom>
        </p:spPr>
      </p:pic>
      <p:sp>
        <p:nvSpPr>
          <p:cNvPr id="2" name="Date Placeholder 1">
            <a:extLst>
              <a:ext uri="{FF2B5EF4-FFF2-40B4-BE49-F238E27FC236}">
                <a16:creationId xmlns:a16="http://schemas.microsoft.com/office/drawing/2014/main" id="{3A8A8ED5-8AC4-4C48-A73C-719D8A708426}"/>
              </a:ext>
            </a:extLst>
          </p:cNvPr>
          <p:cNvSpPr>
            <a:spLocks noGrp="1"/>
          </p:cNvSpPr>
          <p:nvPr>
            <p:ph type="dt" sz="half" idx="10"/>
          </p:nvPr>
        </p:nvSpPr>
        <p:spPr>
          <a:xfrm>
            <a:off x="211312" y="6356350"/>
            <a:ext cx="2743200" cy="365125"/>
          </a:xfrm>
          <a:prstGeom prst="rect">
            <a:avLst/>
          </a:prstGeom>
        </p:spPr>
        <p:txBody>
          <a:bodyPr/>
          <a:lstStyle/>
          <a:p>
            <a:fld id="{37CE29CD-32D4-4281-96C0-0169DD3F2ABA}" type="datetime1">
              <a:rPr lang="en-GB" smtClean="0"/>
              <a:t>28/05/2025</a:t>
            </a:fld>
            <a:endParaRPr lang="en-GB"/>
          </a:p>
        </p:txBody>
      </p:sp>
      <p:sp>
        <p:nvSpPr>
          <p:cNvPr id="3" name="Footer Placeholder 2">
            <a:extLst>
              <a:ext uri="{FF2B5EF4-FFF2-40B4-BE49-F238E27FC236}">
                <a16:creationId xmlns:a16="http://schemas.microsoft.com/office/drawing/2014/main" id="{AB154653-CC69-4155-8BB0-325790B4A63E}"/>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1396792B-E37D-4B02-99A8-AD345F7F2F9D}"/>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6" name="Picture 5" descr="A picture containing text&#10;&#10;Description automatically generated">
            <a:extLst>
              <a:ext uri="{FF2B5EF4-FFF2-40B4-BE49-F238E27FC236}">
                <a16:creationId xmlns:a16="http://schemas.microsoft.com/office/drawing/2014/main" id="{4314AB84-8910-439D-8364-1F98CFC89B0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313252761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5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7BB30CE4-BFC9-41E4-BBC6-1A86941DFB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95899" y="1265068"/>
            <a:ext cx="7200203" cy="3791919"/>
          </a:xfrm>
          <a:prstGeom prst="rect">
            <a:avLst/>
          </a:prstGeom>
        </p:spPr>
      </p:pic>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7DC19B8-9EE9-46E5-9AC5-38B3C11AA84F}"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57446189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812CB518-7A60-4D97-ADF8-2BDC97894C20}"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endParaRPr lang="en-GB"/>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0407576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Blue &amp; Yellow - Small">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F6E30B5-B78A-4CB1-8EBF-ADCF0DAD24E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020" b="2710"/>
          <a:stretch/>
        </p:blipFill>
        <p:spPr>
          <a:xfrm>
            <a:off x="0" y="183935"/>
            <a:ext cx="11336206" cy="6674066"/>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4" name="Date Placeholder 3">
            <a:extLst>
              <a:ext uri="{FF2B5EF4-FFF2-40B4-BE49-F238E27FC236}">
                <a16:creationId xmlns:a16="http://schemas.microsoft.com/office/drawing/2014/main" id="{8FEB7D32-28D9-454D-A384-CF21E4F6BFF7}"/>
              </a:ext>
            </a:extLst>
          </p:cNvPr>
          <p:cNvSpPr>
            <a:spLocks noGrp="1"/>
          </p:cNvSpPr>
          <p:nvPr>
            <p:ph type="dt" sz="half" idx="10"/>
          </p:nvPr>
        </p:nvSpPr>
        <p:spPr>
          <a:xfrm>
            <a:off x="211312" y="6356350"/>
            <a:ext cx="2743200" cy="365125"/>
          </a:xfrm>
          <a:prstGeom prst="rect">
            <a:avLst/>
          </a:prstGeom>
        </p:spPr>
        <p:txBody>
          <a:bodyPr/>
          <a:lstStyle/>
          <a:p>
            <a:fld id="{75F95954-7048-45C2-B20A-DB3E54876217}" type="datetime1">
              <a:rPr lang="en-GB" smtClean="0"/>
              <a:t>28/05/2025</a:t>
            </a:fld>
            <a:endParaRPr lang="en-GB"/>
          </a:p>
        </p:txBody>
      </p:sp>
      <p:sp>
        <p:nvSpPr>
          <p:cNvPr id="5" name="Footer Placeholder 4">
            <a:extLst>
              <a:ext uri="{FF2B5EF4-FFF2-40B4-BE49-F238E27FC236}">
                <a16:creationId xmlns:a16="http://schemas.microsoft.com/office/drawing/2014/main" id="{4C1B37F6-4AFB-4231-A5BE-DCE81A84979A}"/>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0F4D319-EB04-404C-BC5F-2F73FCB33F8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spTree>
    <p:extLst>
      <p:ext uri="{BB962C8B-B14F-4D97-AF65-F5344CB8AC3E}">
        <p14:creationId xmlns:p14="http://schemas.microsoft.com/office/powerpoint/2010/main" val="266401264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2_Pictur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1" y="0"/>
            <a:ext cx="12192001"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pic>
        <p:nvPicPr>
          <p:cNvPr id="6" name="Picture 5" descr="Shape, arrow&#10;&#10;Description automatically generated">
            <a:extLst>
              <a:ext uri="{FF2B5EF4-FFF2-40B4-BE49-F238E27FC236}">
                <a16:creationId xmlns:a16="http://schemas.microsoft.com/office/drawing/2014/main" id="{D3AD6FED-D3CC-41C0-90D5-86DBEC37472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6897" r="48740"/>
          <a:stretch/>
        </p:blipFill>
        <p:spPr>
          <a:xfrm>
            <a:off x="-6935" y="3252302"/>
            <a:ext cx="5206256" cy="3606205"/>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8733D022-D338-4295-BCAA-C4F2FC534A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39F0D519-4DBE-4084-B922-70E852FD3DD9}"/>
              </a:ext>
            </a:extLst>
          </p:cNvPr>
          <p:cNvSpPr>
            <a:spLocks noGrp="1"/>
          </p:cNvSpPr>
          <p:nvPr>
            <p:ph type="dt" sz="half" idx="10"/>
          </p:nvPr>
        </p:nvSpPr>
        <p:spPr>
          <a:xfrm>
            <a:off x="211312" y="6356350"/>
            <a:ext cx="2743200" cy="365125"/>
          </a:xfrm>
          <a:prstGeom prst="rect">
            <a:avLst/>
          </a:prstGeom>
        </p:spPr>
        <p:txBody>
          <a:bodyPr/>
          <a:lstStyle/>
          <a:p>
            <a:fld id="{C79DD9A1-DC5B-4EDB-88B7-8F225BBE989D}" type="datetime1">
              <a:rPr lang="en-GB" smtClean="0"/>
              <a:t>28/05/2025</a:t>
            </a:fld>
            <a:endParaRPr lang="en-GB"/>
          </a:p>
        </p:txBody>
      </p:sp>
      <p:sp>
        <p:nvSpPr>
          <p:cNvPr id="4" name="Footer Placeholder 3">
            <a:extLst>
              <a:ext uri="{FF2B5EF4-FFF2-40B4-BE49-F238E27FC236}">
                <a16:creationId xmlns:a16="http://schemas.microsoft.com/office/drawing/2014/main" id="{D979916E-A9BC-4052-A031-523FC0E1A440}"/>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BC89825C-F5A8-4A2B-9DE6-651DED66B7B6}"/>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pic>
        <p:nvPicPr>
          <p:cNvPr id="10" name="Picture 9" descr="Logo, company name&#10;&#10;Description automatically generated">
            <a:extLst>
              <a:ext uri="{FF2B5EF4-FFF2-40B4-BE49-F238E27FC236}">
                <a16:creationId xmlns:a16="http://schemas.microsoft.com/office/drawing/2014/main" id="{47A1E514-BAA2-4AB7-9ABA-F904292FFC25}"/>
              </a:ext>
            </a:extLst>
          </p:cNvPr>
          <p:cNvPicPr>
            <a:picLocks noChangeAspect="1"/>
          </p:cNvPicPr>
          <p:nvPr userDrawn="1"/>
        </p:nvPicPr>
        <p:blipFill rotWithShape="1">
          <a:blip r:embed="rId4"/>
          <a:srcRect l="3571" t="5926" r="3571" b="15926"/>
          <a:stretch/>
        </p:blipFill>
        <p:spPr>
          <a:xfrm>
            <a:off x="10261549" y="453891"/>
            <a:ext cx="1609484" cy="917842"/>
          </a:xfrm>
          <a:prstGeom prst="rect">
            <a:avLst/>
          </a:prstGeom>
        </p:spPr>
      </p:pic>
    </p:spTree>
    <p:extLst>
      <p:ext uri="{BB962C8B-B14F-4D97-AF65-F5344CB8AC3E}">
        <p14:creationId xmlns:p14="http://schemas.microsoft.com/office/powerpoint/2010/main" val="367363652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2_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046B71-5E53-4073-BA79-1660BFD0EEAE}"/>
              </a:ext>
            </a:extLst>
          </p:cNvPr>
          <p:cNvSpPr>
            <a:spLocks noGrp="1"/>
          </p:cNvSpPr>
          <p:nvPr>
            <p:ph type="pic" idx="1"/>
          </p:nvPr>
        </p:nvSpPr>
        <p:spPr>
          <a:xfrm>
            <a:off x="0" y="0"/>
            <a:ext cx="12192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pic>
        <p:nvPicPr>
          <p:cNvPr id="4" name="Picture 3" descr="A picture containing shape&#10;&#10;Description automatically generated">
            <a:extLst>
              <a:ext uri="{FF2B5EF4-FFF2-40B4-BE49-F238E27FC236}">
                <a16:creationId xmlns:a16="http://schemas.microsoft.com/office/drawing/2014/main" id="{D9FD3CE7-1855-4841-84C1-42BA01B1CA8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2631"/>
          <a:stretch/>
        </p:blipFill>
        <p:spPr>
          <a:xfrm>
            <a:off x="0" y="0"/>
            <a:ext cx="5773479" cy="6858000"/>
          </a:xfrm>
          <a:prstGeom prst="rect">
            <a:avLst/>
          </a:prstGeom>
        </p:spPr>
      </p:pic>
      <p:sp>
        <p:nvSpPr>
          <p:cNvPr id="2" name="Date Placeholder 1">
            <a:extLst>
              <a:ext uri="{FF2B5EF4-FFF2-40B4-BE49-F238E27FC236}">
                <a16:creationId xmlns:a16="http://schemas.microsoft.com/office/drawing/2014/main" id="{B619671A-B02F-479B-AB1A-419AA31EE6D2}"/>
              </a:ext>
            </a:extLst>
          </p:cNvPr>
          <p:cNvSpPr>
            <a:spLocks noGrp="1"/>
          </p:cNvSpPr>
          <p:nvPr>
            <p:ph type="dt" sz="half" idx="10"/>
          </p:nvPr>
        </p:nvSpPr>
        <p:spPr>
          <a:xfrm>
            <a:off x="211312" y="6356350"/>
            <a:ext cx="2743200" cy="365125"/>
          </a:xfrm>
          <a:prstGeom prst="rect">
            <a:avLst/>
          </a:prstGeom>
        </p:spPr>
        <p:txBody>
          <a:bodyPr/>
          <a:lstStyle/>
          <a:p>
            <a:fld id="{989E9D30-8289-4EF9-B4BE-D063865C2368}" type="datetime1">
              <a:rPr lang="en-GB" smtClean="0"/>
              <a:t>28/05/2025</a:t>
            </a:fld>
            <a:endParaRPr lang="en-GB"/>
          </a:p>
        </p:txBody>
      </p:sp>
      <p:sp>
        <p:nvSpPr>
          <p:cNvPr id="5" name="Footer Placeholder 4">
            <a:extLst>
              <a:ext uri="{FF2B5EF4-FFF2-40B4-BE49-F238E27FC236}">
                <a16:creationId xmlns:a16="http://schemas.microsoft.com/office/drawing/2014/main" id="{7DC3C3AE-E9B5-41EB-889A-3E5B6D52E134}"/>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E1912BE7-A29F-4BB9-B278-819222B335A9}"/>
              </a:ext>
            </a:extLst>
          </p:cNvPr>
          <p:cNvSpPr>
            <a:spLocks noGrp="1"/>
          </p:cNvSpPr>
          <p:nvPr>
            <p:ph type="sldNum" sz="quarter" idx="12"/>
          </p:nvPr>
        </p:nvSpPr>
        <p:spPr>
          <a:xfrm>
            <a:off x="8610600" y="6356350"/>
            <a:ext cx="1869813" cy="365125"/>
          </a:xfrm>
          <a:prstGeom prst="rect">
            <a:avLst/>
          </a:prstGeom>
        </p:spPr>
        <p:txBody>
          <a:bodyPr/>
          <a:lstStyle/>
          <a:p>
            <a:fld id="{CACB6ACF-2AE8-4D09-9C71-0BD1C57C77EF}" type="slidenum">
              <a:rPr lang="en-GB" smtClean="0"/>
              <a:t>‹#›</a:t>
            </a:fld>
            <a:endParaRPr lang="en-GB"/>
          </a:p>
        </p:txBody>
      </p:sp>
    </p:spTree>
    <p:extLst>
      <p:ext uri="{BB962C8B-B14F-4D97-AF65-F5344CB8AC3E}">
        <p14:creationId xmlns:p14="http://schemas.microsoft.com/office/powerpoint/2010/main" val="388168915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3_Title - Blue">
    <p:bg>
      <p:bgPr>
        <a:solidFill>
          <a:srgbClr val="003366"/>
        </a:solidFill>
        <a:effectLst/>
      </p:bgPr>
    </p:bg>
    <p:spTree>
      <p:nvGrpSpPr>
        <p:cNvPr id="1" name=""/>
        <p:cNvGrpSpPr/>
        <p:nvPr/>
      </p:nvGrpSpPr>
      <p:grpSpPr>
        <a:xfrm>
          <a:off x="0" y="0"/>
          <a:ext cx="0" cy="0"/>
          <a:chOff x="0" y="0"/>
          <a:chExt cx="0" cy="0"/>
        </a:xfrm>
      </p:grpSpPr>
      <p:pic>
        <p:nvPicPr>
          <p:cNvPr id="13" name="Picture 12" descr="A picture containing shape&#10;&#10;Description automatically generated">
            <a:extLst>
              <a:ext uri="{FF2B5EF4-FFF2-40B4-BE49-F238E27FC236}">
                <a16:creationId xmlns:a16="http://schemas.microsoft.com/office/drawing/2014/main" id="{C1F19296-45AE-4F7F-81B4-D580DDAEBF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61"/>
            <a:ext cx="12191999" cy="6860030"/>
          </a:xfrm>
          <a:prstGeom prst="rect">
            <a:avLst/>
          </a:prstGeom>
        </p:spPr>
      </p:pic>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a:xfrm>
            <a:off x="2690039" y="1802385"/>
            <a:ext cx="7995682" cy="1325563"/>
          </a:xfrm>
        </p:spPr>
        <p:txBody>
          <a:bodyPr anchor="t" anchorCtr="0">
            <a:noAutofit/>
          </a:bodyPr>
          <a:lstStyle>
            <a:lvl1pPr>
              <a:defRPr sz="5400">
                <a:solidFill>
                  <a:schemeClr val="bg1"/>
                </a:solidFill>
              </a:defRPr>
            </a:lvl1pPr>
          </a:lstStyle>
          <a:p>
            <a:r>
              <a:rPr lang="en-US"/>
              <a:t>Click to edit Master title style</a:t>
            </a:r>
            <a:endParaRPr lang="en-GB"/>
          </a:p>
        </p:txBody>
      </p:sp>
      <p:pic>
        <p:nvPicPr>
          <p:cNvPr id="7" name="Picture 6" descr="A picture containing text&#10;&#10;Description automatically generated">
            <a:extLst>
              <a:ext uri="{FF2B5EF4-FFF2-40B4-BE49-F238E27FC236}">
                <a16:creationId xmlns:a16="http://schemas.microsoft.com/office/drawing/2014/main" id="{1A8237BF-4203-42CD-9B57-B5A8AAC9B46D}"/>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8" name="Picture 7">
            <a:extLst>
              <a:ext uri="{FF2B5EF4-FFF2-40B4-BE49-F238E27FC236}">
                <a16:creationId xmlns:a16="http://schemas.microsoft.com/office/drawing/2014/main" id="{18A1DE74-6B62-43FF-A7D7-00108D5A90F4}"/>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3" name="Date Placeholder 2">
            <a:extLst>
              <a:ext uri="{FF2B5EF4-FFF2-40B4-BE49-F238E27FC236}">
                <a16:creationId xmlns:a16="http://schemas.microsoft.com/office/drawing/2014/main" id="{1AB48367-4348-49CC-A142-054C1B875E8E}"/>
              </a:ext>
            </a:extLst>
          </p:cNvPr>
          <p:cNvSpPr>
            <a:spLocks noGrp="1"/>
          </p:cNvSpPr>
          <p:nvPr>
            <p:ph type="dt" sz="half" idx="10"/>
          </p:nvPr>
        </p:nvSpPr>
        <p:spPr>
          <a:xfrm>
            <a:off x="211312" y="6356350"/>
            <a:ext cx="2743200" cy="365125"/>
          </a:xfrm>
          <a:prstGeom prst="rect">
            <a:avLst/>
          </a:prstGeom>
        </p:spPr>
        <p:txBody>
          <a:bodyPr/>
          <a:lstStyle/>
          <a:p>
            <a:fld id="{AC5AC5E2-0D9A-4E9E-901D-86B93BA14524}" type="datetime1">
              <a:rPr lang="en-GB" smtClean="0"/>
              <a:t>28/05/2025</a:t>
            </a:fld>
            <a:endParaRPr lang="en-GB"/>
          </a:p>
        </p:txBody>
      </p:sp>
      <p:sp>
        <p:nvSpPr>
          <p:cNvPr id="4" name="Footer Placeholder 3">
            <a:extLst>
              <a:ext uri="{FF2B5EF4-FFF2-40B4-BE49-F238E27FC236}">
                <a16:creationId xmlns:a16="http://schemas.microsoft.com/office/drawing/2014/main" id="{2D71DAA3-ABE5-4FCE-B4BE-E4B87DA9AB67}"/>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9C33F4EF-6355-4AF5-92E0-036C579D5155}"/>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381132383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3_Blank White">
    <p:spTree>
      <p:nvGrpSpPr>
        <p:cNvPr id="1" name=""/>
        <p:cNvGrpSpPr/>
        <p:nvPr/>
      </p:nvGrpSpPr>
      <p:grpSpPr>
        <a:xfrm>
          <a:off x="0" y="0"/>
          <a:ext cx="0" cy="0"/>
          <a:chOff x="0" y="0"/>
          <a:chExt cx="0" cy="0"/>
        </a:xfrm>
      </p:grpSpPr>
      <p:pic>
        <p:nvPicPr>
          <p:cNvPr id="4" name="Picture 3" descr="A picture containing shape&#10;&#10;Description automatically generated">
            <a:extLst>
              <a:ext uri="{FF2B5EF4-FFF2-40B4-BE49-F238E27FC236}">
                <a16:creationId xmlns:a16="http://schemas.microsoft.com/office/drawing/2014/main" id="{137AB7AC-764F-4520-ACD6-8B3AC9A5F6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 y="0"/>
            <a:ext cx="12181332" cy="6858000"/>
          </a:xfrm>
          <a:prstGeom prst="rect">
            <a:avLst/>
          </a:prstGeom>
        </p:spPr>
      </p:pic>
      <p:pic>
        <p:nvPicPr>
          <p:cNvPr id="6" name="Picture 5" descr="A picture containing computer, light&#10;&#10;Description automatically generated">
            <a:extLst>
              <a:ext uri="{FF2B5EF4-FFF2-40B4-BE49-F238E27FC236}">
                <a16:creationId xmlns:a16="http://schemas.microsoft.com/office/drawing/2014/main" id="{98A56271-14A7-4D6A-B362-43065C1FEC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967" y="0"/>
            <a:ext cx="12181332" cy="6858000"/>
          </a:xfrm>
          <a:prstGeom prst="rect">
            <a:avLst/>
          </a:prstGeom>
        </p:spPr>
      </p:pic>
      <p:sp>
        <p:nvSpPr>
          <p:cNvPr id="2" name="Date Placeholder 1">
            <a:extLst>
              <a:ext uri="{FF2B5EF4-FFF2-40B4-BE49-F238E27FC236}">
                <a16:creationId xmlns:a16="http://schemas.microsoft.com/office/drawing/2014/main" id="{97732330-E0B2-4C79-9EFF-B915F7457D06}"/>
              </a:ext>
            </a:extLst>
          </p:cNvPr>
          <p:cNvSpPr>
            <a:spLocks noGrp="1"/>
          </p:cNvSpPr>
          <p:nvPr>
            <p:ph type="dt" sz="half" idx="10"/>
          </p:nvPr>
        </p:nvSpPr>
        <p:spPr>
          <a:xfrm>
            <a:off x="211312" y="6356350"/>
            <a:ext cx="2743200" cy="365125"/>
          </a:xfrm>
          <a:prstGeom prst="rect">
            <a:avLst/>
          </a:prstGeom>
        </p:spPr>
        <p:txBody>
          <a:bodyPr/>
          <a:lstStyle/>
          <a:p>
            <a:fld id="{F42D81E8-3D83-4311-AA59-1E8CAA99328E}" type="datetime1">
              <a:rPr lang="en-GB" smtClean="0"/>
              <a:t>28/05/2025</a:t>
            </a:fld>
            <a:endParaRPr lang="en-GB"/>
          </a:p>
        </p:txBody>
      </p:sp>
      <p:sp>
        <p:nvSpPr>
          <p:cNvPr id="3" name="Footer Placeholder 2">
            <a:extLst>
              <a:ext uri="{FF2B5EF4-FFF2-40B4-BE49-F238E27FC236}">
                <a16:creationId xmlns:a16="http://schemas.microsoft.com/office/drawing/2014/main" id="{298D84A4-DB6A-40A5-B547-A0395081E7FD}"/>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5" name="Slide Number Placeholder 4">
            <a:extLst>
              <a:ext uri="{FF2B5EF4-FFF2-40B4-BE49-F238E27FC236}">
                <a16:creationId xmlns:a16="http://schemas.microsoft.com/office/drawing/2014/main" id="{24C5E0FD-D64D-4170-9A50-C4A3119D4336}"/>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134735506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2_Blank Dark">
    <p:bg>
      <p:bgPr>
        <a:solidFill>
          <a:srgbClr val="003366"/>
        </a:solidFill>
        <a:effectLst/>
      </p:bgPr>
    </p:bg>
    <p:spTree>
      <p:nvGrpSpPr>
        <p:cNvPr id="1" name=""/>
        <p:cNvGrpSpPr/>
        <p:nvPr/>
      </p:nvGrpSpPr>
      <p:grpSpPr>
        <a:xfrm>
          <a:off x="0" y="0"/>
          <a:ext cx="0" cy="0"/>
          <a:chOff x="0" y="0"/>
          <a:chExt cx="0" cy="0"/>
        </a:xfrm>
      </p:grpSpPr>
      <p:pic>
        <p:nvPicPr>
          <p:cNvPr id="2" name="Picture 1" descr="A picture containing text&#10;&#10;Description automatically generated">
            <a:extLst>
              <a:ext uri="{FF2B5EF4-FFF2-40B4-BE49-F238E27FC236}">
                <a16:creationId xmlns:a16="http://schemas.microsoft.com/office/drawing/2014/main" id="{95EB2031-0950-49E5-9D53-809FEFA3A17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3" name="Picture 2">
            <a:extLst>
              <a:ext uri="{FF2B5EF4-FFF2-40B4-BE49-F238E27FC236}">
                <a16:creationId xmlns:a16="http://schemas.microsoft.com/office/drawing/2014/main" id="{D2F45263-2200-4541-8280-1F340F9B404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sp>
        <p:nvSpPr>
          <p:cNvPr id="4" name="Date Placeholder 3">
            <a:extLst>
              <a:ext uri="{FF2B5EF4-FFF2-40B4-BE49-F238E27FC236}">
                <a16:creationId xmlns:a16="http://schemas.microsoft.com/office/drawing/2014/main" id="{B9DD2ED2-A5BD-4174-8A51-3CCF9D3DF811}"/>
              </a:ext>
            </a:extLst>
          </p:cNvPr>
          <p:cNvSpPr>
            <a:spLocks noGrp="1"/>
          </p:cNvSpPr>
          <p:nvPr>
            <p:ph type="dt" sz="half" idx="10"/>
          </p:nvPr>
        </p:nvSpPr>
        <p:spPr>
          <a:xfrm>
            <a:off x="211312" y="6356350"/>
            <a:ext cx="2743200" cy="365125"/>
          </a:xfrm>
          <a:prstGeom prst="rect">
            <a:avLst/>
          </a:prstGeom>
        </p:spPr>
        <p:txBody>
          <a:bodyPr/>
          <a:lstStyle/>
          <a:p>
            <a:fld id="{74852F78-264E-4B1D-8D3A-6D6977C82802}" type="datetime1">
              <a:rPr lang="en-GB" smtClean="0"/>
              <a:t>28/05/2025</a:t>
            </a:fld>
            <a:endParaRPr lang="en-GB"/>
          </a:p>
        </p:txBody>
      </p:sp>
      <p:sp>
        <p:nvSpPr>
          <p:cNvPr id="5" name="Footer Placeholder 4">
            <a:extLst>
              <a:ext uri="{FF2B5EF4-FFF2-40B4-BE49-F238E27FC236}">
                <a16:creationId xmlns:a16="http://schemas.microsoft.com/office/drawing/2014/main" id="{179DB6F4-BDB3-4223-99CB-BEEE0499D52F}"/>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B6C56064-73EC-4436-B739-0A9963D787FA}"/>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341255252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2_Blank Dark (dark logo)">
    <p:bg>
      <p:bgPr>
        <a:solidFill>
          <a:srgbClr val="00336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45263-2200-4541-8280-1F340F9B40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91725" y="183934"/>
            <a:ext cx="1294310" cy="927460"/>
          </a:xfrm>
          <a:prstGeom prst="rect">
            <a:avLst/>
          </a:prstGeom>
        </p:spPr>
      </p:pic>
      <p:pic>
        <p:nvPicPr>
          <p:cNvPr id="5" name="Picture 4" descr="A picture containing text&#10;&#10;Description automatically generated">
            <a:extLst>
              <a:ext uri="{FF2B5EF4-FFF2-40B4-BE49-F238E27FC236}">
                <a16:creationId xmlns:a16="http://schemas.microsoft.com/office/drawing/2014/main" id="{3F443D5D-7D66-461A-8EF4-CE9965364B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2" name="Date Placeholder 1">
            <a:extLst>
              <a:ext uri="{FF2B5EF4-FFF2-40B4-BE49-F238E27FC236}">
                <a16:creationId xmlns:a16="http://schemas.microsoft.com/office/drawing/2014/main" id="{9B7BD4D3-3CEA-42C6-81E0-0419B2749D57}"/>
              </a:ext>
            </a:extLst>
          </p:cNvPr>
          <p:cNvSpPr>
            <a:spLocks noGrp="1"/>
          </p:cNvSpPr>
          <p:nvPr>
            <p:ph type="dt" sz="half" idx="10"/>
          </p:nvPr>
        </p:nvSpPr>
        <p:spPr>
          <a:xfrm>
            <a:off x="211312" y="6356350"/>
            <a:ext cx="2743200" cy="365125"/>
          </a:xfrm>
          <a:prstGeom prst="rect">
            <a:avLst/>
          </a:prstGeom>
        </p:spPr>
        <p:txBody>
          <a:bodyPr/>
          <a:lstStyle/>
          <a:p>
            <a:fld id="{706E836A-07F8-4287-B3AA-5A8B755B06FD}" type="datetime1">
              <a:rPr lang="en-GB" smtClean="0"/>
              <a:t>28/05/2025</a:t>
            </a:fld>
            <a:endParaRPr lang="en-GB"/>
          </a:p>
        </p:txBody>
      </p:sp>
      <p:sp>
        <p:nvSpPr>
          <p:cNvPr id="4" name="Footer Placeholder 3">
            <a:extLst>
              <a:ext uri="{FF2B5EF4-FFF2-40B4-BE49-F238E27FC236}">
                <a16:creationId xmlns:a16="http://schemas.microsoft.com/office/drawing/2014/main" id="{063E4312-4B0F-45A3-B648-BBEE6572EF93}"/>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6" name="Slide Number Placeholder 5">
            <a:extLst>
              <a:ext uri="{FF2B5EF4-FFF2-40B4-BE49-F238E27FC236}">
                <a16:creationId xmlns:a16="http://schemas.microsoft.com/office/drawing/2014/main" id="{8B3E0EEE-A3B5-4B5A-8BC5-85472CD6DF76}"/>
              </a:ext>
            </a:extLst>
          </p:cNvPr>
          <p:cNvSpPr>
            <a:spLocks noGrp="1"/>
          </p:cNvSpPr>
          <p:nvPr>
            <p:ph type="sldNum" sz="quarter" idx="12"/>
          </p:nvPr>
        </p:nvSpPr>
        <p:spPr/>
        <p:txBody>
          <a:bodyPr/>
          <a:lstStyle/>
          <a:p>
            <a:fld id="{9DBFC9CA-5870-4B7D-B589-0F987862A7D2}" type="slidenum">
              <a:rPr lang="en-GB" smtClean="0"/>
              <a:t>‹#›</a:t>
            </a:fld>
            <a:endParaRPr lang="en-GB"/>
          </a:p>
        </p:txBody>
      </p:sp>
    </p:spTree>
    <p:extLst>
      <p:ext uri="{BB962C8B-B14F-4D97-AF65-F5344CB8AC3E}">
        <p14:creationId xmlns:p14="http://schemas.microsoft.com/office/powerpoint/2010/main" val="175760575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08699735"/>
      </p:ext>
    </p:extLst>
  </p:cSld>
  <p:clrMapOvr>
    <a:masterClrMapping/>
  </p:clrMapOvr>
  <p:hf hdr="0"/>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6671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08699735"/>
      </p:ext>
    </p:extLst>
  </p:cSld>
  <p:clrMapOvr>
    <a:masterClrMapping/>
  </p:clrMapOvr>
  <p:hf hdr="0"/>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6671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08699735"/>
      </p:ext>
    </p:extLst>
  </p:cSld>
  <p:clrMapOvr>
    <a:masterClrMapping/>
  </p:clrMapOvr>
  <p:hf hdr="0"/>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6671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08699735"/>
      </p:ext>
    </p:extLst>
  </p:cSld>
  <p:clrMapOvr>
    <a:masterClrMapping/>
  </p:clrMapOvr>
  <p:hf hdr="0"/>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6671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cSld name="2_One Medicine Logo -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CD882-B5F5-4E1D-8EF4-6AFDBC19B7FF}"/>
              </a:ext>
            </a:extLst>
          </p:cNvPr>
          <p:cNvSpPr>
            <a:spLocks noGrp="1"/>
          </p:cNvSpPr>
          <p:nvPr>
            <p:ph type="dt" sz="half" idx="10"/>
          </p:nvPr>
        </p:nvSpPr>
        <p:spPr>
          <a:xfrm>
            <a:off x="211312" y="6356350"/>
            <a:ext cx="2743200" cy="365125"/>
          </a:xfrm>
          <a:prstGeom prst="rect">
            <a:avLst/>
          </a:prstGeom>
        </p:spPr>
        <p:txBody>
          <a:bodyPr/>
          <a:lstStyle/>
          <a:p>
            <a:fld id="{C4CA1157-A209-4B2D-B02D-A7D7786C46A7}" type="datetime1">
              <a:rPr lang="en-GB" smtClean="0"/>
              <a:t>28/05/2025</a:t>
            </a:fld>
            <a:endParaRPr lang="en-GB"/>
          </a:p>
        </p:txBody>
      </p:sp>
      <p:sp>
        <p:nvSpPr>
          <p:cNvPr id="3" name="Footer Placeholder 2">
            <a:extLst>
              <a:ext uri="{FF2B5EF4-FFF2-40B4-BE49-F238E27FC236}">
                <a16:creationId xmlns:a16="http://schemas.microsoft.com/office/drawing/2014/main" id="{89E22930-FFDC-4911-8ABB-3148CD89BDF1}"/>
              </a:ext>
            </a:extLst>
          </p:cNvPr>
          <p:cNvSpPr>
            <a:spLocks noGrp="1"/>
          </p:cNvSpPr>
          <p:nvPr>
            <p:ph type="ftr" sz="quarter" idx="11"/>
          </p:nvPr>
        </p:nvSpPr>
        <p:spPr>
          <a:xfrm>
            <a:off x="3283527" y="6356350"/>
            <a:ext cx="5115761" cy="365125"/>
          </a:xfrm>
          <a:prstGeom prst="rect">
            <a:avLst/>
          </a:prstGeom>
        </p:spPr>
        <p:txBody>
          <a:bodyPr/>
          <a:lstStyle/>
          <a:p>
            <a:r>
              <a:rPr lang="en-GB"/>
              <a:t>CD&amp;O Regions TOM - Global frameworks May 2022</a:t>
            </a:r>
          </a:p>
        </p:txBody>
      </p:sp>
      <p:sp>
        <p:nvSpPr>
          <p:cNvPr id="4" name="Slide Number Placeholder 3">
            <a:extLst>
              <a:ext uri="{FF2B5EF4-FFF2-40B4-BE49-F238E27FC236}">
                <a16:creationId xmlns:a16="http://schemas.microsoft.com/office/drawing/2014/main" id="{D9199950-E54F-4F55-BE76-DC60F8BE761B}"/>
              </a:ext>
            </a:extLst>
          </p:cNvPr>
          <p:cNvSpPr>
            <a:spLocks noGrp="1"/>
          </p:cNvSpPr>
          <p:nvPr>
            <p:ph type="sldNum" sz="quarter" idx="12"/>
          </p:nvPr>
        </p:nvSpPr>
        <p:spPr>
          <a:xfrm>
            <a:off x="8610600" y="6356350"/>
            <a:ext cx="1869813" cy="365125"/>
          </a:xfrm>
          <a:prstGeom prst="rect">
            <a:avLst/>
          </a:prstGeom>
        </p:spPr>
        <p:txBody>
          <a:bodyPr/>
          <a:lstStyle/>
          <a:p>
            <a:fld id="{E5A00489-74D6-4F40-9B2D-C4C743F797E8}" type="slidenum">
              <a:rPr lang="en-GB" smtClean="0"/>
              <a:t>‹#›</a:t>
            </a:fld>
            <a:endParaRPr lang="en-GB"/>
          </a:p>
        </p:txBody>
      </p:sp>
      <p:pic>
        <p:nvPicPr>
          <p:cNvPr id="7" name="Picture 6" descr="A picture containing text&#10;&#10;Description automatically generated">
            <a:extLst>
              <a:ext uri="{FF2B5EF4-FFF2-40B4-BE49-F238E27FC236}">
                <a16:creationId xmlns:a16="http://schemas.microsoft.com/office/drawing/2014/main" id="{400B0F61-C31F-4B9A-AD92-A0D4E22AB58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5000"/>
                    </a14:imgEffect>
                  </a14:imgLayer>
                </a14:imgProps>
              </a:ex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43859EA7-19A4-4B70-890C-96523C349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5284" y="396803"/>
            <a:ext cx="2281432" cy="1634799"/>
          </a:xfrm>
          <a:prstGeom prst="rect">
            <a:avLst/>
          </a:prstGeom>
        </p:spPr>
      </p:pic>
      <p:sp>
        <p:nvSpPr>
          <p:cNvPr id="12" name="Text Placeholder 11">
            <a:extLst>
              <a:ext uri="{FF2B5EF4-FFF2-40B4-BE49-F238E27FC236}">
                <a16:creationId xmlns:a16="http://schemas.microsoft.com/office/drawing/2014/main" id="{46B21F70-1C77-457E-A851-B60520E878A6}"/>
              </a:ext>
            </a:extLst>
          </p:cNvPr>
          <p:cNvSpPr>
            <a:spLocks noGrp="1"/>
          </p:cNvSpPr>
          <p:nvPr>
            <p:ph type="body" sz="quarter" idx="13"/>
          </p:nvPr>
        </p:nvSpPr>
        <p:spPr>
          <a:xfrm>
            <a:off x="48491" y="4097536"/>
            <a:ext cx="12095017" cy="914400"/>
          </a:xfrm>
        </p:spPr>
        <p:txBody>
          <a:bodyPr>
            <a:normAutofit/>
          </a:bodyPr>
          <a:lstStyle>
            <a:lvl1pPr algn="ctr">
              <a:buNone/>
              <a:defRPr sz="4000">
                <a:solidFill>
                  <a:schemeClr val="bg1"/>
                </a:solidFill>
              </a:defRPr>
            </a:lvl1pPr>
            <a:lvl2pPr algn="ctr">
              <a:buNone/>
              <a:defRPr sz="3600">
                <a:solidFill>
                  <a:schemeClr val="bg1"/>
                </a:solidFill>
              </a:defRPr>
            </a:lvl2pPr>
            <a:lvl3pPr marL="0" indent="0" algn="ctr">
              <a:buNone/>
              <a:defRPr/>
            </a:lvl3pPr>
            <a:lvl4pPr algn="ctr">
              <a:buNone/>
              <a:defRPr/>
            </a:lvl4pPr>
            <a:lvl5pPr algn="ctr">
              <a:buNone/>
              <a:defRPr/>
            </a:lvl5pPr>
          </a:lstStyle>
          <a:p>
            <a:pPr lvl="0"/>
            <a:r>
              <a:rPr lang="en-US"/>
              <a:t>Click to edit Master text styles</a:t>
            </a:r>
          </a:p>
          <a:p>
            <a:pPr lvl="1"/>
            <a:r>
              <a:rPr lang="en-US"/>
              <a:t>Second level</a:t>
            </a:r>
          </a:p>
        </p:txBody>
      </p:sp>
      <p:sp>
        <p:nvSpPr>
          <p:cNvPr id="13" name="Title 12">
            <a:extLst>
              <a:ext uri="{FF2B5EF4-FFF2-40B4-BE49-F238E27FC236}">
                <a16:creationId xmlns:a16="http://schemas.microsoft.com/office/drawing/2014/main" id="{394FE488-83E5-43AA-BE83-3CEEA78E5921}"/>
              </a:ext>
            </a:extLst>
          </p:cNvPr>
          <p:cNvSpPr>
            <a:spLocks noGrp="1"/>
          </p:cNvSpPr>
          <p:nvPr>
            <p:ph type="title"/>
          </p:nvPr>
        </p:nvSpPr>
        <p:spPr>
          <a:xfrm>
            <a:off x="48491" y="2831722"/>
            <a:ext cx="12095017" cy="1325563"/>
          </a:xfrm>
        </p:spPr>
        <p:txBody>
          <a:bodyPr anchor="b" anchorCtr="0">
            <a:normAutofit/>
          </a:bodyPr>
          <a:lstStyle>
            <a:lvl1pPr algn="ctr">
              <a:defRPr sz="66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08699735"/>
      </p:ext>
    </p:extLst>
  </p:cSld>
  <p:clrMapOvr>
    <a:masterClrMapping/>
  </p:clrMapOvr>
  <p:hf hdr="0"/>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userDrawn="1">
  <p:cSld name="Title with 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82780162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27671"/>
            <a:ext cx="9718189" cy="348813"/>
          </a:xfrm>
        </p:spPr>
        <p:txBody>
          <a:bodyPr anchor="b"/>
          <a:lstStyle>
            <a:lvl1pPr>
              <a:defRPr sz="2667">
                <a:latin typeface="+mj-lt"/>
              </a:defRPr>
            </a:lvl1pPr>
          </a:lstStyle>
          <a:p>
            <a:r>
              <a:rPr lang="en-GB" noProof="0"/>
              <a:t>Click to add headline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6671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34" Type="http://schemas.openxmlformats.org/officeDocument/2006/relationships/image" Target="../media/image15.png"/><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image" Target="../media/image2.png"/><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image" Target="../media/image1.png"/><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theme" Target="../theme/theme2.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8"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oleObject" Target="../embeddings/oleObject2.bin"/><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tags" Target="../tags/tag5.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image" Target="../media/image21.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theme" Target="../theme/theme3.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image" Target="../media/image20.emf"/><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image" Target="../media/image19.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theme" Target="../theme/theme4.xml"/><Relationship Id="rId18" Type="http://schemas.openxmlformats.org/officeDocument/2006/relationships/image" Target="../media/image17.emf"/><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oleObject" Target="../embeddings/oleObject3.bin"/><Relationship Id="rId2" Type="http://schemas.openxmlformats.org/officeDocument/2006/relationships/slideLayout" Target="../slideLayouts/slideLayout85.xml"/><Relationship Id="rId16" Type="http://schemas.openxmlformats.org/officeDocument/2006/relationships/image" Target="../media/image18.png"/><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tags" Target="../tags/tag7.xml"/><Relationship Id="rId10" Type="http://schemas.openxmlformats.org/officeDocument/2006/relationships/slideLayout" Target="../slideLayouts/slideLayout93.xml"/><Relationship Id="rId19" Type="http://schemas.openxmlformats.org/officeDocument/2006/relationships/image" Target="../media/image29.png"/><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tags" Target="../tags/tag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slideLayout" Target="../slideLayouts/slideLayout108.xml"/><Relationship Id="rId18" Type="http://schemas.openxmlformats.org/officeDocument/2006/relationships/slideLayout" Target="../slideLayouts/slideLayout113.xml"/><Relationship Id="rId26" Type="http://schemas.openxmlformats.org/officeDocument/2006/relationships/slideLayout" Target="../slideLayouts/slideLayout121.xml"/><Relationship Id="rId3" Type="http://schemas.openxmlformats.org/officeDocument/2006/relationships/slideLayout" Target="../slideLayouts/slideLayout98.xml"/><Relationship Id="rId21" Type="http://schemas.openxmlformats.org/officeDocument/2006/relationships/slideLayout" Target="../slideLayouts/slideLayout116.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5" Type="http://schemas.openxmlformats.org/officeDocument/2006/relationships/slideLayout" Target="../slideLayouts/slideLayout120.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20" Type="http://schemas.openxmlformats.org/officeDocument/2006/relationships/slideLayout" Target="../slideLayouts/slideLayout115.xml"/><Relationship Id="rId29" Type="http://schemas.openxmlformats.org/officeDocument/2006/relationships/slideLayout" Target="../slideLayouts/slideLayout124.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24" Type="http://schemas.openxmlformats.org/officeDocument/2006/relationships/slideLayout" Target="../slideLayouts/slideLayout119.xml"/><Relationship Id="rId32" Type="http://schemas.openxmlformats.org/officeDocument/2006/relationships/image" Target="../media/image2.png"/><Relationship Id="rId5" Type="http://schemas.openxmlformats.org/officeDocument/2006/relationships/slideLayout" Target="../slideLayouts/slideLayout100.xml"/><Relationship Id="rId15" Type="http://schemas.openxmlformats.org/officeDocument/2006/relationships/slideLayout" Target="../slideLayouts/slideLayout110.xml"/><Relationship Id="rId23" Type="http://schemas.openxmlformats.org/officeDocument/2006/relationships/slideLayout" Target="../slideLayouts/slideLayout118.xml"/><Relationship Id="rId28" Type="http://schemas.openxmlformats.org/officeDocument/2006/relationships/slideLayout" Target="../slideLayouts/slideLayout123.xml"/><Relationship Id="rId10" Type="http://schemas.openxmlformats.org/officeDocument/2006/relationships/slideLayout" Target="../slideLayouts/slideLayout105.xml"/><Relationship Id="rId19" Type="http://schemas.openxmlformats.org/officeDocument/2006/relationships/slideLayout" Target="../slideLayouts/slideLayout114.xml"/><Relationship Id="rId31" Type="http://schemas.openxmlformats.org/officeDocument/2006/relationships/image" Target="../media/image1.png"/><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 Id="rId22" Type="http://schemas.openxmlformats.org/officeDocument/2006/relationships/slideLayout" Target="../slideLayouts/slideLayout117.xml"/><Relationship Id="rId27" Type="http://schemas.openxmlformats.org/officeDocument/2006/relationships/slideLayout" Target="../slideLayouts/slideLayout122.xml"/><Relationship Id="rId30"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26" Type="http://schemas.openxmlformats.org/officeDocument/2006/relationships/slideLayout" Target="../slideLayouts/slideLayout150.xml"/><Relationship Id="rId21" Type="http://schemas.openxmlformats.org/officeDocument/2006/relationships/slideLayout" Target="../slideLayouts/slideLayout145.xml"/><Relationship Id="rId34" Type="http://schemas.openxmlformats.org/officeDocument/2006/relationships/slideLayout" Target="../slideLayouts/slideLayout158.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5" Type="http://schemas.openxmlformats.org/officeDocument/2006/relationships/slideLayout" Target="../slideLayouts/slideLayout149.xml"/><Relationship Id="rId33" Type="http://schemas.openxmlformats.org/officeDocument/2006/relationships/slideLayout" Target="../slideLayouts/slideLayout157.xml"/><Relationship Id="rId38" Type="http://schemas.openxmlformats.org/officeDocument/2006/relationships/image" Target="../media/image37.svg"/><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29" Type="http://schemas.openxmlformats.org/officeDocument/2006/relationships/slideLayout" Target="../slideLayouts/slideLayout153.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24" Type="http://schemas.openxmlformats.org/officeDocument/2006/relationships/slideLayout" Target="../slideLayouts/slideLayout148.xml"/><Relationship Id="rId32" Type="http://schemas.openxmlformats.org/officeDocument/2006/relationships/slideLayout" Target="../slideLayouts/slideLayout156.xml"/><Relationship Id="rId37" Type="http://schemas.openxmlformats.org/officeDocument/2006/relationships/image" Target="../media/image36.png"/><Relationship Id="rId5" Type="http://schemas.openxmlformats.org/officeDocument/2006/relationships/slideLayout" Target="../slideLayouts/slideLayout129.xml"/><Relationship Id="rId15" Type="http://schemas.openxmlformats.org/officeDocument/2006/relationships/slideLayout" Target="../slideLayouts/slideLayout139.xml"/><Relationship Id="rId23" Type="http://schemas.openxmlformats.org/officeDocument/2006/relationships/slideLayout" Target="../slideLayouts/slideLayout147.xml"/><Relationship Id="rId28" Type="http://schemas.openxmlformats.org/officeDocument/2006/relationships/slideLayout" Target="../slideLayouts/slideLayout152.xml"/><Relationship Id="rId36" Type="http://schemas.openxmlformats.org/officeDocument/2006/relationships/theme" Target="../theme/theme6.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31" Type="http://schemas.openxmlformats.org/officeDocument/2006/relationships/slideLayout" Target="../slideLayouts/slideLayout155.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slideLayout" Target="../slideLayouts/slideLayout146.xml"/><Relationship Id="rId27" Type="http://schemas.openxmlformats.org/officeDocument/2006/relationships/slideLayout" Target="../slideLayouts/slideLayout151.xml"/><Relationship Id="rId30" Type="http://schemas.openxmlformats.org/officeDocument/2006/relationships/slideLayout" Target="../slideLayouts/slideLayout154.xml"/><Relationship Id="rId35" Type="http://schemas.openxmlformats.org/officeDocument/2006/relationships/slideLayout" Target="../slideLayouts/slideLayout159.xml"/><Relationship Id="rId8" Type="http://schemas.openxmlformats.org/officeDocument/2006/relationships/slideLayout" Target="../slideLayouts/slideLayout132.xml"/><Relationship Id="rId3" Type="http://schemas.openxmlformats.org/officeDocument/2006/relationships/slideLayout" Target="../slideLayouts/slideLayout127.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72.xml"/><Relationship Id="rId18" Type="http://schemas.openxmlformats.org/officeDocument/2006/relationships/slideLayout" Target="../slideLayouts/slideLayout177.xml"/><Relationship Id="rId26" Type="http://schemas.openxmlformats.org/officeDocument/2006/relationships/slideLayout" Target="../slideLayouts/slideLayout185.xml"/><Relationship Id="rId21" Type="http://schemas.openxmlformats.org/officeDocument/2006/relationships/slideLayout" Target="../slideLayouts/slideLayout180.xml"/><Relationship Id="rId34" Type="http://schemas.openxmlformats.org/officeDocument/2006/relationships/slideLayout" Target="../slideLayouts/slideLayout193.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17" Type="http://schemas.openxmlformats.org/officeDocument/2006/relationships/slideLayout" Target="../slideLayouts/slideLayout176.xml"/><Relationship Id="rId25" Type="http://schemas.openxmlformats.org/officeDocument/2006/relationships/slideLayout" Target="../slideLayouts/slideLayout184.xml"/><Relationship Id="rId33" Type="http://schemas.openxmlformats.org/officeDocument/2006/relationships/slideLayout" Target="../slideLayouts/slideLayout192.xml"/><Relationship Id="rId38" Type="http://schemas.openxmlformats.org/officeDocument/2006/relationships/image" Target="../media/image37.svg"/><Relationship Id="rId2" Type="http://schemas.openxmlformats.org/officeDocument/2006/relationships/slideLayout" Target="../slideLayouts/slideLayout161.xml"/><Relationship Id="rId16" Type="http://schemas.openxmlformats.org/officeDocument/2006/relationships/slideLayout" Target="../slideLayouts/slideLayout175.xml"/><Relationship Id="rId20" Type="http://schemas.openxmlformats.org/officeDocument/2006/relationships/slideLayout" Target="../slideLayouts/slideLayout179.xml"/><Relationship Id="rId29" Type="http://schemas.openxmlformats.org/officeDocument/2006/relationships/slideLayout" Target="../slideLayouts/slideLayout188.xml"/><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24" Type="http://schemas.openxmlformats.org/officeDocument/2006/relationships/slideLayout" Target="../slideLayouts/slideLayout183.xml"/><Relationship Id="rId32" Type="http://schemas.openxmlformats.org/officeDocument/2006/relationships/slideLayout" Target="../slideLayouts/slideLayout191.xml"/><Relationship Id="rId37" Type="http://schemas.openxmlformats.org/officeDocument/2006/relationships/image" Target="../media/image36.png"/><Relationship Id="rId5" Type="http://schemas.openxmlformats.org/officeDocument/2006/relationships/slideLayout" Target="../slideLayouts/slideLayout164.xml"/><Relationship Id="rId15" Type="http://schemas.openxmlformats.org/officeDocument/2006/relationships/slideLayout" Target="../slideLayouts/slideLayout174.xml"/><Relationship Id="rId23" Type="http://schemas.openxmlformats.org/officeDocument/2006/relationships/slideLayout" Target="../slideLayouts/slideLayout182.xml"/><Relationship Id="rId28" Type="http://schemas.openxmlformats.org/officeDocument/2006/relationships/slideLayout" Target="../slideLayouts/slideLayout187.xml"/><Relationship Id="rId36" Type="http://schemas.openxmlformats.org/officeDocument/2006/relationships/theme" Target="../theme/theme7.xml"/><Relationship Id="rId10" Type="http://schemas.openxmlformats.org/officeDocument/2006/relationships/slideLayout" Target="../slideLayouts/slideLayout169.xml"/><Relationship Id="rId19" Type="http://schemas.openxmlformats.org/officeDocument/2006/relationships/slideLayout" Target="../slideLayouts/slideLayout178.xml"/><Relationship Id="rId31" Type="http://schemas.openxmlformats.org/officeDocument/2006/relationships/slideLayout" Target="../slideLayouts/slideLayout190.xml"/><Relationship Id="rId4" Type="http://schemas.openxmlformats.org/officeDocument/2006/relationships/slideLayout" Target="../slideLayouts/slideLayout163.xml"/><Relationship Id="rId9" Type="http://schemas.openxmlformats.org/officeDocument/2006/relationships/slideLayout" Target="../slideLayouts/slideLayout168.xml"/><Relationship Id="rId14" Type="http://schemas.openxmlformats.org/officeDocument/2006/relationships/slideLayout" Target="../slideLayouts/slideLayout173.xml"/><Relationship Id="rId22" Type="http://schemas.openxmlformats.org/officeDocument/2006/relationships/slideLayout" Target="../slideLayouts/slideLayout181.xml"/><Relationship Id="rId27" Type="http://schemas.openxmlformats.org/officeDocument/2006/relationships/slideLayout" Target="../slideLayouts/slideLayout186.xml"/><Relationship Id="rId30" Type="http://schemas.openxmlformats.org/officeDocument/2006/relationships/slideLayout" Target="../slideLayouts/slideLayout189.xml"/><Relationship Id="rId35" Type="http://schemas.openxmlformats.org/officeDocument/2006/relationships/slideLayout" Target="../slideLayouts/slideLayout194.xml"/><Relationship Id="rId8" Type="http://schemas.openxmlformats.org/officeDocument/2006/relationships/slideLayout" Target="../slideLayouts/slideLayout167.xml"/><Relationship Id="rId3" Type="http://schemas.openxmlformats.org/officeDocument/2006/relationships/slideLayout" Target="../slideLayouts/slideLayout162.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07.xml"/><Relationship Id="rId18" Type="http://schemas.openxmlformats.org/officeDocument/2006/relationships/slideLayout" Target="../slideLayouts/slideLayout212.xml"/><Relationship Id="rId26" Type="http://schemas.openxmlformats.org/officeDocument/2006/relationships/slideLayout" Target="../slideLayouts/slideLayout220.xml"/><Relationship Id="rId21" Type="http://schemas.openxmlformats.org/officeDocument/2006/relationships/slideLayout" Target="../slideLayouts/slideLayout215.xml"/><Relationship Id="rId34" Type="http://schemas.openxmlformats.org/officeDocument/2006/relationships/slideLayout" Target="../slideLayouts/slideLayout228.xml"/><Relationship Id="rId7" Type="http://schemas.openxmlformats.org/officeDocument/2006/relationships/slideLayout" Target="../slideLayouts/slideLayout201.xml"/><Relationship Id="rId12" Type="http://schemas.openxmlformats.org/officeDocument/2006/relationships/slideLayout" Target="../slideLayouts/slideLayout206.xml"/><Relationship Id="rId17" Type="http://schemas.openxmlformats.org/officeDocument/2006/relationships/slideLayout" Target="../slideLayouts/slideLayout211.xml"/><Relationship Id="rId25" Type="http://schemas.openxmlformats.org/officeDocument/2006/relationships/slideLayout" Target="../slideLayouts/slideLayout219.xml"/><Relationship Id="rId33" Type="http://schemas.openxmlformats.org/officeDocument/2006/relationships/slideLayout" Target="../slideLayouts/slideLayout227.xml"/><Relationship Id="rId38" Type="http://schemas.openxmlformats.org/officeDocument/2006/relationships/image" Target="../media/image37.svg"/><Relationship Id="rId2" Type="http://schemas.openxmlformats.org/officeDocument/2006/relationships/slideLayout" Target="../slideLayouts/slideLayout196.xml"/><Relationship Id="rId16" Type="http://schemas.openxmlformats.org/officeDocument/2006/relationships/slideLayout" Target="../slideLayouts/slideLayout210.xml"/><Relationship Id="rId20" Type="http://schemas.openxmlformats.org/officeDocument/2006/relationships/slideLayout" Target="../slideLayouts/slideLayout214.xml"/><Relationship Id="rId29" Type="http://schemas.openxmlformats.org/officeDocument/2006/relationships/slideLayout" Target="../slideLayouts/slideLayout223.xml"/><Relationship Id="rId1" Type="http://schemas.openxmlformats.org/officeDocument/2006/relationships/slideLayout" Target="../slideLayouts/slideLayout195.xml"/><Relationship Id="rId6" Type="http://schemas.openxmlformats.org/officeDocument/2006/relationships/slideLayout" Target="../slideLayouts/slideLayout200.xml"/><Relationship Id="rId11" Type="http://schemas.openxmlformats.org/officeDocument/2006/relationships/slideLayout" Target="../slideLayouts/slideLayout205.xml"/><Relationship Id="rId24" Type="http://schemas.openxmlformats.org/officeDocument/2006/relationships/slideLayout" Target="../slideLayouts/slideLayout218.xml"/><Relationship Id="rId32" Type="http://schemas.openxmlformats.org/officeDocument/2006/relationships/slideLayout" Target="../slideLayouts/slideLayout226.xml"/><Relationship Id="rId37" Type="http://schemas.openxmlformats.org/officeDocument/2006/relationships/image" Target="../media/image36.png"/><Relationship Id="rId5" Type="http://schemas.openxmlformats.org/officeDocument/2006/relationships/slideLayout" Target="../slideLayouts/slideLayout199.xml"/><Relationship Id="rId15" Type="http://schemas.openxmlformats.org/officeDocument/2006/relationships/slideLayout" Target="../slideLayouts/slideLayout209.xml"/><Relationship Id="rId23" Type="http://schemas.openxmlformats.org/officeDocument/2006/relationships/slideLayout" Target="../slideLayouts/slideLayout217.xml"/><Relationship Id="rId28" Type="http://schemas.openxmlformats.org/officeDocument/2006/relationships/slideLayout" Target="../slideLayouts/slideLayout222.xml"/><Relationship Id="rId36" Type="http://schemas.openxmlformats.org/officeDocument/2006/relationships/theme" Target="../theme/theme8.xml"/><Relationship Id="rId10" Type="http://schemas.openxmlformats.org/officeDocument/2006/relationships/slideLayout" Target="../slideLayouts/slideLayout204.xml"/><Relationship Id="rId19" Type="http://schemas.openxmlformats.org/officeDocument/2006/relationships/slideLayout" Target="../slideLayouts/slideLayout213.xml"/><Relationship Id="rId31" Type="http://schemas.openxmlformats.org/officeDocument/2006/relationships/slideLayout" Target="../slideLayouts/slideLayout225.xml"/><Relationship Id="rId4" Type="http://schemas.openxmlformats.org/officeDocument/2006/relationships/slideLayout" Target="../slideLayouts/slideLayout198.xml"/><Relationship Id="rId9" Type="http://schemas.openxmlformats.org/officeDocument/2006/relationships/slideLayout" Target="../slideLayouts/slideLayout203.xml"/><Relationship Id="rId14" Type="http://schemas.openxmlformats.org/officeDocument/2006/relationships/slideLayout" Target="../slideLayouts/slideLayout208.xml"/><Relationship Id="rId22" Type="http://schemas.openxmlformats.org/officeDocument/2006/relationships/slideLayout" Target="../slideLayouts/slideLayout216.xml"/><Relationship Id="rId27" Type="http://schemas.openxmlformats.org/officeDocument/2006/relationships/slideLayout" Target="../slideLayouts/slideLayout221.xml"/><Relationship Id="rId30" Type="http://schemas.openxmlformats.org/officeDocument/2006/relationships/slideLayout" Target="../slideLayouts/slideLayout224.xml"/><Relationship Id="rId35" Type="http://schemas.openxmlformats.org/officeDocument/2006/relationships/slideLayout" Target="../slideLayouts/slideLayout229.xml"/><Relationship Id="rId8" Type="http://schemas.openxmlformats.org/officeDocument/2006/relationships/slideLayout" Target="../slideLayouts/slideLayout202.xml"/><Relationship Id="rId3" Type="http://schemas.openxmlformats.org/officeDocument/2006/relationships/slideLayout" Target="../slideLayouts/slideLayout197.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26" Type="http://schemas.openxmlformats.org/officeDocument/2006/relationships/slideLayout" Target="../slideLayouts/slideLayout255.xml"/><Relationship Id="rId21" Type="http://schemas.openxmlformats.org/officeDocument/2006/relationships/slideLayout" Target="../slideLayouts/slideLayout250.xml"/><Relationship Id="rId34" Type="http://schemas.openxmlformats.org/officeDocument/2006/relationships/slideLayout" Target="../slideLayouts/slideLayout263.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slideLayout" Target="../slideLayouts/slideLayout254.xml"/><Relationship Id="rId33" Type="http://schemas.openxmlformats.org/officeDocument/2006/relationships/slideLayout" Target="../slideLayouts/slideLayout262.xml"/><Relationship Id="rId38" Type="http://schemas.openxmlformats.org/officeDocument/2006/relationships/image" Target="../media/image37.sv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29" Type="http://schemas.openxmlformats.org/officeDocument/2006/relationships/slideLayout" Target="../slideLayouts/slideLayout258.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slideLayout" Target="../slideLayouts/slideLayout253.xml"/><Relationship Id="rId32" Type="http://schemas.openxmlformats.org/officeDocument/2006/relationships/slideLayout" Target="../slideLayouts/slideLayout261.xml"/><Relationship Id="rId37" Type="http://schemas.openxmlformats.org/officeDocument/2006/relationships/image" Target="../media/image36.pn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slideLayout" Target="../slideLayouts/slideLayout252.xml"/><Relationship Id="rId28" Type="http://schemas.openxmlformats.org/officeDocument/2006/relationships/slideLayout" Target="../slideLayouts/slideLayout257.xml"/><Relationship Id="rId36" Type="http://schemas.openxmlformats.org/officeDocument/2006/relationships/theme" Target="../theme/theme9.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31" Type="http://schemas.openxmlformats.org/officeDocument/2006/relationships/slideLayout" Target="../slideLayouts/slideLayout260.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 Id="rId27" Type="http://schemas.openxmlformats.org/officeDocument/2006/relationships/slideLayout" Target="../slideLayouts/slideLayout256.xml"/><Relationship Id="rId30" Type="http://schemas.openxmlformats.org/officeDocument/2006/relationships/slideLayout" Target="../slideLayouts/slideLayout259.xml"/><Relationship Id="rId35" Type="http://schemas.openxmlformats.org/officeDocument/2006/relationships/slideLayout" Target="../slideLayouts/slideLayout264.xml"/><Relationship Id="rId8" Type="http://schemas.openxmlformats.org/officeDocument/2006/relationships/slideLayout" Target="../slideLayouts/slideLayout237.xml"/><Relationship Id="rId3" Type="http://schemas.openxmlformats.org/officeDocument/2006/relationships/slideLayout" Target="../slideLayouts/slideLayout232.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77.xml"/><Relationship Id="rId18" Type="http://schemas.openxmlformats.org/officeDocument/2006/relationships/slideLayout" Target="../slideLayouts/slideLayout282.xml"/><Relationship Id="rId26" Type="http://schemas.openxmlformats.org/officeDocument/2006/relationships/slideLayout" Target="../slideLayouts/slideLayout290.xml"/><Relationship Id="rId21" Type="http://schemas.openxmlformats.org/officeDocument/2006/relationships/slideLayout" Target="../slideLayouts/slideLayout285.xml"/><Relationship Id="rId34" Type="http://schemas.openxmlformats.org/officeDocument/2006/relationships/slideLayout" Target="../slideLayouts/slideLayout298.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17" Type="http://schemas.openxmlformats.org/officeDocument/2006/relationships/slideLayout" Target="../slideLayouts/slideLayout281.xml"/><Relationship Id="rId25" Type="http://schemas.openxmlformats.org/officeDocument/2006/relationships/slideLayout" Target="../slideLayouts/slideLayout289.xml"/><Relationship Id="rId33" Type="http://schemas.openxmlformats.org/officeDocument/2006/relationships/slideLayout" Target="../slideLayouts/slideLayout297.xml"/><Relationship Id="rId38" Type="http://schemas.openxmlformats.org/officeDocument/2006/relationships/image" Target="../media/image37.svg"/><Relationship Id="rId2" Type="http://schemas.openxmlformats.org/officeDocument/2006/relationships/slideLayout" Target="../slideLayouts/slideLayout266.xml"/><Relationship Id="rId16" Type="http://schemas.openxmlformats.org/officeDocument/2006/relationships/slideLayout" Target="../slideLayouts/slideLayout280.xml"/><Relationship Id="rId20" Type="http://schemas.openxmlformats.org/officeDocument/2006/relationships/slideLayout" Target="../slideLayouts/slideLayout284.xml"/><Relationship Id="rId29" Type="http://schemas.openxmlformats.org/officeDocument/2006/relationships/slideLayout" Target="../slideLayouts/slideLayout293.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24" Type="http://schemas.openxmlformats.org/officeDocument/2006/relationships/slideLayout" Target="../slideLayouts/slideLayout288.xml"/><Relationship Id="rId32" Type="http://schemas.openxmlformats.org/officeDocument/2006/relationships/slideLayout" Target="../slideLayouts/slideLayout296.xml"/><Relationship Id="rId37" Type="http://schemas.openxmlformats.org/officeDocument/2006/relationships/image" Target="../media/image36.png"/><Relationship Id="rId5" Type="http://schemas.openxmlformats.org/officeDocument/2006/relationships/slideLayout" Target="../slideLayouts/slideLayout269.xml"/><Relationship Id="rId15" Type="http://schemas.openxmlformats.org/officeDocument/2006/relationships/slideLayout" Target="../slideLayouts/slideLayout279.xml"/><Relationship Id="rId23" Type="http://schemas.openxmlformats.org/officeDocument/2006/relationships/slideLayout" Target="../slideLayouts/slideLayout287.xml"/><Relationship Id="rId28" Type="http://schemas.openxmlformats.org/officeDocument/2006/relationships/slideLayout" Target="../slideLayouts/slideLayout292.xml"/><Relationship Id="rId36" Type="http://schemas.openxmlformats.org/officeDocument/2006/relationships/theme" Target="../theme/theme10.xml"/><Relationship Id="rId10" Type="http://schemas.openxmlformats.org/officeDocument/2006/relationships/slideLayout" Target="../slideLayouts/slideLayout274.xml"/><Relationship Id="rId19" Type="http://schemas.openxmlformats.org/officeDocument/2006/relationships/slideLayout" Target="../slideLayouts/slideLayout283.xml"/><Relationship Id="rId31" Type="http://schemas.openxmlformats.org/officeDocument/2006/relationships/slideLayout" Target="../slideLayouts/slideLayout295.xml"/><Relationship Id="rId4" Type="http://schemas.openxmlformats.org/officeDocument/2006/relationships/slideLayout" Target="../slideLayouts/slideLayout268.xml"/><Relationship Id="rId9" Type="http://schemas.openxmlformats.org/officeDocument/2006/relationships/slideLayout" Target="../slideLayouts/slideLayout273.xml"/><Relationship Id="rId14" Type="http://schemas.openxmlformats.org/officeDocument/2006/relationships/slideLayout" Target="../slideLayouts/slideLayout278.xml"/><Relationship Id="rId22" Type="http://schemas.openxmlformats.org/officeDocument/2006/relationships/slideLayout" Target="../slideLayouts/slideLayout286.xml"/><Relationship Id="rId27" Type="http://schemas.openxmlformats.org/officeDocument/2006/relationships/slideLayout" Target="../slideLayouts/slideLayout291.xml"/><Relationship Id="rId30" Type="http://schemas.openxmlformats.org/officeDocument/2006/relationships/slideLayout" Target="../slideLayouts/slideLayout294.xml"/><Relationship Id="rId35" Type="http://schemas.openxmlformats.org/officeDocument/2006/relationships/slideLayout" Target="../slideLayouts/slideLayout299.xml"/><Relationship Id="rId8" Type="http://schemas.openxmlformats.org/officeDocument/2006/relationships/slideLayout" Target="../slideLayouts/slideLayout272.xml"/><Relationship Id="rId3" Type="http://schemas.openxmlformats.org/officeDocument/2006/relationships/slideLayout" Target="../slideLayouts/slideLayout2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1" name="Picture 30" descr="A picture containing shape&#10;&#10;Description automatically generated">
            <a:extLst>
              <a:ext uri="{FF2B5EF4-FFF2-40B4-BE49-F238E27FC236}">
                <a16:creationId xmlns:a16="http://schemas.microsoft.com/office/drawing/2014/main" id="{9822D56A-EEFE-43A1-B65D-5D7F10D017FD}"/>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0" y="-2031"/>
            <a:ext cx="12192000" cy="6860031"/>
          </a:xfrm>
          <a:prstGeom prst="rect">
            <a:avLst/>
          </a:prstGeom>
        </p:spPr>
      </p:pic>
      <p:sp>
        <p:nvSpPr>
          <p:cNvPr id="2" name="Title Placeholder 1">
            <a:extLst>
              <a:ext uri="{FF2B5EF4-FFF2-40B4-BE49-F238E27FC236}">
                <a16:creationId xmlns:a16="http://schemas.microsoft.com/office/drawing/2014/main" id="{73964CA6-FD4F-4167-BF0A-F632B7732A34}"/>
              </a:ext>
            </a:extLst>
          </p:cNvPr>
          <p:cNvSpPr>
            <a:spLocks noGrp="1"/>
          </p:cNvSpPr>
          <p:nvPr>
            <p:ph type="title"/>
          </p:nvPr>
        </p:nvSpPr>
        <p:spPr>
          <a:xfrm>
            <a:off x="485775" y="250031"/>
            <a:ext cx="9948925"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3107D5-497B-4579-A99A-77A06EA4F812}"/>
              </a:ext>
            </a:extLst>
          </p:cNvPr>
          <p:cNvSpPr>
            <a:spLocks noGrp="1"/>
          </p:cNvSpPr>
          <p:nvPr>
            <p:ph type="body" idx="1"/>
          </p:nvPr>
        </p:nvSpPr>
        <p:spPr>
          <a:xfrm>
            <a:off x="485775" y="1825625"/>
            <a:ext cx="11410950" cy="4275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Rectangle 12">
            <a:extLst>
              <a:ext uri="{FF2B5EF4-FFF2-40B4-BE49-F238E27FC236}">
                <a16:creationId xmlns:a16="http://schemas.microsoft.com/office/drawing/2014/main" id="{94A43239-F310-43E4-B847-6D58D6C97A62}"/>
              </a:ext>
            </a:extLst>
          </p:cNvPr>
          <p:cNvSpPr/>
          <p:nvPr/>
        </p:nvSpPr>
        <p:spPr>
          <a:xfrm>
            <a:off x="28200" y="-634205"/>
            <a:ext cx="1620000" cy="544512"/>
          </a:xfrm>
          <a:prstGeom prst="rect">
            <a:avLst/>
          </a:prstGeom>
          <a:solidFill>
            <a:srgbClr val="004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9408D8C8-4DA8-4EFE-A034-26AFE601F948}"/>
              </a:ext>
            </a:extLst>
          </p:cNvPr>
          <p:cNvSpPr/>
          <p:nvPr/>
        </p:nvSpPr>
        <p:spPr>
          <a:xfrm>
            <a:off x="1785500" y="-634205"/>
            <a:ext cx="1620000" cy="544512"/>
          </a:xfrm>
          <a:prstGeom prst="rect">
            <a:avLst/>
          </a:prstGeom>
          <a:solidFill>
            <a:srgbClr val="6396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DDA1F84-F147-49C0-85F1-16180C89427C}"/>
              </a:ext>
            </a:extLst>
          </p:cNvPr>
          <p:cNvSpPr/>
          <p:nvPr/>
        </p:nvSpPr>
        <p:spPr>
          <a:xfrm>
            <a:off x="3542800" y="-634205"/>
            <a:ext cx="1620000" cy="544512"/>
          </a:xfrm>
          <a:prstGeom prst="rect">
            <a:avLst/>
          </a:prstGeom>
          <a:solidFill>
            <a:srgbClr val="FE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63D1B5A-7E08-4C73-99F8-C8B101CD48A6}"/>
              </a:ext>
            </a:extLst>
          </p:cNvPr>
          <p:cNvSpPr/>
          <p:nvPr/>
        </p:nvSpPr>
        <p:spPr>
          <a:xfrm>
            <a:off x="5300100" y="-634205"/>
            <a:ext cx="1620000" cy="544512"/>
          </a:xfrm>
          <a:prstGeom prst="rect">
            <a:avLst/>
          </a:prstGeom>
          <a:solidFill>
            <a:srgbClr val="0199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AB3DB7BC-7246-4CFC-AF45-E13BB577AFD3}"/>
              </a:ext>
            </a:extLst>
          </p:cNvPr>
          <p:cNvSpPr/>
          <p:nvPr/>
        </p:nvSpPr>
        <p:spPr>
          <a:xfrm>
            <a:off x="7057400" y="-634205"/>
            <a:ext cx="1620000" cy="544512"/>
          </a:xfrm>
          <a:prstGeom prst="rect">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C5315198-10AF-4293-868D-8D6372AC4DD6}"/>
              </a:ext>
            </a:extLst>
          </p:cNvPr>
          <p:cNvSpPr/>
          <p:nvPr/>
        </p:nvSpPr>
        <p:spPr>
          <a:xfrm>
            <a:off x="8814700" y="-634205"/>
            <a:ext cx="1620000" cy="544512"/>
          </a:xfrm>
          <a:prstGeom prst="rect">
            <a:avLst/>
          </a:prstGeom>
          <a:solidFill>
            <a:srgbClr val="FE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B2391D9-6656-4ADC-AFDB-2B25D0D50075}"/>
              </a:ext>
            </a:extLst>
          </p:cNvPr>
          <p:cNvSpPr/>
          <p:nvPr/>
        </p:nvSpPr>
        <p:spPr>
          <a:xfrm>
            <a:off x="10572000" y="-634205"/>
            <a:ext cx="1620000" cy="544512"/>
          </a:xfrm>
          <a:prstGeom prst="rect">
            <a:avLst/>
          </a:prstGeom>
          <a:solidFill>
            <a:srgbClr val="0068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CE688CA5-AD4A-4EE1-B6AC-22D57B62C4EF}"/>
              </a:ext>
            </a:extLst>
          </p:cNvPr>
          <p:cNvSpPr txBox="1"/>
          <p:nvPr/>
        </p:nvSpPr>
        <p:spPr>
          <a:xfrm>
            <a:off x="28200" y="-947737"/>
            <a:ext cx="1620000" cy="307777"/>
          </a:xfrm>
          <a:prstGeom prst="rect">
            <a:avLst/>
          </a:prstGeom>
          <a:noFill/>
        </p:spPr>
        <p:txBody>
          <a:bodyPr wrap="square" rtlCol="0">
            <a:spAutoFit/>
          </a:bodyPr>
          <a:lstStyle/>
          <a:p>
            <a:pPr algn="ctr"/>
            <a:r>
              <a:rPr lang="en-GB" sz="1400" b="1"/>
              <a:t>Primary Blue</a:t>
            </a:r>
          </a:p>
        </p:txBody>
      </p:sp>
      <p:sp>
        <p:nvSpPr>
          <p:cNvPr id="24" name="TextBox 23">
            <a:extLst>
              <a:ext uri="{FF2B5EF4-FFF2-40B4-BE49-F238E27FC236}">
                <a16:creationId xmlns:a16="http://schemas.microsoft.com/office/drawing/2014/main" id="{CC7C16C9-1790-4292-94F0-5F1AAC2DAE17}"/>
              </a:ext>
            </a:extLst>
          </p:cNvPr>
          <p:cNvSpPr txBox="1"/>
          <p:nvPr/>
        </p:nvSpPr>
        <p:spPr>
          <a:xfrm>
            <a:off x="1785500" y="-947737"/>
            <a:ext cx="1620000" cy="307777"/>
          </a:xfrm>
          <a:prstGeom prst="rect">
            <a:avLst/>
          </a:prstGeom>
          <a:noFill/>
        </p:spPr>
        <p:txBody>
          <a:bodyPr wrap="square" rtlCol="0">
            <a:spAutoFit/>
          </a:bodyPr>
          <a:lstStyle/>
          <a:p>
            <a:pPr algn="ctr"/>
            <a:r>
              <a:rPr lang="en-GB" sz="1400" b="1">
                <a:solidFill>
                  <a:srgbClr val="6396C5"/>
                </a:solidFill>
              </a:rPr>
              <a:t>Secondary Blue</a:t>
            </a:r>
          </a:p>
        </p:txBody>
      </p:sp>
      <p:sp>
        <p:nvSpPr>
          <p:cNvPr id="25" name="TextBox 24">
            <a:extLst>
              <a:ext uri="{FF2B5EF4-FFF2-40B4-BE49-F238E27FC236}">
                <a16:creationId xmlns:a16="http://schemas.microsoft.com/office/drawing/2014/main" id="{C59BB8CB-47B9-489F-B375-37B8E29C36F3}"/>
              </a:ext>
            </a:extLst>
          </p:cNvPr>
          <p:cNvSpPr txBox="1"/>
          <p:nvPr/>
        </p:nvSpPr>
        <p:spPr>
          <a:xfrm>
            <a:off x="3542800" y="-947737"/>
            <a:ext cx="1620000" cy="307777"/>
          </a:xfrm>
          <a:prstGeom prst="rect">
            <a:avLst/>
          </a:prstGeom>
          <a:noFill/>
        </p:spPr>
        <p:txBody>
          <a:bodyPr wrap="square" rtlCol="0">
            <a:spAutoFit/>
          </a:bodyPr>
          <a:lstStyle/>
          <a:p>
            <a:pPr algn="ctr"/>
            <a:r>
              <a:rPr lang="en-GB" sz="1400" b="1">
                <a:solidFill>
                  <a:srgbClr val="FE0000"/>
                </a:solidFill>
              </a:rPr>
              <a:t>Star Red</a:t>
            </a:r>
          </a:p>
        </p:txBody>
      </p:sp>
      <p:sp>
        <p:nvSpPr>
          <p:cNvPr id="26" name="TextBox 25">
            <a:extLst>
              <a:ext uri="{FF2B5EF4-FFF2-40B4-BE49-F238E27FC236}">
                <a16:creationId xmlns:a16="http://schemas.microsoft.com/office/drawing/2014/main" id="{AD3D4B6B-7883-49E3-8929-5EA93A8DCE8D}"/>
              </a:ext>
            </a:extLst>
          </p:cNvPr>
          <p:cNvSpPr txBox="1"/>
          <p:nvPr/>
        </p:nvSpPr>
        <p:spPr>
          <a:xfrm>
            <a:off x="5300100" y="-947737"/>
            <a:ext cx="1620000" cy="307777"/>
          </a:xfrm>
          <a:prstGeom prst="rect">
            <a:avLst/>
          </a:prstGeom>
          <a:noFill/>
        </p:spPr>
        <p:txBody>
          <a:bodyPr wrap="square" rtlCol="0">
            <a:spAutoFit/>
          </a:bodyPr>
          <a:lstStyle/>
          <a:p>
            <a:pPr algn="ctr"/>
            <a:r>
              <a:rPr lang="en-GB" sz="1400" b="1">
                <a:solidFill>
                  <a:srgbClr val="019934"/>
                </a:solidFill>
              </a:rPr>
              <a:t>Star Green</a:t>
            </a:r>
          </a:p>
        </p:txBody>
      </p:sp>
      <p:sp>
        <p:nvSpPr>
          <p:cNvPr id="27" name="TextBox 26">
            <a:extLst>
              <a:ext uri="{FF2B5EF4-FFF2-40B4-BE49-F238E27FC236}">
                <a16:creationId xmlns:a16="http://schemas.microsoft.com/office/drawing/2014/main" id="{984BB446-6230-4170-94F8-B9DAEE7E8D93}"/>
              </a:ext>
            </a:extLst>
          </p:cNvPr>
          <p:cNvSpPr txBox="1"/>
          <p:nvPr/>
        </p:nvSpPr>
        <p:spPr>
          <a:xfrm>
            <a:off x="7057400" y="-947737"/>
            <a:ext cx="1620000" cy="307777"/>
          </a:xfrm>
          <a:prstGeom prst="rect">
            <a:avLst/>
          </a:prstGeom>
          <a:noFill/>
        </p:spPr>
        <p:txBody>
          <a:bodyPr wrap="square" rtlCol="0">
            <a:spAutoFit/>
          </a:bodyPr>
          <a:lstStyle/>
          <a:p>
            <a:pPr algn="ctr"/>
            <a:r>
              <a:rPr lang="en-GB" sz="1400" b="1">
                <a:solidFill>
                  <a:srgbClr val="FFCC00"/>
                </a:solidFill>
              </a:rPr>
              <a:t>Star Yellow</a:t>
            </a:r>
          </a:p>
        </p:txBody>
      </p:sp>
      <p:sp>
        <p:nvSpPr>
          <p:cNvPr id="28" name="TextBox 27">
            <a:extLst>
              <a:ext uri="{FF2B5EF4-FFF2-40B4-BE49-F238E27FC236}">
                <a16:creationId xmlns:a16="http://schemas.microsoft.com/office/drawing/2014/main" id="{47C02BDC-DA00-4D09-AB8E-726AA7D600D2}"/>
              </a:ext>
            </a:extLst>
          </p:cNvPr>
          <p:cNvSpPr txBox="1"/>
          <p:nvPr/>
        </p:nvSpPr>
        <p:spPr>
          <a:xfrm>
            <a:off x="8814700" y="-947737"/>
            <a:ext cx="1620000" cy="307777"/>
          </a:xfrm>
          <a:prstGeom prst="rect">
            <a:avLst/>
          </a:prstGeom>
          <a:noFill/>
        </p:spPr>
        <p:txBody>
          <a:bodyPr wrap="square" rtlCol="0">
            <a:spAutoFit/>
          </a:bodyPr>
          <a:lstStyle/>
          <a:p>
            <a:pPr algn="ctr"/>
            <a:r>
              <a:rPr lang="en-GB" sz="1400" b="1">
                <a:solidFill>
                  <a:srgbClr val="FE9900"/>
                </a:solidFill>
              </a:rPr>
              <a:t>Star Orange</a:t>
            </a:r>
          </a:p>
        </p:txBody>
      </p:sp>
      <p:sp>
        <p:nvSpPr>
          <p:cNvPr id="29" name="TextBox 28">
            <a:extLst>
              <a:ext uri="{FF2B5EF4-FFF2-40B4-BE49-F238E27FC236}">
                <a16:creationId xmlns:a16="http://schemas.microsoft.com/office/drawing/2014/main" id="{D2196DD5-0FAA-432B-B30A-7C10329C994A}"/>
              </a:ext>
            </a:extLst>
          </p:cNvPr>
          <p:cNvSpPr txBox="1"/>
          <p:nvPr/>
        </p:nvSpPr>
        <p:spPr>
          <a:xfrm>
            <a:off x="10572000" y="-947737"/>
            <a:ext cx="1620000" cy="307777"/>
          </a:xfrm>
          <a:prstGeom prst="rect">
            <a:avLst/>
          </a:prstGeom>
          <a:noFill/>
        </p:spPr>
        <p:txBody>
          <a:bodyPr wrap="square" rtlCol="0">
            <a:spAutoFit/>
          </a:bodyPr>
          <a:lstStyle/>
          <a:p>
            <a:pPr algn="ctr"/>
            <a:r>
              <a:rPr lang="en-GB" sz="1400" b="1">
                <a:solidFill>
                  <a:srgbClr val="0068CA"/>
                </a:solidFill>
              </a:rPr>
              <a:t>Star Blue</a:t>
            </a:r>
          </a:p>
        </p:txBody>
      </p:sp>
      <p:pic>
        <p:nvPicPr>
          <p:cNvPr id="38" name="Picture 37" descr="A picture containing text&#10;&#10;Description automatically generated">
            <a:extLst>
              <a:ext uri="{FF2B5EF4-FFF2-40B4-BE49-F238E27FC236}">
                <a16:creationId xmlns:a16="http://schemas.microsoft.com/office/drawing/2014/main" id="{94B17F1F-E68D-4E2A-8BF4-1EFF54CD4E31}"/>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10" name="Slide Number Placeholder 9">
            <a:extLst>
              <a:ext uri="{FF2B5EF4-FFF2-40B4-BE49-F238E27FC236}">
                <a16:creationId xmlns:a16="http://schemas.microsoft.com/office/drawing/2014/main" id="{8CDAF660-8862-48A8-A475-20C7620CDAD1}"/>
              </a:ext>
            </a:extLst>
          </p:cNvPr>
          <p:cNvSpPr>
            <a:spLocks noGrp="1"/>
          </p:cNvSpPr>
          <p:nvPr>
            <p:ph type="sldNum" sz="quarter" idx="4"/>
          </p:nvPr>
        </p:nvSpPr>
        <p:spPr>
          <a:xfrm>
            <a:off x="8610600" y="6356350"/>
            <a:ext cx="186981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A00489-74D6-4F40-9B2D-C4C743F797E8}" type="slidenum">
              <a:rPr lang="en-GB" smtClean="0"/>
              <a:t>‹#›</a:t>
            </a:fld>
            <a:endParaRPr lang="en-GB"/>
          </a:p>
        </p:txBody>
      </p:sp>
      <p:sp>
        <p:nvSpPr>
          <p:cNvPr id="30" name="Rectangle 29">
            <a:extLst>
              <a:ext uri="{FF2B5EF4-FFF2-40B4-BE49-F238E27FC236}">
                <a16:creationId xmlns:a16="http://schemas.microsoft.com/office/drawing/2014/main" id="{BD0B82F7-6724-122B-8BDA-936237D113D5}"/>
              </a:ext>
            </a:extLst>
          </p:cNvPr>
          <p:cNvSpPr/>
          <p:nvPr userDrawn="1"/>
        </p:nvSpPr>
        <p:spPr>
          <a:xfrm>
            <a:off x="28200" y="-634205"/>
            <a:ext cx="1620000" cy="544512"/>
          </a:xfrm>
          <a:prstGeom prst="rect">
            <a:avLst/>
          </a:prstGeom>
          <a:solidFill>
            <a:srgbClr val="004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DC5C0094-D6BD-A9BE-4F93-CFCF6340636C}"/>
              </a:ext>
            </a:extLst>
          </p:cNvPr>
          <p:cNvSpPr/>
          <p:nvPr userDrawn="1"/>
        </p:nvSpPr>
        <p:spPr>
          <a:xfrm>
            <a:off x="1785500" y="-634205"/>
            <a:ext cx="1620000" cy="544512"/>
          </a:xfrm>
          <a:prstGeom prst="rect">
            <a:avLst/>
          </a:prstGeom>
          <a:solidFill>
            <a:srgbClr val="6396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5BED9ECA-D66D-FCFB-E1F5-9B224F8CE686}"/>
              </a:ext>
            </a:extLst>
          </p:cNvPr>
          <p:cNvSpPr/>
          <p:nvPr userDrawn="1"/>
        </p:nvSpPr>
        <p:spPr>
          <a:xfrm>
            <a:off x="3542800" y="-634205"/>
            <a:ext cx="1620000" cy="544512"/>
          </a:xfrm>
          <a:prstGeom prst="rect">
            <a:avLst/>
          </a:prstGeom>
          <a:solidFill>
            <a:srgbClr val="FE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9B941354-A050-E8F6-ED1E-B3CEE829F751}"/>
              </a:ext>
            </a:extLst>
          </p:cNvPr>
          <p:cNvSpPr/>
          <p:nvPr userDrawn="1"/>
        </p:nvSpPr>
        <p:spPr>
          <a:xfrm>
            <a:off x="5300100" y="-634205"/>
            <a:ext cx="1620000" cy="544512"/>
          </a:xfrm>
          <a:prstGeom prst="rect">
            <a:avLst/>
          </a:prstGeom>
          <a:solidFill>
            <a:srgbClr val="0199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195B48CE-5711-A580-2E94-292EA5A3B8C0}"/>
              </a:ext>
            </a:extLst>
          </p:cNvPr>
          <p:cNvSpPr/>
          <p:nvPr userDrawn="1"/>
        </p:nvSpPr>
        <p:spPr>
          <a:xfrm>
            <a:off x="7057400" y="-634205"/>
            <a:ext cx="1620000" cy="544512"/>
          </a:xfrm>
          <a:prstGeom prst="rect">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48E57AB1-381B-5AAD-7DC5-740E5B77B025}"/>
              </a:ext>
            </a:extLst>
          </p:cNvPr>
          <p:cNvSpPr/>
          <p:nvPr userDrawn="1"/>
        </p:nvSpPr>
        <p:spPr>
          <a:xfrm>
            <a:off x="8814700" y="-634205"/>
            <a:ext cx="1620000" cy="544512"/>
          </a:xfrm>
          <a:prstGeom prst="rect">
            <a:avLst/>
          </a:prstGeom>
          <a:solidFill>
            <a:srgbClr val="FE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82337320-4DB2-ADB6-5B69-EABDA81D615E}"/>
              </a:ext>
            </a:extLst>
          </p:cNvPr>
          <p:cNvSpPr/>
          <p:nvPr userDrawn="1"/>
        </p:nvSpPr>
        <p:spPr>
          <a:xfrm>
            <a:off x="10572000" y="-634205"/>
            <a:ext cx="1620000" cy="544512"/>
          </a:xfrm>
          <a:prstGeom prst="rect">
            <a:avLst/>
          </a:prstGeom>
          <a:solidFill>
            <a:srgbClr val="0068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68F88131-5768-1CBE-C0B6-1C724FEC69F7}"/>
              </a:ext>
            </a:extLst>
          </p:cNvPr>
          <p:cNvSpPr txBox="1"/>
          <p:nvPr userDrawn="1"/>
        </p:nvSpPr>
        <p:spPr>
          <a:xfrm>
            <a:off x="28200" y="-947737"/>
            <a:ext cx="1620000" cy="307777"/>
          </a:xfrm>
          <a:prstGeom prst="rect">
            <a:avLst/>
          </a:prstGeom>
          <a:noFill/>
        </p:spPr>
        <p:txBody>
          <a:bodyPr wrap="square" rtlCol="0">
            <a:spAutoFit/>
          </a:bodyPr>
          <a:lstStyle/>
          <a:p>
            <a:pPr algn="ctr"/>
            <a:r>
              <a:rPr lang="en-GB" sz="1400" b="1"/>
              <a:t>Primary Blue</a:t>
            </a:r>
          </a:p>
        </p:txBody>
      </p:sp>
      <p:sp>
        <p:nvSpPr>
          <p:cNvPr id="40" name="TextBox 39">
            <a:extLst>
              <a:ext uri="{FF2B5EF4-FFF2-40B4-BE49-F238E27FC236}">
                <a16:creationId xmlns:a16="http://schemas.microsoft.com/office/drawing/2014/main" id="{835BAB9D-45EE-D94C-D075-05FE74FA2BF5}"/>
              </a:ext>
            </a:extLst>
          </p:cNvPr>
          <p:cNvSpPr txBox="1"/>
          <p:nvPr userDrawn="1"/>
        </p:nvSpPr>
        <p:spPr>
          <a:xfrm>
            <a:off x="1785500" y="-947737"/>
            <a:ext cx="1620000" cy="307777"/>
          </a:xfrm>
          <a:prstGeom prst="rect">
            <a:avLst/>
          </a:prstGeom>
          <a:noFill/>
        </p:spPr>
        <p:txBody>
          <a:bodyPr wrap="square" rtlCol="0">
            <a:spAutoFit/>
          </a:bodyPr>
          <a:lstStyle/>
          <a:p>
            <a:pPr algn="ctr"/>
            <a:r>
              <a:rPr lang="en-GB" sz="1400" b="1">
                <a:solidFill>
                  <a:srgbClr val="6396C5"/>
                </a:solidFill>
              </a:rPr>
              <a:t>Secondary Blue</a:t>
            </a:r>
          </a:p>
        </p:txBody>
      </p:sp>
      <p:sp>
        <p:nvSpPr>
          <p:cNvPr id="41" name="TextBox 40">
            <a:extLst>
              <a:ext uri="{FF2B5EF4-FFF2-40B4-BE49-F238E27FC236}">
                <a16:creationId xmlns:a16="http://schemas.microsoft.com/office/drawing/2014/main" id="{38222C5F-565E-4542-2DFA-34DDA41AC963}"/>
              </a:ext>
            </a:extLst>
          </p:cNvPr>
          <p:cNvSpPr txBox="1"/>
          <p:nvPr userDrawn="1"/>
        </p:nvSpPr>
        <p:spPr>
          <a:xfrm>
            <a:off x="3542800" y="-947737"/>
            <a:ext cx="1620000" cy="307777"/>
          </a:xfrm>
          <a:prstGeom prst="rect">
            <a:avLst/>
          </a:prstGeom>
          <a:noFill/>
        </p:spPr>
        <p:txBody>
          <a:bodyPr wrap="square" rtlCol="0">
            <a:spAutoFit/>
          </a:bodyPr>
          <a:lstStyle/>
          <a:p>
            <a:pPr algn="ctr"/>
            <a:r>
              <a:rPr lang="en-GB" sz="1400" b="1">
                <a:solidFill>
                  <a:srgbClr val="FE0000"/>
                </a:solidFill>
              </a:rPr>
              <a:t>Star Red</a:t>
            </a:r>
          </a:p>
        </p:txBody>
      </p:sp>
      <p:sp>
        <p:nvSpPr>
          <p:cNvPr id="43" name="TextBox 42">
            <a:extLst>
              <a:ext uri="{FF2B5EF4-FFF2-40B4-BE49-F238E27FC236}">
                <a16:creationId xmlns:a16="http://schemas.microsoft.com/office/drawing/2014/main" id="{BECC0FCB-FE8E-D661-845A-63555FD997E7}"/>
              </a:ext>
            </a:extLst>
          </p:cNvPr>
          <p:cNvSpPr txBox="1"/>
          <p:nvPr userDrawn="1"/>
        </p:nvSpPr>
        <p:spPr>
          <a:xfrm>
            <a:off x="5300100" y="-947737"/>
            <a:ext cx="1620000" cy="307777"/>
          </a:xfrm>
          <a:prstGeom prst="rect">
            <a:avLst/>
          </a:prstGeom>
          <a:noFill/>
        </p:spPr>
        <p:txBody>
          <a:bodyPr wrap="square" rtlCol="0">
            <a:spAutoFit/>
          </a:bodyPr>
          <a:lstStyle/>
          <a:p>
            <a:pPr algn="ctr"/>
            <a:r>
              <a:rPr lang="en-GB" sz="1400" b="1">
                <a:solidFill>
                  <a:srgbClr val="019934"/>
                </a:solidFill>
              </a:rPr>
              <a:t>Star Green</a:t>
            </a:r>
          </a:p>
        </p:txBody>
      </p:sp>
      <p:sp>
        <p:nvSpPr>
          <p:cNvPr id="44" name="TextBox 43">
            <a:extLst>
              <a:ext uri="{FF2B5EF4-FFF2-40B4-BE49-F238E27FC236}">
                <a16:creationId xmlns:a16="http://schemas.microsoft.com/office/drawing/2014/main" id="{2C79E2CE-68E3-786C-154B-7B038FC85B46}"/>
              </a:ext>
            </a:extLst>
          </p:cNvPr>
          <p:cNvSpPr txBox="1"/>
          <p:nvPr userDrawn="1"/>
        </p:nvSpPr>
        <p:spPr>
          <a:xfrm>
            <a:off x="7057400" y="-947737"/>
            <a:ext cx="1620000" cy="307777"/>
          </a:xfrm>
          <a:prstGeom prst="rect">
            <a:avLst/>
          </a:prstGeom>
          <a:noFill/>
        </p:spPr>
        <p:txBody>
          <a:bodyPr wrap="square" rtlCol="0">
            <a:spAutoFit/>
          </a:bodyPr>
          <a:lstStyle/>
          <a:p>
            <a:pPr algn="ctr"/>
            <a:r>
              <a:rPr lang="en-GB" sz="1400" b="1">
                <a:solidFill>
                  <a:srgbClr val="FFCC00"/>
                </a:solidFill>
              </a:rPr>
              <a:t>Star Yellow</a:t>
            </a:r>
          </a:p>
        </p:txBody>
      </p:sp>
      <p:sp>
        <p:nvSpPr>
          <p:cNvPr id="45" name="TextBox 44">
            <a:extLst>
              <a:ext uri="{FF2B5EF4-FFF2-40B4-BE49-F238E27FC236}">
                <a16:creationId xmlns:a16="http://schemas.microsoft.com/office/drawing/2014/main" id="{6F0C1C3A-3A5F-276B-7C93-0C3BBE696539}"/>
              </a:ext>
            </a:extLst>
          </p:cNvPr>
          <p:cNvSpPr txBox="1"/>
          <p:nvPr userDrawn="1"/>
        </p:nvSpPr>
        <p:spPr>
          <a:xfrm>
            <a:off x="8814700" y="-947737"/>
            <a:ext cx="1620000" cy="307777"/>
          </a:xfrm>
          <a:prstGeom prst="rect">
            <a:avLst/>
          </a:prstGeom>
          <a:noFill/>
        </p:spPr>
        <p:txBody>
          <a:bodyPr wrap="square" rtlCol="0">
            <a:spAutoFit/>
          </a:bodyPr>
          <a:lstStyle/>
          <a:p>
            <a:pPr algn="ctr"/>
            <a:r>
              <a:rPr lang="en-GB" sz="1400" b="1">
                <a:solidFill>
                  <a:srgbClr val="FE9900"/>
                </a:solidFill>
              </a:rPr>
              <a:t>Star Orange</a:t>
            </a:r>
          </a:p>
        </p:txBody>
      </p:sp>
      <p:sp>
        <p:nvSpPr>
          <p:cNvPr id="46" name="TextBox 45">
            <a:extLst>
              <a:ext uri="{FF2B5EF4-FFF2-40B4-BE49-F238E27FC236}">
                <a16:creationId xmlns:a16="http://schemas.microsoft.com/office/drawing/2014/main" id="{97544B08-46EA-A9E8-94AB-4196CD0B0DC3}"/>
              </a:ext>
            </a:extLst>
          </p:cNvPr>
          <p:cNvSpPr txBox="1"/>
          <p:nvPr userDrawn="1"/>
        </p:nvSpPr>
        <p:spPr>
          <a:xfrm>
            <a:off x="10572000" y="-947737"/>
            <a:ext cx="1620000" cy="307777"/>
          </a:xfrm>
          <a:prstGeom prst="rect">
            <a:avLst/>
          </a:prstGeom>
          <a:noFill/>
        </p:spPr>
        <p:txBody>
          <a:bodyPr wrap="square" rtlCol="0">
            <a:spAutoFit/>
          </a:bodyPr>
          <a:lstStyle/>
          <a:p>
            <a:pPr algn="ctr"/>
            <a:r>
              <a:rPr lang="en-GB" sz="1400" b="1">
                <a:solidFill>
                  <a:srgbClr val="0068CA"/>
                </a:solidFill>
              </a:rPr>
              <a:t>Star Blue</a:t>
            </a:r>
          </a:p>
        </p:txBody>
      </p:sp>
      <p:pic>
        <p:nvPicPr>
          <p:cNvPr id="47" name="Picture 46" descr="A picture containing text&#10;&#10;Description automatically generated">
            <a:extLst>
              <a:ext uri="{FF2B5EF4-FFF2-40B4-BE49-F238E27FC236}">
                <a16:creationId xmlns:a16="http://schemas.microsoft.com/office/drawing/2014/main" id="{76F97666-17E1-0135-2FDF-0D92C3F0772B}"/>
              </a:ext>
            </a:extLst>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1486093671"/>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684" r:id="rId22"/>
    <p:sldLayoutId id="2147483686" r:id="rId23"/>
    <p:sldLayoutId id="2147483687" r:id="rId24"/>
    <p:sldLayoutId id="2147483688" r:id="rId25"/>
    <p:sldLayoutId id="2147483689" r:id="rId26"/>
    <p:sldLayoutId id="2147483690" r:id="rId27"/>
    <p:sldLayoutId id="2147483691" r:id="rId28"/>
    <p:sldLayoutId id="2147483692" r:id="rId29"/>
    <p:sldLayoutId id="2147483726" r:id="rId30"/>
  </p:sldLayoutIdLst>
  <p:hf hdr="0"/>
  <p:txStyles>
    <p:titleStyle>
      <a:lvl1pPr algn="l" defTabSz="914400" rtl="0" eaLnBrk="1" latinLnBrk="0" hangingPunct="1">
        <a:lnSpc>
          <a:spcPct val="90000"/>
        </a:lnSpc>
        <a:spcBef>
          <a:spcPct val="0"/>
        </a:spcBef>
        <a:buNone/>
        <a:defRPr sz="3600" b="1" kern="1200">
          <a:solidFill>
            <a:schemeClr val="tx1"/>
          </a:solidFill>
          <a:latin typeface="BISans" panose="0200050304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ISans" panose="0200050304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ISans" panose="0200050304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ISans" panose="0200050304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ISans" panose="0200050304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ISans" panose="0200050304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1" name="Picture 30" descr="A picture containing shape&#10;&#10;Description automatically generated">
            <a:extLst>
              <a:ext uri="{FF2B5EF4-FFF2-40B4-BE49-F238E27FC236}">
                <a16:creationId xmlns:a16="http://schemas.microsoft.com/office/drawing/2014/main" id="{9822D56A-EEFE-43A1-B65D-5D7F10D017FD}"/>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0" y="-2031"/>
            <a:ext cx="12192000" cy="6860031"/>
          </a:xfrm>
          <a:prstGeom prst="rect">
            <a:avLst/>
          </a:prstGeom>
        </p:spPr>
      </p:pic>
      <p:sp>
        <p:nvSpPr>
          <p:cNvPr id="2" name="Title Placeholder 1">
            <a:extLst>
              <a:ext uri="{FF2B5EF4-FFF2-40B4-BE49-F238E27FC236}">
                <a16:creationId xmlns:a16="http://schemas.microsoft.com/office/drawing/2014/main" id="{73964CA6-FD4F-4167-BF0A-F632B7732A34}"/>
              </a:ext>
            </a:extLst>
          </p:cNvPr>
          <p:cNvSpPr>
            <a:spLocks noGrp="1"/>
          </p:cNvSpPr>
          <p:nvPr>
            <p:ph type="title"/>
          </p:nvPr>
        </p:nvSpPr>
        <p:spPr>
          <a:xfrm>
            <a:off x="485775" y="250031"/>
            <a:ext cx="9948925"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3107D5-497B-4579-A99A-77A06EA4F812}"/>
              </a:ext>
            </a:extLst>
          </p:cNvPr>
          <p:cNvSpPr>
            <a:spLocks noGrp="1"/>
          </p:cNvSpPr>
          <p:nvPr>
            <p:ph type="body" idx="1"/>
          </p:nvPr>
        </p:nvSpPr>
        <p:spPr>
          <a:xfrm>
            <a:off x="485775" y="1825625"/>
            <a:ext cx="11410950" cy="4275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Rectangle 12">
            <a:extLst>
              <a:ext uri="{FF2B5EF4-FFF2-40B4-BE49-F238E27FC236}">
                <a16:creationId xmlns:a16="http://schemas.microsoft.com/office/drawing/2014/main" id="{94A43239-F310-43E4-B847-6D58D6C97A62}"/>
              </a:ext>
            </a:extLst>
          </p:cNvPr>
          <p:cNvSpPr/>
          <p:nvPr/>
        </p:nvSpPr>
        <p:spPr>
          <a:xfrm>
            <a:off x="28200" y="-634205"/>
            <a:ext cx="1620000" cy="544512"/>
          </a:xfrm>
          <a:prstGeom prst="rect">
            <a:avLst/>
          </a:prstGeom>
          <a:solidFill>
            <a:srgbClr val="004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9408D8C8-4DA8-4EFE-A034-26AFE601F948}"/>
              </a:ext>
            </a:extLst>
          </p:cNvPr>
          <p:cNvSpPr/>
          <p:nvPr/>
        </p:nvSpPr>
        <p:spPr>
          <a:xfrm>
            <a:off x="1785500" y="-634205"/>
            <a:ext cx="1620000" cy="544512"/>
          </a:xfrm>
          <a:prstGeom prst="rect">
            <a:avLst/>
          </a:prstGeom>
          <a:solidFill>
            <a:srgbClr val="6396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DDA1F84-F147-49C0-85F1-16180C89427C}"/>
              </a:ext>
            </a:extLst>
          </p:cNvPr>
          <p:cNvSpPr/>
          <p:nvPr/>
        </p:nvSpPr>
        <p:spPr>
          <a:xfrm>
            <a:off x="3542800" y="-634205"/>
            <a:ext cx="1620000" cy="544512"/>
          </a:xfrm>
          <a:prstGeom prst="rect">
            <a:avLst/>
          </a:prstGeom>
          <a:solidFill>
            <a:srgbClr val="FE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63D1B5A-7E08-4C73-99F8-C8B101CD48A6}"/>
              </a:ext>
            </a:extLst>
          </p:cNvPr>
          <p:cNvSpPr/>
          <p:nvPr/>
        </p:nvSpPr>
        <p:spPr>
          <a:xfrm>
            <a:off x="5300100" y="-634205"/>
            <a:ext cx="1620000" cy="544512"/>
          </a:xfrm>
          <a:prstGeom prst="rect">
            <a:avLst/>
          </a:prstGeom>
          <a:solidFill>
            <a:srgbClr val="0199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AB3DB7BC-7246-4CFC-AF45-E13BB577AFD3}"/>
              </a:ext>
            </a:extLst>
          </p:cNvPr>
          <p:cNvSpPr/>
          <p:nvPr/>
        </p:nvSpPr>
        <p:spPr>
          <a:xfrm>
            <a:off x="7057400" y="-634205"/>
            <a:ext cx="1620000" cy="544512"/>
          </a:xfrm>
          <a:prstGeom prst="rect">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C5315198-10AF-4293-868D-8D6372AC4DD6}"/>
              </a:ext>
            </a:extLst>
          </p:cNvPr>
          <p:cNvSpPr/>
          <p:nvPr/>
        </p:nvSpPr>
        <p:spPr>
          <a:xfrm>
            <a:off x="8814700" y="-634205"/>
            <a:ext cx="1620000" cy="544512"/>
          </a:xfrm>
          <a:prstGeom prst="rect">
            <a:avLst/>
          </a:prstGeom>
          <a:solidFill>
            <a:srgbClr val="FE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B2391D9-6656-4ADC-AFDB-2B25D0D50075}"/>
              </a:ext>
            </a:extLst>
          </p:cNvPr>
          <p:cNvSpPr/>
          <p:nvPr/>
        </p:nvSpPr>
        <p:spPr>
          <a:xfrm>
            <a:off x="10572000" y="-634205"/>
            <a:ext cx="1620000" cy="544512"/>
          </a:xfrm>
          <a:prstGeom prst="rect">
            <a:avLst/>
          </a:prstGeom>
          <a:solidFill>
            <a:srgbClr val="0068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CE688CA5-AD4A-4EE1-B6AC-22D57B62C4EF}"/>
              </a:ext>
            </a:extLst>
          </p:cNvPr>
          <p:cNvSpPr txBox="1"/>
          <p:nvPr/>
        </p:nvSpPr>
        <p:spPr>
          <a:xfrm>
            <a:off x="28200" y="-947737"/>
            <a:ext cx="1620000" cy="307777"/>
          </a:xfrm>
          <a:prstGeom prst="rect">
            <a:avLst/>
          </a:prstGeom>
          <a:noFill/>
        </p:spPr>
        <p:txBody>
          <a:bodyPr wrap="square" rtlCol="0">
            <a:spAutoFit/>
          </a:bodyPr>
          <a:lstStyle/>
          <a:p>
            <a:pPr algn="ctr"/>
            <a:r>
              <a:rPr lang="en-GB" sz="1400" b="1"/>
              <a:t>Primary Blue</a:t>
            </a:r>
          </a:p>
        </p:txBody>
      </p:sp>
      <p:sp>
        <p:nvSpPr>
          <p:cNvPr id="24" name="TextBox 23">
            <a:extLst>
              <a:ext uri="{FF2B5EF4-FFF2-40B4-BE49-F238E27FC236}">
                <a16:creationId xmlns:a16="http://schemas.microsoft.com/office/drawing/2014/main" id="{CC7C16C9-1790-4292-94F0-5F1AAC2DAE17}"/>
              </a:ext>
            </a:extLst>
          </p:cNvPr>
          <p:cNvSpPr txBox="1"/>
          <p:nvPr/>
        </p:nvSpPr>
        <p:spPr>
          <a:xfrm>
            <a:off x="1785500" y="-947737"/>
            <a:ext cx="1620000" cy="307777"/>
          </a:xfrm>
          <a:prstGeom prst="rect">
            <a:avLst/>
          </a:prstGeom>
          <a:noFill/>
        </p:spPr>
        <p:txBody>
          <a:bodyPr wrap="square" rtlCol="0">
            <a:spAutoFit/>
          </a:bodyPr>
          <a:lstStyle/>
          <a:p>
            <a:pPr algn="ctr"/>
            <a:r>
              <a:rPr lang="en-GB" sz="1400" b="1">
                <a:solidFill>
                  <a:srgbClr val="6396C5"/>
                </a:solidFill>
              </a:rPr>
              <a:t>Secondary Blue</a:t>
            </a:r>
          </a:p>
        </p:txBody>
      </p:sp>
      <p:sp>
        <p:nvSpPr>
          <p:cNvPr id="25" name="TextBox 24">
            <a:extLst>
              <a:ext uri="{FF2B5EF4-FFF2-40B4-BE49-F238E27FC236}">
                <a16:creationId xmlns:a16="http://schemas.microsoft.com/office/drawing/2014/main" id="{C59BB8CB-47B9-489F-B375-37B8E29C36F3}"/>
              </a:ext>
            </a:extLst>
          </p:cNvPr>
          <p:cNvSpPr txBox="1"/>
          <p:nvPr/>
        </p:nvSpPr>
        <p:spPr>
          <a:xfrm>
            <a:off x="3542800" y="-947737"/>
            <a:ext cx="1620000" cy="307777"/>
          </a:xfrm>
          <a:prstGeom prst="rect">
            <a:avLst/>
          </a:prstGeom>
          <a:noFill/>
        </p:spPr>
        <p:txBody>
          <a:bodyPr wrap="square" rtlCol="0">
            <a:spAutoFit/>
          </a:bodyPr>
          <a:lstStyle/>
          <a:p>
            <a:pPr algn="ctr"/>
            <a:r>
              <a:rPr lang="en-GB" sz="1400" b="1">
                <a:solidFill>
                  <a:srgbClr val="FE0000"/>
                </a:solidFill>
              </a:rPr>
              <a:t>Star Red</a:t>
            </a:r>
          </a:p>
        </p:txBody>
      </p:sp>
      <p:sp>
        <p:nvSpPr>
          <p:cNvPr id="26" name="TextBox 25">
            <a:extLst>
              <a:ext uri="{FF2B5EF4-FFF2-40B4-BE49-F238E27FC236}">
                <a16:creationId xmlns:a16="http://schemas.microsoft.com/office/drawing/2014/main" id="{AD3D4B6B-7883-49E3-8929-5EA93A8DCE8D}"/>
              </a:ext>
            </a:extLst>
          </p:cNvPr>
          <p:cNvSpPr txBox="1"/>
          <p:nvPr/>
        </p:nvSpPr>
        <p:spPr>
          <a:xfrm>
            <a:off x="5300100" y="-947737"/>
            <a:ext cx="1620000" cy="307777"/>
          </a:xfrm>
          <a:prstGeom prst="rect">
            <a:avLst/>
          </a:prstGeom>
          <a:noFill/>
        </p:spPr>
        <p:txBody>
          <a:bodyPr wrap="square" rtlCol="0">
            <a:spAutoFit/>
          </a:bodyPr>
          <a:lstStyle/>
          <a:p>
            <a:pPr algn="ctr"/>
            <a:r>
              <a:rPr lang="en-GB" sz="1400" b="1">
                <a:solidFill>
                  <a:srgbClr val="019934"/>
                </a:solidFill>
              </a:rPr>
              <a:t>Star Green</a:t>
            </a:r>
          </a:p>
        </p:txBody>
      </p:sp>
      <p:sp>
        <p:nvSpPr>
          <p:cNvPr id="27" name="TextBox 26">
            <a:extLst>
              <a:ext uri="{FF2B5EF4-FFF2-40B4-BE49-F238E27FC236}">
                <a16:creationId xmlns:a16="http://schemas.microsoft.com/office/drawing/2014/main" id="{984BB446-6230-4170-94F8-B9DAEE7E8D93}"/>
              </a:ext>
            </a:extLst>
          </p:cNvPr>
          <p:cNvSpPr txBox="1"/>
          <p:nvPr/>
        </p:nvSpPr>
        <p:spPr>
          <a:xfrm>
            <a:off x="7057400" y="-947737"/>
            <a:ext cx="1620000" cy="307777"/>
          </a:xfrm>
          <a:prstGeom prst="rect">
            <a:avLst/>
          </a:prstGeom>
          <a:noFill/>
        </p:spPr>
        <p:txBody>
          <a:bodyPr wrap="square" rtlCol="0">
            <a:spAutoFit/>
          </a:bodyPr>
          <a:lstStyle/>
          <a:p>
            <a:pPr algn="ctr"/>
            <a:r>
              <a:rPr lang="en-GB" sz="1400" b="1">
                <a:solidFill>
                  <a:srgbClr val="FFCC00"/>
                </a:solidFill>
              </a:rPr>
              <a:t>Star Yellow</a:t>
            </a:r>
          </a:p>
        </p:txBody>
      </p:sp>
      <p:sp>
        <p:nvSpPr>
          <p:cNvPr id="28" name="TextBox 27">
            <a:extLst>
              <a:ext uri="{FF2B5EF4-FFF2-40B4-BE49-F238E27FC236}">
                <a16:creationId xmlns:a16="http://schemas.microsoft.com/office/drawing/2014/main" id="{47C02BDC-DA00-4D09-AB8E-726AA7D600D2}"/>
              </a:ext>
            </a:extLst>
          </p:cNvPr>
          <p:cNvSpPr txBox="1"/>
          <p:nvPr/>
        </p:nvSpPr>
        <p:spPr>
          <a:xfrm>
            <a:off x="8814700" y="-947737"/>
            <a:ext cx="1620000" cy="307777"/>
          </a:xfrm>
          <a:prstGeom prst="rect">
            <a:avLst/>
          </a:prstGeom>
          <a:noFill/>
        </p:spPr>
        <p:txBody>
          <a:bodyPr wrap="square" rtlCol="0">
            <a:spAutoFit/>
          </a:bodyPr>
          <a:lstStyle/>
          <a:p>
            <a:pPr algn="ctr"/>
            <a:r>
              <a:rPr lang="en-GB" sz="1400" b="1">
                <a:solidFill>
                  <a:srgbClr val="FE9900"/>
                </a:solidFill>
              </a:rPr>
              <a:t>Star Orange</a:t>
            </a:r>
          </a:p>
        </p:txBody>
      </p:sp>
      <p:sp>
        <p:nvSpPr>
          <p:cNvPr id="29" name="TextBox 28">
            <a:extLst>
              <a:ext uri="{FF2B5EF4-FFF2-40B4-BE49-F238E27FC236}">
                <a16:creationId xmlns:a16="http://schemas.microsoft.com/office/drawing/2014/main" id="{D2196DD5-0FAA-432B-B30A-7C10329C994A}"/>
              </a:ext>
            </a:extLst>
          </p:cNvPr>
          <p:cNvSpPr txBox="1"/>
          <p:nvPr/>
        </p:nvSpPr>
        <p:spPr>
          <a:xfrm>
            <a:off x="10572000" y="-947737"/>
            <a:ext cx="1620000" cy="307777"/>
          </a:xfrm>
          <a:prstGeom prst="rect">
            <a:avLst/>
          </a:prstGeom>
          <a:noFill/>
        </p:spPr>
        <p:txBody>
          <a:bodyPr wrap="square" rtlCol="0">
            <a:spAutoFit/>
          </a:bodyPr>
          <a:lstStyle/>
          <a:p>
            <a:pPr algn="ctr"/>
            <a:r>
              <a:rPr lang="en-GB" sz="1400" b="1">
                <a:solidFill>
                  <a:srgbClr val="0068CA"/>
                </a:solidFill>
              </a:rPr>
              <a:t>Star Blue</a:t>
            </a:r>
          </a:p>
        </p:txBody>
      </p:sp>
      <p:pic>
        <p:nvPicPr>
          <p:cNvPr id="38" name="Picture 37" descr="A picture containing text&#10;&#10;Description automatically generated">
            <a:extLst>
              <a:ext uri="{FF2B5EF4-FFF2-40B4-BE49-F238E27FC236}">
                <a16:creationId xmlns:a16="http://schemas.microsoft.com/office/drawing/2014/main" id="{94B17F1F-E68D-4E2A-8BF4-1EFF54CD4E31}"/>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pic>
        <p:nvPicPr>
          <p:cNvPr id="42" name="Picture 41" descr="A picture containing logo&#10;&#10;Description automatically generated">
            <a:extLst>
              <a:ext uri="{FF2B5EF4-FFF2-40B4-BE49-F238E27FC236}">
                <a16:creationId xmlns:a16="http://schemas.microsoft.com/office/drawing/2014/main" id="{4819DD5A-E041-46FF-8977-1CC75E447BBE}"/>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10691725" y="183934"/>
            <a:ext cx="1294311" cy="927460"/>
          </a:xfrm>
          <a:prstGeom prst="rect">
            <a:avLst/>
          </a:prstGeom>
        </p:spPr>
      </p:pic>
      <p:sp>
        <p:nvSpPr>
          <p:cNvPr id="10" name="Slide Number Placeholder 9">
            <a:extLst>
              <a:ext uri="{FF2B5EF4-FFF2-40B4-BE49-F238E27FC236}">
                <a16:creationId xmlns:a16="http://schemas.microsoft.com/office/drawing/2014/main" id="{8CDAF660-8862-48A8-A475-20C7620CDAD1}"/>
              </a:ext>
            </a:extLst>
          </p:cNvPr>
          <p:cNvSpPr>
            <a:spLocks noGrp="1"/>
          </p:cNvSpPr>
          <p:nvPr>
            <p:ph type="sldNum" sz="quarter" idx="4"/>
          </p:nvPr>
        </p:nvSpPr>
        <p:spPr>
          <a:xfrm>
            <a:off x="8610600" y="6356350"/>
            <a:ext cx="186981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A00489-74D6-4F40-9B2D-C4C743F797E8}" type="slidenum">
              <a:rPr lang="en-GB" smtClean="0"/>
              <a:t>‹#›</a:t>
            </a:fld>
            <a:endParaRPr lang="en-GB"/>
          </a:p>
        </p:txBody>
      </p:sp>
      <p:pic>
        <p:nvPicPr>
          <p:cNvPr id="22" name="Picture 21" descr="A picture containing shape&#10;&#10;Description automatically generated">
            <a:extLst>
              <a:ext uri="{FF2B5EF4-FFF2-40B4-BE49-F238E27FC236}">
                <a16:creationId xmlns:a16="http://schemas.microsoft.com/office/drawing/2014/main" id="{D4C7A3AC-5D99-23C2-EDC5-56796DCF8C11}"/>
              </a:ext>
            </a:extLst>
          </p:cNvPr>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0" y="-2031"/>
            <a:ext cx="12192000" cy="6860031"/>
          </a:xfrm>
          <a:prstGeom prst="rect">
            <a:avLst/>
          </a:prstGeom>
        </p:spPr>
      </p:pic>
      <p:sp>
        <p:nvSpPr>
          <p:cNvPr id="30" name="Rectangle 29">
            <a:extLst>
              <a:ext uri="{FF2B5EF4-FFF2-40B4-BE49-F238E27FC236}">
                <a16:creationId xmlns:a16="http://schemas.microsoft.com/office/drawing/2014/main" id="{BD0B82F7-6724-122B-8BDA-936237D113D5}"/>
              </a:ext>
            </a:extLst>
          </p:cNvPr>
          <p:cNvSpPr/>
          <p:nvPr userDrawn="1"/>
        </p:nvSpPr>
        <p:spPr>
          <a:xfrm>
            <a:off x="28200" y="-634205"/>
            <a:ext cx="1620000" cy="544512"/>
          </a:xfrm>
          <a:prstGeom prst="rect">
            <a:avLst/>
          </a:prstGeom>
          <a:solidFill>
            <a:srgbClr val="004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DC5C0094-D6BD-A9BE-4F93-CFCF6340636C}"/>
              </a:ext>
            </a:extLst>
          </p:cNvPr>
          <p:cNvSpPr/>
          <p:nvPr userDrawn="1"/>
        </p:nvSpPr>
        <p:spPr>
          <a:xfrm>
            <a:off x="1785500" y="-634205"/>
            <a:ext cx="1620000" cy="544512"/>
          </a:xfrm>
          <a:prstGeom prst="rect">
            <a:avLst/>
          </a:prstGeom>
          <a:solidFill>
            <a:srgbClr val="6396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5BED9ECA-D66D-FCFB-E1F5-9B224F8CE686}"/>
              </a:ext>
            </a:extLst>
          </p:cNvPr>
          <p:cNvSpPr/>
          <p:nvPr userDrawn="1"/>
        </p:nvSpPr>
        <p:spPr>
          <a:xfrm>
            <a:off x="3542800" y="-634205"/>
            <a:ext cx="1620000" cy="544512"/>
          </a:xfrm>
          <a:prstGeom prst="rect">
            <a:avLst/>
          </a:prstGeom>
          <a:solidFill>
            <a:srgbClr val="FE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9B941354-A050-E8F6-ED1E-B3CEE829F751}"/>
              </a:ext>
            </a:extLst>
          </p:cNvPr>
          <p:cNvSpPr/>
          <p:nvPr userDrawn="1"/>
        </p:nvSpPr>
        <p:spPr>
          <a:xfrm>
            <a:off x="5300100" y="-634205"/>
            <a:ext cx="1620000" cy="544512"/>
          </a:xfrm>
          <a:prstGeom prst="rect">
            <a:avLst/>
          </a:prstGeom>
          <a:solidFill>
            <a:srgbClr val="0199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195B48CE-5711-A580-2E94-292EA5A3B8C0}"/>
              </a:ext>
            </a:extLst>
          </p:cNvPr>
          <p:cNvSpPr/>
          <p:nvPr userDrawn="1"/>
        </p:nvSpPr>
        <p:spPr>
          <a:xfrm>
            <a:off x="7057400" y="-634205"/>
            <a:ext cx="1620000" cy="544512"/>
          </a:xfrm>
          <a:prstGeom prst="rect">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48E57AB1-381B-5AAD-7DC5-740E5B77B025}"/>
              </a:ext>
            </a:extLst>
          </p:cNvPr>
          <p:cNvSpPr/>
          <p:nvPr userDrawn="1"/>
        </p:nvSpPr>
        <p:spPr>
          <a:xfrm>
            <a:off x="8814700" y="-634205"/>
            <a:ext cx="1620000" cy="544512"/>
          </a:xfrm>
          <a:prstGeom prst="rect">
            <a:avLst/>
          </a:prstGeom>
          <a:solidFill>
            <a:srgbClr val="FE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82337320-4DB2-ADB6-5B69-EABDA81D615E}"/>
              </a:ext>
            </a:extLst>
          </p:cNvPr>
          <p:cNvSpPr/>
          <p:nvPr userDrawn="1"/>
        </p:nvSpPr>
        <p:spPr>
          <a:xfrm>
            <a:off x="10572000" y="-634205"/>
            <a:ext cx="1620000" cy="544512"/>
          </a:xfrm>
          <a:prstGeom prst="rect">
            <a:avLst/>
          </a:prstGeom>
          <a:solidFill>
            <a:srgbClr val="0068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68F88131-5768-1CBE-C0B6-1C724FEC69F7}"/>
              </a:ext>
            </a:extLst>
          </p:cNvPr>
          <p:cNvSpPr txBox="1"/>
          <p:nvPr userDrawn="1"/>
        </p:nvSpPr>
        <p:spPr>
          <a:xfrm>
            <a:off x="28200" y="-947737"/>
            <a:ext cx="1620000" cy="307777"/>
          </a:xfrm>
          <a:prstGeom prst="rect">
            <a:avLst/>
          </a:prstGeom>
          <a:noFill/>
        </p:spPr>
        <p:txBody>
          <a:bodyPr wrap="square" rtlCol="0">
            <a:spAutoFit/>
          </a:bodyPr>
          <a:lstStyle/>
          <a:p>
            <a:pPr algn="ctr"/>
            <a:r>
              <a:rPr lang="en-GB" sz="1400" b="1"/>
              <a:t>Primary Blue</a:t>
            </a:r>
          </a:p>
        </p:txBody>
      </p:sp>
      <p:sp>
        <p:nvSpPr>
          <p:cNvPr id="40" name="TextBox 39">
            <a:extLst>
              <a:ext uri="{FF2B5EF4-FFF2-40B4-BE49-F238E27FC236}">
                <a16:creationId xmlns:a16="http://schemas.microsoft.com/office/drawing/2014/main" id="{835BAB9D-45EE-D94C-D075-05FE74FA2BF5}"/>
              </a:ext>
            </a:extLst>
          </p:cNvPr>
          <p:cNvSpPr txBox="1"/>
          <p:nvPr userDrawn="1"/>
        </p:nvSpPr>
        <p:spPr>
          <a:xfrm>
            <a:off x="1785500" y="-947737"/>
            <a:ext cx="1620000" cy="307777"/>
          </a:xfrm>
          <a:prstGeom prst="rect">
            <a:avLst/>
          </a:prstGeom>
          <a:noFill/>
        </p:spPr>
        <p:txBody>
          <a:bodyPr wrap="square" rtlCol="0">
            <a:spAutoFit/>
          </a:bodyPr>
          <a:lstStyle/>
          <a:p>
            <a:pPr algn="ctr"/>
            <a:r>
              <a:rPr lang="en-GB" sz="1400" b="1">
                <a:solidFill>
                  <a:srgbClr val="6396C5"/>
                </a:solidFill>
              </a:rPr>
              <a:t>Secondary Blue</a:t>
            </a:r>
          </a:p>
        </p:txBody>
      </p:sp>
      <p:sp>
        <p:nvSpPr>
          <p:cNvPr id="41" name="TextBox 40">
            <a:extLst>
              <a:ext uri="{FF2B5EF4-FFF2-40B4-BE49-F238E27FC236}">
                <a16:creationId xmlns:a16="http://schemas.microsoft.com/office/drawing/2014/main" id="{38222C5F-565E-4542-2DFA-34DDA41AC963}"/>
              </a:ext>
            </a:extLst>
          </p:cNvPr>
          <p:cNvSpPr txBox="1"/>
          <p:nvPr userDrawn="1"/>
        </p:nvSpPr>
        <p:spPr>
          <a:xfrm>
            <a:off x="3542800" y="-947737"/>
            <a:ext cx="1620000" cy="307777"/>
          </a:xfrm>
          <a:prstGeom prst="rect">
            <a:avLst/>
          </a:prstGeom>
          <a:noFill/>
        </p:spPr>
        <p:txBody>
          <a:bodyPr wrap="square" rtlCol="0">
            <a:spAutoFit/>
          </a:bodyPr>
          <a:lstStyle/>
          <a:p>
            <a:pPr algn="ctr"/>
            <a:r>
              <a:rPr lang="en-GB" sz="1400" b="1">
                <a:solidFill>
                  <a:srgbClr val="FE0000"/>
                </a:solidFill>
              </a:rPr>
              <a:t>Star Red</a:t>
            </a:r>
          </a:p>
        </p:txBody>
      </p:sp>
      <p:sp>
        <p:nvSpPr>
          <p:cNvPr id="43" name="TextBox 42">
            <a:extLst>
              <a:ext uri="{FF2B5EF4-FFF2-40B4-BE49-F238E27FC236}">
                <a16:creationId xmlns:a16="http://schemas.microsoft.com/office/drawing/2014/main" id="{BECC0FCB-FE8E-D661-845A-63555FD997E7}"/>
              </a:ext>
            </a:extLst>
          </p:cNvPr>
          <p:cNvSpPr txBox="1"/>
          <p:nvPr userDrawn="1"/>
        </p:nvSpPr>
        <p:spPr>
          <a:xfrm>
            <a:off x="5300100" y="-947737"/>
            <a:ext cx="1620000" cy="307777"/>
          </a:xfrm>
          <a:prstGeom prst="rect">
            <a:avLst/>
          </a:prstGeom>
          <a:noFill/>
        </p:spPr>
        <p:txBody>
          <a:bodyPr wrap="square" rtlCol="0">
            <a:spAutoFit/>
          </a:bodyPr>
          <a:lstStyle/>
          <a:p>
            <a:pPr algn="ctr"/>
            <a:r>
              <a:rPr lang="en-GB" sz="1400" b="1">
                <a:solidFill>
                  <a:srgbClr val="019934"/>
                </a:solidFill>
              </a:rPr>
              <a:t>Star Green</a:t>
            </a:r>
          </a:p>
        </p:txBody>
      </p:sp>
      <p:sp>
        <p:nvSpPr>
          <p:cNvPr id="44" name="TextBox 43">
            <a:extLst>
              <a:ext uri="{FF2B5EF4-FFF2-40B4-BE49-F238E27FC236}">
                <a16:creationId xmlns:a16="http://schemas.microsoft.com/office/drawing/2014/main" id="{2C79E2CE-68E3-786C-154B-7B038FC85B46}"/>
              </a:ext>
            </a:extLst>
          </p:cNvPr>
          <p:cNvSpPr txBox="1"/>
          <p:nvPr userDrawn="1"/>
        </p:nvSpPr>
        <p:spPr>
          <a:xfrm>
            <a:off x="7057400" y="-947737"/>
            <a:ext cx="1620000" cy="307777"/>
          </a:xfrm>
          <a:prstGeom prst="rect">
            <a:avLst/>
          </a:prstGeom>
          <a:noFill/>
        </p:spPr>
        <p:txBody>
          <a:bodyPr wrap="square" rtlCol="0">
            <a:spAutoFit/>
          </a:bodyPr>
          <a:lstStyle/>
          <a:p>
            <a:pPr algn="ctr"/>
            <a:r>
              <a:rPr lang="en-GB" sz="1400" b="1">
                <a:solidFill>
                  <a:srgbClr val="FFCC00"/>
                </a:solidFill>
              </a:rPr>
              <a:t>Star Yellow</a:t>
            </a:r>
          </a:p>
        </p:txBody>
      </p:sp>
      <p:sp>
        <p:nvSpPr>
          <p:cNvPr id="45" name="TextBox 44">
            <a:extLst>
              <a:ext uri="{FF2B5EF4-FFF2-40B4-BE49-F238E27FC236}">
                <a16:creationId xmlns:a16="http://schemas.microsoft.com/office/drawing/2014/main" id="{6F0C1C3A-3A5F-276B-7C93-0C3BBE696539}"/>
              </a:ext>
            </a:extLst>
          </p:cNvPr>
          <p:cNvSpPr txBox="1"/>
          <p:nvPr userDrawn="1"/>
        </p:nvSpPr>
        <p:spPr>
          <a:xfrm>
            <a:off x="8814700" y="-947737"/>
            <a:ext cx="1620000" cy="307777"/>
          </a:xfrm>
          <a:prstGeom prst="rect">
            <a:avLst/>
          </a:prstGeom>
          <a:noFill/>
        </p:spPr>
        <p:txBody>
          <a:bodyPr wrap="square" rtlCol="0">
            <a:spAutoFit/>
          </a:bodyPr>
          <a:lstStyle/>
          <a:p>
            <a:pPr algn="ctr"/>
            <a:r>
              <a:rPr lang="en-GB" sz="1400" b="1">
                <a:solidFill>
                  <a:srgbClr val="FE9900"/>
                </a:solidFill>
              </a:rPr>
              <a:t>Star Orange</a:t>
            </a:r>
          </a:p>
        </p:txBody>
      </p:sp>
      <p:sp>
        <p:nvSpPr>
          <p:cNvPr id="46" name="TextBox 45">
            <a:extLst>
              <a:ext uri="{FF2B5EF4-FFF2-40B4-BE49-F238E27FC236}">
                <a16:creationId xmlns:a16="http://schemas.microsoft.com/office/drawing/2014/main" id="{97544B08-46EA-A9E8-94AB-4196CD0B0DC3}"/>
              </a:ext>
            </a:extLst>
          </p:cNvPr>
          <p:cNvSpPr txBox="1"/>
          <p:nvPr userDrawn="1"/>
        </p:nvSpPr>
        <p:spPr>
          <a:xfrm>
            <a:off x="10572000" y="-947737"/>
            <a:ext cx="1620000" cy="307777"/>
          </a:xfrm>
          <a:prstGeom prst="rect">
            <a:avLst/>
          </a:prstGeom>
          <a:noFill/>
        </p:spPr>
        <p:txBody>
          <a:bodyPr wrap="square" rtlCol="0">
            <a:spAutoFit/>
          </a:bodyPr>
          <a:lstStyle/>
          <a:p>
            <a:pPr algn="ctr"/>
            <a:r>
              <a:rPr lang="en-GB" sz="1400" b="1">
                <a:solidFill>
                  <a:srgbClr val="0068CA"/>
                </a:solidFill>
              </a:rPr>
              <a:t>Star Blue</a:t>
            </a:r>
          </a:p>
        </p:txBody>
      </p:sp>
      <p:pic>
        <p:nvPicPr>
          <p:cNvPr id="47" name="Picture 46" descr="A picture containing text&#10;&#10;Description automatically generated">
            <a:extLst>
              <a:ext uri="{FF2B5EF4-FFF2-40B4-BE49-F238E27FC236}">
                <a16:creationId xmlns:a16="http://schemas.microsoft.com/office/drawing/2014/main" id="{76F97666-17E1-0135-2FDF-0D92C3F0772B}"/>
              </a:ext>
            </a:extLst>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148609367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9" r:id="rId23"/>
    <p:sldLayoutId id="2147483720" r:id="rId24"/>
    <p:sldLayoutId id="2147483721" r:id="rId25"/>
    <p:sldLayoutId id="2147483722" r:id="rId26"/>
    <p:sldLayoutId id="2147483723" r:id="rId27"/>
    <p:sldLayoutId id="2147483724" r:id="rId28"/>
    <p:sldLayoutId id="2147483725" r:id="rId29"/>
    <p:sldLayoutId id="2147483693" r:id="rId30"/>
  </p:sldLayoutIdLst>
  <p:hf hdr="0"/>
  <p:txStyles>
    <p:titleStyle>
      <a:lvl1pPr algn="l" defTabSz="914400" rtl="0" eaLnBrk="1" latinLnBrk="0" hangingPunct="1">
        <a:lnSpc>
          <a:spcPct val="90000"/>
        </a:lnSpc>
        <a:spcBef>
          <a:spcPct val="0"/>
        </a:spcBef>
        <a:buNone/>
        <a:defRPr sz="3600" b="1" kern="1200">
          <a:solidFill>
            <a:schemeClr val="tx1"/>
          </a:solidFill>
          <a:latin typeface="BISans" panose="0200050304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ISans" panose="0200050304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ISans" panose="0200050304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ISans" panose="0200050304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ISans" panose="0200050304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ISans" panose="0200050304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5"/>
            </p:custDataLst>
            <p:extLst>
              <p:ext uri="{D42A27DB-BD31-4B8C-83A1-F6EECF244321}">
                <p14:modId xmlns:p14="http://schemas.microsoft.com/office/powerpoint/2010/main" val="14912271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7" name="Object 6" hidden="1"/>
                      <p:cNvPicPr/>
                      <p:nvPr/>
                    </p:nvPicPr>
                    <p:blipFill>
                      <a:blip r:embed="rId27"/>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a:xfrm>
            <a:off x="171873" y="137478"/>
            <a:ext cx="11702627" cy="767778"/>
          </a:xfrm>
          <a:prstGeom prst="rect">
            <a:avLst/>
          </a:prstGeom>
        </p:spPr>
        <p:txBody>
          <a:bodyPr vert="horz" lIns="91440" tIns="45720" rIns="91440" bIns="45720" rtlCol="0" anchor="ctr">
            <a:noAutofit/>
          </a:bodyPr>
          <a:lstStyle/>
          <a:p>
            <a:r>
              <a:rPr lang="en-US"/>
              <a:t>Click to edit Master title style</a:t>
            </a:r>
          </a:p>
        </p:txBody>
      </p:sp>
      <p:sp>
        <p:nvSpPr>
          <p:cNvPr id="27" name="Slide Number Placeholder 3"/>
          <p:cNvSpPr txBox="1">
            <a:spLocks/>
          </p:cNvSpPr>
          <p:nvPr userDrawn="1"/>
        </p:nvSpPr>
        <p:spPr>
          <a:xfrm>
            <a:off x="11379157" y="6425715"/>
            <a:ext cx="499363"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74BE483D-C18C-C842-8583-7479BC57BFEA}" type="slidenum">
              <a:rPr lang="en-US" sz="1000" smtClean="0"/>
              <a:pPr>
                <a:defRPr/>
              </a:pPr>
              <a:t>‹#›</a:t>
            </a:fld>
            <a:endParaRPr lang="en-US" sz="1000"/>
          </a:p>
        </p:txBody>
      </p:sp>
      <p:sp>
        <p:nvSpPr>
          <p:cNvPr id="28" name="Footer Placeholder 4"/>
          <p:cNvSpPr txBox="1">
            <a:spLocks/>
          </p:cNvSpPr>
          <p:nvPr userDrawn="1"/>
        </p:nvSpPr>
        <p:spPr>
          <a:xfrm>
            <a:off x="3725583" y="6367659"/>
            <a:ext cx="4740835" cy="2700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sz="700">
                <a:solidFill>
                  <a:srgbClr val="000000"/>
                </a:solidFill>
              </a:rPr>
              <a:t>© 2022 All rights reserved | </a:t>
            </a:r>
            <a:r>
              <a:rPr lang="en-US" sz="700" b="1">
                <a:solidFill>
                  <a:srgbClr val="000000"/>
                </a:solidFill>
              </a:rPr>
              <a:t>Confidential</a:t>
            </a:r>
            <a:r>
              <a:rPr lang="en-US" sz="700">
                <a:solidFill>
                  <a:srgbClr val="000000"/>
                </a:solidFill>
              </a:rPr>
              <a:t> | For Syneos Health™ use only</a:t>
            </a:r>
          </a:p>
        </p:txBody>
      </p:sp>
      <p:cxnSp>
        <p:nvCxnSpPr>
          <p:cNvPr id="29" name="Straight Connector 28"/>
          <p:cNvCxnSpPr/>
          <p:nvPr userDrawn="1"/>
        </p:nvCxnSpPr>
        <p:spPr>
          <a:xfrm>
            <a:off x="294639" y="917835"/>
            <a:ext cx="11602724"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userDrawn="1"/>
        </p:nvPicPr>
        <p:blipFill>
          <a:blip r:embed="rId28"/>
          <a:stretch>
            <a:fillRect/>
          </a:stretch>
        </p:blipFill>
        <p:spPr>
          <a:xfrm>
            <a:off x="0" y="6731000"/>
            <a:ext cx="12192000" cy="127000"/>
          </a:xfrm>
          <a:prstGeom prst="rect">
            <a:avLst/>
          </a:prstGeom>
        </p:spPr>
      </p:pic>
      <p:pic>
        <p:nvPicPr>
          <p:cNvPr id="12" name="Picture 11">
            <a:extLst>
              <a:ext uri="{FF2B5EF4-FFF2-40B4-BE49-F238E27FC236}">
                <a16:creationId xmlns:a16="http://schemas.microsoft.com/office/drawing/2014/main" id="{E28A6E9E-E4FF-184C-9110-01185FD23BFB}"/>
              </a:ext>
            </a:extLst>
          </p:cNvPr>
          <p:cNvPicPr>
            <a:picLocks noChangeAspect="1"/>
          </p:cNvPicPr>
          <p:nvPr userDrawn="1"/>
        </p:nvPicPr>
        <p:blipFill>
          <a:blip r:embed="rId29"/>
          <a:stretch>
            <a:fillRect/>
          </a:stretch>
        </p:blipFill>
        <p:spPr>
          <a:xfrm>
            <a:off x="171873" y="6166606"/>
            <a:ext cx="999067" cy="488696"/>
          </a:xfrm>
          <a:prstGeom prst="rect">
            <a:avLst/>
          </a:prstGeom>
        </p:spPr>
      </p:pic>
    </p:spTree>
    <p:extLst>
      <p:ext uri="{BB962C8B-B14F-4D97-AF65-F5344CB8AC3E}">
        <p14:creationId xmlns:p14="http://schemas.microsoft.com/office/powerpoint/2010/main" val="2750367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xStyles>
    <p:titleStyle>
      <a:lvl1pPr algn="l" defTabSz="914400" rtl="0" eaLnBrk="1" latinLnBrk="0" hangingPunct="1">
        <a:spcBef>
          <a:spcPct val="0"/>
        </a:spcBef>
        <a:buNone/>
        <a:defRPr sz="1800" b="1" kern="1200">
          <a:solidFill>
            <a:srgbClr val="000000"/>
          </a:solidFill>
          <a:latin typeface="+mj-lt"/>
          <a:ea typeface="+mj-ea"/>
          <a:cs typeface="+mj-cs"/>
        </a:defRPr>
      </a:lvl1pPr>
    </p:titleStyle>
    <p:bodyStyle>
      <a:lvl1pPr marL="171450" indent="-171450" algn="l" defTabSz="914400" rtl="0" eaLnBrk="1" latinLnBrk="0" hangingPunct="1">
        <a:spcBef>
          <a:spcPts val="1600"/>
        </a:spcBef>
        <a:buFont typeface="Arial" panose="020B0604020202020204" pitchFamily="34" charset="0"/>
        <a:buChar char="•"/>
        <a:defRPr sz="1200" kern="1200">
          <a:solidFill>
            <a:srgbClr val="000000"/>
          </a:solidFill>
          <a:latin typeface="+mn-lt"/>
          <a:ea typeface="+mn-ea"/>
          <a:cs typeface="+mn-cs"/>
        </a:defRPr>
      </a:lvl1pPr>
      <a:lvl2pPr marL="514350" indent="-171450" algn="l" defTabSz="914400" rtl="0" eaLnBrk="1" latinLnBrk="0" hangingPunct="1">
        <a:spcBef>
          <a:spcPts val="800"/>
        </a:spcBef>
        <a:buFont typeface="Lucida Grande"/>
        <a:buChar char="-"/>
        <a:defRPr sz="1100" kern="1200">
          <a:solidFill>
            <a:srgbClr val="000000"/>
          </a:solidFill>
          <a:latin typeface="+mn-lt"/>
          <a:ea typeface="+mn-ea"/>
          <a:cs typeface="+mn-cs"/>
        </a:defRPr>
      </a:lvl2pPr>
      <a:lvl3pPr marL="857250" indent="-171450" algn="l" defTabSz="914400" rtl="0" eaLnBrk="1" latinLnBrk="0" hangingPunct="1">
        <a:spcBef>
          <a:spcPts val="800"/>
        </a:spcBef>
        <a:buFont typeface="Arial" panose="020B0604020202020204" pitchFamily="34" charset="0"/>
        <a:buChar char="•"/>
        <a:defRPr sz="1050" kern="1200">
          <a:solidFill>
            <a:srgbClr val="000000"/>
          </a:solidFill>
          <a:latin typeface="+mn-lt"/>
          <a:ea typeface="+mn-ea"/>
          <a:cs typeface="+mn-cs"/>
        </a:defRPr>
      </a:lvl3pPr>
      <a:lvl4pPr marL="1200150" indent="-171450" algn="l" defTabSz="914400" rtl="0" eaLnBrk="1" latinLnBrk="0" hangingPunct="1">
        <a:spcBef>
          <a:spcPts val="800"/>
        </a:spcBef>
        <a:buFont typeface="Lucida Grande"/>
        <a:buChar char="-"/>
        <a:defRPr sz="900" kern="1200">
          <a:solidFill>
            <a:srgbClr val="000000"/>
          </a:solidFill>
          <a:latin typeface="+mn-lt"/>
          <a:ea typeface="+mn-ea"/>
          <a:cs typeface="+mn-cs"/>
        </a:defRPr>
      </a:lvl4pPr>
      <a:lvl5pPr marL="1543050" indent="-171450" algn="l" defTabSz="914400" rtl="0" eaLnBrk="1" latinLnBrk="0" hangingPunct="1">
        <a:spcBef>
          <a:spcPts val="800"/>
        </a:spcBef>
        <a:buFont typeface="Lucida Grande"/>
        <a:buChar char="»"/>
        <a:defRPr sz="900" kern="1200">
          <a:solidFill>
            <a:srgbClr val="00000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5EB5A77-B456-44AE-BF2A-72D0E30AF94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a:solidFill>
                <a:schemeClr val="bg1"/>
              </a:solidFill>
              <a:latin typeface="BISans" panose="02000503040000020004" pitchFamily="2" charset="0"/>
            </a:endParaRPr>
          </a:p>
        </p:txBody>
      </p:sp>
      <p:pic>
        <p:nvPicPr>
          <p:cNvPr id="31" name="Grafik 6">
            <a:extLst>
              <a:ext uri="{FF2B5EF4-FFF2-40B4-BE49-F238E27FC236}">
                <a16:creationId xmlns:a16="http://schemas.microsoft.com/office/drawing/2014/main" id="{B160C9F3-04CC-4937-8A14-9C5B9979BF2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519579" y="6476995"/>
            <a:ext cx="840360" cy="254013"/>
          </a:xfrm>
          <a:prstGeom prst="rect">
            <a:avLst/>
          </a:prstGeom>
        </p:spPr>
      </p:pic>
      <p:grpSp>
        <p:nvGrpSpPr>
          <p:cNvPr id="32" name="Group 31">
            <a:extLst>
              <a:ext uri="{FF2B5EF4-FFF2-40B4-BE49-F238E27FC236}">
                <a16:creationId xmlns:a16="http://schemas.microsoft.com/office/drawing/2014/main" id="{9C6E36EB-8C18-4690-ABA0-6897B1D7F9BE}"/>
              </a:ext>
            </a:extLst>
          </p:cNvPr>
          <p:cNvGrpSpPr/>
          <p:nvPr userDrawn="1"/>
        </p:nvGrpSpPr>
        <p:grpSpPr>
          <a:xfrm>
            <a:off x="11560867" y="6225528"/>
            <a:ext cx="590549" cy="590549"/>
            <a:chOff x="8670649" y="4669146"/>
            <a:chExt cx="442912" cy="442912"/>
          </a:xfrm>
        </p:grpSpPr>
        <p:sp>
          <p:nvSpPr>
            <p:cNvPr id="33" name="Right Triangle 32">
              <a:extLst>
                <a:ext uri="{FF2B5EF4-FFF2-40B4-BE49-F238E27FC236}">
                  <a16:creationId xmlns:a16="http://schemas.microsoft.com/office/drawing/2014/main" id="{F9A71EEE-7271-4895-8A4B-022190353D50}"/>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a:solidFill>
                  <a:schemeClr val="bg1"/>
                </a:solidFill>
                <a:latin typeface="BISans" panose="02000503040000020004" pitchFamily="2" charset="0"/>
              </a:endParaRPr>
            </a:p>
          </p:txBody>
        </p:sp>
        <p:sp>
          <p:nvSpPr>
            <p:cNvPr id="34" name="Freeform: Shape 33">
              <a:extLst>
                <a:ext uri="{FF2B5EF4-FFF2-40B4-BE49-F238E27FC236}">
                  <a16:creationId xmlns:a16="http://schemas.microsoft.com/office/drawing/2014/main" id="{C6C0FDF5-32F4-494A-B8FA-BFA4F418D29F}"/>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a:solidFill>
                  <a:schemeClr val="bg1"/>
                </a:solidFill>
                <a:latin typeface="BISans" panose="02000503040000020004" pitchFamily="2" charset="0"/>
              </a:endParaRPr>
            </a:p>
          </p:txBody>
        </p:sp>
      </p:grpSp>
      <p:grpSp>
        <p:nvGrpSpPr>
          <p:cNvPr id="35" name="Group 34">
            <a:extLst>
              <a:ext uri="{FF2B5EF4-FFF2-40B4-BE49-F238E27FC236}">
                <a16:creationId xmlns:a16="http://schemas.microsoft.com/office/drawing/2014/main" id="{38EFF2DB-86CA-4AED-ABE5-C553F07D4251}"/>
              </a:ext>
            </a:extLst>
          </p:cNvPr>
          <p:cNvGrpSpPr/>
          <p:nvPr userDrawn="1"/>
        </p:nvGrpSpPr>
        <p:grpSpPr>
          <a:xfrm>
            <a:off x="46992" y="44216"/>
            <a:ext cx="590549" cy="590549"/>
            <a:chOff x="35243" y="33162"/>
            <a:chExt cx="442912" cy="442912"/>
          </a:xfrm>
        </p:grpSpPr>
        <p:sp>
          <p:nvSpPr>
            <p:cNvPr id="36" name="Right Triangle 35">
              <a:extLst>
                <a:ext uri="{FF2B5EF4-FFF2-40B4-BE49-F238E27FC236}">
                  <a16:creationId xmlns:a16="http://schemas.microsoft.com/office/drawing/2014/main" id="{24887F7E-B8F4-4128-9FB6-16B402E2F57B}"/>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a:solidFill>
                  <a:schemeClr val="bg1"/>
                </a:solidFill>
                <a:latin typeface="BISans" panose="02000503040000020004" pitchFamily="2" charset="0"/>
              </a:endParaRPr>
            </a:p>
          </p:txBody>
        </p:sp>
        <p:sp>
          <p:nvSpPr>
            <p:cNvPr id="37" name="Freeform: Shape 36">
              <a:extLst>
                <a:ext uri="{FF2B5EF4-FFF2-40B4-BE49-F238E27FC236}">
                  <a16:creationId xmlns:a16="http://schemas.microsoft.com/office/drawing/2014/main" id="{0782F19C-AB5B-4BF1-8227-3A28D6557115}"/>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a:solidFill>
                  <a:schemeClr val="bg1"/>
                </a:solidFill>
                <a:latin typeface="BISans" panose="02000503040000020004" pitchFamily="2" charset="0"/>
              </a:endParaRPr>
            </a:p>
          </p:txBody>
        </p:sp>
      </p:grpSp>
      <p:graphicFrame>
        <p:nvGraphicFramePr>
          <p:cNvPr id="8" name="Object 7" hidden="1">
            <a:extLst>
              <a:ext uri="{FF2B5EF4-FFF2-40B4-BE49-F238E27FC236}">
                <a16:creationId xmlns:a16="http://schemas.microsoft.com/office/drawing/2014/main" id="{4CE4A206-4BE4-4808-A4BF-C339823C6F76}"/>
              </a:ext>
            </a:extLst>
          </p:cNvPr>
          <p:cNvGraphicFramePr>
            <a:graphicFrameLocks noChangeAspect="1"/>
          </p:cNvGraphicFramePr>
          <p:nvPr userDrawn="1">
            <p:custDataLst>
              <p:tags r:id="rId14"/>
            </p:custDataLst>
            <p:extLst>
              <p:ext uri="{D42A27DB-BD31-4B8C-83A1-F6EECF244321}">
                <p14:modId xmlns:p14="http://schemas.microsoft.com/office/powerpoint/2010/main" val="4049312741"/>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17" imgW="425" imgH="426" progId="TCLayout.ActiveDocument.1">
                  <p:embed/>
                </p:oleObj>
              </mc:Choice>
              <mc:Fallback>
                <p:oleObj name="think-cell Slide" r:id="rId17" imgW="425" imgH="426" progId="TCLayout.ActiveDocument.1">
                  <p:embed/>
                  <p:pic>
                    <p:nvPicPr>
                      <p:cNvPr id="8" name="Object 7" hidden="1">
                        <a:extLst>
                          <a:ext uri="{FF2B5EF4-FFF2-40B4-BE49-F238E27FC236}">
                            <a16:creationId xmlns:a16="http://schemas.microsoft.com/office/drawing/2014/main" id="{4CE4A206-4BE4-4808-A4BF-C339823C6F76}"/>
                          </a:ext>
                        </a:extLst>
                      </p:cNvPr>
                      <p:cNvPicPr/>
                      <p:nvPr/>
                    </p:nvPicPr>
                    <p:blipFill>
                      <a:blip r:embed="rId18"/>
                      <a:stretch>
                        <a:fillRect/>
                      </a:stretch>
                    </p:blipFill>
                    <p:spPr>
                      <a:xfrm>
                        <a:off x="2119" y="2119"/>
                        <a:ext cx="2117" cy="2117"/>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D5DE9A9-D1B0-477B-A963-1376EDCCF705}"/>
              </a:ext>
            </a:extLst>
          </p:cNvPr>
          <p:cNvSpPr/>
          <p:nvPr userDrawn="1">
            <p:custDataLst>
              <p:tags r:id="rId15"/>
            </p:custDataLst>
          </p:nvPr>
        </p:nvSpPr>
        <p:spPr>
          <a:xfrm>
            <a:off x="1" y="1"/>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3200" b="0" i="0" baseline="0">
              <a:solidFill>
                <a:schemeClr val="bg1"/>
              </a:solidFill>
              <a:latin typeface="BISansOptiCond" panose="02000506040000020004" pitchFamily="2" charset="0"/>
              <a:ea typeface="+mj-ea"/>
              <a:sym typeface="BISansOptiCond" panose="02000506040000020004" pitchFamily="2" charset="0"/>
            </a:endParaRPr>
          </a:p>
        </p:txBody>
      </p:sp>
      <p:grpSp>
        <p:nvGrpSpPr>
          <p:cNvPr id="23" name="Gruppieren 22"/>
          <p:cNvGrpSpPr/>
          <p:nvPr/>
        </p:nvGrpSpPr>
        <p:grpSpPr>
          <a:xfrm>
            <a:off x="243770" y="48947"/>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519579" y="506815"/>
            <a:ext cx="9718188" cy="366255"/>
          </a:xfrm>
          <a:prstGeom prst="rect">
            <a:avLst/>
          </a:prstGeom>
        </p:spPr>
        <p:txBody>
          <a:bodyPr vert="horz" wrap="square" lIns="0" tIns="0" rIns="0" bIns="0" rtlCol="0" anchor="b" anchorCtr="0">
            <a:spAutoFit/>
          </a:bodyPr>
          <a:lstStyle/>
          <a:p>
            <a:r>
              <a:rPr lang="en-GB" noProof="0"/>
              <a:t>Click to add title</a:t>
            </a:r>
          </a:p>
        </p:txBody>
      </p:sp>
      <p:sp>
        <p:nvSpPr>
          <p:cNvPr id="3" name="Textplatzhalter 2"/>
          <p:cNvSpPr>
            <a:spLocks noGrp="1"/>
          </p:cNvSpPr>
          <p:nvPr>
            <p:ph type="body" idx="1"/>
          </p:nvPr>
        </p:nvSpPr>
        <p:spPr>
          <a:xfrm>
            <a:off x="508000" y="1092200"/>
            <a:ext cx="11176000" cy="5232400"/>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938752" y="6521895"/>
            <a:ext cx="65"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5" name="Fußzeilenplatzhalter 4"/>
          <p:cNvSpPr>
            <a:spLocks noGrp="1"/>
          </p:cNvSpPr>
          <p:nvPr>
            <p:ph type="ftr" sz="quarter" idx="3"/>
          </p:nvPr>
        </p:nvSpPr>
        <p:spPr>
          <a:xfrm>
            <a:off x="2313141" y="652192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Introduction: Fully Outsourced Trials (FOTs) at BI, V1 September 2023</a:t>
            </a:r>
            <a:endParaRPr lang="en-GB"/>
          </a:p>
        </p:txBody>
      </p:sp>
      <p:grpSp>
        <p:nvGrpSpPr>
          <p:cNvPr id="17" name="Gruppieren 16"/>
          <p:cNvGrpSpPr/>
          <p:nvPr/>
        </p:nvGrpSpPr>
        <p:grpSpPr>
          <a:xfrm>
            <a:off x="243770" y="48947"/>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519579" y="6476995"/>
            <a:ext cx="840360" cy="254013"/>
          </a:xfrm>
          <a:prstGeom prst="rect">
            <a:avLst/>
          </a:prstGeom>
        </p:spPr>
      </p:pic>
      <p:sp>
        <p:nvSpPr>
          <p:cNvPr id="6" name="Foliennummernplatzhalter 5"/>
          <p:cNvSpPr>
            <a:spLocks noGrp="1"/>
          </p:cNvSpPr>
          <p:nvPr>
            <p:ph type="sldNum" sz="quarter" idx="4"/>
          </p:nvPr>
        </p:nvSpPr>
        <p:spPr>
          <a:xfrm>
            <a:off x="11776057" y="6438787"/>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pic>
        <p:nvPicPr>
          <p:cNvPr id="29" name="Picture 28">
            <a:extLst>
              <a:ext uri="{FF2B5EF4-FFF2-40B4-BE49-F238E27FC236}">
                <a16:creationId xmlns:a16="http://schemas.microsoft.com/office/drawing/2014/main" id="{E5B92510-D197-4105-BBC3-C8EA66FEF5D1}"/>
              </a:ext>
            </a:extLst>
          </p:cNvPr>
          <p:cNvPicPr>
            <a:picLocks noChangeAspect="1"/>
          </p:cNvPicPr>
          <p:nvPr userDrawn="1"/>
        </p:nvPicPr>
        <p:blipFill>
          <a:blip r:embed="rId19">
            <a:extLst>
              <a:ext uri="{28A0092B-C50C-407E-A947-70E740481C1C}">
                <a14:useLocalDpi xmlns:a14="http://schemas.microsoft.com/office/drawing/2010/main" val="0"/>
              </a:ext>
            </a:extLst>
          </a:blip>
          <a:srcRect/>
          <a:stretch/>
        </p:blipFill>
        <p:spPr>
          <a:xfrm>
            <a:off x="10456641" y="102234"/>
            <a:ext cx="1334801" cy="757559"/>
          </a:xfrm>
          <a:prstGeom prst="rect">
            <a:avLst/>
          </a:prstGeom>
        </p:spPr>
      </p:pic>
    </p:spTree>
    <p:extLst>
      <p:ext uri="{BB962C8B-B14F-4D97-AF65-F5344CB8AC3E}">
        <p14:creationId xmlns:p14="http://schemas.microsoft.com/office/powerpoint/2010/main" val="383712873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1219140" rtl="0" eaLnBrk="1" latinLnBrk="0" hangingPunct="1">
        <a:lnSpc>
          <a:spcPct val="85000"/>
        </a:lnSpc>
        <a:spcBef>
          <a:spcPct val="0"/>
        </a:spcBef>
        <a:buNone/>
        <a:defRPr sz="2800" b="0" i="0" kern="1200">
          <a:solidFill>
            <a:srgbClr val="003366"/>
          </a:solidFill>
          <a:latin typeface="BISansOptiCond"/>
          <a:ea typeface="+mj-ea"/>
          <a:cs typeface="BISansOptiCond"/>
        </a:defRPr>
      </a:lvl1pPr>
    </p:titleStyle>
    <p:bodyStyle>
      <a:lvl1pPr marL="224356" indent="-224356" algn="l" defTabSz="1219140" rtl="0" eaLnBrk="1" latinLnBrk="0" hangingPunct="1">
        <a:spcBef>
          <a:spcPts val="533"/>
        </a:spcBef>
        <a:buFont typeface="Arial" panose="020B0604020202020204" pitchFamily="34" charset="0"/>
        <a:buChar char="•"/>
        <a:tabLst>
          <a:tab pos="224356" algn="l"/>
        </a:tabLst>
        <a:defRPr sz="2400" kern="1200">
          <a:solidFill>
            <a:schemeClr val="tx1"/>
          </a:solidFill>
          <a:latin typeface="+mn-lt"/>
          <a:ea typeface="+mn-ea"/>
          <a:cs typeface="BISans" panose="02000503040000020004" pitchFamily="2" charset="0"/>
        </a:defRPr>
      </a:lvl1pPr>
      <a:lvl2pPr marL="601104" indent="-245521"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58"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13"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269" indent="-237055" algn="l" defTabSz="121914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0">
          <p15:clr>
            <a:srgbClr val="F26B43"/>
          </p15:clr>
        </p15:guide>
        <p15:guide id="2" pos="5520">
          <p15:clr>
            <a:srgbClr val="F26B43"/>
          </p15:clr>
        </p15:guide>
        <p15:guide id="3" orient="horz" pos="516">
          <p15:clr>
            <a:srgbClr val="F26B43"/>
          </p15:clr>
        </p15:guide>
        <p15:guide id="4" orient="horz" pos="298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1" name="Picture 30" descr="A picture containing shape&#10;&#10;Description automatically generated">
            <a:extLst>
              <a:ext uri="{FF2B5EF4-FFF2-40B4-BE49-F238E27FC236}">
                <a16:creationId xmlns:a16="http://schemas.microsoft.com/office/drawing/2014/main" id="{9822D56A-EEFE-43A1-B65D-5D7F10D017FD}"/>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0" y="-2031"/>
            <a:ext cx="12192000" cy="6860031"/>
          </a:xfrm>
          <a:prstGeom prst="rect">
            <a:avLst/>
          </a:prstGeom>
        </p:spPr>
      </p:pic>
      <p:sp>
        <p:nvSpPr>
          <p:cNvPr id="2" name="Title Placeholder 1">
            <a:extLst>
              <a:ext uri="{FF2B5EF4-FFF2-40B4-BE49-F238E27FC236}">
                <a16:creationId xmlns:a16="http://schemas.microsoft.com/office/drawing/2014/main" id="{73964CA6-FD4F-4167-BF0A-F632B7732A34}"/>
              </a:ext>
            </a:extLst>
          </p:cNvPr>
          <p:cNvSpPr>
            <a:spLocks noGrp="1"/>
          </p:cNvSpPr>
          <p:nvPr>
            <p:ph type="title"/>
          </p:nvPr>
        </p:nvSpPr>
        <p:spPr>
          <a:xfrm>
            <a:off x="485775" y="250031"/>
            <a:ext cx="9948925"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3107D5-497B-4579-A99A-77A06EA4F812}"/>
              </a:ext>
            </a:extLst>
          </p:cNvPr>
          <p:cNvSpPr>
            <a:spLocks noGrp="1"/>
          </p:cNvSpPr>
          <p:nvPr>
            <p:ph type="body" idx="1"/>
          </p:nvPr>
        </p:nvSpPr>
        <p:spPr>
          <a:xfrm>
            <a:off x="485775" y="1825625"/>
            <a:ext cx="11410950" cy="4275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Rectangle 12">
            <a:extLst>
              <a:ext uri="{FF2B5EF4-FFF2-40B4-BE49-F238E27FC236}">
                <a16:creationId xmlns:a16="http://schemas.microsoft.com/office/drawing/2014/main" id="{94A43239-F310-43E4-B847-6D58D6C97A62}"/>
              </a:ext>
            </a:extLst>
          </p:cNvPr>
          <p:cNvSpPr/>
          <p:nvPr/>
        </p:nvSpPr>
        <p:spPr>
          <a:xfrm>
            <a:off x="28200" y="-634205"/>
            <a:ext cx="1620000" cy="544512"/>
          </a:xfrm>
          <a:prstGeom prst="rect">
            <a:avLst/>
          </a:prstGeom>
          <a:solidFill>
            <a:srgbClr val="004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9408D8C8-4DA8-4EFE-A034-26AFE601F948}"/>
              </a:ext>
            </a:extLst>
          </p:cNvPr>
          <p:cNvSpPr/>
          <p:nvPr/>
        </p:nvSpPr>
        <p:spPr>
          <a:xfrm>
            <a:off x="1785500" y="-634205"/>
            <a:ext cx="1620000" cy="544512"/>
          </a:xfrm>
          <a:prstGeom prst="rect">
            <a:avLst/>
          </a:prstGeom>
          <a:solidFill>
            <a:srgbClr val="6396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DDA1F84-F147-49C0-85F1-16180C89427C}"/>
              </a:ext>
            </a:extLst>
          </p:cNvPr>
          <p:cNvSpPr/>
          <p:nvPr/>
        </p:nvSpPr>
        <p:spPr>
          <a:xfrm>
            <a:off x="3542800" y="-634205"/>
            <a:ext cx="1620000" cy="544512"/>
          </a:xfrm>
          <a:prstGeom prst="rect">
            <a:avLst/>
          </a:prstGeom>
          <a:solidFill>
            <a:srgbClr val="FE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63D1B5A-7E08-4C73-99F8-C8B101CD48A6}"/>
              </a:ext>
            </a:extLst>
          </p:cNvPr>
          <p:cNvSpPr/>
          <p:nvPr/>
        </p:nvSpPr>
        <p:spPr>
          <a:xfrm>
            <a:off x="5300100" y="-634205"/>
            <a:ext cx="1620000" cy="544512"/>
          </a:xfrm>
          <a:prstGeom prst="rect">
            <a:avLst/>
          </a:prstGeom>
          <a:solidFill>
            <a:srgbClr val="0199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AB3DB7BC-7246-4CFC-AF45-E13BB577AFD3}"/>
              </a:ext>
            </a:extLst>
          </p:cNvPr>
          <p:cNvSpPr/>
          <p:nvPr/>
        </p:nvSpPr>
        <p:spPr>
          <a:xfrm>
            <a:off x="7057400" y="-634205"/>
            <a:ext cx="1620000" cy="544512"/>
          </a:xfrm>
          <a:prstGeom prst="rect">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C5315198-10AF-4293-868D-8D6372AC4DD6}"/>
              </a:ext>
            </a:extLst>
          </p:cNvPr>
          <p:cNvSpPr/>
          <p:nvPr/>
        </p:nvSpPr>
        <p:spPr>
          <a:xfrm>
            <a:off x="8814700" y="-634205"/>
            <a:ext cx="1620000" cy="544512"/>
          </a:xfrm>
          <a:prstGeom prst="rect">
            <a:avLst/>
          </a:prstGeom>
          <a:solidFill>
            <a:srgbClr val="FE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B2391D9-6656-4ADC-AFDB-2B25D0D50075}"/>
              </a:ext>
            </a:extLst>
          </p:cNvPr>
          <p:cNvSpPr/>
          <p:nvPr/>
        </p:nvSpPr>
        <p:spPr>
          <a:xfrm>
            <a:off x="10572000" y="-634205"/>
            <a:ext cx="1620000" cy="544512"/>
          </a:xfrm>
          <a:prstGeom prst="rect">
            <a:avLst/>
          </a:prstGeom>
          <a:solidFill>
            <a:srgbClr val="0068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CE688CA5-AD4A-4EE1-B6AC-22D57B62C4EF}"/>
              </a:ext>
            </a:extLst>
          </p:cNvPr>
          <p:cNvSpPr txBox="1"/>
          <p:nvPr/>
        </p:nvSpPr>
        <p:spPr>
          <a:xfrm>
            <a:off x="28200" y="-947737"/>
            <a:ext cx="1620000" cy="307777"/>
          </a:xfrm>
          <a:prstGeom prst="rect">
            <a:avLst/>
          </a:prstGeom>
          <a:noFill/>
        </p:spPr>
        <p:txBody>
          <a:bodyPr wrap="square" rtlCol="0">
            <a:spAutoFit/>
          </a:bodyPr>
          <a:lstStyle/>
          <a:p>
            <a:pPr algn="ctr"/>
            <a:r>
              <a:rPr lang="en-GB" sz="1400" b="1"/>
              <a:t>Primary Blue</a:t>
            </a:r>
          </a:p>
        </p:txBody>
      </p:sp>
      <p:sp>
        <p:nvSpPr>
          <p:cNvPr id="24" name="TextBox 23">
            <a:extLst>
              <a:ext uri="{FF2B5EF4-FFF2-40B4-BE49-F238E27FC236}">
                <a16:creationId xmlns:a16="http://schemas.microsoft.com/office/drawing/2014/main" id="{CC7C16C9-1790-4292-94F0-5F1AAC2DAE17}"/>
              </a:ext>
            </a:extLst>
          </p:cNvPr>
          <p:cNvSpPr txBox="1"/>
          <p:nvPr/>
        </p:nvSpPr>
        <p:spPr>
          <a:xfrm>
            <a:off x="1785500" y="-947737"/>
            <a:ext cx="1620000" cy="307777"/>
          </a:xfrm>
          <a:prstGeom prst="rect">
            <a:avLst/>
          </a:prstGeom>
          <a:noFill/>
        </p:spPr>
        <p:txBody>
          <a:bodyPr wrap="square" rtlCol="0">
            <a:spAutoFit/>
          </a:bodyPr>
          <a:lstStyle/>
          <a:p>
            <a:pPr algn="ctr"/>
            <a:r>
              <a:rPr lang="en-GB" sz="1400" b="1">
                <a:solidFill>
                  <a:srgbClr val="6396C5"/>
                </a:solidFill>
              </a:rPr>
              <a:t>Secondary Blue</a:t>
            </a:r>
          </a:p>
        </p:txBody>
      </p:sp>
      <p:sp>
        <p:nvSpPr>
          <p:cNvPr id="25" name="TextBox 24">
            <a:extLst>
              <a:ext uri="{FF2B5EF4-FFF2-40B4-BE49-F238E27FC236}">
                <a16:creationId xmlns:a16="http://schemas.microsoft.com/office/drawing/2014/main" id="{C59BB8CB-47B9-489F-B375-37B8E29C36F3}"/>
              </a:ext>
            </a:extLst>
          </p:cNvPr>
          <p:cNvSpPr txBox="1"/>
          <p:nvPr/>
        </p:nvSpPr>
        <p:spPr>
          <a:xfrm>
            <a:off x="3542800" y="-947737"/>
            <a:ext cx="1620000" cy="307777"/>
          </a:xfrm>
          <a:prstGeom prst="rect">
            <a:avLst/>
          </a:prstGeom>
          <a:noFill/>
        </p:spPr>
        <p:txBody>
          <a:bodyPr wrap="square" rtlCol="0">
            <a:spAutoFit/>
          </a:bodyPr>
          <a:lstStyle/>
          <a:p>
            <a:pPr algn="ctr"/>
            <a:r>
              <a:rPr lang="en-GB" sz="1400" b="1">
                <a:solidFill>
                  <a:srgbClr val="FE0000"/>
                </a:solidFill>
              </a:rPr>
              <a:t>Star Red</a:t>
            </a:r>
          </a:p>
        </p:txBody>
      </p:sp>
      <p:sp>
        <p:nvSpPr>
          <p:cNvPr id="26" name="TextBox 25">
            <a:extLst>
              <a:ext uri="{FF2B5EF4-FFF2-40B4-BE49-F238E27FC236}">
                <a16:creationId xmlns:a16="http://schemas.microsoft.com/office/drawing/2014/main" id="{AD3D4B6B-7883-49E3-8929-5EA93A8DCE8D}"/>
              </a:ext>
            </a:extLst>
          </p:cNvPr>
          <p:cNvSpPr txBox="1"/>
          <p:nvPr/>
        </p:nvSpPr>
        <p:spPr>
          <a:xfrm>
            <a:off x="5300100" y="-947737"/>
            <a:ext cx="1620000" cy="307777"/>
          </a:xfrm>
          <a:prstGeom prst="rect">
            <a:avLst/>
          </a:prstGeom>
          <a:noFill/>
        </p:spPr>
        <p:txBody>
          <a:bodyPr wrap="square" rtlCol="0">
            <a:spAutoFit/>
          </a:bodyPr>
          <a:lstStyle/>
          <a:p>
            <a:pPr algn="ctr"/>
            <a:r>
              <a:rPr lang="en-GB" sz="1400" b="1">
                <a:solidFill>
                  <a:srgbClr val="019934"/>
                </a:solidFill>
              </a:rPr>
              <a:t>Star Green</a:t>
            </a:r>
          </a:p>
        </p:txBody>
      </p:sp>
      <p:sp>
        <p:nvSpPr>
          <p:cNvPr id="27" name="TextBox 26">
            <a:extLst>
              <a:ext uri="{FF2B5EF4-FFF2-40B4-BE49-F238E27FC236}">
                <a16:creationId xmlns:a16="http://schemas.microsoft.com/office/drawing/2014/main" id="{984BB446-6230-4170-94F8-B9DAEE7E8D93}"/>
              </a:ext>
            </a:extLst>
          </p:cNvPr>
          <p:cNvSpPr txBox="1"/>
          <p:nvPr/>
        </p:nvSpPr>
        <p:spPr>
          <a:xfrm>
            <a:off x="7057400" y="-947737"/>
            <a:ext cx="1620000" cy="307777"/>
          </a:xfrm>
          <a:prstGeom prst="rect">
            <a:avLst/>
          </a:prstGeom>
          <a:noFill/>
        </p:spPr>
        <p:txBody>
          <a:bodyPr wrap="square" rtlCol="0">
            <a:spAutoFit/>
          </a:bodyPr>
          <a:lstStyle/>
          <a:p>
            <a:pPr algn="ctr"/>
            <a:r>
              <a:rPr lang="en-GB" sz="1400" b="1">
                <a:solidFill>
                  <a:srgbClr val="FFCC00"/>
                </a:solidFill>
              </a:rPr>
              <a:t>Star Yellow</a:t>
            </a:r>
          </a:p>
        </p:txBody>
      </p:sp>
      <p:sp>
        <p:nvSpPr>
          <p:cNvPr id="28" name="TextBox 27">
            <a:extLst>
              <a:ext uri="{FF2B5EF4-FFF2-40B4-BE49-F238E27FC236}">
                <a16:creationId xmlns:a16="http://schemas.microsoft.com/office/drawing/2014/main" id="{47C02BDC-DA00-4D09-AB8E-726AA7D600D2}"/>
              </a:ext>
            </a:extLst>
          </p:cNvPr>
          <p:cNvSpPr txBox="1"/>
          <p:nvPr/>
        </p:nvSpPr>
        <p:spPr>
          <a:xfrm>
            <a:off x="8814700" y="-947737"/>
            <a:ext cx="1620000" cy="307777"/>
          </a:xfrm>
          <a:prstGeom prst="rect">
            <a:avLst/>
          </a:prstGeom>
          <a:noFill/>
        </p:spPr>
        <p:txBody>
          <a:bodyPr wrap="square" rtlCol="0">
            <a:spAutoFit/>
          </a:bodyPr>
          <a:lstStyle/>
          <a:p>
            <a:pPr algn="ctr"/>
            <a:r>
              <a:rPr lang="en-GB" sz="1400" b="1">
                <a:solidFill>
                  <a:srgbClr val="FE9900"/>
                </a:solidFill>
              </a:rPr>
              <a:t>Star Orange</a:t>
            </a:r>
          </a:p>
        </p:txBody>
      </p:sp>
      <p:sp>
        <p:nvSpPr>
          <p:cNvPr id="29" name="TextBox 28">
            <a:extLst>
              <a:ext uri="{FF2B5EF4-FFF2-40B4-BE49-F238E27FC236}">
                <a16:creationId xmlns:a16="http://schemas.microsoft.com/office/drawing/2014/main" id="{D2196DD5-0FAA-432B-B30A-7C10329C994A}"/>
              </a:ext>
            </a:extLst>
          </p:cNvPr>
          <p:cNvSpPr txBox="1"/>
          <p:nvPr/>
        </p:nvSpPr>
        <p:spPr>
          <a:xfrm>
            <a:off x="10572000" y="-947737"/>
            <a:ext cx="1620000" cy="307777"/>
          </a:xfrm>
          <a:prstGeom prst="rect">
            <a:avLst/>
          </a:prstGeom>
          <a:noFill/>
        </p:spPr>
        <p:txBody>
          <a:bodyPr wrap="square" rtlCol="0">
            <a:spAutoFit/>
          </a:bodyPr>
          <a:lstStyle/>
          <a:p>
            <a:pPr algn="ctr"/>
            <a:r>
              <a:rPr lang="en-GB" sz="1400" b="1">
                <a:solidFill>
                  <a:srgbClr val="0068CA"/>
                </a:solidFill>
              </a:rPr>
              <a:t>Star Blue</a:t>
            </a:r>
          </a:p>
        </p:txBody>
      </p:sp>
      <p:pic>
        <p:nvPicPr>
          <p:cNvPr id="38" name="Picture 37" descr="A picture containing text&#10;&#10;Description automatically generated">
            <a:extLst>
              <a:ext uri="{FF2B5EF4-FFF2-40B4-BE49-F238E27FC236}">
                <a16:creationId xmlns:a16="http://schemas.microsoft.com/office/drawing/2014/main" id="{94B17F1F-E68D-4E2A-8BF4-1EFF54CD4E31}"/>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
        <p:nvSpPr>
          <p:cNvPr id="10" name="Slide Number Placeholder 9">
            <a:extLst>
              <a:ext uri="{FF2B5EF4-FFF2-40B4-BE49-F238E27FC236}">
                <a16:creationId xmlns:a16="http://schemas.microsoft.com/office/drawing/2014/main" id="{8CDAF660-8862-48A8-A475-20C7620CDAD1}"/>
              </a:ext>
            </a:extLst>
          </p:cNvPr>
          <p:cNvSpPr>
            <a:spLocks noGrp="1"/>
          </p:cNvSpPr>
          <p:nvPr>
            <p:ph type="sldNum" sz="quarter" idx="4"/>
          </p:nvPr>
        </p:nvSpPr>
        <p:spPr>
          <a:xfrm>
            <a:off x="8610600" y="6356350"/>
            <a:ext cx="186981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A00489-74D6-4F40-9B2D-C4C743F797E8}" type="slidenum">
              <a:rPr lang="en-GB" smtClean="0"/>
              <a:t>‹#›</a:t>
            </a:fld>
            <a:endParaRPr lang="en-GB"/>
          </a:p>
        </p:txBody>
      </p:sp>
      <p:sp>
        <p:nvSpPr>
          <p:cNvPr id="30" name="Rectangle 29">
            <a:extLst>
              <a:ext uri="{FF2B5EF4-FFF2-40B4-BE49-F238E27FC236}">
                <a16:creationId xmlns:a16="http://schemas.microsoft.com/office/drawing/2014/main" id="{BD0B82F7-6724-122B-8BDA-936237D113D5}"/>
              </a:ext>
            </a:extLst>
          </p:cNvPr>
          <p:cNvSpPr/>
          <p:nvPr userDrawn="1"/>
        </p:nvSpPr>
        <p:spPr>
          <a:xfrm>
            <a:off x="28200" y="-634205"/>
            <a:ext cx="1620000" cy="544512"/>
          </a:xfrm>
          <a:prstGeom prst="rect">
            <a:avLst/>
          </a:prstGeom>
          <a:solidFill>
            <a:srgbClr val="004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DC5C0094-D6BD-A9BE-4F93-CFCF6340636C}"/>
              </a:ext>
            </a:extLst>
          </p:cNvPr>
          <p:cNvSpPr/>
          <p:nvPr userDrawn="1"/>
        </p:nvSpPr>
        <p:spPr>
          <a:xfrm>
            <a:off x="1785500" y="-634205"/>
            <a:ext cx="1620000" cy="544512"/>
          </a:xfrm>
          <a:prstGeom prst="rect">
            <a:avLst/>
          </a:prstGeom>
          <a:solidFill>
            <a:srgbClr val="6396C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5BED9ECA-D66D-FCFB-E1F5-9B224F8CE686}"/>
              </a:ext>
            </a:extLst>
          </p:cNvPr>
          <p:cNvSpPr/>
          <p:nvPr userDrawn="1"/>
        </p:nvSpPr>
        <p:spPr>
          <a:xfrm>
            <a:off x="3542800" y="-634205"/>
            <a:ext cx="1620000" cy="544512"/>
          </a:xfrm>
          <a:prstGeom prst="rect">
            <a:avLst/>
          </a:prstGeom>
          <a:solidFill>
            <a:srgbClr val="FE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9B941354-A050-E8F6-ED1E-B3CEE829F751}"/>
              </a:ext>
            </a:extLst>
          </p:cNvPr>
          <p:cNvSpPr/>
          <p:nvPr userDrawn="1"/>
        </p:nvSpPr>
        <p:spPr>
          <a:xfrm>
            <a:off x="5300100" y="-634205"/>
            <a:ext cx="1620000" cy="544512"/>
          </a:xfrm>
          <a:prstGeom prst="rect">
            <a:avLst/>
          </a:prstGeom>
          <a:solidFill>
            <a:srgbClr val="0199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195B48CE-5711-A580-2E94-292EA5A3B8C0}"/>
              </a:ext>
            </a:extLst>
          </p:cNvPr>
          <p:cNvSpPr/>
          <p:nvPr userDrawn="1"/>
        </p:nvSpPr>
        <p:spPr>
          <a:xfrm>
            <a:off x="7057400" y="-634205"/>
            <a:ext cx="1620000" cy="544512"/>
          </a:xfrm>
          <a:prstGeom prst="rect">
            <a:avLst/>
          </a:prstGeom>
          <a:solidFill>
            <a:srgbClr val="FF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48E57AB1-381B-5AAD-7DC5-740E5B77B025}"/>
              </a:ext>
            </a:extLst>
          </p:cNvPr>
          <p:cNvSpPr/>
          <p:nvPr userDrawn="1"/>
        </p:nvSpPr>
        <p:spPr>
          <a:xfrm>
            <a:off x="8814700" y="-634205"/>
            <a:ext cx="1620000" cy="544512"/>
          </a:xfrm>
          <a:prstGeom prst="rect">
            <a:avLst/>
          </a:prstGeom>
          <a:solidFill>
            <a:srgbClr val="FE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82337320-4DB2-ADB6-5B69-EABDA81D615E}"/>
              </a:ext>
            </a:extLst>
          </p:cNvPr>
          <p:cNvSpPr/>
          <p:nvPr userDrawn="1"/>
        </p:nvSpPr>
        <p:spPr>
          <a:xfrm>
            <a:off x="10572000" y="-634205"/>
            <a:ext cx="1620000" cy="544512"/>
          </a:xfrm>
          <a:prstGeom prst="rect">
            <a:avLst/>
          </a:prstGeom>
          <a:solidFill>
            <a:srgbClr val="0068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68F88131-5768-1CBE-C0B6-1C724FEC69F7}"/>
              </a:ext>
            </a:extLst>
          </p:cNvPr>
          <p:cNvSpPr txBox="1"/>
          <p:nvPr userDrawn="1"/>
        </p:nvSpPr>
        <p:spPr>
          <a:xfrm>
            <a:off x="28200" y="-947737"/>
            <a:ext cx="1620000" cy="307777"/>
          </a:xfrm>
          <a:prstGeom prst="rect">
            <a:avLst/>
          </a:prstGeom>
          <a:noFill/>
        </p:spPr>
        <p:txBody>
          <a:bodyPr wrap="square" rtlCol="0">
            <a:spAutoFit/>
          </a:bodyPr>
          <a:lstStyle/>
          <a:p>
            <a:pPr algn="ctr"/>
            <a:r>
              <a:rPr lang="en-GB" sz="1400" b="1"/>
              <a:t>Primary Blue</a:t>
            </a:r>
          </a:p>
        </p:txBody>
      </p:sp>
      <p:sp>
        <p:nvSpPr>
          <p:cNvPr id="40" name="TextBox 39">
            <a:extLst>
              <a:ext uri="{FF2B5EF4-FFF2-40B4-BE49-F238E27FC236}">
                <a16:creationId xmlns:a16="http://schemas.microsoft.com/office/drawing/2014/main" id="{835BAB9D-45EE-D94C-D075-05FE74FA2BF5}"/>
              </a:ext>
            </a:extLst>
          </p:cNvPr>
          <p:cNvSpPr txBox="1"/>
          <p:nvPr userDrawn="1"/>
        </p:nvSpPr>
        <p:spPr>
          <a:xfrm>
            <a:off x="1785500" y="-947737"/>
            <a:ext cx="1620000" cy="307777"/>
          </a:xfrm>
          <a:prstGeom prst="rect">
            <a:avLst/>
          </a:prstGeom>
          <a:noFill/>
        </p:spPr>
        <p:txBody>
          <a:bodyPr wrap="square" rtlCol="0">
            <a:spAutoFit/>
          </a:bodyPr>
          <a:lstStyle/>
          <a:p>
            <a:pPr algn="ctr"/>
            <a:r>
              <a:rPr lang="en-GB" sz="1400" b="1">
                <a:solidFill>
                  <a:srgbClr val="6396C5"/>
                </a:solidFill>
              </a:rPr>
              <a:t>Secondary Blue</a:t>
            </a:r>
          </a:p>
        </p:txBody>
      </p:sp>
      <p:sp>
        <p:nvSpPr>
          <p:cNvPr id="41" name="TextBox 40">
            <a:extLst>
              <a:ext uri="{FF2B5EF4-FFF2-40B4-BE49-F238E27FC236}">
                <a16:creationId xmlns:a16="http://schemas.microsoft.com/office/drawing/2014/main" id="{38222C5F-565E-4542-2DFA-34DDA41AC963}"/>
              </a:ext>
            </a:extLst>
          </p:cNvPr>
          <p:cNvSpPr txBox="1"/>
          <p:nvPr userDrawn="1"/>
        </p:nvSpPr>
        <p:spPr>
          <a:xfrm>
            <a:off x="3542800" y="-947737"/>
            <a:ext cx="1620000" cy="307777"/>
          </a:xfrm>
          <a:prstGeom prst="rect">
            <a:avLst/>
          </a:prstGeom>
          <a:noFill/>
        </p:spPr>
        <p:txBody>
          <a:bodyPr wrap="square" rtlCol="0">
            <a:spAutoFit/>
          </a:bodyPr>
          <a:lstStyle/>
          <a:p>
            <a:pPr algn="ctr"/>
            <a:r>
              <a:rPr lang="en-GB" sz="1400" b="1">
                <a:solidFill>
                  <a:srgbClr val="FE0000"/>
                </a:solidFill>
              </a:rPr>
              <a:t>Star Red</a:t>
            </a:r>
          </a:p>
        </p:txBody>
      </p:sp>
      <p:sp>
        <p:nvSpPr>
          <p:cNvPr id="43" name="TextBox 42">
            <a:extLst>
              <a:ext uri="{FF2B5EF4-FFF2-40B4-BE49-F238E27FC236}">
                <a16:creationId xmlns:a16="http://schemas.microsoft.com/office/drawing/2014/main" id="{BECC0FCB-FE8E-D661-845A-63555FD997E7}"/>
              </a:ext>
            </a:extLst>
          </p:cNvPr>
          <p:cNvSpPr txBox="1"/>
          <p:nvPr userDrawn="1"/>
        </p:nvSpPr>
        <p:spPr>
          <a:xfrm>
            <a:off x="5300100" y="-947737"/>
            <a:ext cx="1620000" cy="307777"/>
          </a:xfrm>
          <a:prstGeom prst="rect">
            <a:avLst/>
          </a:prstGeom>
          <a:noFill/>
        </p:spPr>
        <p:txBody>
          <a:bodyPr wrap="square" rtlCol="0">
            <a:spAutoFit/>
          </a:bodyPr>
          <a:lstStyle/>
          <a:p>
            <a:pPr algn="ctr"/>
            <a:r>
              <a:rPr lang="en-GB" sz="1400" b="1">
                <a:solidFill>
                  <a:srgbClr val="019934"/>
                </a:solidFill>
              </a:rPr>
              <a:t>Star Green</a:t>
            </a:r>
          </a:p>
        </p:txBody>
      </p:sp>
      <p:sp>
        <p:nvSpPr>
          <p:cNvPr id="44" name="TextBox 43">
            <a:extLst>
              <a:ext uri="{FF2B5EF4-FFF2-40B4-BE49-F238E27FC236}">
                <a16:creationId xmlns:a16="http://schemas.microsoft.com/office/drawing/2014/main" id="{2C79E2CE-68E3-786C-154B-7B038FC85B46}"/>
              </a:ext>
            </a:extLst>
          </p:cNvPr>
          <p:cNvSpPr txBox="1"/>
          <p:nvPr userDrawn="1"/>
        </p:nvSpPr>
        <p:spPr>
          <a:xfrm>
            <a:off x="7057400" y="-947737"/>
            <a:ext cx="1620000" cy="307777"/>
          </a:xfrm>
          <a:prstGeom prst="rect">
            <a:avLst/>
          </a:prstGeom>
          <a:noFill/>
        </p:spPr>
        <p:txBody>
          <a:bodyPr wrap="square" rtlCol="0">
            <a:spAutoFit/>
          </a:bodyPr>
          <a:lstStyle/>
          <a:p>
            <a:pPr algn="ctr"/>
            <a:r>
              <a:rPr lang="en-GB" sz="1400" b="1">
                <a:solidFill>
                  <a:srgbClr val="FFCC00"/>
                </a:solidFill>
              </a:rPr>
              <a:t>Star Yellow</a:t>
            </a:r>
          </a:p>
        </p:txBody>
      </p:sp>
      <p:sp>
        <p:nvSpPr>
          <p:cNvPr id="45" name="TextBox 44">
            <a:extLst>
              <a:ext uri="{FF2B5EF4-FFF2-40B4-BE49-F238E27FC236}">
                <a16:creationId xmlns:a16="http://schemas.microsoft.com/office/drawing/2014/main" id="{6F0C1C3A-3A5F-276B-7C93-0C3BBE696539}"/>
              </a:ext>
            </a:extLst>
          </p:cNvPr>
          <p:cNvSpPr txBox="1"/>
          <p:nvPr userDrawn="1"/>
        </p:nvSpPr>
        <p:spPr>
          <a:xfrm>
            <a:off x="8814700" y="-947737"/>
            <a:ext cx="1620000" cy="307777"/>
          </a:xfrm>
          <a:prstGeom prst="rect">
            <a:avLst/>
          </a:prstGeom>
          <a:noFill/>
        </p:spPr>
        <p:txBody>
          <a:bodyPr wrap="square" rtlCol="0">
            <a:spAutoFit/>
          </a:bodyPr>
          <a:lstStyle/>
          <a:p>
            <a:pPr algn="ctr"/>
            <a:r>
              <a:rPr lang="en-GB" sz="1400" b="1">
                <a:solidFill>
                  <a:srgbClr val="FE9900"/>
                </a:solidFill>
              </a:rPr>
              <a:t>Star Orange</a:t>
            </a:r>
          </a:p>
        </p:txBody>
      </p:sp>
      <p:sp>
        <p:nvSpPr>
          <p:cNvPr id="46" name="TextBox 45">
            <a:extLst>
              <a:ext uri="{FF2B5EF4-FFF2-40B4-BE49-F238E27FC236}">
                <a16:creationId xmlns:a16="http://schemas.microsoft.com/office/drawing/2014/main" id="{97544B08-46EA-A9E8-94AB-4196CD0B0DC3}"/>
              </a:ext>
            </a:extLst>
          </p:cNvPr>
          <p:cNvSpPr txBox="1"/>
          <p:nvPr userDrawn="1"/>
        </p:nvSpPr>
        <p:spPr>
          <a:xfrm>
            <a:off x="10572000" y="-947737"/>
            <a:ext cx="1620000" cy="307777"/>
          </a:xfrm>
          <a:prstGeom prst="rect">
            <a:avLst/>
          </a:prstGeom>
          <a:noFill/>
        </p:spPr>
        <p:txBody>
          <a:bodyPr wrap="square" rtlCol="0">
            <a:spAutoFit/>
          </a:bodyPr>
          <a:lstStyle/>
          <a:p>
            <a:pPr algn="ctr"/>
            <a:r>
              <a:rPr lang="en-GB" sz="1400" b="1">
                <a:solidFill>
                  <a:srgbClr val="0068CA"/>
                </a:solidFill>
              </a:rPr>
              <a:t>Star Blue</a:t>
            </a:r>
          </a:p>
        </p:txBody>
      </p:sp>
      <p:pic>
        <p:nvPicPr>
          <p:cNvPr id="47" name="Picture 46" descr="A picture containing text&#10;&#10;Description automatically generated">
            <a:extLst>
              <a:ext uri="{FF2B5EF4-FFF2-40B4-BE49-F238E27FC236}">
                <a16:creationId xmlns:a16="http://schemas.microsoft.com/office/drawing/2014/main" id="{76F97666-17E1-0135-2FDF-0D92C3F0772B}"/>
              </a:ext>
            </a:extLst>
          </p:cNvPr>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10691725" y="6287115"/>
            <a:ext cx="1288963" cy="385148"/>
          </a:xfrm>
          <a:prstGeom prst="rect">
            <a:avLst/>
          </a:prstGeom>
        </p:spPr>
      </p:pic>
    </p:spTree>
    <p:extLst>
      <p:ext uri="{BB962C8B-B14F-4D97-AF65-F5344CB8AC3E}">
        <p14:creationId xmlns:p14="http://schemas.microsoft.com/office/powerpoint/2010/main" val="1486093671"/>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815" r:id="rId8"/>
    <p:sldLayoutId id="2147483816" r:id="rId9"/>
    <p:sldLayoutId id="2147483819" r:id="rId10"/>
    <p:sldLayoutId id="2147483774" r:id="rId11"/>
    <p:sldLayoutId id="2147483820" r:id="rId12"/>
    <p:sldLayoutId id="2147483821" r:id="rId13"/>
    <p:sldLayoutId id="2147483777" r:id="rId14"/>
    <p:sldLayoutId id="2147483778" r:id="rId15"/>
    <p:sldLayoutId id="2147483779" r:id="rId16"/>
    <p:sldLayoutId id="2147483780" r:id="rId17"/>
    <p:sldLayoutId id="2147483781" r:id="rId18"/>
    <p:sldLayoutId id="2147483782" r:id="rId19"/>
    <p:sldLayoutId id="2147483827" r:id="rId20"/>
    <p:sldLayoutId id="2147483828" r:id="rId21"/>
    <p:sldLayoutId id="2147483829" r:id="rId22"/>
    <p:sldLayoutId id="2147483817" r:id="rId23"/>
    <p:sldLayoutId id="2147483818" r:id="rId24"/>
    <p:sldLayoutId id="2147483822" r:id="rId25"/>
    <p:sldLayoutId id="2147483823" r:id="rId26"/>
    <p:sldLayoutId id="2147483824" r:id="rId27"/>
    <p:sldLayoutId id="2147483825" r:id="rId28"/>
    <p:sldLayoutId id="2147483826" r:id="rId29"/>
  </p:sldLayoutIdLst>
  <p:hf hdr="0" ftr="0" dt="0"/>
  <p:txStyles>
    <p:titleStyle>
      <a:lvl1pPr algn="l" defTabSz="914400" rtl="0" eaLnBrk="1" latinLnBrk="0" hangingPunct="1">
        <a:lnSpc>
          <a:spcPct val="90000"/>
        </a:lnSpc>
        <a:spcBef>
          <a:spcPct val="0"/>
        </a:spcBef>
        <a:buNone/>
        <a:defRPr sz="3600" b="1" kern="1200">
          <a:solidFill>
            <a:schemeClr val="tx1"/>
          </a:solidFill>
          <a:latin typeface="BISans" panose="0200050304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ISans" panose="0200050304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ISans" panose="0200050304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ISans" panose="0200050304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ISans" panose="0200050304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ISans" panose="0200050304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 id="2147483848" r:id="rId18"/>
    <p:sldLayoutId id="2147483849" r:id="rId19"/>
    <p:sldLayoutId id="2147483850" r:id="rId20"/>
    <p:sldLayoutId id="2147483851" r:id="rId21"/>
    <p:sldLayoutId id="2147483852" r:id="rId22"/>
    <p:sldLayoutId id="2147483853" r:id="rId23"/>
    <p:sldLayoutId id="2147483854" r:id="rId24"/>
    <p:sldLayoutId id="2147483855" r:id="rId25"/>
    <p:sldLayoutId id="2147483856" r:id="rId26"/>
    <p:sldLayoutId id="2147483857" r:id="rId27"/>
    <p:sldLayoutId id="2147483858" r:id="rId28"/>
    <p:sldLayoutId id="2147483859" r:id="rId29"/>
    <p:sldLayoutId id="2147483860" r:id="rId30"/>
    <p:sldLayoutId id="2147483861" r:id="rId31"/>
    <p:sldLayoutId id="2147483862" r:id="rId32"/>
    <p:sldLayoutId id="2147483863" r:id="rId33"/>
    <p:sldLayoutId id="2147483864" r:id="rId34"/>
    <p:sldLayoutId id="2147483865"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 id="2147483884" r:id="rId18"/>
    <p:sldLayoutId id="2147483885" r:id="rId19"/>
    <p:sldLayoutId id="2147483886" r:id="rId20"/>
    <p:sldLayoutId id="2147483887" r:id="rId21"/>
    <p:sldLayoutId id="2147483888" r:id="rId22"/>
    <p:sldLayoutId id="2147483889" r:id="rId23"/>
    <p:sldLayoutId id="2147483890" r:id="rId24"/>
    <p:sldLayoutId id="2147483891" r:id="rId25"/>
    <p:sldLayoutId id="2147483892" r:id="rId26"/>
    <p:sldLayoutId id="2147483893" r:id="rId27"/>
    <p:sldLayoutId id="2147483894" r:id="rId28"/>
    <p:sldLayoutId id="2147483895" r:id="rId29"/>
    <p:sldLayoutId id="2147483896" r:id="rId30"/>
    <p:sldLayoutId id="2147483897" r:id="rId31"/>
    <p:sldLayoutId id="2147483898" r:id="rId32"/>
    <p:sldLayoutId id="2147483899" r:id="rId33"/>
    <p:sldLayoutId id="2147483900" r:id="rId34"/>
    <p:sldLayoutId id="2147483901"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 id="2147483951" r:id="rId13"/>
    <p:sldLayoutId id="2147483952" r:id="rId14"/>
    <p:sldLayoutId id="2147483953" r:id="rId15"/>
    <p:sldLayoutId id="2147483954" r:id="rId16"/>
    <p:sldLayoutId id="2147483955" r:id="rId17"/>
    <p:sldLayoutId id="2147483956" r:id="rId18"/>
    <p:sldLayoutId id="2147483957" r:id="rId19"/>
    <p:sldLayoutId id="2147483958" r:id="rId20"/>
    <p:sldLayoutId id="2147483959" r:id="rId21"/>
    <p:sldLayoutId id="2147483960" r:id="rId22"/>
    <p:sldLayoutId id="2147483961" r:id="rId23"/>
    <p:sldLayoutId id="2147483962" r:id="rId24"/>
    <p:sldLayoutId id="2147483963" r:id="rId25"/>
    <p:sldLayoutId id="2147483964" r:id="rId26"/>
    <p:sldLayoutId id="2147483965" r:id="rId27"/>
    <p:sldLayoutId id="2147483966" r:id="rId28"/>
    <p:sldLayoutId id="2147483967" r:id="rId29"/>
    <p:sldLayoutId id="2147483968" r:id="rId30"/>
    <p:sldLayoutId id="2147483969" r:id="rId31"/>
    <p:sldLayoutId id="2147483970" r:id="rId32"/>
    <p:sldLayoutId id="2147483971" r:id="rId33"/>
    <p:sldLayoutId id="2147483972" r:id="rId34"/>
    <p:sldLayoutId id="2147483973"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 id="2147483984" r:id="rId10"/>
    <p:sldLayoutId id="2147483985" r:id="rId11"/>
    <p:sldLayoutId id="2147483986" r:id="rId12"/>
    <p:sldLayoutId id="2147483987" r:id="rId13"/>
    <p:sldLayoutId id="2147483988" r:id="rId14"/>
    <p:sldLayoutId id="2147483989" r:id="rId15"/>
    <p:sldLayoutId id="2147483990" r:id="rId16"/>
    <p:sldLayoutId id="2147483991" r:id="rId17"/>
    <p:sldLayoutId id="2147483992" r:id="rId18"/>
    <p:sldLayoutId id="2147483993" r:id="rId19"/>
    <p:sldLayoutId id="2147483994" r:id="rId20"/>
    <p:sldLayoutId id="2147483995" r:id="rId21"/>
    <p:sldLayoutId id="2147483996" r:id="rId22"/>
    <p:sldLayoutId id="2147483997" r:id="rId23"/>
    <p:sldLayoutId id="2147483998" r:id="rId24"/>
    <p:sldLayoutId id="2147483999" r:id="rId25"/>
    <p:sldLayoutId id="2147484000" r:id="rId26"/>
    <p:sldLayoutId id="2147484001" r:id="rId27"/>
    <p:sldLayoutId id="2147484002" r:id="rId28"/>
    <p:sldLayoutId id="2147484003" r:id="rId29"/>
    <p:sldLayoutId id="2147484004" r:id="rId30"/>
    <p:sldLayoutId id="2147484005" r:id="rId31"/>
    <p:sldLayoutId id="2147484006" r:id="rId32"/>
    <p:sldLayoutId id="2147484007" r:id="rId33"/>
    <p:sldLayoutId id="2147484008" r:id="rId34"/>
    <p:sldLayoutId id="2147484009"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4022" r:id="rId12"/>
    <p:sldLayoutId id="2147484023" r:id="rId13"/>
    <p:sldLayoutId id="2147484024" r:id="rId14"/>
    <p:sldLayoutId id="2147484025" r:id="rId15"/>
    <p:sldLayoutId id="2147484026" r:id="rId16"/>
    <p:sldLayoutId id="2147484027" r:id="rId17"/>
    <p:sldLayoutId id="2147484028" r:id="rId18"/>
    <p:sldLayoutId id="2147484029" r:id="rId19"/>
    <p:sldLayoutId id="2147484030" r:id="rId20"/>
    <p:sldLayoutId id="2147484031" r:id="rId21"/>
    <p:sldLayoutId id="2147484032" r:id="rId22"/>
    <p:sldLayoutId id="2147484033" r:id="rId23"/>
    <p:sldLayoutId id="2147484034" r:id="rId24"/>
    <p:sldLayoutId id="2147484035" r:id="rId25"/>
    <p:sldLayoutId id="2147484036" r:id="rId26"/>
    <p:sldLayoutId id="2147484037" r:id="rId27"/>
    <p:sldLayoutId id="2147484038" r:id="rId28"/>
    <p:sldLayoutId id="2147484039" r:id="rId29"/>
    <p:sldLayoutId id="2147484040" r:id="rId30"/>
    <p:sldLayoutId id="2147484041" r:id="rId31"/>
    <p:sldLayoutId id="2147484042" r:id="rId32"/>
    <p:sldLayoutId id="2147484043" r:id="rId33"/>
    <p:sldLayoutId id="2147484044" r:id="rId34"/>
    <p:sldLayoutId id="2147484045"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2.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svg"/><Relationship Id="rId18" Type="http://schemas.openxmlformats.org/officeDocument/2006/relationships/image" Target="../media/image68.svg"/><Relationship Id="rId3" Type="http://schemas.openxmlformats.org/officeDocument/2006/relationships/image" Target="../media/image53.svg"/><Relationship Id="rId7" Type="http://schemas.openxmlformats.org/officeDocument/2006/relationships/image" Target="../media/image57.sv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image" Target="../media/image52.png"/><Relationship Id="rId16" Type="http://schemas.openxmlformats.org/officeDocument/2006/relationships/image" Target="../media/image66.svg"/><Relationship Id="rId20" Type="http://schemas.openxmlformats.org/officeDocument/2006/relationships/image" Target="../media/image70.svg"/><Relationship Id="rId1" Type="http://schemas.openxmlformats.org/officeDocument/2006/relationships/slideLayout" Target="../slideLayouts/slideLayout224.xml"/><Relationship Id="rId6" Type="http://schemas.openxmlformats.org/officeDocument/2006/relationships/image" Target="../media/image56.png"/><Relationship Id="rId11" Type="http://schemas.openxmlformats.org/officeDocument/2006/relationships/image" Target="../media/image61.svg"/><Relationship Id="rId5" Type="http://schemas.openxmlformats.org/officeDocument/2006/relationships/image" Target="../media/image55.svg"/><Relationship Id="rId15" Type="http://schemas.openxmlformats.org/officeDocument/2006/relationships/image" Target="../media/image65.pn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image" Target="../media/image54.png"/><Relationship Id="rId9" Type="http://schemas.openxmlformats.org/officeDocument/2006/relationships/image" Target="../media/image59.svg"/><Relationship Id="rId14" Type="http://schemas.openxmlformats.org/officeDocument/2006/relationships/image" Target="../media/image64.svg"/></Relationships>
</file>

<file path=ppt/slides/_rels/slide3.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54.png"/><Relationship Id="rId18" Type="http://schemas.openxmlformats.org/officeDocument/2006/relationships/image" Target="../media/image53.svg"/><Relationship Id="rId3" Type="http://schemas.openxmlformats.org/officeDocument/2006/relationships/image" Target="../media/image65.png"/><Relationship Id="rId21" Type="http://schemas.openxmlformats.org/officeDocument/2006/relationships/image" Target="../media/image71.png"/><Relationship Id="rId7" Type="http://schemas.openxmlformats.org/officeDocument/2006/relationships/image" Target="../media/image60.png"/><Relationship Id="rId12" Type="http://schemas.openxmlformats.org/officeDocument/2006/relationships/image" Target="../media/image59.svg"/><Relationship Id="rId17" Type="http://schemas.openxmlformats.org/officeDocument/2006/relationships/image" Target="../media/image52.png"/><Relationship Id="rId2" Type="http://schemas.openxmlformats.org/officeDocument/2006/relationships/notesSlide" Target="../notesSlides/notesSlide1.xml"/><Relationship Id="rId16" Type="http://schemas.openxmlformats.org/officeDocument/2006/relationships/image" Target="../media/image57.svg"/><Relationship Id="rId20" Type="http://schemas.openxmlformats.org/officeDocument/2006/relationships/image" Target="../media/image70.svg"/><Relationship Id="rId1" Type="http://schemas.openxmlformats.org/officeDocument/2006/relationships/slideLayout" Target="../slideLayouts/slideLayout189.xml"/><Relationship Id="rId6" Type="http://schemas.openxmlformats.org/officeDocument/2006/relationships/image" Target="../media/image63.svg"/><Relationship Id="rId11" Type="http://schemas.openxmlformats.org/officeDocument/2006/relationships/image" Target="../media/image58.png"/><Relationship Id="rId24" Type="http://schemas.openxmlformats.org/officeDocument/2006/relationships/image" Target="../media/image74.svg"/><Relationship Id="rId5" Type="http://schemas.openxmlformats.org/officeDocument/2006/relationships/image" Target="../media/image62.png"/><Relationship Id="rId15" Type="http://schemas.openxmlformats.org/officeDocument/2006/relationships/image" Target="../media/image56.png"/><Relationship Id="rId23" Type="http://schemas.openxmlformats.org/officeDocument/2006/relationships/image" Target="../media/image73.png"/><Relationship Id="rId10" Type="http://schemas.openxmlformats.org/officeDocument/2006/relationships/image" Target="../media/image68.svg"/><Relationship Id="rId19" Type="http://schemas.openxmlformats.org/officeDocument/2006/relationships/image" Target="../media/image69.png"/><Relationship Id="rId4" Type="http://schemas.openxmlformats.org/officeDocument/2006/relationships/image" Target="../media/image66.svg"/><Relationship Id="rId9" Type="http://schemas.openxmlformats.org/officeDocument/2006/relationships/image" Target="../media/image67.png"/><Relationship Id="rId14" Type="http://schemas.openxmlformats.org/officeDocument/2006/relationships/image" Target="../media/image55.svg"/><Relationship Id="rId22" Type="http://schemas.openxmlformats.org/officeDocument/2006/relationships/image" Target="../media/image7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D8D94-24D8-DEB1-31A7-F4F6D4DF725F}"/>
              </a:ext>
            </a:extLst>
          </p:cNvPr>
          <p:cNvSpPr>
            <a:spLocks noGrp="1"/>
          </p:cNvSpPr>
          <p:nvPr>
            <p:ph type="ctrTitle"/>
          </p:nvPr>
        </p:nvSpPr>
        <p:spPr>
          <a:xfrm>
            <a:off x="511698" y="1691456"/>
            <a:ext cx="8680428" cy="1584000"/>
          </a:xfrm>
        </p:spPr>
        <p:txBody>
          <a:bodyPr anchor="b">
            <a:normAutofit fontScale="90000"/>
          </a:bodyPr>
          <a:lstStyle/>
          <a:p>
            <a:pPr marL="0" marR="0" lvl="0" indent="0" defTabSz="914400" rtl="0" eaLnBrk="1" fontAlgn="auto" latinLnBrk="0" hangingPunct="1">
              <a:lnSpc>
                <a:spcPct val="100000"/>
              </a:lnSpc>
              <a:spcBef>
                <a:spcPts val="0"/>
              </a:spcBef>
              <a:spcAft>
                <a:spcPts val="3000"/>
              </a:spcAft>
              <a:buClrTx/>
              <a:buSzTx/>
              <a:buFontTx/>
              <a:buNone/>
              <a:tabLst/>
              <a:defRPr/>
            </a:pPr>
            <a:r>
              <a:rPr lang="en-US" sz="4800" dirty="0"/>
              <a:t>Cross-functional assessment and proposal for FOT/HOM trials</a:t>
            </a:r>
            <a:br>
              <a:rPr lang="en-US" altLang="zh-CN" sz="4800" dirty="0"/>
            </a:br>
            <a:r>
              <a:rPr kumimoji="0" lang="en-US" altLang="zh-CN" sz="2200" b="1" i="0" u="none" strike="noStrike" kern="1200" cap="none" spc="0" normalizeH="0" baseline="0" noProof="0" dirty="0">
                <a:ln>
                  <a:noFill/>
                </a:ln>
                <a:solidFill>
                  <a:srgbClr val="00E47C"/>
                </a:solidFill>
                <a:effectLst/>
                <a:uLnTx/>
                <a:uFillTx/>
                <a:latin typeface="Boehringer Forward Head"/>
                <a:ea typeface="+mn-ea"/>
                <a:cs typeface="+mn-cs"/>
              </a:rPr>
              <a:t>For PEC</a:t>
            </a:r>
            <a:r>
              <a:rPr lang="en-US" altLang="zh-CN" sz="2200" dirty="0">
                <a:solidFill>
                  <a:srgbClr val="00E47C"/>
                </a:solidFill>
                <a:latin typeface="Boehringer Forward Head"/>
                <a:ea typeface="+mn-ea"/>
                <a:cs typeface="+mn-cs"/>
              </a:rPr>
              <a:t>’s</a:t>
            </a:r>
            <a:r>
              <a:rPr lang="zh-CN" altLang="en-US" sz="2200" dirty="0">
                <a:solidFill>
                  <a:srgbClr val="00E47C"/>
                </a:solidFill>
                <a:latin typeface="Boehringer Forward Head"/>
                <a:ea typeface="+mn-ea"/>
                <a:cs typeface="+mn-cs"/>
              </a:rPr>
              <a:t> </a:t>
            </a:r>
            <a:r>
              <a:rPr lang="en-US" altLang="zh-CN" sz="2200" dirty="0">
                <a:solidFill>
                  <a:srgbClr val="00E47C"/>
                </a:solidFill>
                <a:latin typeface="Boehringer Forward Head"/>
                <a:ea typeface="+mn-ea"/>
                <a:cs typeface="+mn-cs"/>
              </a:rPr>
              <a:t>advice</a:t>
            </a:r>
            <a:endParaRPr lang="en-GB" sz="4800" dirty="0"/>
          </a:p>
        </p:txBody>
      </p:sp>
      <p:sp>
        <p:nvSpPr>
          <p:cNvPr id="6" name="Text Placeholder 5">
            <a:extLst>
              <a:ext uri="{FF2B5EF4-FFF2-40B4-BE49-F238E27FC236}">
                <a16:creationId xmlns:a16="http://schemas.microsoft.com/office/drawing/2014/main" id="{17C6036A-75B5-177D-7D41-DCDCD903C4BA}"/>
              </a:ext>
            </a:extLst>
          </p:cNvPr>
          <p:cNvSpPr>
            <a:spLocks noGrp="1"/>
          </p:cNvSpPr>
          <p:nvPr>
            <p:ph type="subTitle" idx="1"/>
          </p:nvPr>
        </p:nvSpPr>
        <p:spPr>
          <a:xfrm>
            <a:off x="511698" y="3622675"/>
            <a:ext cx="8548081" cy="1958019"/>
          </a:xfrm>
        </p:spPr>
        <p:txBody>
          <a:bodyPr>
            <a:normAutofit/>
          </a:bodyPr>
          <a:lstStyle/>
          <a:p>
            <a:pPr>
              <a:spcAft>
                <a:spcPts val="600"/>
              </a:spcAft>
            </a:pPr>
            <a:r>
              <a:rPr lang="en-GB" dirty="0"/>
              <a:t>Alex Zhang, Ansu Li</a:t>
            </a:r>
          </a:p>
          <a:p>
            <a:pPr>
              <a:spcAft>
                <a:spcPts val="600"/>
              </a:spcAft>
            </a:pPr>
            <a:r>
              <a:rPr lang="en-GB" sz="1600" dirty="0"/>
              <a:t>On behalf of workshop taskforce*</a:t>
            </a:r>
          </a:p>
          <a:p>
            <a:pPr>
              <a:spcAft>
                <a:spcPts val="600"/>
              </a:spcAft>
            </a:pPr>
            <a:r>
              <a:rPr lang="en-GB" sz="600" i="1" dirty="0"/>
              <a:t> </a:t>
            </a:r>
          </a:p>
          <a:p>
            <a:pPr>
              <a:spcAft>
                <a:spcPts val="600"/>
              </a:spcAft>
            </a:pPr>
            <a:r>
              <a:rPr lang="en-GB" i="1" dirty="0"/>
              <a:t>Apr 2024</a:t>
            </a:r>
          </a:p>
        </p:txBody>
      </p:sp>
      <p:sp>
        <p:nvSpPr>
          <p:cNvPr id="4" name="Slide Number Placeholder 3">
            <a:extLst>
              <a:ext uri="{FF2B5EF4-FFF2-40B4-BE49-F238E27FC236}">
                <a16:creationId xmlns:a16="http://schemas.microsoft.com/office/drawing/2014/main" id="{2E5D0666-614B-235B-AED7-540DA32F11F4}"/>
              </a:ext>
            </a:extLst>
          </p:cNvPr>
          <p:cNvSpPr>
            <a:spLocks noGrp="1"/>
          </p:cNvSpPr>
          <p:nvPr>
            <p:ph type="sldNum" sz="quarter" idx="4294967295"/>
          </p:nvPr>
        </p:nvSpPr>
        <p:spPr>
          <a:xfrm>
            <a:off x="11904663" y="6246813"/>
            <a:ext cx="287337" cy="287337"/>
          </a:xfrm>
        </p:spPr>
        <p:txBody>
          <a:bodyPr anchor="b">
            <a:normAutofit/>
          </a:bodyPr>
          <a:lstStyle/>
          <a:p>
            <a:pPr>
              <a:spcAft>
                <a:spcPts val="600"/>
              </a:spcAft>
            </a:pPr>
            <a:fld id="{E5A00489-74D6-4F40-9B2D-C4C743F797E8}" type="slidenum">
              <a:rPr lang="en-GB" smtClean="0"/>
              <a:pPr>
                <a:spcAft>
                  <a:spcPts val="600"/>
                </a:spcAft>
              </a:pPr>
              <a:t>1</a:t>
            </a:fld>
            <a:endParaRPr lang="en-GB"/>
          </a:p>
        </p:txBody>
      </p:sp>
      <p:sp>
        <p:nvSpPr>
          <p:cNvPr id="10" name="TextBox 9">
            <a:extLst>
              <a:ext uri="{FF2B5EF4-FFF2-40B4-BE49-F238E27FC236}">
                <a16:creationId xmlns:a16="http://schemas.microsoft.com/office/drawing/2014/main" id="{BA465092-3D30-9FB6-57F5-9598BA1EF259}"/>
              </a:ext>
            </a:extLst>
          </p:cNvPr>
          <p:cNvSpPr txBox="1"/>
          <p:nvPr/>
        </p:nvSpPr>
        <p:spPr bwMode="gray">
          <a:xfrm>
            <a:off x="511698" y="6407685"/>
            <a:ext cx="9385835" cy="430887"/>
          </a:xfrm>
          <a:prstGeom prst="rect">
            <a:avLst/>
          </a:prstGeom>
          <a:noFill/>
        </p:spPr>
        <p:txBody>
          <a:bodyPr wrap="square">
            <a:spAutoFit/>
          </a:bodyPr>
          <a:lstStyle/>
          <a:p>
            <a:r>
              <a:rPr lang="en-US" altLang="zh-CN" sz="1050" dirty="0">
                <a:solidFill>
                  <a:schemeClr val="bg1"/>
                </a:solidFill>
              </a:rPr>
              <a:t>* PMO: Julia Zhu,</a:t>
            </a:r>
            <a:r>
              <a:rPr lang="zh-CN" altLang="en-US" sz="1050" dirty="0">
                <a:solidFill>
                  <a:schemeClr val="bg1"/>
                </a:solidFill>
              </a:rPr>
              <a:t> </a:t>
            </a:r>
            <a:r>
              <a:rPr lang="en-US" altLang="zh-CN" sz="1050" dirty="0">
                <a:solidFill>
                  <a:schemeClr val="bg1"/>
                </a:solidFill>
              </a:rPr>
              <a:t>Ansu</a:t>
            </a:r>
            <a:r>
              <a:rPr lang="zh-CN" altLang="en-US" sz="1050" dirty="0">
                <a:solidFill>
                  <a:schemeClr val="bg1"/>
                </a:solidFill>
              </a:rPr>
              <a:t> </a:t>
            </a:r>
            <a:r>
              <a:rPr lang="en-US" altLang="zh-CN" sz="1050" dirty="0">
                <a:solidFill>
                  <a:schemeClr val="bg1"/>
                </a:solidFill>
              </a:rPr>
              <a:t>Li;</a:t>
            </a:r>
            <a:r>
              <a:rPr lang="zh-CN" altLang="en-US" sz="1050" dirty="0">
                <a:solidFill>
                  <a:schemeClr val="bg1"/>
                </a:solidFill>
              </a:rPr>
              <a:t> </a:t>
            </a:r>
            <a:r>
              <a:rPr lang="en-US" altLang="zh-CN" sz="1050" dirty="0">
                <a:solidFill>
                  <a:schemeClr val="bg1"/>
                </a:solidFill>
              </a:rPr>
              <a:t>CD&amp;O:</a:t>
            </a:r>
            <a:r>
              <a:rPr lang="zh-CN" altLang="en-US" sz="1050" dirty="0">
                <a:solidFill>
                  <a:schemeClr val="bg1"/>
                </a:solidFill>
              </a:rPr>
              <a:t> </a:t>
            </a:r>
            <a:r>
              <a:rPr lang="en-US" altLang="zh-CN" sz="1050" dirty="0">
                <a:solidFill>
                  <a:schemeClr val="bg1"/>
                </a:solidFill>
              </a:rPr>
              <a:t>Alex Zhang, Ying Zhang, Catherine Zhang, Angela Xiao; TA: Jiaqi Lu, Keri Han, Sarah Liang; CTSU: </a:t>
            </a:r>
            <a:r>
              <a:rPr lang="en-US" altLang="zh-CN" sz="1050" dirty="0" err="1">
                <a:solidFill>
                  <a:schemeClr val="bg1"/>
                </a:solidFill>
              </a:rPr>
              <a:t>Yanling</a:t>
            </a:r>
            <a:r>
              <a:rPr lang="en-US" altLang="zh-CN" sz="1050" dirty="0">
                <a:solidFill>
                  <a:schemeClr val="bg1"/>
                </a:solidFill>
              </a:rPr>
              <a:t> Wang; PSPV: Cynthia Shi; RA: Jeana Hou; BDS: </a:t>
            </a:r>
            <a:r>
              <a:rPr lang="en-US" altLang="zh-CN" sz="1050" dirty="0" err="1">
                <a:solidFill>
                  <a:schemeClr val="bg1"/>
                </a:solidFill>
              </a:rPr>
              <a:t>Xiyan</a:t>
            </a:r>
            <a:r>
              <a:rPr lang="en-US" altLang="zh-CN" sz="1050" dirty="0">
                <a:solidFill>
                  <a:schemeClr val="bg1"/>
                </a:solidFill>
              </a:rPr>
              <a:t> Li; QM: Sonia Yang</a:t>
            </a:r>
          </a:p>
        </p:txBody>
      </p:sp>
    </p:spTree>
    <p:extLst>
      <p:ext uri="{BB962C8B-B14F-4D97-AF65-F5344CB8AC3E}">
        <p14:creationId xmlns:p14="http://schemas.microsoft.com/office/powerpoint/2010/main" val="2486701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46FD49C-329C-8C61-7A0F-C633900EEAA2}"/>
              </a:ext>
            </a:extLst>
          </p:cNvPr>
          <p:cNvSpPr/>
          <p:nvPr/>
        </p:nvSpPr>
        <p:spPr bwMode="gray">
          <a:xfrm>
            <a:off x="126213" y="5799221"/>
            <a:ext cx="3976555" cy="1005432"/>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20" name="Title 1">
            <a:extLst>
              <a:ext uri="{FF2B5EF4-FFF2-40B4-BE49-F238E27FC236}">
                <a16:creationId xmlns:a16="http://schemas.microsoft.com/office/drawing/2014/main" id="{26DC3F6E-BA6A-3400-845A-336F2DD0C42F}"/>
              </a:ext>
            </a:extLst>
          </p:cNvPr>
          <p:cNvSpPr>
            <a:spLocks noGrp="1"/>
          </p:cNvSpPr>
          <p:nvPr/>
        </p:nvSpPr>
        <p:spPr>
          <a:xfrm>
            <a:off x="622902" y="75116"/>
            <a:ext cx="8954030" cy="814283"/>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2667" b="1" kern="1200">
                <a:solidFill>
                  <a:schemeClr val="tx1"/>
                </a:solidFill>
                <a:latin typeface="+mj-lt"/>
                <a:ea typeface="+mj-ea"/>
                <a:cs typeface="+mj-cs"/>
              </a:defRPr>
            </a:lvl1pPr>
          </a:lstStyle>
          <a:p>
            <a:endParaRPr lang="en-GB" sz="2400"/>
          </a:p>
        </p:txBody>
      </p:sp>
      <p:sp>
        <p:nvSpPr>
          <p:cNvPr id="22" name="Slide Number Placeholder 4">
            <a:extLst>
              <a:ext uri="{FF2B5EF4-FFF2-40B4-BE49-F238E27FC236}">
                <a16:creationId xmlns:a16="http://schemas.microsoft.com/office/drawing/2014/main" id="{DBD4C39F-8186-C7A1-7A77-1B5BEFD94389}"/>
              </a:ext>
            </a:extLst>
          </p:cNvPr>
          <p:cNvSpPr>
            <a:spLocks noGrp="1"/>
          </p:cNvSpPr>
          <p:nvPr/>
        </p:nvSpPr>
        <p:spPr>
          <a:xfrm>
            <a:off x="11841029" y="6524503"/>
            <a:ext cx="184346" cy="164212"/>
          </a:xfrm>
          <a:prstGeom prst="rect">
            <a:avLst/>
          </a:prstGeom>
        </p:spPr>
        <p:txBody>
          <a:bodyPr vert="horz" wrap="none" lIns="0" tIns="0" rIns="0" bIns="0" rtlCol="0" anchor="ctr">
            <a:spAutoFit/>
          </a:bodyPr>
          <a:lstStyle>
            <a:defPPr>
              <a:defRPr lang="en-US"/>
            </a:defPPr>
            <a:lvl1pPr marL="0" algn="ctr" defTabSz="914400" rtl="0" eaLnBrk="1" latinLnBrk="0" hangingPunct="1">
              <a:defRPr sz="1067" b="0" i="0" kern="1200">
                <a:solidFill>
                  <a:schemeClr val="bg1"/>
                </a:solidFill>
                <a:latin typeface="BISans" panose="02000503040000020004" pitchFamily="2" charset="0"/>
                <a:ea typeface="+mn-ea"/>
                <a:cs typeface="BISans" panose="0200050304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3B55C4-4F5A-416B-997D-6CE47EB0A945}" type="slidenum">
              <a:rPr lang="en-GB" smtClean="0"/>
              <a:pPr/>
              <a:t>2</a:t>
            </a:fld>
            <a:endParaRPr lang="en-GB"/>
          </a:p>
        </p:txBody>
      </p:sp>
      <p:sp>
        <p:nvSpPr>
          <p:cNvPr id="37" name="Rectangle: Rounded Corners 36">
            <a:extLst>
              <a:ext uri="{FF2B5EF4-FFF2-40B4-BE49-F238E27FC236}">
                <a16:creationId xmlns:a16="http://schemas.microsoft.com/office/drawing/2014/main" id="{A4B78D60-75BD-8DF0-735B-6BB6EDB6B358}"/>
              </a:ext>
            </a:extLst>
          </p:cNvPr>
          <p:cNvSpPr/>
          <p:nvPr/>
        </p:nvSpPr>
        <p:spPr>
          <a:xfrm>
            <a:off x="1289808" y="1259182"/>
            <a:ext cx="1737360" cy="345057"/>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BDS</a:t>
            </a:r>
          </a:p>
        </p:txBody>
      </p:sp>
      <p:sp>
        <p:nvSpPr>
          <p:cNvPr id="38" name="Rectangle: Rounded Corners 37">
            <a:extLst>
              <a:ext uri="{FF2B5EF4-FFF2-40B4-BE49-F238E27FC236}">
                <a16:creationId xmlns:a16="http://schemas.microsoft.com/office/drawing/2014/main" id="{F431D965-B104-6654-AAA4-FFA5D5368474}"/>
              </a:ext>
            </a:extLst>
          </p:cNvPr>
          <p:cNvSpPr/>
          <p:nvPr/>
        </p:nvSpPr>
        <p:spPr>
          <a:xfrm>
            <a:off x="3080066" y="1259182"/>
            <a:ext cx="1737360" cy="345057"/>
          </a:xfrm>
          <a:prstGeom prst="round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TMCP</a:t>
            </a:r>
          </a:p>
        </p:txBody>
      </p:sp>
      <p:sp>
        <p:nvSpPr>
          <p:cNvPr id="39" name="Rectangle: Rounded Corners 38">
            <a:extLst>
              <a:ext uri="{FF2B5EF4-FFF2-40B4-BE49-F238E27FC236}">
                <a16:creationId xmlns:a16="http://schemas.microsoft.com/office/drawing/2014/main" id="{B615DD43-628A-3B0D-D82C-318666DBE2FD}"/>
              </a:ext>
            </a:extLst>
          </p:cNvPr>
          <p:cNvSpPr/>
          <p:nvPr/>
        </p:nvSpPr>
        <p:spPr>
          <a:xfrm>
            <a:off x="4870324" y="1259182"/>
            <a:ext cx="1737360" cy="345057"/>
          </a:xfrm>
          <a:prstGeom prst="round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CD&amp;O</a:t>
            </a:r>
          </a:p>
        </p:txBody>
      </p:sp>
      <p:sp>
        <p:nvSpPr>
          <p:cNvPr id="40" name="Rectangle: Rounded Corners 39">
            <a:extLst>
              <a:ext uri="{FF2B5EF4-FFF2-40B4-BE49-F238E27FC236}">
                <a16:creationId xmlns:a16="http://schemas.microsoft.com/office/drawing/2014/main" id="{6C0B1FA9-3F57-05A0-A88A-50DEE9B66250}"/>
              </a:ext>
            </a:extLst>
          </p:cNvPr>
          <p:cNvSpPr/>
          <p:nvPr/>
        </p:nvSpPr>
        <p:spPr>
          <a:xfrm>
            <a:off x="6660582" y="1259182"/>
            <a:ext cx="1737360" cy="345057"/>
          </a:xfrm>
          <a:prstGeom prst="roundRect">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CTSU (IRT)</a:t>
            </a:r>
          </a:p>
        </p:txBody>
      </p:sp>
      <p:sp>
        <p:nvSpPr>
          <p:cNvPr id="41" name="Rectangle: Rounded Corners 40">
            <a:extLst>
              <a:ext uri="{FF2B5EF4-FFF2-40B4-BE49-F238E27FC236}">
                <a16:creationId xmlns:a16="http://schemas.microsoft.com/office/drawing/2014/main" id="{C338829D-E745-A74A-4B22-2F5EE15BDC1B}"/>
              </a:ext>
            </a:extLst>
          </p:cNvPr>
          <p:cNvSpPr/>
          <p:nvPr/>
        </p:nvSpPr>
        <p:spPr>
          <a:xfrm>
            <a:off x="8450840" y="1259182"/>
            <a:ext cx="1737360" cy="345057"/>
          </a:xfrm>
          <a:prstGeom prst="roundRect">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PSPV</a:t>
            </a:r>
          </a:p>
        </p:txBody>
      </p:sp>
      <p:sp>
        <p:nvSpPr>
          <p:cNvPr id="42" name="Rectangle: Rounded Corners 41">
            <a:extLst>
              <a:ext uri="{FF2B5EF4-FFF2-40B4-BE49-F238E27FC236}">
                <a16:creationId xmlns:a16="http://schemas.microsoft.com/office/drawing/2014/main" id="{2EE8A1AA-EE85-5BCD-1B63-8FC5A3C569A9}"/>
              </a:ext>
            </a:extLst>
          </p:cNvPr>
          <p:cNvSpPr/>
          <p:nvPr/>
        </p:nvSpPr>
        <p:spPr>
          <a:xfrm>
            <a:off x="10241099" y="1259182"/>
            <a:ext cx="1737360" cy="345057"/>
          </a:xfrm>
          <a:prstGeom prst="round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RA</a:t>
            </a:r>
          </a:p>
        </p:txBody>
      </p:sp>
      <p:sp>
        <p:nvSpPr>
          <p:cNvPr id="45" name="Rectangle: Rounded Corners 44">
            <a:extLst>
              <a:ext uri="{FF2B5EF4-FFF2-40B4-BE49-F238E27FC236}">
                <a16:creationId xmlns:a16="http://schemas.microsoft.com/office/drawing/2014/main" id="{F7BFBC2F-966C-4524-FC25-693898E288F0}"/>
              </a:ext>
            </a:extLst>
          </p:cNvPr>
          <p:cNvSpPr/>
          <p:nvPr/>
        </p:nvSpPr>
        <p:spPr>
          <a:xfrm>
            <a:off x="1289806"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49" name="Rectangle: Rounded Corners 48">
            <a:extLst>
              <a:ext uri="{FF2B5EF4-FFF2-40B4-BE49-F238E27FC236}">
                <a16:creationId xmlns:a16="http://schemas.microsoft.com/office/drawing/2014/main" id="{6FB9A177-A7D7-13AF-3BFA-665ECC9B7514}"/>
              </a:ext>
            </a:extLst>
          </p:cNvPr>
          <p:cNvSpPr/>
          <p:nvPr/>
        </p:nvSpPr>
        <p:spPr>
          <a:xfrm>
            <a:off x="1289806"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50" name="Rectangle: Rounded Corners 49">
            <a:extLst>
              <a:ext uri="{FF2B5EF4-FFF2-40B4-BE49-F238E27FC236}">
                <a16:creationId xmlns:a16="http://schemas.microsoft.com/office/drawing/2014/main" id="{8B6B092B-39B4-37EC-DA37-5DFB4A7D0EA0}"/>
              </a:ext>
            </a:extLst>
          </p:cNvPr>
          <p:cNvSpPr/>
          <p:nvPr/>
        </p:nvSpPr>
        <p:spPr>
          <a:xfrm>
            <a:off x="3080065"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51" name="Rectangle: Rounded Corners 50">
            <a:extLst>
              <a:ext uri="{FF2B5EF4-FFF2-40B4-BE49-F238E27FC236}">
                <a16:creationId xmlns:a16="http://schemas.microsoft.com/office/drawing/2014/main" id="{97671D7D-FF7B-BA2A-A665-335D5F296C52}"/>
              </a:ext>
            </a:extLst>
          </p:cNvPr>
          <p:cNvSpPr/>
          <p:nvPr/>
        </p:nvSpPr>
        <p:spPr>
          <a:xfrm>
            <a:off x="3079399"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52" name="Rectangle: Rounded Corners 51">
            <a:extLst>
              <a:ext uri="{FF2B5EF4-FFF2-40B4-BE49-F238E27FC236}">
                <a16:creationId xmlns:a16="http://schemas.microsoft.com/office/drawing/2014/main" id="{3260F0DE-F24A-3B86-C1DC-8BC5380DED48}"/>
              </a:ext>
            </a:extLst>
          </p:cNvPr>
          <p:cNvSpPr/>
          <p:nvPr/>
        </p:nvSpPr>
        <p:spPr>
          <a:xfrm>
            <a:off x="4870324"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53" name="Rectangle: Rounded Corners 52">
            <a:extLst>
              <a:ext uri="{FF2B5EF4-FFF2-40B4-BE49-F238E27FC236}">
                <a16:creationId xmlns:a16="http://schemas.microsoft.com/office/drawing/2014/main" id="{F1C2F296-12FF-4DDE-96DB-1BC376A35E72}"/>
              </a:ext>
            </a:extLst>
          </p:cNvPr>
          <p:cNvSpPr/>
          <p:nvPr/>
        </p:nvSpPr>
        <p:spPr>
          <a:xfrm>
            <a:off x="4868992"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57" name="Rectangle: Rounded Corners 56">
            <a:extLst>
              <a:ext uri="{FF2B5EF4-FFF2-40B4-BE49-F238E27FC236}">
                <a16:creationId xmlns:a16="http://schemas.microsoft.com/office/drawing/2014/main" id="{975E8B0B-21A5-D8E1-3BC0-9877DFCCD698}"/>
              </a:ext>
            </a:extLst>
          </p:cNvPr>
          <p:cNvSpPr/>
          <p:nvPr/>
        </p:nvSpPr>
        <p:spPr>
          <a:xfrm>
            <a:off x="6660583"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b="1" i="1">
              <a:solidFill>
                <a:sysClr val="windowText" lastClr="000000"/>
              </a:solidFill>
            </a:endParaRPr>
          </a:p>
        </p:txBody>
      </p:sp>
      <p:sp>
        <p:nvSpPr>
          <p:cNvPr id="58" name="Rectangle: Rounded Corners 57">
            <a:extLst>
              <a:ext uri="{FF2B5EF4-FFF2-40B4-BE49-F238E27FC236}">
                <a16:creationId xmlns:a16="http://schemas.microsoft.com/office/drawing/2014/main" id="{DF0D962C-F5E0-565C-82A3-5D6105D89F91}"/>
              </a:ext>
            </a:extLst>
          </p:cNvPr>
          <p:cNvSpPr/>
          <p:nvPr/>
        </p:nvSpPr>
        <p:spPr>
          <a:xfrm>
            <a:off x="6658585"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b="1" i="1">
              <a:solidFill>
                <a:sysClr val="windowText" lastClr="000000"/>
              </a:solidFill>
            </a:endParaRPr>
          </a:p>
        </p:txBody>
      </p:sp>
      <p:sp>
        <p:nvSpPr>
          <p:cNvPr id="59" name="Rectangle: Rounded Corners 58">
            <a:extLst>
              <a:ext uri="{FF2B5EF4-FFF2-40B4-BE49-F238E27FC236}">
                <a16:creationId xmlns:a16="http://schemas.microsoft.com/office/drawing/2014/main" id="{3EC7A2DA-8F3E-5F63-1990-33860F9B4EFD}"/>
              </a:ext>
            </a:extLst>
          </p:cNvPr>
          <p:cNvSpPr/>
          <p:nvPr/>
        </p:nvSpPr>
        <p:spPr>
          <a:xfrm>
            <a:off x="8450842"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60" name="Rectangle: Rounded Corners 59">
            <a:extLst>
              <a:ext uri="{FF2B5EF4-FFF2-40B4-BE49-F238E27FC236}">
                <a16:creationId xmlns:a16="http://schemas.microsoft.com/office/drawing/2014/main" id="{C8E4DD98-8615-C6C8-5DAE-ED79A093882B}"/>
              </a:ext>
            </a:extLst>
          </p:cNvPr>
          <p:cNvSpPr/>
          <p:nvPr/>
        </p:nvSpPr>
        <p:spPr>
          <a:xfrm>
            <a:off x="8448178"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pic>
        <p:nvPicPr>
          <p:cNvPr id="63" name="Graphic 23" descr="Processor with solid fill">
            <a:extLst>
              <a:ext uri="{FF2B5EF4-FFF2-40B4-BE49-F238E27FC236}">
                <a16:creationId xmlns:a16="http://schemas.microsoft.com/office/drawing/2014/main" id="{FB993AFF-E26E-A0D9-ECC6-19ACD8FABF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7399" y="3289137"/>
            <a:ext cx="468000" cy="468000"/>
          </a:xfrm>
          <a:prstGeom prst="rect">
            <a:avLst/>
          </a:prstGeom>
        </p:spPr>
      </p:pic>
      <p:pic>
        <p:nvPicPr>
          <p:cNvPr id="64" name="Graphic 24" descr="Single gear with solid fill">
            <a:extLst>
              <a:ext uri="{FF2B5EF4-FFF2-40B4-BE49-F238E27FC236}">
                <a16:creationId xmlns:a16="http://schemas.microsoft.com/office/drawing/2014/main" id="{30144780-F54F-8CBD-DECB-E52E1FCF68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27399" y="2542665"/>
            <a:ext cx="468000" cy="468000"/>
          </a:xfrm>
          <a:prstGeom prst="rect">
            <a:avLst/>
          </a:prstGeom>
        </p:spPr>
      </p:pic>
      <p:pic>
        <p:nvPicPr>
          <p:cNvPr id="65" name="Graphic 25" descr="User with solid fill">
            <a:extLst>
              <a:ext uri="{FF2B5EF4-FFF2-40B4-BE49-F238E27FC236}">
                <a16:creationId xmlns:a16="http://schemas.microsoft.com/office/drawing/2014/main" id="{17087649-3A80-E322-FE91-D5BCA939E75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27399" y="1796193"/>
            <a:ext cx="468000" cy="468000"/>
          </a:xfrm>
          <a:prstGeom prst="rect">
            <a:avLst/>
          </a:prstGeom>
        </p:spPr>
      </p:pic>
      <p:pic>
        <p:nvPicPr>
          <p:cNvPr id="66" name="Graphic 26" descr="Processor with solid fill">
            <a:extLst>
              <a:ext uri="{FF2B5EF4-FFF2-40B4-BE49-F238E27FC236}">
                <a16:creationId xmlns:a16="http://schemas.microsoft.com/office/drawing/2014/main" id="{1ADD4AB6-DA03-669E-FA91-0D90E764746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12263" y="3289137"/>
            <a:ext cx="468000" cy="468000"/>
          </a:xfrm>
          <a:prstGeom prst="rect">
            <a:avLst/>
          </a:prstGeom>
        </p:spPr>
      </p:pic>
      <p:pic>
        <p:nvPicPr>
          <p:cNvPr id="67" name="Graphic 27" descr="Single gear with solid fill">
            <a:extLst>
              <a:ext uri="{FF2B5EF4-FFF2-40B4-BE49-F238E27FC236}">
                <a16:creationId xmlns:a16="http://schemas.microsoft.com/office/drawing/2014/main" id="{60BB2C64-63A6-21C4-E3F9-21035A7E62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12263" y="2542665"/>
            <a:ext cx="468000" cy="468000"/>
          </a:xfrm>
          <a:prstGeom prst="rect">
            <a:avLst/>
          </a:prstGeom>
        </p:spPr>
      </p:pic>
      <p:pic>
        <p:nvPicPr>
          <p:cNvPr id="68" name="Graphic 28" descr="User with solid fill">
            <a:extLst>
              <a:ext uri="{FF2B5EF4-FFF2-40B4-BE49-F238E27FC236}">
                <a16:creationId xmlns:a16="http://schemas.microsoft.com/office/drawing/2014/main" id="{25174B07-6876-3502-9DC8-FBC02A0513B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12263" y="1796193"/>
            <a:ext cx="468000" cy="468000"/>
          </a:xfrm>
          <a:prstGeom prst="rect">
            <a:avLst/>
          </a:prstGeom>
        </p:spPr>
      </p:pic>
      <p:pic>
        <p:nvPicPr>
          <p:cNvPr id="69" name="Graphic 29" descr="Processor with solid fill">
            <a:extLst>
              <a:ext uri="{FF2B5EF4-FFF2-40B4-BE49-F238E27FC236}">
                <a16:creationId xmlns:a16="http://schemas.microsoft.com/office/drawing/2014/main" id="{0351F5DE-AEAA-F981-CBA6-C25E67D7152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24068" y="6076853"/>
            <a:ext cx="468000" cy="468000"/>
          </a:xfrm>
          <a:prstGeom prst="rect">
            <a:avLst/>
          </a:prstGeom>
        </p:spPr>
      </p:pic>
      <p:pic>
        <p:nvPicPr>
          <p:cNvPr id="74" name="Graphic 31" descr="User with solid fill">
            <a:extLst>
              <a:ext uri="{FF2B5EF4-FFF2-40B4-BE49-F238E27FC236}">
                <a16:creationId xmlns:a16="http://schemas.microsoft.com/office/drawing/2014/main" id="{0918C2D5-A965-2D2C-B1B9-6E32901A68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24068" y="4583909"/>
            <a:ext cx="468000" cy="468000"/>
          </a:xfrm>
          <a:prstGeom prst="rect">
            <a:avLst/>
          </a:prstGeom>
        </p:spPr>
      </p:pic>
      <p:pic>
        <p:nvPicPr>
          <p:cNvPr id="75" name="Graphic 32" descr="Processor with solid fill">
            <a:extLst>
              <a:ext uri="{FF2B5EF4-FFF2-40B4-BE49-F238E27FC236}">
                <a16:creationId xmlns:a16="http://schemas.microsoft.com/office/drawing/2014/main" id="{7078A7EE-40AC-A06A-76CB-83A7BC4677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08932" y="6076853"/>
            <a:ext cx="468000" cy="468000"/>
          </a:xfrm>
          <a:prstGeom prst="rect">
            <a:avLst/>
          </a:prstGeom>
        </p:spPr>
      </p:pic>
      <p:pic>
        <p:nvPicPr>
          <p:cNvPr id="76" name="Graphic 33" descr="Single gear with solid fill">
            <a:extLst>
              <a:ext uri="{FF2B5EF4-FFF2-40B4-BE49-F238E27FC236}">
                <a16:creationId xmlns:a16="http://schemas.microsoft.com/office/drawing/2014/main" id="{6AED21CA-DC97-840B-9711-6B08896D12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08932" y="5330381"/>
            <a:ext cx="468000" cy="468000"/>
          </a:xfrm>
          <a:prstGeom prst="rect">
            <a:avLst/>
          </a:prstGeom>
        </p:spPr>
      </p:pic>
      <p:pic>
        <p:nvPicPr>
          <p:cNvPr id="77" name="Graphic 34" descr="User with solid fill">
            <a:extLst>
              <a:ext uri="{FF2B5EF4-FFF2-40B4-BE49-F238E27FC236}">
                <a16:creationId xmlns:a16="http://schemas.microsoft.com/office/drawing/2014/main" id="{56FD1BC1-58D0-C4D8-628E-A0C730475B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08932" y="4583909"/>
            <a:ext cx="468000" cy="468000"/>
          </a:xfrm>
          <a:prstGeom prst="rect">
            <a:avLst/>
          </a:prstGeom>
        </p:spPr>
      </p:pic>
      <p:sp>
        <p:nvSpPr>
          <p:cNvPr id="81" name="TextBox 35">
            <a:extLst>
              <a:ext uri="{FF2B5EF4-FFF2-40B4-BE49-F238E27FC236}">
                <a16:creationId xmlns:a16="http://schemas.microsoft.com/office/drawing/2014/main" id="{94F39FCB-1D71-6D55-9B7A-BFD0AA0585ED}"/>
              </a:ext>
            </a:extLst>
          </p:cNvPr>
          <p:cNvSpPr txBox="1"/>
          <p:nvPr/>
        </p:nvSpPr>
        <p:spPr>
          <a:xfrm>
            <a:off x="5017182" y="4938829"/>
            <a:ext cx="1481771"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t>CTL Only</a:t>
            </a:r>
          </a:p>
        </p:txBody>
      </p:sp>
      <p:grpSp>
        <p:nvGrpSpPr>
          <p:cNvPr id="82" name="Group 81">
            <a:extLst>
              <a:ext uri="{FF2B5EF4-FFF2-40B4-BE49-F238E27FC236}">
                <a16:creationId xmlns:a16="http://schemas.microsoft.com/office/drawing/2014/main" id="{86DDA6AB-D04F-309A-7474-C1E9AC74964E}"/>
              </a:ext>
            </a:extLst>
          </p:cNvPr>
          <p:cNvGrpSpPr>
            <a:grpSpLocks noChangeAspect="1"/>
          </p:cNvGrpSpPr>
          <p:nvPr/>
        </p:nvGrpSpPr>
        <p:grpSpPr>
          <a:xfrm>
            <a:off x="1942535" y="1796404"/>
            <a:ext cx="468000" cy="468000"/>
            <a:chOff x="2007130" y="1670405"/>
            <a:chExt cx="274320" cy="274320"/>
          </a:xfrm>
        </p:grpSpPr>
        <p:pic>
          <p:nvPicPr>
            <p:cNvPr id="177" name="Graphic 37" descr="User with solid fill">
              <a:extLst>
                <a:ext uri="{FF2B5EF4-FFF2-40B4-BE49-F238E27FC236}">
                  <a16:creationId xmlns:a16="http://schemas.microsoft.com/office/drawing/2014/main" id="{62BE9E9A-0A3C-69D8-F50C-A3916F63B8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007130" y="1670405"/>
              <a:ext cx="274320" cy="274320"/>
            </a:xfrm>
            <a:prstGeom prst="rect">
              <a:avLst/>
            </a:prstGeom>
          </p:spPr>
        </p:pic>
        <p:pic>
          <p:nvPicPr>
            <p:cNvPr id="178" name="Graphic 38" descr="User with solid fill">
              <a:extLst>
                <a:ext uri="{FF2B5EF4-FFF2-40B4-BE49-F238E27FC236}">
                  <a16:creationId xmlns:a16="http://schemas.microsoft.com/office/drawing/2014/main" id="{448203F6-3D06-7FEF-84E0-D20BAAEE818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007130" y="1670405"/>
              <a:ext cx="274320" cy="274320"/>
            </a:xfrm>
            <a:prstGeom prst="rtTriangle">
              <a:avLst/>
            </a:prstGeom>
          </p:spPr>
        </p:pic>
      </p:grpSp>
      <p:grpSp>
        <p:nvGrpSpPr>
          <p:cNvPr id="83" name="Group 82">
            <a:extLst>
              <a:ext uri="{FF2B5EF4-FFF2-40B4-BE49-F238E27FC236}">
                <a16:creationId xmlns:a16="http://schemas.microsoft.com/office/drawing/2014/main" id="{6FC204CF-16E7-5C1E-DC59-F36482C9526A}"/>
              </a:ext>
            </a:extLst>
          </p:cNvPr>
          <p:cNvGrpSpPr>
            <a:grpSpLocks noChangeAspect="1"/>
          </p:cNvGrpSpPr>
          <p:nvPr/>
        </p:nvGrpSpPr>
        <p:grpSpPr>
          <a:xfrm>
            <a:off x="1941868" y="3289137"/>
            <a:ext cx="468000" cy="468000"/>
            <a:chOff x="2006463" y="3163138"/>
            <a:chExt cx="274320" cy="274320"/>
          </a:xfrm>
        </p:grpSpPr>
        <p:pic>
          <p:nvPicPr>
            <p:cNvPr id="175" name="Graphic 40" descr="Processor with solid fill">
              <a:extLst>
                <a:ext uri="{FF2B5EF4-FFF2-40B4-BE49-F238E27FC236}">
                  <a16:creationId xmlns:a16="http://schemas.microsoft.com/office/drawing/2014/main" id="{04422953-236A-62B9-FDAC-E313AFBFA5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6463" y="3163138"/>
              <a:ext cx="274320" cy="274320"/>
            </a:xfrm>
            <a:prstGeom prst="rect">
              <a:avLst/>
            </a:prstGeom>
          </p:spPr>
        </p:pic>
        <p:pic>
          <p:nvPicPr>
            <p:cNvPr id="176" name="Graphic 41" descr="Processor with solid fill">
              <a:extLst>
                <a:ext uri="{FF2B5EF4-FFF2-40B4-BE49-F238E27FC236}">
                  <a16:creationId xmlns:a16="http://schemas.microsoft.com/office/drawing/2014/main" id="{55909E2F-E542-14E8-7FD2-46450682C1F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06463" y="3163138"/>
              <a:ext cx="274320" cy="274320"/>
            </a:xfrm>
            <a:prstGeom prst="rtTriangle">
              <a:avLst/>
            </a:prstGeom>
          </p:spPr>
        </p:pic>
      </p:grpSp>
      <p:grpSp>
        <p:nvGrpSpPr>
          <p:cNvPr id="84" name="Group 83">
            <a:extLst>
              <a:ext uri="{FF2B5EF4-FFF2-40B4-BE49-F238E27FC236}">
                <a16:creationId xmlns:a16="http://schemas.microsoft.com/office/drawing/2014/main" id="{BB88C55F-57FB-FE0B-E8F3-0D8112505FF7}"/>
              </a:ext>
            </a:extLst>
          </p:cNvPr>
          <p:cNvGrpSpPr>
            <a:grpSpLocks noChangeAspect="1"/>
          </p:cNvGrpSpPr>
          <p:nvPr/>
        </p:nvGrpSpPr>
        <p:grpSpPr>
          <a:xfrm>
            <a:off x="1941868" y="2542665"/>
            <a:ext cx="468000" cy="468000"/>
            <a:chOff x="2006463" y="2416666"/>
            <a:chExt cx="274320" cy="274320"/>
          </a:xfrm>
        </p:grpSpPr>
        <p:pic>
          <p:nvPicPr>
            <p:cNvPr id="173" name="Graphic 43" descr="Single gear with solid fill">
              <a:extLst>
                <a:ext uri="{FF2B5EF4-FFF2-40B4-BE49-F238E27FC236}">
                  <a16:creationId xmlns:a16="http://schemas.microsoft.com/office/drawing/2014/main" id="{E51F3816-3363-AD3C-DD08-6F0F3C882C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6463" y="2416666"/>
              <a:ext cx="274320" cy="274320"/>
            </a:xfrm>
            <a:prstGeom prst="rect">
              <a:avLst/>
            </a:prstGeom>
          </p:spPr>
        </p:pic>
        <p:pic>
          <p:nvPicPr>
            <p:cNvPr id="174" name="Graphic 44" descr="Single gear with solid fill">
              <a:extLst>
                <a:ext uri="{FF2B5EF4-FFF2-40B4-BE49-F238E27FC236}">
                  <a16:creationId xmlns:a16="http://schemas.microsoft.com/office/drawing/2014/main" id="{DCBBD509-ECA8-577E-DDAD-C910A5EE7B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06463" y="2416666"/>
              <a:ext cx="274320" cy="274320"/>
            </a:xfrm>
            <a:prstGeom prst="rtTriangle">
              <a:avLst/>
            </a:prstGeom>
          </p:spPr>
        </p:pic>
      </p:grpSp>
      <p:grpSp>
        <p:nvGrpSpPr>
          <p:cNvPr id="87" name="Group 86">
            <a:extLst>
              <a:ext uri="{FF2B5EF4-FFF2-40B4-BE49-F238E27FC236}">
                <a16:creationId xmlns:a16="http://schemas.microsoft.com/office/drawing/2014/main" id="{2951F906-F20B-FC41-6C88-5906FA4284D0}"/>
              </a:ext>
            </a:extLst>
          </p:cNvPr>
          <p:cNvGrpSpPr>
            <a:grpSpLocks noChangeAspect="1"/>
          </p:cNvGrpSpPr>
          <p:nvPr/>
        </p:nvGrpSpPr>
        <p:grpSpPr>
          <a:xfrm>
            <a:off x="1939640" y="4583909"/>
            <a:ext cx="468000" cy="468000"/>
            <a:chOff x="2007566" y="4022330"/>
            <a:chExt cx="274320" cy="274320"/>
          </a:xfrm>
        </p:grpSpPr>
        <p:pic>
          <p:nvPicPr>
            <p:cNvPr id="171" name="Graphic 46" descr="User with solid fill">
              <a:extLst>
                <a:ext uri="{FF2B5EF4-FFF2-40B4-BE49-F238E27FC236}">
                  <a16:creationId xmlns:a16="http://schemas.microsoft.com/office/drawing/2014/main" id="{324BD870-FBE8-B36C-1B4E-797BCC638D0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07566" y="4022330"/>
              <a:ext cx="274320" cy="274320"/>
            </a:xfrm>
            <a:prstGeom prst="rect">
              <a:avLst/>
            </a:prstGeom>
          </p:spPr>
        </p:pic>
        <p:pic>
          <p:nvPicPr>
            <p:cNvPr id="172" name="Graphic 47" descr="User with solid fill">
              <a:extLst>
                <a:ext uri="{FF2B5EF4-FFF2-40B4-BE49-F238E27FC236}">
                  <a16:creationId xmlns:a16="http://schemas.microsoft.com/office/drawing/2014/main" id="{FA4FF7C7-20F1-A0A8-6836-43D17F7FC4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007566" y="4022330"/>
              <a:ext cx="274320" cy="274320"/>
            </a:xfrm>
            <a:prstGeom prst="rtTriangle">
              <a:avLst/>
            </a:prstGeom>
          </p:spPr>
        </p:pic>
      </p:grpSp>
      <p:grpSp>
        <p:nvGrpSpPr>
          <p:cNvPr id="88" name="Group 87">
            <a:extLst>
              <a:ext uri="{FF2B5EF4-FFF2-40B4-BE49-F238E27FC236}">
                <a16:creationId xmlns:a16="http://schemas.microsoft.com/office/drawing/2014/main" id="{A206B0F4-501E-59CB-C3C5-72F4C57F2899}"/>
              </a:ext>
            </a:extLst>
          </p:cNvPr>
          <p:cNvGrpSpPr>
            <a:grpSpLocks noChangeAspect="1"/>
          </p:cNvGrpSpPr>
          <p:nvPr/>
        </p:nvGrpSpPr>
        <p:grpSpPr>
          <a:xfrm>
            <a:off x="1938973" y="6076642"/>
            <a:ext cx="468000" cy="468000"/>
            <a:chOff x="2006899" y="5515063"/>
            <a:chExt cx="274320" cy="274320"/>
          </a:xfrm>
        </p:grpSpPr>
        <p:pic>
          <p:nvPicPr>
            <p:cNvPr id="169" name="Graphic 49" descr="Processor with solid fill">
              <a:extLst>
                <a:ext uri="{FF2B5EF4-FFF2-40B4-BE49-F238E27FC236}">
                  <a16:creationId xmlns:a16="http://schemas.microsoft.com/office/drawing/2014/main" id="{29447CD7-39A0-E4A7-2125-1B8916DFB2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06899" y="5515063"/>
              <a:ext cx="274320" cy="274320"/>
            </a:xfrm>
            <a:prstGeom prst="rect">
              <a:avLst/>
            </a:prstGeom>
          </p:spPr>
        </p:pic>
        <p:pic>
          <p:nvPicPr>
            <p:cNvPr id="170" name="Graphic 50" descr="Processor with solid fill">
              <a:extLst>
                <a:ext uri="{FF2B5EF4-FFF2-40B4-BE49-F238E27FC236}">
                  <a16:creationId xmlns:a16="http://schemas.microsoft.com/office/drawing/2014/main" id="{37E98662-9696-E3DD-5A30-C849A13DE8F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06899" y="5515063"/>
              <a:ext cx="274320" cy="274320"/>
            </a:xfrm>
            <a:prstGeom prst="rtTriangle">
              <a:avLst/>
            </a:prstGeom>
          </p:spPr>
        </p:pic>
      </p:grpSp>
      <p:grpSp>
        <p:nvGrpSpPr>
          <p:cNvPr id="89" name="Group 88">
            <a:extLst>
              <a:ext uri="{FF2B5EF4-FFF2-40B4-BE49-F238E27FC236}">
                <a16:creationId xmlns:a16="http://schemas.microsoft.com/office/drawing/2014/main" id="{C4C6758A-892E-0B6C-873E-C7842D55E631}"/>
              </a:ext>
            </a:extLst>
          </p:cNvPr>
          <p:cNvGrpSpPr>
            <a:grpSpLocks noChangeAspect="1"/>
          </p:cNvGrpSpPr>
          <p:nvPr/>
        </p:nvGrpSpPr>
        <p:grpSpPr>
          <a:xfrm>
            <a:off x="1938973" y="5330170"/>
            <a:ext cx="468000" cy="468000"/>
            <a:chOff x="2006899" y="4768591"/>
            <a:chExt cx="274320" cy="274320"/>
          </a:xfrm>
        </p:grpSpPr>
        <p:pic>
          <p:nvPicPr>
            <p:cNvPr id="167" name="Graphic 52" descr="Single gear with solid fill">
              <a:extLst>
                <a:ext uri="{FF2B5EF4-FFF2-40B4-BE49-F238E27FC236}">
                  <a16:creationId xmlns:a16="http://schemas.microsoft.com/office/drawing/2014/main" id="{53A25F62-65A0-E7C8-82EC-E81B010414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6899" y="4768591"/>
              <a:ext cx="274320" cy="274320"/>
            </a:xfrm>
            <a:prstGeom prst="rect">
              <a:avLst/>
            </a:prstGeom>
          </p:spPr>
        </p:pic>
        <p:pic>
          <p:nvPicPr>
            <p:cNvPr id="168" name="Graphic 53" descr="Single gear with solid fill">
              <a:extLst>
                <a:ext uri="{FF2B5EF4-FFF2-40B4-BE49-F238E27FC236}">
                  <a16:creationId xmlns:a16="http://schemas.microsoft.com/office/drawing/2014/main" id="{A5C62144-4C60-3452-C280-DB886EA10A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06899" y="4768591"/>
              <a:ext cx="274320" cy="274320"/>
            </a:xfrm>
            <a:prstGeom prst="rtTriangle">
              <a:avLst/>
            </a:prstGeom>
          </p:spPr>
        </p:pic>
      </p:grpSp>
      <p:grpSp>
        <p:nvGrpSpPr>
          <p:cNvPr id="130" name="Group 129">
            <a:extLst>
              <a:ext uri="{FF2B5EF4-FFF2-40B4-BE49-F238E27FC236}">
                <a16:creationId xmlns:a16="http://schemas.microsoft.com/office/drawing/2014/main" id="{A7BB0703-EAB5-8E53-5878-6CC55C6EDA4A}"/>
              </a:ext>
            </a:extLst>
          </p:cNvPr>
          <p:cNvGrpSpPr>
            <a:grpSpLocks noChangeAspect="1"/>
          </p:cNvGrpSpPr>
          <p:nvPr/>
        </p:nvGrpSpPr>
        <p:grpSpPr>
          <a:xfrm>
            <a:off x="3739256" y="1796193"/>
            <a:ext cx="468000" cy="468000"/>
            <a:chOff x="3803851" y="1670194"/>
            <a:chExt cx="274320" cy="274320"/>
          </a:xfrm>
        </p:grpSpPr>
        <p:pic>
          <p:nvPicPr>
            <p:cNvPr id="165" name="Graphic 55" descr="User with solid fill">
              <a:extLst>
                <a:ext uri="{FF2B5EF4-FFF2-40B4-BE49-F238E27FC236}">
                  <a16:creationId xmlns:a16="http://schemas.microsoft.com/office/drawing/2014/main" id="{65F5E159-536F-2856-B524-EE0BFEAC07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03851" y="1670194"/>
              <a:ext cx="274320" cy="274320"/>
            </a:xfrm>
            <a:prstGeom prst="rect">
              <a:avLst/>
            </a:prstGeom>
          </p:spPr>
        </p:pic>
        <p:pic>
          <p:nvPicPr>
            <p:cNvPr id="166" name="Graphic 56" descr="User with solid fill">
              <a:extLst>
                <a:ext uri="{FF2B5EF4-FFF2-40B4-BE49-F238E27FC236}">
                  <a16:creationId xmlns:a16="http://schemas.microsoft.com/office/drawing/2014/main" id="{CB38284E-FF24-C4FC-E5D1-4D9B8B9247B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851" y="1670194"/>
              <a:ext cx="274320" cy="274320"/>
            </a:xfrm>
            <a:prstGeom prst="rtTriangle">
              <a:avLst/>
            </a:prstGeom>
          </p:spPr>
        </p:pic>
      </p:grpSp>
      <p:grpSp>
        <p:nvGrpSpPr>
          <p:cNvPr id="131" name="Group 130">
            <a:extLst>
              <a:ext uri="{FF2B5EF4-FFF2-40B4-BE49-F238E27FC236}">
                <a16:creationId xmlns:a16="http://schemas.microsoft.com/office/drawing/2014/main" id="{B5BC1ED3-CA44-DF70-53AA-69A42B17174A}"/>
              </a:ext>
            </a:extLst>
          </p:cNvPr>
          <p:cNvGrpSpPr>
            <a:grpSpLocks noChangeAspect="1"/>
          </p:cNvGrpSpPr>
          <p:nvPr/>
        </p:nvGrpSpPr>
        <p:grpSpPr>
          <a:xfrm>
            <a:off x="3738589" y="3288926"/>
            <a:ext cx="468000" cy="468000"/>
            <a:chOff x="3803184" y="3162927"/>
            <a:chExt cx="274320" cy="274320"/>
          </a:xfrm>
        </p:grpSpPr>
        <p:pic>
          <p:nvPicPr>
            <p:cNvPr id="163" name="Graphic 58" descr="Processor with solid fill">
              <a:extLst>
                <a:ext uri="{FF2B5EF4-FFF2-40B4-BE49-F238E27FC236}">
                  <a16:creationId xmlns:a16="http://schemas.microsoft.com/office/drawing/2014/main" id="{2B458C33-8509-F165-37AF-003CF19E53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03184" y="3162927"/>
              <a:ext cx="274320" cy="274320"/>
            </a:xfrm>
            <a:prstGeom prst="rect">
              <a:avLst/>
            </a:prstGeom>
          </p:spPr>
        </p:pic>
        <p:pic>
          <p:nvPicPr>
            <p:cNvPr id="164" name="Graphic 59" descr="Processor with solid fill">
              <a:extLst>
                <a:ext uri="{FF2B5EF4-FFF2-40B4-BE49-F238E27FC236}">
                  <a16:creationId xmlns:a16="http://schemas.microsoft.com/office/drawing/2014/main" id="{E8AF7C0C-FCC4-A1BB-9C21-889345CE63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03184" y="3162927"/>
              <a:ext cx="274320" cy="274320"/>
            </a:xfrm>
            <a:prstGeom prst="rtTriangle">
              <a:avLst/>
            </a:prstGeom>
          </p:spPr>
        </p:pic>
      </p:grpSp>
      <p:grpSp>
        <p:nvGrpSpPr>
          <p:cNvPr id="132" name="Group 131">
            <a:extLst>
              <a:ext uri="{FF2B5EF4-FFF2-40B4-BE49-F238E27FC236}">
                <a16:creationId xmlns:a16="http://schemas.microsoft.com/office/drawing/2014/main" id="{7CD0BE55-841E-440E-CDDC-BD96F557F473}"/>
              </a:ext>
            </a:extLst>
          </p:cNvPr>
          <p:cNvGrpSpPr>
            <a:grpSpLocks noChangeAspect="1"/>
          </p:cNvGrpSpPr>
          <p:nvPr/>
        </p:nvGrpSpPr>
        <p:grpSpPr>
          <a:xfrm>
            <a:off x="3738589" y="2542454"/>
            <a:ext cx="468000" cy="468000"/>
            <a:chOff x="3803184" y="2416455"/>
            <a:chExt cx="274320" cy="274320"/>
          </a:xfrm>
        </p:grpSpPr>
        <p:pic>
          <p:nvPicPr>
            <p:cNvPr id="161" name="Graphic 61" descr="Single gear with solid fill">
              <a:extLst>
                <a:ext uri="{FF2B5EF4-FFF2-40B4-BE49-F238E27FC236}">
                  <a16:creationId xmlns:a16="http://schemas.microsoft.com/office/drawing/2014/main" id="{FAF1823F-C21D-72D2-9177-C206A2D904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03184" y="2416455"/>
              <a:ext cx="274320" cy="274320"/>
            </a:xfrm>
            <a:prstGeom prst="rect">
              <a:avLst/>
            </a:prstGeom>
          </p:spPr>
        </p:pic>
        <p:pic>
          <p:nvPicPr>
            <p:cNvPr id="162" name="Graphic 62" descr="Single gear with solid fill">
              <a:extLst>
                <a:ext uri="{FF2B5EF4-FFF2-40B4-BE49-F238E27FC236}">
                  <a16:creationId xmlns:a16="http://schemas.microsoft.com/office/drawing/2014/main" id="{35FB1E16-843B-04ED-F213-5470674DCB4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03184" y="2416455"/>
              <a:ext cx="274320" cy="274320"/>
            </a:xfrm>
            <a:prstGeom prst="rtTriangle">
              <a:avLst/>
            </a:prstGeom>
          </p:spPr>
        </p:pic>
      </p:grpSp>
      <p:grpSp>
        <p:nvGrpSpPr>
          <p:cNvPr id="133" name="Group 132">
            <a:extLst>
              <a:ext uri="{FF2B5EF4-FFF2-40B4-BE49-F238E27FC236}">
                <a16:creationId xmlns:a16="http://schemas.microsoft.com/office/drawing/2014/main" id="{C1E0F48D-AE65-5BEB-AD74-2095D6D69BB0}"/>
              </a:ext>
            </a:extLst>
          </p:cNvPr>
          <p:cNvGrpSpPr>
            <a:grpSpLocks noChangeAspect="1"/>
          </p:cNvGrpSpPr>
          <p:nvPr/>
        </p:nvGrpSpPr>
        <p:grpSpPr>
          <a:xfrm>
            <a:off x="3736361" y="4583698"/>
            <a:ext cx="468000" cy="468000"/>
            <a:chOff x="3804287" y="4022119"/>
            <a:chExt cx="274320" cy="274320"/>
          </a:xfrm>
        </p:grpSpPr>
        <p:pic>
          <p:nvPicPr>
            <p:cNvPr id="159" name="Graphic 64" descr="User with solid fill">
              <a:extLst>
                <a:ext uri="{FF2B5EF4-FFF2-40B4-BE49-F238E27FC236}">
                  <a16:creationId xmlns:a16="http://schemas.microsoft.com/office/drawing/2014/main" id="{2EE87F9F-0756-FF5E-9CCD-BCE72DC164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04287" y="4022119"/>
              <a:ext cx="274320" cy="274320"/>
            </a:xfrm>
            <a:prstGeom prst="rect">
              <a:avLst/>
            </a:prstGeom>
          </p:spPr>
        </p:pic>
        <p:pic>
          <p:nvPicPr>
            <p:cNvPr id="160" name="Graphic 65" descr="User with solid fill">
              <a:extLst>
                <a:ext uri="{FF2B5EF4-FFF2-40B4-BE49-F238E27FC236}">
                  <a16:creationId xmlns:a16="http://schemas.microsoft.com/office/drawing/2014/main" id="{7111E583-3027-8F66-7A91-50D7B533CF3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4287" y="4022119"/>
              <a:ext cx="274320" cy="274320"/>
            </a:xfrm>
            <a:prstGeom prst="rtTriangle">
              <a:avLst/>
            </a:prstGeom>
          </p:spPr>
        </p:pic>
      </p:grpSp>
      <p:grpSp>
        <p:nvGrpSpPr>
          <p:cNvPr id="134" name="Group 133">
            <a:extLst>
              <a:ext uri="{FF2B5EF4-FFF2-40B4-BE49-F238E27FC236}">
                <a16:creationId xmlns:a16="http://schemas.microsoft.com/office/drawing/2014/main" id="{AC58CFB1-72E8-3166-740A-2BEAD306F9B2}"/>
              </a:ext>
            </a:extLst>
          </p:cNvPr>
          <p:cNvGrpSpPr>
            <a:grpSpLocks noChangeAspect="1"/>
          </p:cNvGrpSpPr>
          <p:nvPr/>
        </p:nvGrpSpPr>
        <p:grpSpPr>
          <a:xfrm>
            <a:off x="3735694" y="6076431"/>
            <a:ext cx="468000" cy="468000"/>
            <a:chOff x="3803620" y="5514852"/>
            <a:chExt cx="274320" cy="274320"/>
          </a:xfrm>
        </p:grpSpPr>
        <p:pic>
          <p:nvPicPr>
            <p:cNvPr id="157" name="Graphic 67" descr="Processor with solid fill">
              <a:extLst>
                <a:ext uri="{FF2B5EF4-FFF2-40B4-BE49-F238E27FC236}">
                  <a16:creationId xmlns:a16="http://schemas.microsoft.com/office/drawing/2014/main" id="{6A955389-5EF3-869B-E427-1B0821186D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03620" y="5514852"/>
              <a:ext cx="274320" cy="274320"/>
            </a:xfrm>
            <a:prstGeom prst="rect">
              <a:avLst/>
            </a:prstGeom>
          </p:spPr>
        </p:pic>
        <p:pic>
          <p:nvPicPr>
            <p:cNvPr id="158" name="Graphic 68" descr="Processor with solid fill">
              <a:extLst>
                <a:ext uri="{FF2B5EF4-FFF2-40B4-BE49-F238E27FC236}">
                  <a16:creationId xmlns:a16="http://schemas.microsoft.com/office/drawing/2014/main" id="{5670121F-69BE-199A-2287-0AA7399E999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03620" y="5514852"/>
              <a:ext cx="274320" cy="274320"/>
            </a:xfrm>
            <a:prstGeom prst="rtTriangle">
              <a:avLst/>
            </a:prstGeom>
          </p:spPr>
        </p:pic>
      </p:grpSp>
      <p:grpSp>
        <p:nvGrpSpPr>
          <p:cNvPr id="135" name="Group 134">
            <a:extLst>
              <a:ext uri="{FF2B5EF4-FFF2-40B4-BE49-F238E27FC236}">
                <a16:creationId xmlns:a16="http://schemas.microsoft.com/office/drawing/2014/main" id="{081FE5CE-2B1F-F08B-7770-5B1F2D6A1C4D}"/>
              </a:ext>
            </a:extLst>
          </p:cNvPr>
          <p:cNvGrpSpPr>
            <a:grpSpLocks noChangeAspect="1"/>
          </p:cNvGrpSpPr>
          <p:nvPr/>
        </p:nvGrpSpPr>
        <p:grpSpPr>
          <a:xfrm>
            <a:off x="3735694" y="5329959"/>
            <a:ext cx="468000" cy="468000"/>
            <a:chOff x="3803620" y="4768380"/>
            <a:chExt cx="274320" cy="274320"/>
          </a:xfrm>
        </p:grpSpPr>
        <p:pic>
          <p:nvPicPr>
            <p:cNvPr id="155" name="Graphic 70" descr="Single gear with solid fill">
              <a:extLst>
                <a:ext uri="{FF2B5EF4-FFF2-40B4-BE49-F238E27FC236}">
                  <a16:creationId xmlns:a16="http://schemas.microsoft.com/office/drawing/2014/main" id="{6B165396-34FC-4135-E0B1-0E58BC064A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03620" y="4768380"/>
              <a:ext cx="274320" cy="274320"/>
            </a:xfrm>
            <a:prstGeom prst="rect">
              <a:avLst/>
            </a:prstGeom>
          </p:spPr>
        </p:pic>
        <p:pic>
          <p:nvPicPr>
            <p:cNvPr id="156" name="Graphic 71" descr="Single gear with solid fill">
              <a:extLst>
                <a:ext uri="{FF2B5EF4-FFF2-40B4-BE49-F238E27FC236}">
                  <a16:creationId xmlns:a16="http://schemas.microsoft.com/office/drawing/2014/main" id="{20C70970-6FCE-4BCB-AC8D-E9C52FB7651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03620" y="4768380"/>
              <a:ext cx="274320" cy="274320"/>
            </a:xfrm>
            <a:prstGeom prst="rtTriangle">
              <a:avLst/>
            </a:prstGeom>
          </p:spPr>
        </p:pic>
      </p:grpSp>
      <p:pic>
        <p:nvPicPr>
          <p:cNvPr id="136" name="Graphic 72" descr="Processor with solid fill">
            <a:extLst>
              <a:ext uri="{FF2B5EF4-FFF2-40B4-BE49-F238E27FC236}">
                <a16:creationId xmlns:a16="http://schemas.microsoft.com/office/drawing/2014/main" id="{A11BC161-03E1-8075-2E82-BB7E05A7B23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22587" y="3289137"/>
            <a:ext cx="468000" cy="468000"/>
          </a:xfrm>
          <a:prstGeom prst="rect">
            <a:avLst/>
          </a:prstGeom>
        </p:spPr>
      </p:pic>
      <p:pic>
        <p:nvPicPr>
          <p:cNvPr id="137" name="Graphic 73" descr="Single gear with solid fill">
            <a:extLst>
              <a:ext uri="{FF2B5EF4-FFF2-40B4-BE49-F238E27FC236}">
                <a16:creationId xmlns:a16="http://schemas.microsoft.com/office/drawing/2014/main" id="{4041E370-EBE1-BC0B-E36C-31961E9805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22587" y="2542665"/>
            <a:ext cx="468000" cy="468000"/>
          </a:xfrm>
          <a:prstGeom prst="rect">
            <a:avLst/>
          </a:prstGeom>
        </p:spPr>
      </p:pic>
      <p:pic>
        <p:nvPicPr>
          <p:cNvPr id="138" name="Graphic 74" descr="User with solid fill">
            <a:extLst>
              <a:ext uri="{FF2B5EF4-FFF2-40B4-BE49-F238E27FC236}">
                <a16:creationId xmlns:a16="http://schemas.microsoft.com/office/drawing/2014/main" id="{E795C815-B54E-EFB5-0F6A-4719E493866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22587" y="1796193"/>
            <a:ext cx="468000" cy="468000"/>
          </a:xfrm>
          <a:prstGeom prst="rect">
            <a:avLst/>
          </a:prstGeom>
        </p:spPr>
      </p:pic>
      <p:pic>
        <p:nvPicPr>
          <p:cNvPr id="139" name="Graphic 75" descr="Processor with solid fill">
            <a:extLst>
              <a:ext uri="{FF2B5EF4-FFF2-40B4-BE49-F238E27FC236}">
                <a16:creationId xmlns:a16="http://schemas.microsoft.com/office/drawing/2014/main" id="{0CF56F35-1E86-FC36-9E7B-CFDB9B50A2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9256" y="6076853"/>
            <a:ext cx="468000" cy="468000"/>
          </a:xfrm>
          <a:prstGeom prst="rect">
            <a:avLst/>
          </a:prstGeom>
        </p:spPr>
      </p:pic>
      <p:pic>
        <p:nvPicPr>
          <p:cNvPr id="140" name="Graphic 76" descr="Single gear with solid fill">
            <a:extLst>
              <a:ext uri="{FF2B5EF4-FFF2-40B4-BE49-F238E27FC236}">
                <a16:creationId xmlns:a16="http://schemas.microsoft.com/office/drawing/2014/main" id="{4CE6221B-4367-E3C8-BD01-3BC066AD29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19256" y="5330381"/>
            <a:ext cx="468000" cy="468000"/>
          </a:xfrm>
          <a:prstGeom prst="rect">
            <a:avLst/>
          </a:prstGeom>
        </p:spPr>
      </p:pic>
      <p:pic>
        <p:nvPicPr>
          <p:cNvPr id="141" name="Graphic 77" descr="User with solid fill">
            <a:extLst>
              <a:ext uri="{FF2B5EF4-FFF2-40B4-BE49-F238E27FC236}">
                <a16:creationId xmlns:a16="http://schemas.microsoft.com/office/drawing/2014/main" id="{35FF9976-6BC2-BAAE-F9EC-7D0B600A491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19256" y="4583909"/>
            <a:ext cx="468000" cy="468000"/>
          </a:xfrm>
          <a:prstGeom prst="rect">
            <a:avLst/>
          </a:prstGeom>
        </p:spPr>
      </p:pic>
      <p:pic>
        <p:nvPicPr>
          <p:cNvPr id="142" name="Graphic 78" descr="User with solid fill">
            <a:extLst>
              <a:ext uri="{FF2B5EF4-FFF2-40B4-BE49-F238E27FC236}">
                <a16:creationId xmlns:a16="http://schemas.microsoft.com/office/drawing/2014/main" id="{F468E1C4-0667-E1F2-1E5B-9499F2537A4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644858" y="42901"/>
            <a:ext cx="274320" cy="274320"/>
          </a:xfrm>
          <a:prstGeom prst="rect">
            <a:avLst/>
          </a:prstGeom>
        </p:spPr>
      </p:pic>
      <p:sp>
        <p:nvSpPr>
          <p:cNvPr id="143" name="TextBox 79">
            <a:extLst>
              <a:ext uri="{FF2B5EF4-FFF2-40B4-BE49-F238E27FC236}">
                <a16:creationId xmlns:a16="http://schemas.microsoft.com/office/drawing/2014/main" id="{181C825C-6B47-FFC4-E030-A0FD1210397D}"/>
              </a:ext>
            </a:extLst>
          </p:cNvPr>
          <p:cNvSpPr txBox="1"/>
          <p:nvPr/>
        </p:nvSpPr>
        <p:spPr>
          <a:xfrm>
            <a:off x="9919177" y="49256"/>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In Scope</a:t>
            </a:r>
          </a:p>
        </p:txBody>
      </p:sp>
      <p:pic>
        <p:nvPicPr>
          <p:cNvPr id="144" name="Graphic 80" descr="User with solid fill">
            <a:extLst>
              <a:ext uri="{FF2B5EF4-FFF2-40B4-BE49-F238E27FC236}">
                <a16:creationId xmlns:a16="http://schemas.microsoft.com/office/drawing/2014/main" id="{73FF06CF-4F77-9F4B-75DC-B0D0980EEEC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37840" y="43261"/>
            <a:ext cx="273600" cy="273600"/>
          </a:xfrm>
          <a:prstGeom prst="rect">
            <a:avLst/>
          </a:prstGeom>
        </p:spPr>
      </p:pic>
      <p:sp>
        <p:nvSpPr>
          <p:cNvPr id="145" name="TextBox 81">
            <a:extLst>
              <a:ext uri="{FF2B5EF4-FFF2-40B4-BE49-F238E27FC236}">
                <a16:creationId xmlns:a16="http://schemas.microsoft.com/office/drawing/2014/main" id="{30EA8D91-718B-7543-B6B3-A07BA6E67654}"/>
              </a:ext>
            </a:extLst>
          </p:cNvPr>
          <p:cNvSpPr txBox="1"/>
          <p:nvPr/>
        </p:nvSpPr>
        <p:spPr>
          <a:xfrm>
            <a:off x="11164821" y="49256"/>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People</a:t>
            </a:r>
          </a:p>
        </p:txBody>
      </p:sp>
      <p:pic>
        <p:nvPicPr>
          <p:cNvPr id="146" name="Graphic 82" descr="User with solid fill">
            <a:extLst>
              <a:ext uri="{FF2B5EF4-FFF2-40B4-BE49-F238E27FC236}">
                <a16:creationId xmlns:a16="http://schemas.microsoft.com/office/drawing/2014/main" id="{274D52CC-B9DD-DB7E-596C-83276F6EA39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645308" y="350553"/>
            <a:ext cx="274320" cy="274320"/>
          </a:xfrm>
          <a:prstGeom prst="rect">
            <a:avLst/>
          </a:prstGeom>
        </p:spPr>
      </p:pic>
      <p:pic>
        <p:nvPicPr>
          <p:cNvPr id="147" name="Graphic 83" descr="User with solid fill">
            <a:extLst>
              <a:ext uri="{FF2B5EF4-FFF2-40B4-BE49-F238E27FC236}">
                <a16:creationId xmlns:a16="http://schemas.microsoft.com/office/drawing/2014/main" id="{C743A16B-727F-94E3-C055-8920CB1E17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45308" y="350553"/>
            <a:ext cx="274320" cy="274320"/>
          </a:xfrm>
          <a:prstGeom prst="rtTriangle">
            <a:avLst/>
          </a:prstGeom>
        </p:spPr>
      </p:pic>
      <p:sp>
        <p:nvSpPr>
          <p:cNvPr id="148" name="TextBox 84">
            <a:extLst>
              <a:ext uri="{FF2B5EF4-FFF2-40B4-BE49-F238E27FC236}">
                <a16:creationId xmlns:a16="http://schemas.microsoft.com/office/drawing/2014/main" id="{D1E49C9E-715B-058E-734B-22E017F74546}"/>
              </a:ext>
            </a:extLst>
          </p:cNvPr>
          <p:cNvSpPr txBox="1"/>
          <p:nvPr/>
        </p:nvSpPr>
        <p:spPr>
          <a:xfrm>
            <a:off x="9919178" y="356908"/>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Mixed Model</a:t>
            </a:r>
          </a:p>
        </p:txBody>
      </p:sp>
      <p:pic>
        <p:nvPicPr>
          <p:cNvPr id="149" name="Graphic 85" descr="Single gear with solid fill">
            <a:extLst>
              <a:ext uri="{FF2B5EF4-FFF2-40B4-BE49-F238E27FC236}">
                <a16:creationId xmlns:a16="http://schemas.microsoft.com/office/drawing/2014/main" id="{320B06BC-6BEC-6F47-9226-F6C77D7654F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937840" y="350913"/>
            <a:ext cx="273600" cy="273600"/>
          </a:xfrm>
          <a:prstGeom prst="rect">
            <a:avLst/>
          </a:prstGeom>
        </p:spPr>
      </p:pic>
      <p:sp>
        <p:nvSpPr>
          <p:cNvPr id="150" name="TextBox 86">
            <a:extLst>
              <a:ext uri="{FF2B5EF4-FFF2-40B4-BE49-F238E27FC236}">
                <a16:creationId xmlns:a16="http://schemas.microsoft.com/office/drawing/2014/main" id="{8A8F893D-5E31-E263-CB64-6843082A678F}"/>
              </a:ext>
            </a:extLst>
          </p:cNvPr>
          <p:cNvSpPr txBox="1"/>
          <p:nvPr/>
        </p:nvSpPr>
        <p:spPr>
          <a:xfrm>
            <a:off x="11164822" y="356908"/>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Process</a:t>
            </a:r>
          </a:p>
        </p:txBody>
      </p:sp>
      <p:pic>
        <p:nvPicPr>
          <p:cNvPr id="151" name="Graphic 87" descr="User with solid fill">
            <a:extLst>
              <a:ext uri="{FF2B5EF4-FFF2-40B4-BE49-F238E27FC236}">
                <a16:creationId xmlns:a16="http://schemas.microsoft.com/office/drawing/2014/main" id="{4DE30DE9-D224-65A6-6AD7-B7C321CA1CC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44858" y="658204"/>
            <a:ext cx="274320" cy="274320"/>
          </a:xfrm>
          <a:prstGeom prst="rect">
            <a:avLst/>
          </a:prstGeom>
        </p:spPr>
      </p:pic>
      <p:sp>
        <p:nvSpPr>
          <p:cNvPr id="152" name="TextBox 88">
            <a:extLst>
              <a:ext uri="{FF2B5EF4-FFF2-40B4-BE49-F238E27FC236}">
                <a16:creationId xmlns:a16="http://schemas.microsoft.com/office/drawing/2014/main" id="{7D831E0D-15E9-CEC1-6A63-A032ED7B41A9}"/>
              </a:ext>
            </a:extLst>
          </p:cNvPr>
          <p:cNvSpPr txBox="1"/>
          <p:nvPr/>
        </p:nvSpPr>
        <p:spPr>
          <a:xfrm>
            <a:off x="9919178" y="664559"/>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Out Of Scope</a:t>
            </a:r>
          </a:p>
        </p:txBody>
      </p:sp>
      <p:pic>
        <p:nvPicPr>
          <p:cNvPr id="153" name="Graphic 89" descr="Processor with solid fill">
            <a:extLst>
              <a:ext uri="{FF2B5EF4-FFF2-40B4-BE49-F238E27FC236}">
                <a16:creationId xmlns:a16="http://schemas.microsoft.com/office/drawing/2014/main" id="{2005FD38-CA71-99C6-CB5A-1E0CDBBECF2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937840" y="658564"/>
            <a:ext cx="273600" cy="273600"/>
          </a:xfrm>
          <a:prstGeom prst="rect">
            <a:avLst/>
          </a:prstGeom>
        </p:spPr>
      </p:pic>
      <p:sp>
        <p:nvSpPr>
          <p:cNvPr id="154" name="TextBox 90">
            <a:extLst>
              <a:ext uri="{FF2B5EF4-FFF2-40B4-BE49-F238E27FC236}">
                <a16:creationId xmlns:a16="http://schemas.microsoft.com/office/drawing/2014/main" id="{052D51F5-00A9-9725-6E11-FF44DB61B747}"/>
              </a:ext>
            </a:extLst>
          </p:cNvPr>
          <p:cNvSpPr txBox="1"/>
          <p:nvPr/>
        </p:nvSpPr>
        <p:spPr>
          <a:xfrm>
            <a:off x="11164822" y="664559"/>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System</a:t>
            </a:r>
          </a:p>
        </p:txBody>
      </p:sp>
      <p:sp>
        <p:nvSpPr>
          <p:cNvPr id="18" name="TextBox 35">
            <a:extLst>
              <a:ext uri="{FF2B5EF4-FFF2-40B4-BE49-F238E27FC236}">
                <a16:creationId xmlns:a16="http://schemas.microsoft.com/office/drawing/2014/main" id="{DDD1F89F-5C71-FFC4-F16C-6649C129AB32}"/>
              </a:ext>
            </a:extLst>
          </p:cNvPr>
          <p:cNvSpPr txBox="1"/>
          <p:nvPr/>
        </p:nvSpPr>
        <p:spPr>
          <a:xfrm>
            <a:off x="5031991" y="5683843"/>
            <a:ext cx="1545487"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t>CTP and CTR Only</a:t>
            </a:r>
          </a:p>
        </p:txBody>
      </p:sp>
      <p:sp>
        <p:nvSpPr>
          <p:cNvPr id="2" name="Rectangle: Rounded Corners 1">
            <a:extLst>
              <a:ext uri="{FF2B5EF4-FFF2-40B4-BE49-F238E27FC236}">
                <a16:creationId xmlns:a16="http://schemas.microsoft.com/office/drawing/2014/main" id="{897C1B47-1085-228E-AA72-F424C67B1648}"/>
              </a:ext>
            </a:extLst>
          </p:cNvPr>
          <p:cNvSpPr/>
          <p:nvPr/>
        </p:nvSpPr>
        <p:spPr>
          <a:xfrm>
            <a:off x="10241100"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600" b="1" i="1">
              <a:solidFill>
                <a:sysClr val="windowText" lastClr="000000"/>
              </a:solidFill>
            </a:endParaRPr>
          </a:p>
        </p:txBody>
      </p:sp>
      <p:sp>
        <p:nvSpPr>
          <p:cNvPr id="3" name="Rectangle: Rounded Corners 2">
            <a:extLst>
              <a:ext uri="{FF2B5EF4-FFF2-40B4-BE49-F238E27FC236}">
                <a16:creationId xmlns:a16="http://schemas.microsoft.com/office/drawing/2014/main" id="{7AE66E5A-16A9-6061-171C-59D3EA883E4F}"/>
              </a:ext>
            </a:extLst>
          </p:cNvPr>
          <p:cNvSpPr/>
          <p:nvPr/>
        </p:nvSpPr>
        <p:spPr>
          <a:xfrm>
            <a:off x="10237769"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600" b="1" i="1">
              <a:solidFill>
                <a:sysClr val="windowText" lastClr="000000"/>
              </a:solidFill>
            </a:endParaRPr>
          </a:p>
        </p:txBody>
      </p:sp>
      <p:pic>
        <p:nvPicPr>
          <p:cNvPr id="4" name="Graphic 26" descr="Processor with solid fill">
            <a:extLst>
              <a:ext uri="{FF2B5EF4-FFF2-40B4-BE49-F238E27FC236}">
                <a16:creationId xmlns:a16="http://schemas.microsoft.com/office/drawing/2014/main" id="{C6CBDA46-458B-F42E-001E-345FC9A1B9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48955" y="3350097"/>
            <a:ext cx="468000" cy="468000"/>
          </a:xfrm>
          <a:prstGeom prst="rect">
            <a:avLst/>
          </a:prstGeom>
        </p:spPr>
      </p:pic>
      <p:pic>
        <p:nvPicPr>
          <p:cNvPr id="5" name="Graphic 27" descr="Single gear with solid fill">
            <a:extLst>
              <a:ext uri="{FF2B5EF4-FFF2-40B4-BE49-F238E27FC236}">
                <a16:creationId xmlns:a16="http://schemas.microsoft.com/office/drawing/2014/main" id="{B1151E84-C18C-1925-33DC-290AEF9972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48955" y="2499465"/>
            <a:ext cx="468000" cy="468000"/>
          </a:xfrm>
          <a:prstGeom prst="rect">
            <a:avLst/>
          </a:prstGeom>
        </p:spPr>
      </p:pic>
      <p:pic>
        <p:nvPicPr>
          <p:cNvPr id="6" name="Graphic 32" descr="Processor with solid fill">
            <a:extLst>
              <a:ext uri="{FF2B5EF4-FFF2-40B4-BE49-F238E27FC236}">
                <a16:creationId xmlns:a16="http://schemas.microsoft.com/office/drawing/2014/main" id="{2AC80CF9-C22F-5C67-7AF6-578D5DBDCE3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45624" y="6076853"/>
            <a:ext cx="468000" cy="468000"/>
          </a:xfrm>
          <a:prstGeom prst="rect">
            <a:avLst/>
          </a:prstGeom>
        </p:spPr>
      </p:pic>
      <p:pic>
        <p:nvPicPr>
          <p:cNvPr id="7" name="Graphic 33" descr="Single gear with solid fill">
            <a:extLst>
              <a:ext uri="{FF2B5EF4-FFF2-40B4-BE49-F238E27FC236}">
                <a16:creationId xmlns:a16="http://schemas.microsoft.com/office/drawing/2014/main" id="{3FDDA4C8-B504-8395-9827-1CB26A65802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45624" y="5330381"/>
            <a:ext cx="468000" cy="468000"/>
          </a:xfrm>
          <a:prstGeom prst="rect">
            <a:avLst/>
          </a:prstGeom>
        </p:spPr>
      </p:pic>
      <p:pic>
        <p:nvPicPr>
          <p:cNvPr id="8" name="Graphic 34" descr="User with solid fill">
            <a:extLst>
              <a:ext uri="{FF2B5EF4-FFF2-40B4-BE49-F238E27FC236}">
                <a16:creationId xmlns:a16="http://schemas.microsoft.com/office/drawing/2014/main" id="{656D26BE-7D94-B15F-0390-78E1BD1B4C50}"/>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45624" y="4601669"/>
            <a:ext cx="468000" cy="468000"/>
          </a:xfrm>
          <a:prstGeom prst="rect">
            <a:avLst/>
          </a:prstGeom>
        </p:spPr>
      </p:pic>
      <p:pic>
        <p:nvPicPr>
          <p:cNvPr id="9" name="Graphic 55" descr="User with solid fill">
            <a:extLst>
              <a:ext uri="{FF2B5EF4-FFF2-40B4-BE49-F238E27FC236}">
                <a16:creationId xmlns:a16="http://schemas.microsoft.com/office/drawing/2014/main" id="{1F0E8D61-96F2-A5D4-9CB8-8BE4DDAE6C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50806" y="1752284"/>
            <a:ext cx="468000" cy="468000"/>
          </a:xfrm>
          <a:prstGeom prst="rect">
            <a:avLst/>
          </a:prstGeom>
        </p:spPr>
      </p:pic>
      <p:sp>
        <p:nvSpPr>
          <p:cNvPr id="10" name="TextBox 35">
            <a:extLst>
              <a:ext uri="{FF2B5EF4-FFF2-40B4-BE49-F238E27FC236}">
                <a16:creationId xmlns:a16="http://schemas.microsoft.com/office/drawing/2014/main" id="{1CAEEDCB-AEFA-AE63-E433-3F0BCEDC15C0}"/>
              </a:ext>
            </a:extLst>
          </p:cNvPr>
          <p:cNvSpPr txBox="1"/>
          <p:nvPr/>
        </p:nvSpPr>
        <p:spPr>
          <a:xfrm>
            <a:off x="10365562" y="5016857"/>
            <a:ext cx="1481771"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t>GRL Only</a:t>
            </a:r>
          </a:p>
        </p:txBody>
      </p:sp>
      <p:sp>
        <p:nvSpPr>
          <p:cNvPr id="90" name="Rectangle: Rounded Corners 89">
            <a:extLst>
              <a:ext uri="{FF2B5EF4-FFF2-40B4-BE49-F238E27FC236}">
                <a16:creationId xmlns:a16="http://schemas.microsoft.com/office/drawing/2014/main" id="{9D7DBB39-00A5-E685-2021-A5B8624A7C19}"/>
              </a:ext>
            </a:extLst>
          </p:cNvPr>
          <p:cNvSpPr/>
          <p:nvPr/>
        </p:nvSpPr>
        <p:spPr>
          <a:xfrm>
            <a:off x="62003" y="4517551"/>
            <a:ext cx="1171575" cy="2265333"/>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solidFill>
                  <a:srgbClr val="000000"/>
                </a:solidFill>
              </a:rPr>
              <a:t>Boehringer </a:t>
            </a:r>
          </a:p>
          <a:p>
            <a:pPr algn="ctr"/>
            <a:r>
              <a:rPr lang="en-GB" sz="1400" b="1">
                <a:solidFill>
                  <a:sysClr val="windowText" lastClr="000000"/>
                </a:solidFill>
              </a:rPr>
              <a:t>Delivery</a:t>
            </a:r>
            <a:br>
              <a:rPr lang="en-GB" sz="1400" b="1">
                <a:solidFill>
                  <a:sysClr val="windowText" lastClr="000000"/>
                </a:solidFill>
              </a:rPr>
            </a:br>
            <a:r>
              <a:rPr lang="en-GB" sz="1400" i="1">
                <a:solidFill>
                  <a:sysClr val="windowText" lastClr="000000"/>
                </a:solidFill>
              </a:rPr>
              <a:t>(Including service providers executing on Boehringer processes)</a:t>
            </a:r>
            <a:endParaRPr lang="en-GB" sz="1400" b="1">
              <a:solidFill>
                <a:sysClr val="windowText" lastClr="000000"/>
              </a:solidFill>
            </a:endParaRPr>
          </a:p>
        </p:txBody>
      </p:sp>
      <p:sp>
        <p:nvSpPr>
          <p:cNvPr id="94" name="Rectangle 93">
            <a:extLst>
              <a:ext uri="{FF2B5EF4-FFF2-40B4-BE49-F238E27FC236}">
                <a16:creationId xmlns:a16="http://schemas.microsoft.com/office/drawing/2014/main" id="{AA26FDB4-EFF9-0289-7420-CD595565506C}"/>
              </a:ext>
            </a:extLst>
          </p:cNvPr>
          <p:cNvSpPr/>
          <p:nvPr/>
        </p:nvSpPr>
        <p:spPr>
          <a:xfrm>
            <a:off x="0" y="1016028"/>
            <a:ext cx="12192000" cy="198133"/>
          </a:xfrm>
          <a:prstGeom prst="rect">
            <a:avLst/>
          </a:prstGeom>
          <a:solidFill>
            <a:schemeClr val="tx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CURRENT STATE - FOT High Level Overview</a:t>
            </a:r>
          </a:p>
        </p:txBody>
      </p:sp>
      <p:sp>
        <p:nvSpPr>
          <p:cNvPr id="102" name="Rectangle: Rounded Corners 101">
            <a:extLst>
              <a:ext uri="{FF2B5EF4-FFF2-40B4-BE49-F238E27FC236}">
                <a16:creationId xmlns:a16="http://schemas.microsoft.com/office/drawing/2014/main" id="{91F98069-955A-8DE5-2098-94D85E4A291E}"/>
              </a:ext>
            </a:extLst>
          </p:cNvPr>
          <p:cNvSpPr/>
          <p:nvPr/>
        </p:nvSpPr>
        <p:spPr>
          <a:xfrm>
            <a:off x="62003" y="4010024"/>
            <a:ext cx="1171575" cy="471437"/>
          </a:xfrm>
          <a:prstGeom prst="roundRect">
            <a:avLst>
              <a:gd name="adj" fmla="val 22488"/>
            </a:avLst>
          </a:prstGeom>
          <a:solidFill>
            <a:schemeClr val="bg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solidFill>
                  <a:sysClr val="windowText" lastClr="000000"/>
                </a:solidFill>
              </a:rPr>
              <a:t>Interfaces</a:t>
            </a:r>
          </a:p>
        </p:txBody>
      </p:sp>
      <p:sp>
        <p:nvSpPr>
          <p:cNvPr id="103" name="Rectangle: Rounded Corners 102">
            <a:extLst>
              <a:ext uri="{FF2B5EF4-FFF2-40B4-BE49-F238E27FC236}">
                <a16:creationId xmlns:a16="http://schemas.microsoft.com/office/drawing/2014/main" id="{0BB86416-53F9-17E7-7F7E-C7A3E185B390}"/>
              </a:ext>
            </a:extLst>
          </p:cNvPr>
          <p:cNvSpPr/>
          <p:nvPr/>
        </p:nvSpPr>
        <p:spPr>
          <a:xfrm>
            <a:off x="65334" y="1693914"/>
            <a:ext cx="1171575" cy="2265333"/>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solidFill>
                  <a:sysClr val="windowText" lastClr="000000"/>
                </a:solidFill>
              </a:rPr>
              <a:t>CRO Delivery </a:t>
            </a:r>
            <a:r>
              <a:rPr lang="en-GB" sz="1400" i="1">
                <a:solidFill>
                  <a:sysClr val="windowText" lastClr="000000"/>
                </a:solidFill>
              </a:rPr>
              <a:t>(IQVIA, Parexel, ORA)</a:t>
            </a:r>
          </a:p>
        </p:txBody>
      </p:sp>
      <p:grpSp>
        <p:nvGrpSpPr>
          <p:cNvPr id="11" name="Group 10">
            <a:extLst>
              <a:ext uri="{FF2B5EF4-FFF2-40B4-BE49-F238E27FC236}">
                <a16:creationId xmlns:a16="http://schemas.microsoft.com/office/drawing/2014/main" id="{F1B7D222-52BA-501A-4578-36A192A406F7}"/>
              </a:ext>
            </a:extLst>
          </p:cNvPr>
          <p:cNvGrpSpPr>
            <a:grpSpLocks noChangeAspect="1"/>
          </p:cNvGrpSpPr>
          <p:nvPr/>
        </p:nvGrpSpPr>
        <p:grpSpPr>
          <a:xfrm>
            <a:off x="5524068" y="5329959"/>
            <a:ext cx="468000" cy="468000"/>
            <a:chOff x="3803620" y="4768380"/>
            <a:chExt cx="274320" cy="274320"/>
          </a:xfrm>
        </p:grpSpPr>
        <p:pic>
          <p:nvPicPr>
            <p:cNvPr id="12" name="Graphic 70" descr="Single gear with solid fill">
              <a:extLst>
                <a:ext uri="{FF2B5EF4-FFF2-40B4-BE49-F238E27FC236}">
                  <a16:creationId xmlns:a16="http://schemas.microsoft.com/office/drawing/2014/main" id="{D7B5FA8C-8AF6-E592-B9ED-D7E4A2FA97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03620" y="4768380"/>
              <a:ext cx="274320" cy="274320"/>
            </a:xfrm>
            <a:prstGeom prst="rect">
              <a:avLst/>
            </a:prstGeom>
          </p:spPr>
        </p:pic>
        <p:pic>
          <p:nvPicPr>
            <p:cNvPr id="13" name="Graphic 71" descr="Single gear with solid fill">
              <a:extLst>
                <a:ext uri="{FF2B5EF4-FFF2-40B4-BE49-F238E27FC236}">
                  <a16:creationId xmlns:a16="http://schemas.microsoft.com/office/drawing/2014/main" id="{917A88FB-F32D-80F3-4AC5-4EE55A4E1C0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03620" y="4768380"/>
              <a:ext cx="274320" cy="274320"/>
            </a:xfrm>
            <a:prstGeom prst="rtTriangle">
              <a:avLst/>
            </a:prstGeom>
          </p:spPr>
        </p:pic>
      </p:grpSp>
      <p:sp>
        <p:nvSpPr>
          <p:cNvPr id="14" name="Rectangle: Rounded Corners 13">
            <a:extLst>
              <a:ext uri="{FF2B5EF4-FFF2-40B4-BE49-F238E27FC236}">
                <a16:creationId xmlns:a16="http://schemas.microsoft.com/office/drawing/2014/main" id="{716AD500-19F2-DAA1-CBAC-73936F0A40AF}"/>
              </a:ext>
            </a:extLst>
          </p:cNvPr>
          <p:cNvSpPr/>
          <p:nvPr/>
        </p:nvSpPr>
        <p:spPr>
          <a:xfrm>
            <a:off x="1286475" y="4003961"/>
            <a:ext cx="10688653" cy="471437"/>
          </a:xfrm>
          <a:prstGeom prst="roundRect">
            <a:avLst>
              <a:gd name="adj" fmla="val 22488"/>
            </a:avLst>
          </a:prstGeom>
          <a:solidFill>
            <a:schemeClr val="bg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5" name="Arrow: Up-Down 14">
            <a:extLst>
              <a:ext uri="{FF2B5EF4-FFF2-40B4-BE49-F238E27FC236}">
                <a16:creationId xmlns:a16="http://schemas.microsoft.com/office/drawing/2014/main" id="{A0E7DC5C-2B26-486B-3E15-F5616E24CFDF}"/>
              </a:ext>
            </a:extLst>
          </p:cNvPr>
          <p:cNvSpPr/>
          <p:nvPr/>
        </p:nvSpPr>
        <p:spPr>
          <a:xfrm>
            <a:off x="2043847"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Up-Down 15">
            <a:extLst>
              <a:ext uri="{FF2B5EF4-FFF2-40B4-BE49-F238E27FC236}">
                <a16:creationId xmlns:a16="http://schemas.microsoft.com/office/drawing/2014/main" id="{A6CDB854-D52C-67AE-538E-B5FC26ABEC9F}"/>
              </a:ext>
            </a:extLst>
          </p:cNvPr>
          <p:cNvSpPr/>
          <p:nvPr/>
        </p:nvSpPr>
        <p:spPr>
          <a:xfrm>
            <a:off x="3834106"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Up-Down 16">
            <a:extLst>
              <a:ext uri="{FF2B5EF4-FFF2-40B4-BE49-F238E27FC236}">
                <a16:creationId xmlns:a16="http://schemas.microsoft.com/office/drawing/2014/main" id="{0ABC6416-5C61-281E-E3D2-AD55C48F43F4}"/>
              </a:ext>
            </a:extLst>
          </p:cNvPr>
          <p:cNvSpPr/>
          <p:nvPr/>
        </p:nvSpPr>
        <p:spPr>
          <a:xfrm>
            <a:off x="5624365"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Up-Down 18">
            <a:extLst>
              <a:ext uri="{FF2B5EF4-FFF2-40B4-BE49-F238E27FC236}">
                <a16:creationId xmlns:a16="http://schemas.microsoft.com/office/drawing/2014/main" id="{22BFBBC4-7A70-9171-BEBE-67434ABA5149}"/>
              </a:ext>
            </a:extLst>
          </p:cNvPr>
          <p:cNvSpPr/>
          <p:nvPr/>
        </p:nvSpPr>
        <p:spPr>
          <a:xfrm>
            <a:off x="7414624"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Up-Down 20">
            <a:extLst>
              <a:ext uri="{FF2B5EF4-FFF2-40B4-BE49-F238E27FC236}">
                <a16:creationId xmlns:a16="http://schemas.microsoft.com/office/drawing/2014/main" id="{70B8AFB6-FCDA-68E2-4E01-FB4952707500}"/>
              </a:ext>
            </a:extLst>
          </p:cNvPr>
          <p:cNvSpPr/>
          <p:nvPr/>
        </p:nvSpPr>
        <p:spPr>
          <a:xfrm>
            <a:off x="10995141"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Up-Down 22">
            <a:extLst>
              <a:ext uri="{FF2B5EF4-FFF2-40B4-BE49-F238E27FC236}">
                <a16:creationId xmlns:a16="http://schemas.microsoft.com/office/drawing/2014/main" id="{529C789B-C8A0-6483-6757-E09F5D4B3D52}"/>
              </a:ext>
            </a:extLst>
          </p:cNvPr>
          <p:cNvSpPr/>
          <p:nvPr/>
        </p:nvSpPr>
        <p:spPr>
          <a:xfrm>
            <a:off x="9204883"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Up-Down 23">
            <a:extLst>
              <a:ext uri="{FF2B5EF4-FFF2-40B4-BE49-F238E27FC236}">
                <a16:creationId xmlns:a16="http://schemas.microsoft.com/office/drawing/2014/main" id="{57352BB6-39DB-85BE-822B-87CBF672F441}"/>
              </a:ext>
            </a:extLst>
          </p:cNvPr>
          <p:cNvSpPr/>
          <p:nvPr/>
        </p:nvSpPr>
        <p:spPr>
          <a:xfrm rot="5400000">
            <a:off x="6474578" y="-1045134"/>
            <a:ext cx="192219" cy="10568424"/>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35">
            <a:extLst>
              <a:ext uri="{FF2B5EF4-FFF2-40B4-BE49-F238E27FC236}">
                <a16:creationId xmlns:a16="http://schemas.microsoft.com/office/drawing/2014/main" id="{6BCFCFF4-3CEE-512E-6C4B-E7258EC69E9B}"/>
              </a:ext>
            </a:extLst>
          </p:cNvPr>
          <p:cNvSpPr txBox="1"/>
          <p:nvPr/>
        </p:nvSpPr>
        <p:spPr>
          <a:xfrm>
            <a:off x="10237686" y="2877889"/>
            <a:ext cx="173735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200" i="1"/>
              <a:t>(Except US and China)</a:t>
            </a:r>
            <a:endParaRPr lang="en-GB" sz="1400" i="1"/>
          </a:p>
        </p:txBody>
      </p:sp>
      <p:sp>
        <p:nvSpPr>
          <p:cNvPr id="31" name="Title 30">
            <a:extLst>
              <a:ext uri="{FF2B5EF4-FFF2-40B4-BE49-F238E27FC236}">
                <a16:creationId xmlns:a16="http://schemas.microsoft.com/office/drawing/2014/main" id="{AA90E650-6109-C13A-8509-103AA3ACBDC3}"/>
              </a:ext>
            </a:extLst>
          </p:cNvPr>
          <p:cNvSpPr>
            <a:spLocks noGrp="1"/>
          </p:cNvSpPr>
          <p:nvPr>
            <p:ph type="title"/>
          </p:nvPr>
        </p:nvSpPr>
        <p:spPr>
          <a:xfrm>
            <a:off x="479424" y="262446"/>
            <a:ext cx="8954031" cy="934554"/>
          </a:xfrm>
        </p:spPr>
        <p:txBody>
          <a:bodyPr vert="horz" lIns="0" tIns="0" rIns="0" bIns="0" rtlCol="0" anchor="t">
            <a:normAutofit/>
          </a:bodyPr>
          <a:lstStyle/>
          <a:p>
            <a:r>
              <a:rPr lang="en-GB" sz="2300"/>
              <a:t>‘FOT’ currently means something different in each function and is currently not consistent across each trial</a:t>
            </a:r>
          </a:p>
        </p:txBody>
      </p:sp>
    </p:spTree>
    <p:extLst>
      <p:ext uri="{BB962C8B-B14F-4D97-AF65-F5344CB8AC3E}">
        <p14:creationId xmlns:p14="http://schemas.microsoft.com/office/powerpoint/2010/main" val="3752919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2A223D1-A3B0-2314-4C0B-0D3245E24DAA}"/>
              </a:ext>
            </a:extLst>
          </p:cNvPr>
          <p:cNvSpPr/>
          <p:nvPr/>
        </p:nvSpPr>
        <p:spPr bwMode="gray">
          <a:xfrm>
            <a:off x="126213" y="5799221"/>
            <a:ext cx="3976555" cy="1005432"/>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2" name="Title 1">
            <a:extLst>
              <a:ext uri="{FF2B5EF4-FFF2-40B4-BE49-F238E27FC236}">
                <a16:creationId xmlns:a16="http://schemas.microsoft.com/office/drawing/2014/main" id="{E17516FE-1DC6-6309-BB43-72B2303EEF6E}"/>
              </a:ext>
            </a:extLst>
          </p:cNvPr>
          <p:cNvSpPr>
            <a:spLocks noGrp="1"/>
          </p:cNvSpPr>
          <p:nvPr>
            <p:ph type="title"/>
          </p:nvPr>
        </p:nvSpPr>
        <p:spPr>
          <a:xfrm>
            <a:off x="479425" y="228167"/>
            <a:ext cx="9161972" cy="968833"/>
          </a:xfrm>
        </p:spPr>
        <p:txBody>
          <a:bodyPr>
            <a:noAutofit/>
          </a:bodyPr>
          <a:lstStyle/>
          <a:p>
            <a:r>
              <a:rPr lang="en-US" sz="2300"/>
              <a:t>The new Hybrid Outsourcing Model (HOM) includes certain functions outsourced, while other functions remain in-house </a:t>
            </a:r>
          </a:p>
        </p:txBody>
      </p:sp>
      <p:pic>
        <p:nvPicPr>
          <p:cNvPr id="3" name="Graphic 78" descr="User with solid fill">
            <a:extLst>
              <a:ext uri="{FF2B5EF4-FFF2-40B4-BE49-F238E27FC236}">
                <a16:creationId xmlns:a16="http://schemas.microsoft.com/office/drawing/2014/main" id="{3DA39C22-E31D-6DE0-3F04-A42F9A9F73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44858" y="42901"/>
            <a:ext cx="274320" cy="274320"/>
          </a:xfrm>
          <a:prstGeom prst="rect">
            <a:avLst/>
          </a:prstGeom>
        </p:spPr>
      </p:pic>
      <p:sp>
        <p:nvSpPr>
          <p:cNvPr id="4" name="TextBox 79">
            <a:extLst>
              <a:ext uri="{FF2B5EF4-FFF2-40B4-BE49-F238E27FC236}">
                <a16:creationId xmlns:a16="http://schemas.microsoft.com/office/drawing/2014/main" id="{0FC7909A-A9AC-EC2E-842D-54DE4C77910F}"/>
              </a:ext>
            </a:extLst>
          </p:cNvPr>
          <p:cNvSpPr txBox="1"/>
          <p:nvPr/>
        </p:nvSpPr>
        <p:spPr>
          <a:xfrm>
            <a:off x="9919177" y="49256"/>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In Scope</a:t>
            </a:r>
          </a:p>
        </p:txBody>
      </p:sp>
      <p:pic>
        <p:nvPicPr>
          <p:cNvPr id="5" name="Graphic 80" descr="User with solid fill">
            <a:extLst>
              <a:ext uri="{FF2B5EF4-FFF2-40B4-BE49-F238E27FC236}">
                <a16:creationId xmlns:a16="http://schemas.microsoft.com/office/drawing/2014/main" id="{C976B671-75ED-A301-3730-BFE4F00C2A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37840" y="43261"/>
            <a:ext cx="273600" cy="273600"/>
          </a:xfrm>
          <a:prstGeom prst="rect">
            <a:avLst/>
          </a:prstGeom>
        </p:spPr>
      </p:pic>
      <p:sp>
        <p:nvSpPr>
          <p:cNvPr id="6" name="TextBox 81">
            <a:extLst>
              <a:ext uri="{FF2B5EF4-FFF2-40B4-BE49-F238E27FC236}">
                <a16:creationId xmlns:a16="http://schemas.microsoft.com/office/drawing/2014/main" id="{FF7C6449-7D8E-A313-FD42-64C2EB55DD7C}"/>
              </a:ext>
            </a:extLst>
          </p:cNvPr>
          <p:cNvSpPr txBox="1"/>
          <p:nvPr/>
        </p:nvSpPr>
        <p:spPr>
          <a:xfrm>
            <a:off x="11164821" y="49256"/>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People</a:t>
            </a:r>
          </a:p>
        </p:txBody>
      </p:sp>
      <p:pic>
        <p:nvPicPr>
          <p:cNvPr id="7" name="Graphic 82" descr="User with solid fill">
            <a:extLst>
              <a:ext uri="{FF2B5EF4-FFF2-40B4-BE49-F238E27FC236}">
                <a16:creationId xmlns:a16="http://schemas.microsoft.com/office/drawing/2014/main" id="{5490C9D6-12F5-00EC-C4CF-D074179B92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45308" y="350553"/>
            <a:ext cx="274320" cy="274320"/>
          </a:xfrm>
          <a:prstGeom prst="rect">
            <a:avLst/>
          </a:prstGeom>
        </p:spPr>
      </p:pic>
      <p:pic>
        <p:nvPicPr>
          <p:cNvPr id="8" name="Graphic 83" descr="User with solid fill">
            <a:extLst>
              <a:ext uri="{FF2B5EF4-FFF2-40B4-BE49-F238E27FC236}">
                <a16:creationId xmlns:a16="http://schemas.microsoft.com/office/drawing/2014/main" id="{308D22C3-9E2F-2CE6-7561-6226FA6EF8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45308" y="350553"/>
            <a:ext cx="274320" cy="274320"/>
          </a:xfrm>
          <a:prstGeom prst="rtTriangle">
            <a:avLst/>
          </a:prstGeom>
        </p:spPr>
      </p:pic>
      <p:sp>
        <p:nvSpPr>
          <p:cNvPr id="9" name="TextBox 84">
            <a:extLst>
              <a:ext uri="{FF2B5EF4-FFF2-40B4-BE49-F238E27FC236}">
                <a16:creationId xmlns:a16="http://schemas.microsoft.com/office/drawing/2014/main" id="{36A8E1DC-2F99-2367-30AF-C475D30475BE}"/>
              </a:ext>
            </a:extLst>
          </p:cNvPr>
          <p:cNvSpPr txBox="1"/>
          <p:nvPr/>
        </p:nvSpPr>
        <p:spPr>
          <a:xfrm>
            <a:off x="9919178" y="356908"/>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Mixed Model</a:t>
            </a:r>
          </a:p>
        </p:txBody>
      </p:sp>
      <p:pic>
        <p:nvPicPr>
          <p:cNvPr id="10" name="Graphic 85" descr="Single gear with solid fill">
            <a:extLst>
              <a:ext uri="{FF2B5EF4-FFF2-40B4-BE49-F238E27FC236}">
                <a16:creationId xmlns:a16="http://schemas.microsoft.com/office/drawing/2014/main" id="{A3CD7DA7-ADC7-FC77-2523-C91609F34F0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37840" y="350913"/>
            <a:ext cx="273600" cy="273600"/>
          </a:xfrm>
          <a:prstGeom prst="rect">
            <a:avLst/>
          </a:prstGeom>
        </p:spPr>
      </p:pic>
      <p:sp>
        <p:nvSpPr>
          <p:cNvPr id="11" name="TextBox 86">
            <a:extLst>
              <a:ext uri="{FF2B5EF4-FFF2-40B4-BE49-F238E27FC236}">
                <a16:creationId xmlns:a16="http://schemas.microsoft.com/office/drawing/2014/main" id="{98D77CCE-B207-32B8-EA77-3E51A925D113}"/>
              </a:ext>
            </a:extLst>
          </p:cNvPr>
          <p:cNvSpPr txBox="1"/>
          <p:nvPr/>
        </p:nvSpPr>
        <p:spPr>
          <a:xfrm>
            <a:off x="11164822" y="356908"/>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Process</a:t>
            </a:r>
          </a:p>
        </p:txBody>
      </p:sp>
      <p:pic>
        <p:nvPicPr>
          <p:cNvPr id="14" name="Graphic 87" descr="User with solid fill">
            <a:extLst>
              <a:ext uri="{FF2B5EF4-FFF2-40B4-BE49-F238E27FC236}">
                <a16:creationId xmlns:a16="http://schemas.microsoft.com/office/drawing/2014/main" id="{164C9B6B-F91D-A597-3CC6-928C127F9C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44858" y="658204"/>
            <a:ext cx="274320" cy="274320"/>
          </a:xfrm>
          <a:prstGeom prst="rect">
            <a:avLst/>
          </a:prstGeom>
        </p:spPr>
      </p:pic>
      <p:sp>
        <p:nvSpPr>
          <p:cNvPr id="15" name="TextBox 88">
            <a:extLst>
              <a:ext uri="{FF2B5EF4-FFF2-40B4-BE49-F238E27FC236}">
                <a16:creationId xmlns:a16="http://schemas.microsoft.com/office/drawing/2014/main" id="{6DCC2F31-33B4-7BD7-F694-C81BD301E701}"/>
              </a:ext>
            </a:extLst>
          </p:cNvPr>
          <p:cNvSpPr txBox="1"/>
          <p:nvPr/>
        </p:nvSpPr>
        <p:spPr>
          <a:xfrm>
            <a:off x="9919178" y="664559"/>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Out Of Scope</a:t>
            </a:r>
          </a:p>
        </p:txBody>
      </p:sp>
      <p:pic>
        <p:nvPicPr>
          <p:cNvPr id="41" name="Graphic 89" descr="Processor with solid fill">
            <a:extLst>
              <a:ext uri="{FF2B5EF4-FFF2-40B4-BE49-F238E27FC236}">
                <a16:creationId xmlns:a16="http://schemas.microsoft.com/office/drawing/2014/main" id="{3966F8CF-30A9-36AB-A91C-C5F1DFF873B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937840" y="658564"/>
            <a:ext cx="273600" cy="273600"/>
          </a:xfrm>
          <a:prstGeom prst="rect">
            <a:avLst/>
          </a:prstGeom>
        </p:spPr>
      </p:pic>
      <p:sp>
        <p:nvSpPr>
          <p:cNvPr id="44" name="TextBox 90">
            <a:extLst>
              <a:ext uri="{FF2B5EF4-FFF2-40B4-BE49-F238E27FC236}">
                <a16:creationId xmlns:a16="http://schemas.microsoft.com/office/drawing/2014/main" id="{892561CD-BE39-863D-5723-572AE2724561}"/>
              </a:ext>
            </a:extLst>
          </p:cNvPr>
          <p:cNvSpPr txBox="1"/>
          <p:nvPr/>
        </p:nvSpPr>
        <p:spPr>
          <a:xfrm>
            <a:off x="11164822" y="664559"/>
            <a:ext cx="10152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b="1"/>
              <a:t>System</a:t>
            </a:r>
          </a:p>
        </p:txBody>
      </p:sp>
      <p:sp>
        <p:nvSpPr>
          <p:cNvPr id="136" name="Rectangle: Rounded Corners 135">
            <a:extLst>
              <a:ext uri="{FF2B5EF4-FFF2-40B4-BE49-F238E27FC236}">
                <a16:creationId xmlns:a16="http://schemas.microsoft.com/office/drawing/2014/main" id="{0547E1BF-C4FE-5501-8B91-CF990CB437EA}"/>
              </a:ext>
            </a:extLst>
          </p:cNvPr>
          <p:cNvSpPr/>
          <p:nvPr/>
        </p:nvSpPr>
        <p:spPr>
          <a:xfrm>
            <a:off x="1286475" y="4003961"/>
            <a:ext cx="10688653" cy="471437"/>
          </a:xfrm>
          <a:prstGeom prst="roundRect">
            <a:avLst>
              <a:gd name="adj" fmla="val 22488"/>
            </a:avLst>
          </a:prstGeom>
          <a:solidFill>
            <a:schemeClr val="bg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38" name="Rectangle: Rounded Corners 137">
            <a:extLst>
              <a:ext uri="{FF2B5EF4-FFF2-40B4-BE49-F238E27FC236}">
                <a16:creationId xmlns:a16="http://schemas.microsoft.com/office/drawing/2014/main" id="{791A5702-2D00-9725-120D-14ED82FFA6AD}"/>
              </a:ext>
            </a:extLst>
          </p:cNvPr>
          <p:cNvSpPr/>
          <p:nvPr/>
        </p:nvSpPr>
        <p:spPr>
          <a:xfrm>
            <a:off x="1289806"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39" name="Rectangle: Rounded Corners 138">
            <a:extLst>
              <a:ext uri="{FF2B5EF4-FFF2-40B4-BE49-F238E27FC236}">
                <a16:creationId xmlns:a16="http://schemas.microsoft.com/office/drawing/2014/main" id="{DCF33A76-4957-1001-4DD1-2F10BBDAAF82}"/>
              </a:ext>
            </a:extLst>
          </p:cNvPr>
          <p:cNvSpPr/>
          <p:nvPr/>
        </p:nvSpPr>
        <p:spPr>
          <a:xfrm>
            <a:off x="3079399"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40" name="Rectangle: Rounded Corners 139">
            <a:extLst>
              <a:ext uri="{FF2B5EF4-FFF2-40B4-BE49-F238E27FC236}">
                <a16:creationId xmlns:a16="http://schemas.microsoft.com/office/drawing/2014/main" id="{9C688B4D-A140-44D6-15B7-DBECD3C3E2EE}"/>
              </a:ext>
            </a:extLst>
          </p:cNvPr>
          <p:cNvSpPr/>
          <p:nvPr/>
        </p:nvSpPr>
        <p:spPr>
          <a:xfrm>
            <a:off x="4868992"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b="1" i="1">
              <a:solidFill>
                <a:sysClr val="windowText" lastClr="000000"/>
              </a:solidFill>
            </a:endParaRPr>
          </a:p>
        </p:txBody>
      </p:sp>
      <p:sp>
        <p:nvSpPr>
          <p:cNvPr id="141" name="Rectangle: Rounded Corners 140">
            <a:extLst>
              <a:ext uri="{FF2B5EF4-FFF2-40B4-BE49-F238E27FC236}">
                <a16:creationId xmlns:a16="http://schemas.microsoft.com/office/drawing/2014/main" id="{4C0DD111-C96D-F275-0184-A432EBBBD02C}"/>
              </a:ext>
            </a:extLst>
          </p:cNvPr>
          <p:cNvSpPr/>
          <p:nvPr/>
        </p:nvSpPr>
        <p:spPr>
          <a:xfrm>
            <a:off x="6658585"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b="1" i="1">
              <a:solidFill>
                <a:sysClr val="windowText" lastClr="000000"/>
              </a:solidFill>
            </a:endParaRPr>
          </a:p>
        </p:txBody>
      </p:sp>
      <p:sp>
        <p:nvSpPr>
          <p:cNvPr id="142" name="Rectangle: Rounded Corners 141">
            <a:extLst>
              <a:ext uri="{FF2B5EF4-FFF2-40B4-BE49-F238E27FC236}">
                <a16:creationId xmlns:a16="http://schemas.microsoft.com/office/drawing/2014/main" id="{7BE87755-85D5-C47E-58B2-BAABBFC6FFE1}"/>
              </a:ext>
            </a:extLst>
          </p:cNvPr>
          <p:cNvSpPr/>
          <p:nvPr/>
        </p:nvSpPr>
        <p:spPr>
          <a:xfrm>
            <a:off x="8448178"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pic>
        <p:nvPicPr>
          <p:cNvPr id="143" name="Graphic 29" descr="Processor with solid fill">
            <a:extLst>
              <a:ext uri="{FF2B5EF4-FFF2-40B4-BE49-F238E27FC236}">
                <a16:creationId xmlns:a16="http://schemas.microsoft.com/office/drawing/2014/main" id="{C91286F1-8E91-9E31-BA09-79D1073F72A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24068" y="6076853"/>
            <a:ext cx="468000" cy="468000"/>
          </a:xfrm>
          <a:prstGeom prst="rect">
            <a:avLst/>
          </a:prstGeom>
        </p:spPr>
      </p:pic>
      <p:pic>
        <p:nvPicPr>
          <p:cNvPr id="144" name="Graphic 30" descr="Single gear with solid fill">
            <a:extLst>
              <a:ext uri="{FF2B5EF4-FFF2-40B4-BE49-F238E27FC236}">
                <a16:creationId xmlns:a16="http://schemas.microsoft.com/office/drawing/2014/main" id="{2D7E4E2C-A738-E8D5-05D1-D33B741F78C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524068" y="5330381"/>
            <a:ext cx="468000" cy="468000"/>
          </a:xfrm>
          <a:prstGeom prst="rect">
            <a:avLst/>
          </a:prstGeom>
        </p:spPr>
      </p:pic>
      <p:pic>
        <p:nvPicPr>
          <p:cNvPr id="145" name="Graphic 31" descr="User with solid fill">
            <a:extLst>
              <a:ext uri="{FF2B5EF4-FFF2-40B4-BE49-F238E27FC236}">
                <a16:creationId xmlns:a16="http://schemas.microsoft.com/office/drawing/2014/main" id="{F77892DD-3ECD-410E-BEEF-ED794DEE1BB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524068" y="4583909"/>
            <a:ext cx="468000" cy="468000"/>
          </a:xfrm>
          <a:prstGeom prst="rect">
            <a:avLst/>
          </a:prstGeom>
        </p:spPr>
      </p:pic>
      <p:pic>
        <p:nvPicPr>
          <p:cNvPr id="146" name="Graphic 32" descr="Processor with solid fill">
            <a:extLst>
              <a:ext uri="{FF2B5EF4-FFF2-40B4-BE49-F238E27FC236}">
                <a16:creationId xmlns:a16="http://schemas.microsoft.com/office/drawing/2014/main" id="{514F98B5-962E-9BC0-A686-47361BCA5DC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108932" y="6076853"/>
            <a:ext cx="468000" cy="468000"/>
          </a:xfrm>
          <a:prstGeom prst="rect">
            <a:avLst/>
          </a:prstGeom>
        </p:spPr>
      </p:pic>
      <p:pic>
        <p:nvPicPr>
          <p:cNvPr id="147" name="Graphic 33" descr="Single gear with solid fill">
            <a:extLst>
              <a:ext uri="{FF2B5EF4-FFF2-40B4-BE49-F238E27FC236}">
                <a16:creationId xmlns:a16="http://schemas.microsoft.com/office/drawing/2014/main" id="{B4F67B79-BF29-654A-4C9F-F9E6E4FD51A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108932" y="5330381"/>
            <a:ext cx="468000" cy="468000"/>
          </a:xfrm>
          <a:prstGeom prst="rect">
            <a:avLst/>
          </a:prstGeom>
        </p:spPr>
      </p:pic>
      <p:pic>
        <p:nvPicPr>
          <p:cNvPr id="148" name="Graphic 34" descr="User with solid fill">
            <a:extLst>
              <a:ext uri="{FF2B5EF4-FFF2-40B4-BE49-F238E27FC236}">
                <a16:creationId xmlns:a16="http://schemas.microsoft.com/office/drawing/2014/main" id="{83BD5068-BD1A-3AC0-6CD5-2B4A5B501A0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108932" y="4583909"/>
            <a:ext cx="468000" cy="468000"/>
          </a:xfrm>
          <a:prstGeom prst="rect">
            <a:avLst/>
          </a:prstGeom>
        </p:spPr>
      </p:pic>
      <p:sp>
        <p:nvSpPr>
          <p:cNvPr id="149" name="TextBox 35">
            <a:extLst>
              <a:ext uri="{FF2B5EF4-FFF2-40B4-BE49-F238E27FC236}">
                <a16:creationId xmlns:a16="http://schemas.microsoft.com/office/drawing/2014/main" id="{88A138EA-6055-5CC4-992B-D398F232C5A5}"/>
              </a:ext>
            </a:extLst>
          </p:cNvPr>
          <p:cNvSpPr txBox="1"/>
          <p:nvPr/>
        </p:nvSpPr>
        <p:spPr>
          <a:xfrm>
            <a:off x="4868990" y="4959849"/>
            <a:ext cx="1737359"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t>CTL and MW Only</a:t>
            </a:r>
          </a:p>
        </p:txBody>
      </p:sp>
      <p:pic>
        <p:nvPicPr>
          <p:cNvPr id="151" name="Graphic 46" descr="User with solid fill">
            <a:extLst>
              <a:ext uri="{FF2B5EF4-FFF2-40B4-BE49-F238E27FC236}">
                <a16:creationId xmlns:a16="http://schemas.microsoft.com/office/drawing/2014/main" id="{DE85CE12-6033-A77A-38A3-43D090722E1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39640" y="4583909"/>
            <a:ext cx="468000" cy="468000"/>
          </a:xfrm>
          <a:prstGeom prst="rect">
            <a:avLst/>
          </a:prstGeom>
        </p:spPr>
      </p:pic>
      <p:pic>
        <p:nvPicPr>
          <p:cNvPr id="154" name="Graphic 49" descr="Processor with solid fill">
            <a:extLst>
              <a:ext uri="{FF2B5EF4-FFF2-40B4-BE49-F238E27FC236}">
                <a16:creationId xmlns:a16="http://schemas.microsoft.com/office/drawing/2014/main" id="{90DE1765-7942-21C4-CDD5-98E438577F9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938973" y="6076853"/>
            <a:ext cx="468000" cy="468000"/>
          </a:xfrm>
          <a:prstGeom prst="rect">
            <a:avLst/>
          </a:prstGeom>
        </p:spPr>
      </p:pic>
      <p:pic>
        <p:nvPicPr>
          <p:cNvPr id="157" name="Graphic 52" descr="Single gear with solid fill">
            <a:extLst>
              <a:ext uri="{FF2B5EF4-FFF2-40B4-BE49-F238E27FC236}">
                <a16:creationId xmlns:a16="http://schemas.microsoft.com/office/drawing/2014/main" id="{33C699AF-CF87-6A86-74B8-DD21B36BED2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38973" y="5330381"/>
            <a:ext cx="468000" cy="468000"/>
          </a:xfrm>
          <a:prstGeom prst="rect">
            <a:avLst/>
          </a:prstGeom>
        </p:spPr>
      </p:pic>
      <p:pic>
        <p:nvPicPr>
          <p:cNvPr id="160" name="Graphic 64" descr="User with solid fill">
            <a:extLst>
              <a:ext uri="{FF2B5EF4-FFF2-40B4-BE49-F238E27FC236}">
                <a16:creationId xmlns:a16="http://schemas.microsoft.com/office/drawing/2014/main" id="{34624C56-C632-0224-8B2D-287DD19EFD4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736361" y="4583698"/>
            <a:ext cx="468000" cy="468000"/>
          </a:xfrm>
          <a:prstGeom prst="rect">
            <a:avLst/>
          </a:prstGeom>
        </p:spPr>
      </p:pic>
      <p:pic>
        <p:nvPicPr>
          <p:cNvPr id="163" name="Graphic 67" descr="Processor with solid fill">
            <a:extLst>
              <a:ext uri="{FF2B5EF4-FFF2-40B4-BE49-F238E27FC236}">
                <a16:creationId xmlns:a16="http://schemas.microsoft.com/office/drawing/2014/main" id="{332DC288-77AB-AC04-4BDE-B1F9576F617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735694" y="6076853"/>
            <a:ext cx="468000" cy="468000"/>
          </a:xfrm>
          <a:prstGeom prst="rect">
            <a:avLst/>
          </a:prstGeom>
        </p:spPr>
      </p:pic>
      <p:pic>
        <p:nvPicPr>
          <p:cNvPr id="166" name="Graphic 70" descr="Single gear with solid fill">
            <a:extLst>
              <a:ext uri="{FF2B5EF4-FFF2-40B4-BE49-F238E27FC236}">
                <a16:creationId xmlns:a16="http://schemas.microsoft.com/office/drawing/2014/main" id="{7B26EC68-EF1F-EC36-EFCD-DBC1E0DAB47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735694" y="5330381"/>
            <a:ext cx="468000" cy="468000"/>
          </a:xfrm>
          <a:prstGeom prst="rect">
            <a:avLst/>
          </a:prstGeom>
        </p:spPr>
      </p:pic>
      <p:pic>
        <p:nvPicPr>
          <p:cNvPr id="170" name="Graphic 77" descr="User with solid fill">
            <a:extLst>
              <a:ext uri="{FF2B5EF4-FFF2-40B4-BE49-F238E27FC236}">
                <a16:creationId xmlns:a16="http://schemas.microsoft.com/office/drawing/2014/main" id="{1A6C92E2-74D1-831D-391F-BFD16F91077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19256" y="4583909"/>
            <a:ext cx="468000" cy="468000"/>
          </a:xfrm>
          <a:prstGeom prst="rect">
            <a:avLst/>
          </a:prstGeom>
        </p:spPr>
      </p:pic>
      <p:sp>
        <p:nvSpPr>
          <p:cNvPr id="171" name="TextBox 35">
            <a:extLst>
              <a:ext uri="{FF2B5EF4-FFF2-40B4-BE49-F238E27FC236}">
                <a16:creationId xmlns:a16="http://schemas.microsoft.com/office/drawing/2014/main" id="{0FFF0D32-E906-ABCA-5A56-094B83451082}"/>
              </a:ext>
            </a:extLst>
          </p:cNvPr>
          <p:cNvSpPr txBox="1"/>
          <p:nvPr/>
        </p:nvSpPr>
        <p:spPr>
          <a:xfrm>
            <a:off x="4868991" y="5704863"/>
            <a:ext cx="1737358" cy="49244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t>CTP and CTR Only </a:t>
            </a:r>
            <a:r>
              <a:rPr lang="en-GB" sz="1200" i="1"/>
              <a:t>(COA TBD)</a:t>
            </a:r>
            <a:endParaRPr lang="en-GB" sz="1400" i="1"/>
          </a:p>
        </p:txBody>
      </p:sp>
      <p:sp>
        <p:nvSpPr>
          <p:cNvPr id="172" name="Rectangle: Rounded Corners 171">
            <a:extLst>
              <a:ext uri="{FF2B5EF4-FFF2-40B4-BE49-F238E27FC236}">
                <a16:creationId xmlns:a16="http://schemas.microsoft.com/office/drawing/2014/main" id="{5163EB9A-9EB0-8102-58B9-1FD231CB6DFF}"/>
              </a:ext>
            </a:extLst>
          </p:cNvPr>
          <p:cNvSpPr/>
          <p:nvPr/>
        </p:nvSpPr>
        <p:spPr>
          <a:xfrm>
            <a:off x="10237769" y="4517551"/>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600" b="1" i="1">
              <a:solidFill>
                <a:sysClr val="windowText" lastClr="000000"/>
              </a:solidFill>
            </a:endParaRPr>
          </a:p>
        </p:txBody>
      </p:sp>
      <p:pic>
        <p:nvPicPr>
          <p:cNvPr id="173" name="Graphic 32" descr="Processor with solid fill">
            <a:extLst>
              <a:ext uri="{FF2B5EF4-FFF2-40B4-BE49-F238E27FC236}">
                <a16:creationId xmlns:a16="http://schemas.microsoft.com/office/drawing/2014/main" id="{03C880E7-9F7F-0545-A966-05911147E09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845624" y="6076853"/>
            <a:ext cx="468000" cy="468000"/>
          </a:xfrm>
          <a:prstGeom prst="rect">
            <a:avLst/>
          </a:prstGeom>
        </p:spPr>
      </p:pic>
      <p:pic>
        <p:nvPicPr>
          <p:cNvPr id="174" name="Graphic 33" descr="Single gear with solid fill">
            <a:extLst>
              <a:ext uri="{FF2B5EF4-FFF2-40B4-BE49-F238E27FC236}">
                <a16:creationId xmlns:a16="http://schemas.microsoft.com/office/drawing/2014/main" id="{E29182BD-5CDB-F61A-F047-2EFD419898E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45624" y="5330381"/>
            <a:ext cx="468000" cy="468000"/>
          </a:xfrm>
          <a:prstGeom prst="rect">
            <a:avLst/>
          </a:prstGeom>
        </p:spPr>
      </p:pic>
      <p:pic>
        <p:nvPicPr>
          <p:cNvPr id="175" name="Graphic 34" descr="User with solid fill">
            <a:extLst>
              <a:ext uri="{FF2B5EF4-FFF2-40B4-BE49-F238E27FC236}">
                <a16:creationId xmlns:a16="http://schemas.microsoft.com/office/drawing/2014/main" id="{A6511721-6B8F-A8A2-E4C5-AC53370C739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45624" y="4581128"/>
            <a:ext cx="468000" cy="468000"/>
          </a:xfrm>
          <a:prstGeom prst="rect">
            <a:avLst/>
          </a:prstGeom>
        </p:spPr>
      </p:pic>
      <p:sp>
        <p:nvSpPr>
          <p:cNvPr id="176" name="TextBox 35">
            <a:extLst>
              <a:ext uri="{FF2B5EF4-FFF2-40B4-BE49-F238E27FC236}">
                <a16:creationId xmlns:a16="http://schemas.microsoft.com/office/drawing/2014/main" id="{F45BA120-8307-D1E7-4E8E-B65EAF879166}"/>
              </a:ext>
            </a:extLst>
          </p:cNvPr>
          <p:cNvSpPr txBox="1"/>
          <p:nvPr/>
        </p:nvSpPr>
        <p:spPr>
          <a:xfrm>
            <a:off x="10237686" y="5049180"/>
            <a:ext cx="1737359"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t>GRL Only</a:t>
            </a:r>
          </a:p>
        </p:txBody>
      </p:sp>
      <p:sp>
        <p:nvSpPr>
          <p:cNvPr id="177" name="Arrow: Up-Down 176">
            <a:extLst>
              <a:ext uri="{FF2B5EF4-FFF2-40B4-BE49-F238E27FC236}">
                <a16:creationId xmlns:a16="http://schemas.microsoft.com/office/drawing/2014/main" id="{019D3847-EB1E-6FD2-A43C-77DCA408B2F8}"/>
              </a:ext>
            </a:extLst>
          </p:cNvPr>
          <p:cNvSpPr/>
          <p:nvPr/>
        </p:nvSpPr>
        <p:spPr>
          <a:xfrm>
            <a:off x="2043847"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8" name="Arrow: Up-Down 177">
            <a:extLst>
              <a:ext uri="{FF2B5EF4-FFF2-40B4-BE49-F238E27FC236}">
                <a16:creationId xmlns:a16="http://schemas.microsoft.com/office/drawing/2014/main" id="{8E4926CE-DEAB-130B-82F2-F37DB4E80B3A}"/>
              </a:ext>
            </a:extLst>
          </p:cNvPr>
          <p:cNvSpPr/>
          <p:nvPr/>
        </p:nvSpPr>
        <p:spPr>
          <a:xfrm>
            <a:off x="3834106"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9" name="Arrow: Up-Down 178">
            <a:extLst>
              <a:ext uri="{FF2B5EF4-FFF2-40B4-BE49-F238E27FC236}">
                <a16:creationId xmlns:a16="http://schemas.microsoft.com/office/drawing/2014/main" id="{A2DD9EDC-A2A9-C6D8-340F-E1F601D31936}"/>
              </a:ext>
            </a:extLst>
          </p:cNvPr>
          <p:cNvSpPr/>
          <p:nvPr/>
        </p:nvSpPr>
        <p:spPr>
          <a:xfrm>
            <a:off x="5624365"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Arrow: Up-Down 179">
            <a:extLst>
              <a:ext uri="{FF2B5EF4-FFF2-40B4-BE49-F238E27FC236}">
                <a16:creationId xmlns:a16="http://schemas.microsoft.com/office/drawing/2014/main" id="{1374BD69-477D-BCF1-47EA-8294EEE4F0A2}"/>
              </a:ext>
            </a:extLst>
          </p:cNvPr>
          <p:cNvSpPr/>
          <p:nvPr/>
        </p:nvSpPr>
        <p:spPr>
          <a:xfrm>
            <a:off x="7414624"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1" name="Arrow: Up-Down 180">
            <a:extLst>
              <a:ext uri="{FF2B5EF4-FFF2-40B4-BE49-F238E27FC236}">
                <a16:creationId xmlns:a16="http://schemas.microsoft.com/office/drawing/2014/main" id="{FBE9200C-CB1B-55CA-D611-8AE9684D80D9}"/>
              </a:ext>
            </a:extLst>
          </p:cNvPr>
          <p:cNvSpPr/>
          <p:nvPr/>
        </p:nvSpPr>
        <p:spPr>
          <a:xfrm>
            <a:off x="10995141"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Arrow: Up-Down 181">
            <a:extLst>
              <a:ext uri="{FF2B5EF4-FFF2-40B4-BE49-F238E27FC236}">
                <a16:creationId xmlns:a16="http://schemas.microsoft.com/office/drawing/2014/main" id="{389F1C15-93E6-7D21-2FE1-11E73F87674C}"/>
              </a:ext>
            </a:extLst>
          </p:cNvPr>
          <p:cNvSpPr/>
          <p:nvPr/>
        </p:nvSpPr>
        <p:spPr>
          <a:xfrm>
            <a:off x="9204883" y="4001400"/>
            <a:ext cx="229276" cy="486127"/>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5" name="Rectangle: Rounded Corners 184">
            <a:extLst>
              <a:ext uri="{FF2B5EF4-FFF2-40B4-BE49-F238E27FC236}">
                <a16:creationId xmlns:a16="http://schemas.microsoft.com/office/drawing/2014/main" id="{7F81D886-FCED-E126-F5F2-0A9CEDD275EA}"/>
              </a:ext>
            </a:extLst>
          </p:cNvPr>
          <p:cNvSpPr/>
          <p:nvPr/>
        </p:nvSpPr>
        <p:spPr>
          <a:xfrm>
            <a:off x="1289806"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86" name="Rectangle: Rounded Corners 185">
            <a:extLst>
              <a:ext uri="{FF2B5EF4-FFF2-40B4-BE49-F238E27FC236}">
                <a16:creationId xmlns:a16="http://schemas.microsoft.com/office/drawing/2014/main" id="{02987961-2C7A-9DBB-5129-110D3262E21E}"/>
              </a:ext>
            </a:extLst>
          </p:cNvPr>
          <p:cNvSpPr/>
          <p:nvPr/>
        </p:nvSpPr>
        <p:spPr>
          <a:xfrm>
            <a:off x="3080065"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87" name="Rectangle: Rounded Corners 186">
            <a:extLst>
              <a:ext uri="{FF2B5EF4-FFF2-40B4-BE49-F238E27FC236}">
                <a16:creationId xmlns:a16="http://schemas.microsoft.com/office/drawing/2014/main" id="{0CE8C739-1FFD-8920-C123-763BFB11B6C3}"/>
              </a:ext>
            </a:extLst>
          </p:cNvPr>
          <p:cNvSpPr/>
          <p:nvPr/>
        </p:nvSpPr>
        <p:spPr>
          <a:xfrm>
            <a:off x="4870324"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sp>
        <p:nvSpPr>
          <p:cNvPr id="188" name="Rectangle: Rounded Corners 187">
            <a:extLst>
              <a:ext uri="{FF2B5EF4-FFF2-40B4-BE49-F238E27FC236}">
                <a16:creationId xmlns:a16="http://schemas.microsoft.com/office/drawing/2014/main" id="{7D0A34D1-F460-BD16-4882-A243F7ADD682}"/>
              </a:ext>
            </a:extLst>
          </p:cNvPr>
          <p:cNvSpPr/>
          <p:nvPr/>
        </p:nvSpPr>
        <p:spPr>
          <a:xfrm>
            <a:off x="6660583"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b="1" i="1">
              <a:solidFill>
                <a:sysClr val="windowText" lastClr="000000"/>
              </a:solidFill>
            </a:endParaRPr>
          </a:p>
        </p:txBody>
      </p:sp>
      <p:sp>
        <p:nvSpPr>
          <p:cNvPr id="189" name="Rectangle: Rounded Corners 188">
            <a:extLst>
              <a:ext uri="{FF2B5EF4-FFF2-40B4-BE49-F238E27FC236}">
                <a16:creationId xmlns:a16="http://schemas.microsoft.com/office/drawing/2014/main" id="{F465BC33-8D03-7A72-38BE-2A9A57190421}"/>
              </a:ext>
            </a:extLst>
          </p:cNvPr>
          <p:cNvSpPr/>
          <p:nvPr/>
        </p:nvSpPr>
        <p:spPr>
          <a:xfrm>
            <a:off x="8450842"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400">
              <a:solidFill>
                <a:sysClr val="windowText" lastClr="000000"/>
              </a:solidFill>
            </a:endParaRPr>
          </a:p>
        </p:txBody>
      </p:sp>
      <p:pic>
        <p:nvPicPr>
          <p:cNvPr id="190" name="Graphic 23" descr="Processor with solid fill">
            <a:extLst>
              <a:ext uri="{FF2B5EF4-FFF2-40B4-BE49-F238E27FC236}">
                <a16:creationId xmlns:a16="http://schemas.microsoft.com/office/drawing/2014/main" id="{A9617637-9BED-19CF-A9D2-06350C58DC9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27399" y="3289137"/>
            <a:ext cx="468000" cy="468000"/>
          </a:xfrm>
          <a:prstGeom prst="rect">
            <a:avLst/>
          </a:prstGeom>
        </p:spPr>
      </p:pic>
      <p:pic>
        <p:nvPicPr>
          <p:cNvPr id="191" name="Graphic 24" descr="Single gear with solid fill">
            <a:extLst>
              <a:ext uri="{FF2B5EF4-FFF2-40B4-BE49-F238E27FC236}">
                <a16:creationId xmlns:a16="http://schemas.microsoft.com/office/drawing/2014/main" id="{C4C37E64-E1EC-FC7C-E7F1-22609D47FA3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527399" y="2542665"/>
            <a:ext cx="468000" cy="468000"/>
          </a:xfrm>
          <a:prstGeom prst="rect">
            <a:avLst/>
          </a:prstGeom>
        </p:spPr>
      </p:pic>
      <p:pic>
        <p:nvPicPr>
          <p:cNvPr id="192" name="Graphic 25" descr="User with solid fill">
            <a:extLst>
              <a:ext uri="{FF2B5EF4-FFF2-40B4-BE49-F238E27FC236}">
                <a16:creationId xmlns:a16="http://schemas.microsoft.com/office/drawing/2014/main" id="{FFC0136F-D65A-0CD2-968E-089022F22C3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527399" y="1796193"/>
            <a:ext cx="468000" cy="468000"/>
          </a:xfrm>
          <a:prstGeom prst="rect">
            <a:avLst/>
          </a:prstGeom>
        </p:spPr>
      </p:pic>
      <p:pic>
        <p:nvPicPr>
          <p:cNvPr id="193" name="Graphic 26" descr="Processor with solid fill">
            <a:extLst>
              <a:ext uri="{FF2B5EF4-FFF2-40B4-BE49-F238E27FC236}">
                <a16:creationId xmlns:a16="http://schemas.microsoft.com/office/drawing/2014/main" id="{72AEC246-B98D-7356-5EB0-2C675A91100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12263" y="3289137"/>
            <a:ext cx="468000" cy="468000"/>
          </a:xfrm>
          <a:prstGeom prst="rect">
            <a:avLst/>
          </a:prstGeom>
        </p:spPr>
      </p:pic>
      <p:pic>
        <p:nvPicPr>
          <p:cNvPr id="194" name="Graphic 27" descr="Single gear with solid fill">
            <a:extLst>
              <a:ext uri="{FF2B5EF4-FFF2-40B4-BE49-F238E27FC236}">
                <a16:creationId xmlns:a16="http://schemas.microsoft.com/office/drawing/2014/main" id="{C08FB973-6816-84CA-F66C-5EA9BF78B66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12263" y="2542665"/>
            <a:ext cx="468000" cy="468000"/>
          </a:xfrm>
          <a:prstGeom prst="rect">
            <a:avLst/>
          </a:prstGeom>
        </p:spPr>
      </p:pic>
      <p:pic>
        <p:nvPicPr>
          <p:cNvPr id="195" name="Graphic 28" descr="User with solid fill">
            <a:extLst>
              <a:ext uri="{FF2B5EF4-FFF2-40B4-BE49-F238E27FC236}">
                <a16:creationId xmlns:a16="http://schemas.microsoft.com/office/drawing/2014/main" id="{B3B08902-F2C1-E8F0-9768-68AFCA95FD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12263" y="1796193"/>
            <a:ext cx="468000" cy="468000"/>
          </a:xfrm>
          <a:prstGeom prst="rect">
            <a:avLst/>
          </a:prstGeom>
        </p:spPr>
      </p:pic>
      <p:pic>
        <p:nvPicPr>
          <p:cNvPr id="197" name="Graphic 37" descr="User with solid fill">
            <a:extLst>
              <a:ext uri="{FF2B5EF4-FFF2-40B4-BE49-F238E27FC236}">
                <a16:creationId xmlns:a16="http://schemas.microsoft.com/office/drawing/2014/main" id="{5316133C-631A-39B0-3E8B-2F8AD64448E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942535" y="1796404"/>
            <a:ext cx="468000" cy="468000"/>
          </a:xfrm>
          <a:prstGeom prst="rect">
            <a:avLst/>
          </a:prstGeom>
        </p:spPr>
      </p:pic>
      <p:pic>
        <p:nvPicPr>
          <p:cNvPr id="200" name="Graphic 40" descr="Processor with solid fill">
            <a:extLst>
              <a:ext uri="{FF2B5EF4-FFF2-40B4-BE49-F238E27FC236}">
                <a16:creationId xmlns:a16="http://schemas.microsoft.com/office/drawing/2014/main" id="{DF4C2CC6-0CC9-495D-4132-1925EC86BE5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41868" y="3289137"/>
            <a:ext cx="468000" cy="468000"/>
          </a:xfrm>
          <a:prstGeom prst="rect">
            <a:avLst/>
          </a:prstGeom>
        </p:spPr>
      </p:pic>
      <p:pic>
        <p:nvPicPr>
          <p:cNvPr id="203" name="Graphic 43" descr="Single gear with solid fill">
            <a:extLst>
              <a:ext uri="{FF2B5EF4-FFF2-40B4-BE49-F238E27FC236}">
                <a16:creationId xmlns:a16="http://schemas.microsoft.com/office/drawing/2014/main" id="{659C9907-FD60-7E8B-9E22-E9603B7F4E1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941868" y="2542665"/>
            <a:ext cx="468000" cy="468000"/>
          </a:xfrm>
          <a:prstGeom prst="rect">
            <a:avLst/>
          </a:prstGeom>
        </p:spPr>
      </p:pic>
      <p:pic>
        <p:nvPicPr>
          <p:cNvPr id="206" name="Graphic 55" descr="User with solid fill">
            <a:extLst>
              <a:ext uri="{FF2B5EF4-FFF2-40B4-BE49-F238E27FC236}">
                <a16:creationId xmlns:a16="http://schemas.microsoft.com/office/drawing/2014/main" id="{0DDB727A-C7B9-457A-C895-EA3FB3A3E2A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739256" y="1796193"/>
            <a:ext cx="468000" cy="468000"/>
          </a:xfrm>
          <a:prstGeom prst="rect">
            <a:avLst/>
          </a:prstGeom>
        </p:spPr>
      </p:pic>
      <p:pic>
        <p:nvPicPr>
          <p:cNvPr id="209" name="Graphic 58" descr="Processor with solid fill">
            <a:extLst>
              <a:ext uri="{FF2B5EF4-FFF2-40B4-BE49-F238E27FC236}">
                <a16:creationId xmlns:a16="http://schemas.microsoft.com/office/drawing/2014/main" id="{51312F85-F2DC-13CB-DFF2-919235219AF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738589" y="3288926"/>
            <a:ext cx="468000" cy="468000"/>
          </a:xfrm>
          <a:prstGeom prst="rect">
            <a:avLst/>
          </a:prstGeom>
        </p:spPr>
      </p:pic>
      <p:pic>
        <p:nvPicPr>
          <p:cNvPr id="212" name="Graphic 61" descr="Single gear with solid fill">
            <a:extLst>
              <a:ext uri="{FF2B5EF4-FFF2-40B4-BE49-F238E27FC236}">
                <a16:creationId xmlns:a16="http://schemas.microsoft.com/office/drawing/2014/main" id="{3605E590-7C43-EA16-3C2F-1D1FD15F7F6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738589" y="2542454"/>
            <a:ext cx="468000" cy="468000"/>
          </a:xfrm>
          <a:prstGeom prst="rect">
            <a:avLst/>
          </a:prstGeom>
        </p:spPr>
      </p:pic>
      <p:pic>
        <p:nvPicPr>
          <p:cNvPr id="214" name="Graphic 72" descr="Processor with solid fill">
            <a:extLst>
              <a:ext uri="{FF2B5EF4-FFF2-40B4-BE49-F238E27FC236}">
                <a16:creationId xmlns:a16="http://schemas.microsoft.com/office/drawing/2014/main" id="{8B21CD97-6D6C-142E-F6E1-32F611E2EB2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322587" y="3289137"/>
            <a:ext cx="468000" cy="468000"/>
          </a:xfrm>
          <a:prstGeom prst="rect">
            <a:avLst/>
          </a:prstGeom>
        </p:spPr>
      </p:pic>
      <p:pic>
        <p:nvPicPr>
          <p:cNvPr id="215" name="Graphic 73" descr="Single gear with solid fill">
            <a:extLst>
              <a:ext uri="{FF2B5EF4-FFF2-40B4-BE49-F238E27FC236}">
                <a16:creationId xmlns:a16="http://schemas.microsoft.com/office/drawing/2014/main" id="{5E63CB79-4691-CA50-0C65-85BE60E907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22587" y="2542665"/>
            <a:ext cx="468000" cy="468000"/>
          </a:xfrm>
          <a:prstGeom prst="rect">
            <a:avLst/>
          </a:prstGeom>
        </p:spPr>
      </p:pic>
      <p:pic>
        <p:nvPicPr>
          <p:cNvPr id="216" name="Graphic 74" descr="User with solid fill">
            <a:extLst>
              <a:ext uri="{FF2B5EF4-FFF2-40B4-BE49-F238E27FC236}">
                <a16:creationId xmlns:a16="http://schemas.microsoft.com/office/drawing/2014/main" id="{D0570272-E592-0D83-75A3-728B6E47345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22587" y="1796193"/>
            <a:ext cx="468000" cy="468000"/>
          </a:xfrm>
          <a:prstGeom prst="rect">
            <a:avLst/>
          </a:prstGeom>
        </p:spPr>
      </p:pic>
      <p:sp>
        <p:nvSpPr>
          <p:cNvPr id="217" name="Rectangle: Rounded Corners 216">
            <a:extLst>
              <a:ext uri="{FF2B5EF4-FFF2-40B4-BE49-F238E27FC236}">
                <a16:creationId xmlns:a16="http://schemas.microsoft.com/office/drawing/2014/main" id="{F2AFDA2B-3EFB-D063-9B7F-8C071D232C3A}"/>
              </a:ext>
            </a:extLst>
          </p:cNvPr>
          <p:cNvSpPr/>
          <p:nvPr/>
        </p:nvSpPr>
        <p:spPr>
          <a:xfrm>
            <a:off x="10241100" y="1693914"/>
            <a:ext cx="1737359" cy="2265333"/>
          </a:xfrm>
          <a:prstGeom prst="roundRect">
            <a:avLst>
              <a:gd name="adj" fmla="val 872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sz="1600" b="1" i="1">
              <a:solidFill>
                <a:sysClr val="windowText" lastClr="000000"/>
              </a:solidFill>
            </a:endParaRPr>
          </a:p>
        </p:txBody>
      </p:sp>
      <p:pic>
        <p:nvPicPr>
          <p:cNvPr id="218" name="Graphic 26" descr="Processor with solid fill">
            <a:extLst>
              <a:ext uri="{FF2B5EF4-FFF2-40B4-BE49-F238E27FC236}">
                <a16:creationId xmlns:a16="http://schemas.microsoft.com/office/drawing/2014/main" id="{0EB0EF4D-6569-41D4-7452-8E6707E8D9D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848955" y="3350097"/>
            <a:ext cx="468000" cy="468000"/>
          </a:xfrm>
          <a:prstGeom prst="rect">
            <a:avLst/>
          </a:prstGeom>
        </p:spPr>
      </p:pic>
      <p:pic>
        <p:nvPicPr>
          <p:cNvPr id="219" name="Graphic 27" descr="Single gear with solid fill">
            <a:extLst>
              <a:ext uri="{FF2B5EF4-FFF2-40B4-BE49-F238E27FC236}">
                <a16:creationId xmlns:a16="http://schemas.microsoft.com/office/drawing/2014/main" id="{E38B60C9-B55D-353E-6D56-E211F408823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848955" y="2499465"/>
            <a:ext cx="468000" cy="468000"/>
          </a:xfrm>
          <a:prstGeom prst="rect">
            <a:avLst/>
          </a:prstGeom>
        </p:spPr>
      </p:pic>
      <p:pic>
        <p:nvPicPr>
          <p:cNvPr id="220" name="Graphic 55" descr="User with solid fill">
            <a:extLst>
              <a:ext uri="{FF2B5EF4-FFF2-40B4-BE49-F238E27FC236}">
                <a16:creationId xmlns:a16="http://schemas.microsoft.com/office/drawing/2014/main" id="{D28613DD-3537-CB1D-1AD8-BA4C9C7EC70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850806" y="1752284"/>
            <a:ext cx="468000" cy="468000"/>
          </a:xfrm>
          <a:prstGeom prst="rect">
            <a:avLst/>
          </a:prstGeom>
        </p:spPr>
      </p:pic>
      <p:sp>
        <p:nvSpPr>
          <p:cNvPr id="222" name="Rectangle 221">
            <a:extLst>
              <a:ext uri="{FF2B5EF4-FFF2-40B4-BE49-F238E27FC236}">
                <a16:creationId xmlns:a16="http://schemas.microsoft.com/office/drawing/2014/main" id="{D80EDACB-4A79-9E43-C891-FA03D1BC52D1}"/>
              </a:ext>
            </a:extLst>
          </p:cNvPr>
          <p:cNvSpPr/>
          <p:nvPr/>
        </p:nvSpPr>
        <p:spPr>
          <a:xfrm>
            <a:off x="0" y="1016028"/>
            <a:ext cx="12192000" cy="198133"/>
          </a:xfrm>
          <a:prstGeom prst="rect">
            <a:avLst/>
          </a:prstGeom>
          <a:solidFill>
            <a:schemeClr val="tx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FUTURE STATE - HOM High Level Overview</a:t>
            </a:r>
          </a:p>
        </p:txBody>
      </p:sp>
      <p:sp>
        <p:nvSpPr>
          <p:cNvPr id="12" name="Rectangle: Rounded Corners 11">
            <a:extLst>
              <a:ext uri="{FF2B5EF4-FFF2-40B4-BE49-F238E27FC236}">
                <a16:creationId xmlns:a16="http://schemas.microsoft.com/office/drawing/2014/main" id="{A25C49F4-6DF1-93E1-72EB-BF5D86D7D02D}"/>
              </a:ext>
            </a:extLst>
          </p:cNvPr>
          <p:cNvSpPr/>
          <p:nvPr/>
        </p:nvSpPr>
        <p:spPr>
          <a:xfrm>
            <a:off x="62003" y="4517551"/>
            <a:ext cx="1171575" cy="2265333"/>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solidFill>
                  <a:srgbClr val="000000"/>
                </a:solidFill>
              </a:rPr>
              <a:t>Boehringer </a:t>
            </a:r>
          </a:p>
          <a:p>
            <a:pPr algn="ctr"/>
            <a:r>
              <a:rPr lang="en-GB" sz="1400" b="1">
                <a:solidFill>
                  <a:sysClr val="windowText" lastClr="000000"/>
                </a:solidFill>
              </a:rPr>
              <a:t>Delivery</a:t>
            </a:r>
            <a:br>
              <a:rPr lang="en-GB" sz="1400" b="1">
                <a:solidFill>
                  <a:sysClr val="windowText" lastClr="000000"/>
                </a:solidFill>
              </a:rPr>
            </a:br>
            <a:r>
              <a:rPr lang="en-GB" sz="1400" i="1">
                <a:solidFill>
                  <a:sysClr val="windowText" lastClr="000000"/>
                </a:solidFill>
              </a:rPr>
              <a:t>(Including service providers executing on Boehringer processes)</a:t>
            </a:r>
            <a:endParaRPr lang="en-GB" sz="1400" b="1">
              <a:solidFill>
                <a:sysClr val="windowText" lastClr="000000"/>
              </a:solidFill>
            </a:endParaRPr>
          </a:p>
        </p:txBody>
      </p:sp>
      <p:sp>
        <p:nvSpPr>
          <p:cNvPr id="13" name="Rectangle: Rounded Corners 12">
            <a:extLst>
              <a:ext uri="{FF2B5EF4-FFF2-40B4-BE49-F238E27FC236}">
                <a16:creationId xmlns:a16="http://schemas.microsoft.com/office/drawing/2014/main" id="{4213D2F8-C1F3-235B-DC7C-70A29EEBD056}"/>
              </a:ext>
            </a:extLst>
          </p:cNvPr>
          <p:cNvSpPr/>
          <p:nvPr/>
        </p:nvSpPr>
        <p:spPr>
          <a:xfrm>
            <a:off x="62003" y="4010024"/>
            <a:ext cx="1171575" cy="471437"/>
          </a:xfrm>
          <a:prstGeom prst="roundRect">
            <a:avLst>
              <a:gd name="adj" fmla="val 22488"/>
            </a:avLst>
          </a:prstGeom>
          <a:solidFill>
            <a:schemeClr val="bg2">
              <a:lumMod val="10000"/>
              <a:lumOff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solidFill>
                  <a:sysClr val="windowText" lastClr="000000"/>
                </a:solidFill>
              </a:rPr>
              <a:t>Interfaces</a:t>
            </a:r>
          </a:p>
        </p:txBody>
      </p:sp>
      <p:sp>
        <p:nvSpPr>
          <p:cNvPr id="16" name="Rectangle: Rounded Corners 15">
            <a:extLst>
              <a:ext uri="{FF2B5EF4-FFF2-40B4-BE49-F238E27FC236}">
                <a16:creationId xmlns:a16="http://schemas.microsoft.com/office/drawing/2014/main" id="{98DE92CB-A61F-7751-A056-8465F044D843}"/>
              </a:ext>
            </a:extLst>
          </p:cNvPr>
          <p:cNvSpPr/>
          <p:nvPr/>
        </p:nvSpPr>
        <p:spPr>
          <a:xfrm>
            <a:off x="65334" y="1693914"/>
            <a:ext cx="1171575" cy="2265333"/>
          </a:xfrm>
          <a:prstGeom prst="round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solidFill>
                  <a:sysClr val="windowText" lastClr="000000"/>
                </a:solidFill>
              </a:rPr>
              <a:t>CRO Delivery </a:t>
            </a:r>
            <a:r>
              <a:rPr lang="en-GB" sz="1400" i="1">
                <a:solidFill>
                  <a:sysClr val="windowText" lastClr="000000"/>
                </a:solidFill>
              </a:rPr>
              <a:t>(IQVIA, Parexel, ORA)</a:t>
            </a:r>
          </a:p>
        </p:txBody>
      </p:sp>
      <p:sp>
        <p:nvSpPr>
          <p:cNvPr id="59" name="Arrow: Up-Down 58">
            <a:extLst>
              <a:ext uri="{FF2B5EF4-FFF2-40B4-BE49-F238E27FC236}">
                <a16:creationId xmlns:a16="http://schemas.microsoft.com/office/drawing/2014/main" id="{8180010A-A8AF-6B88-5F49-0900629AABC6}"/>
              </a:ext>
            </a:extLst>
          </p:cNvPr>
          <p:cNvSpPr/>
          <p:nvPr/>
        </p:nvSpPr>
        <p:spPr>
          <a:xfrm rot="5400000">
            <a:off x="6474578" y="-1045134"/>
            <a:ext cx="192219" cy="10568424"/>
          </a:xfrm>
          <a:prstGeom prst="upDownArrow">
            <a:avLst>
              <a:gd name="adj1" fmla="val 24511"/>
              <a:gd name="adj2" fmla="val 41199"/>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35">
            <a:extLst>
              <a:ext uri="{FF2B5EF4-FFF2-40B4-BE49-F238E27FC236}">
                <a16:creationId xmlns:a16="http://schemas.microsoft.com/office/drawing/2014/main" id="{8AF68CCC-873E-87FB-D3D2-6B5B18C3A3CB}"/>
              </a:ext>
            </a:extLst>
          </p:cNvPr>
          <p:cNvSpPr txBox="1"/>
          <p:nvPr/>
        </p:nvSpPr>
        <p:spPr>
          <a:xfrm>
            <a:off x="10237686" y="2877889"/>
            <a:ext cx="1737358"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200" i="1"/>
              <a:t>(Except US and China)</a:t>
            </a:r>
            <a:endParaRPr lang="en-GB" sz="1400" i="1"/>
          </a:p>
        </p:txBody>
      </p:sp>
      <p:sp>
        <p:nvSpPr>
          <p:cNvPr id="18" name="Rectangle: Rounded Corners 17">
            <a:extLst>
              <a:ext uri="{FF2B5EF4-FFF2-40B4-BE49-F238E27FC236}">
                <a16:creationId xmlns:a16="http://schemas.microsoft.com/office/drawing/2014/main" id="{40E01C0A-CC25-7812-64B8-77C389473DFD}"/>
              </a:ext>
            </a:extLst>
          </p:cNvPr>
          <p:cNvSpPr/>
          <p:nvPr/>
        </p:nvSpPr>
        <p:spPr>
          <a:xfrm>
            <a:off x="1289808" y="1259182"/>
            <a:ext cx="1737360" cy="345057"/>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BDS</a:t>
            </a:r>
          </a:p>
        </p:txBody>
      </p:sp>
      <p:sp>
        <p:nvSpPr>
          <p:cNvPr id="19" name="Rectangle: Rounded Corners 18">
            <a:extLst>
              <a:ext uri="{FF2B5EF4-FFF2-40B4-BE49-F238E27FC236}">
                <a16:creationId xmlns:a16="http://schemas.microsoft.com/office/drawing/2014/main" id="{90FAF84E-94CE-DC11-3762-EDB0E578A557}"/>
              </a:ext>
            </a:extLst>
          </p:cNvPr>
          <p:cNvSpPr/>
          <p:nvPr/>
        </p:nvSpPr>
        <p:spPr>
          <a:xfrm>
            <a:off x="3080066" y="1259182"/>
            <a:ext cx="1737360" cy="345057"/>
          </a:xfrm>
          <a:prstGeom prst="round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TMCP</a:t>
            </a:r>
          </a:p>
        </p:txBody>
      </p:sp>
      <p:sp>
        <p:nvSpPr>
          <p:cNvPr id="20" name="Rectangle: Rounded Corners 19">
            <a:extLst>
              <a:ext uri="{FF2B5EF4-FFF2-40B4-BE49-F238E27FC236}">
                <a16:creationId xmlns:a16="http://schemas.microsoft.com/office/drawing/2014/main" id="{074CF59F-1C5A-511C-C829-82BC0E3F53FD}"/>
              </a:ext>
            </a:extLst>
          </p:cNvPr>
          <p:cNvSpPr/>
          <p:nvPr/>
        </p:nvSpPr>
        <p:spPr>
          <a:xfrm>
            <a:off x="4870324" y="1259182"/>
            <a:ext cx="1737360" cy="345057"/>
          </a:xfrm>
          <a:prstGeom prst="round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CD&amp;O</a:t>
            </a:r>
          </a:p>
        </p:txBody>
      </p:sp>
      <p:sp>
        <p:nvSpPr>
          <p:cNvPr id="21" name="Rectangle: Rounded Corners 20">
            <a:extLst>
              <a:ext uri="{FF2B5EF4-FFF2-40B4-BE49-F238E27FC236}">
                <a16:creationId xmlns:a16="http://schemas.microsoft.com/office/drawing/2014/main" id="{A59C914E-17EA-A026-994B-CA37A5A36999}"/>
              </a:ext>
            </a:extLst>
          </p:cNvPr>
          <p:cNvSpPr/>
          <p:nvPr/>
        </p:nvSpPr>
        <p:spPr>
          <a:xfrm>
            <a:off x="6660582" y="1259182"/>
            <a:ext cx="1737360" cy="345057"/>
          </a:xfrm>
          <a:prstGeom prst="roundRect">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CTSU (IRT)</a:t>
            </a:r>
          </a:p>
        </p:txBody>
      </p:sp>
      <p:sp>
        <p:nvSpPr>
          <p:cNvPr id="22" name="Rectangle: Rounded Corners 21">
            <a:extLst>
              <a:ext uri="{FF2B5EF4-FFF2-40B4-BE49-F238E27FC236}">
                <a16:creationId xmlns:a16="http://schemas.microsoft.com/office/drawing/2014/main" id="{693273D3-F2BA-995A-5232-8BD6CCD42764}"/>
              </a:ext>
            </a:extLst>
          </p:cNvPr>
          <p:cNvSpPr/>
          <p:nvPr/>
        </p:nvSpPr>
        <p:spPr>
          <a:xfrm>
            <a:off x="8450840" y="1259182"/>
            <a:ext cx="1737360" cy="345057"/>
          </a:xfrm>
          <a:prstGeom prst="roundRect">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PSPV</a:t>
            </a:r>
          </a:p>
        </p:txBody>
      </p:sp>
      <p:sp>
        <p:nvSpPr>
          <p:cNvPr id="23" name="Rectangle: Rounded Corners 22">
            <a:extLst>
              <a:ext uri="{FF2B5EF4-FFF2-40B4-BE49-F238E27FC236}">
                <a16:creationId xmlns:a16="http://schemas.microsoft.com/office/drawing/2014/main" id="{2C596114-0D53-2AC7-332B-C111F290D780}"/>
              </a:ext>
            </a:extLst>
          </p:cNvPr>
          <p:cNvSpPr/>
          <p:nvPr/>
        </p:nvSpPr>
        <p:spPr>
          <a:xfrm>
            <a:off x="10241099" y="1259182"/>
            <a:ext cx="1737360" cy="345057"/>
          </a:xfrm>
          <a:prstGeom prst="round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RA</a:t>
            </a:r>
          </a:p>
        </p:txBody>
      </p:sp>
      <p:pic>
        <p:nvPicPr>
          <p:cNvPr id="24" name="Graphic 75" descr="Processor with solid fill">
            <a:extLst>
              <a:ext uri="{FF2B5EF4-FFF2-40B4-BE49-F238E27FC236}">
                <a16:creationId xmlns:a16="http://schemas.microsoft.com/office/drawing/2014/main" id="{C858E781-723B-491D-EF26-0A623C3DD2D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319256" y="6076853"/>
            <a:ext cx="468000" cy="468000"/>
          </a:xfrm>
          <a:prstGeom prst="rect">
            <a:avLst/>
          </a:prstGeom>
        </p:spPr>
      </p:pic>
      <p:pic>
        <p:nvPicPr>
          <p:cNvPr id="25" name="Graphic 76" descr="Single gear with solid fill">
            <a:extLst>
              <a:ext uri="{FF2B5EF4-FFF2-40B4-BE49-F238E27FC236}">
                <a16:creationId xmlns:a16="http://schemas.microsoft.com/office/drawing/2014/main" id="{59514579-4253-CE99-EEC8-6D8A8FC5DE1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19256" y="5330381"/>
            <a:ext cx="468000" cy="468000"/>
          </a:xfrm>
          <a:prstGeom prst="rect">
            <a:avLst/>
          </a:prstGeom>
        </p:spPr>
      </p:pic>
      <p:sp>
        <p:nvSpPr>
          <p:cNvPr id="29" name="Freeform: Shape 28">
            <a:extLst>
              <a:ext uri="{FF2B5EF4-FFF2-40B4-BE49-F238E27FC236}">
                <a16:creationId xmlns:a16="http://schemas.microsoft.com/office/drawing/2014/main" id="{687317F8-46BA-8169-2933-99662EA1E150}"/>
              </a:ext>
            </a:extLst>
          </p:cNvPr>
          <p:cNvSpPr/>
          <p:nvPr/>
        </p:nvSpPr>
        <p:spPr>
          <a:xfrm>
            <a:off x="1386084" y="1634718"/>
            <a:ext cx="5276850" cy="5106466"/>
          </a:xfrm>
          <a:custGeom>
            <a:avLst/>
            <a:gdLst>
              <a:gd name="connsiteX0" fmla="*/ 0 w 5276850"/>
              <a:gd name="connsiteY0" fmla="*/ 19050 h 5124450"/>
              <a:gd name="connsiteX1" fmla="*/ 3390900 w 5276850"/>
              <a:gd name="connsiteY1" fmla="*/ 0 h 5124450"/>
              <a:gd name="connsiteX2" fmla="*/ 3390900 w 5276850"/>
              <a:gd name="connsiteY2" fmla="*/ 2943225 h 5124450"/>
              <a:gd name="connsiteX3" fmla="*/ 5276850 w 5276850"/>
              <a:gd name="connsiteY3" fmla="*/ 2943225 h 5124450"/>
              <a:gd name="connsiteX4" fmla="*/ 5276850 w 5276850"/>
              <a:gd name="connsiteY4" fmla="*/ 5124450 h 5124450"/>
              <a:gd name="connsiteX5" fmla="*/ 19050 w 5276850"/>
              <a:gd name="connsiteY5" fmla="*/ 5105400 h 5124450"/>
              <a:gd name="connsiteX6" fmla="*/ 0 w 5276850"/>
              <a:gd name="connsiteY6" fmla="*/ 19050 h 512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6850" h="5124450">
                <a:moveTo>
                  <a:pt x="0" y="19050"/>
                </a:moveTo>
                <a:lnTo>
                  <a:pt x="3390900" y="0"/>
                </a:lnTo>
                <a:lnTo>
                  <a:pt x="3390900" y="2943225"/>
                </a:lnTo>
                <a:lnTo>
                  <a:pt x="5276850" y="2943225"/>
                </a:lnTo>
                <a:lnTo>
                  <a:pt x="5276850" y="5124450"/>
                </a:lnTo>
                <a:lnTo>
                  <a:pt x="19050" y="5105400"/>
                </a:lnTo>
                <a:lnTo>
                  <a:pt x="0" y="19050"/>
                </a:lnTo>
                <a:close/>
              </a:path>
            </a:pathLst>
          </a:custGeom>
          <a:noFill/>
          <a:ln>
            <a:solidFill>
              <a:schemeClr val="tx1">
                <a:lumMod val="85000"/>
                <a:lumOff val="15000"/>
              </a:schemeClr>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3C76F646-0E5D-065E-3137-349430B0FDF5}"/>
              </a:ext>
            </a:extLst>
          </p:cNvPr>
          <p:cNvSpPr/>
          <p:nvPr/>
        </p:nvSpPr>
        <p:spPr>
          <a:xfrm>
            <a:off x="2691106" y="6619724"/>
            <a:ext cx="2286000" cy="200567"/>
          </a:xfrm>
          <a:prstGeom prst="rect">
            <a:avLst/>
          </a:prstGeom>
          <a:solidFill>
            <a:schemeClr val="bg1">
              <a:lumMod val="95000"/>
            </a:schemeClr>
          </a:solidFill>
          <a:ln>
            <a:solidFill>
              <a:schemeClr val="tx1">
                <a:lumMod val="85000"/>
                <a:lumOff val="15000"/>
              </a:schemeClr>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Changes to new model </a:t>
            </a:r>
          </a:p>
        </p:txBody>
      </p:sp>
    </p:spTree>
    <p:extLst>
      <p:ext uri="{BB962C8B-B14F-4D97-AF65-F5344CB8AC3E}">
        <p14:creationId xmlns:p14="http://schemas.microsoft.com/office/powerpoint/2010/main" val="4010093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24BCF937-095E-990A-A1D2-5C4D1598AE67}"/>
              </a:ext>
            </a:extLst>
          </p:cNvPr>
          <p:cNvSpPr>
            <a:spLocks/>
          </p:cNvSpPr>
          <p:nvPr/>
        </p:nvSpPr>
        <p:spPr>
          <a:xfrm>
            <a:off x="7521622" y="2579533"/>
            <a:ext cx="1980000" cy="540000"/>
          </a:xfrm>
          <a:prstGeom prst="rect">
            <a:avLst/>
          </a:prstGeom>
          <a:solidFill>
            <a:srgbClr val="84A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DLL3/CD3, 1L </a:t>
            </a:r>
            <a:r>
              <a:rPr lang="en-US" altLang="zh-CN" sz="1050" err="1">
                <a:solidFill>
                  <a:schemeClr val="bg1"/>
                </a:solidFill>
                <a:latin typeface="Boehringer Forward Text Md" panose="02000600000000020000" pitchFamily="2" charset="0"/>
              </a:rPr>
              <a:t>epNEC</a:t>
            </a:r>
            <a:endParaRPr lang="en-US" altLang="zh-CN" sz="1050">
              <a:solidFill>
                <a:schemeClr val="bg1"/>
              </a:solidFill>
              <a:latin typeface="Boehringer Forward Text Md" panose="02000600000000020000" pitchFamily="2" charset="0"/>
            </a:endParaRPr>
          </a:p>
          <a:p>
            <a:pPr>
              <a:lnSpc>
                <a:spcPct val="120000"/>
              </a:lnSpc>
            </a:pPr>
            <a:r>
              <a:rPr lang="en-US" altLang="zh-CN" sz="1050">
                <a:solidFill>
                  <a:schemeClr val="bg1"/>
                </a:solidFill>
                <a:latin typeface="Boehringer Forward Text Md" panose="02000600000000020000" pitchFamily="2" charset="0"/>
              </a:rPr>
              <a:t>1438-0011</a:t>
            </a:r>
            <a:r>
              <a:rPr lang="en-US" altLang="zh-CN" sz="1050" kern="1400">
                <a:solidFill>
                  <a:schemeClr val="bg1"/>
                </a:solidFill>
                <a:latin typeface="Boehringer Forward Text Md" panose="02000600000000020000" pitchFamily="2" charset="0"/>
              </a:rPr>
              <a:t> (Ph3)</a:t>
            </a:r>
            <a:endParaRPr lang="zh-CN" altLang="en-US" sz="1050">
              <a:solidFill>
                <a:schemeClr val="bg1"/>
              </a:solidFill>
              <a:latin typeface="Boehringer Forward Text Md" panose="02000600000000020000" pitchFamily="2" charset="0"/>
            </a:endParaRPr>
          </a:p>
        </p:txBody>
      </p:sp>
      <p:sp>
        <p:nvSpPr>
          <p:cNvPr id="27" name="Rectangle 26">
            <a:extLst>
              <a:ext uri="{FF2B5EF4-FFF2-40B4-BE49-F238E27FC236}">
                <a16:creationId xmlns:a16="http://schemas.microsoft.com/office/drawing/2014/main" id="{62012956-24A3-FF53-1957-7465540EF5BB}"/>
              </a:ext>
            </a:extLst>
          </p:cNvPr>
          <p:cNvSpPr>
            <a:spLocks/>
          </p:cNvSpPr>
          <p:nvPr/>
        </p:nvSpPr>
        <p:spPr>
          <a:xfrm>
            <a:off x="9577743" y="2579533"/>
            <a:ext cx="1980000" cy="540000"/>
          </a:xfrm>
          <a:prstGeom prst="rect">
            <a:avLst/>
          </a:prstGeom>
          <a:solidFill>
            <a:srgbClr val="58B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PAFR </a:t>
            </a:r>
            <a:r>
              <a:rPr lang="en-US" altLang="zh-CN" sz="1050" err="1">
                <a:solidFill>
                  <a:schemeClr val="bg1"/>
                </a:solidFill>
                <a:latin typeface="Boehringer Forward Text Md" panose="02000600000000020000" pitchFamily="2" charset="0"/>
              </a:rPr>
              <a:t>antag</a:t>
            </a:r>
            <a:r>
              <a:rPr lang="en-US" altLang="zh-CN" sz="1050">
                <a:solidFill>
                  <a:schemeClr val="bg1"/>
                </a:solidFill>
                <a:latin typeface="Boehringer Forward Text Md" panose="02000600000000020000" pitchFamily="2" charset="0"/>
              </a:rPr>
              <a:t>., GA</a:t>
            </a:r>
          </a:p>
          <a:p>
            <a:pPr>
              <a:lnSpc>
                <a:spcPct val="120000"/>
              </a:lnSpc>
            </a:pPr>
            <a:r>
              <a:rPr lang="en-US" altLang="zh-CN" sz="1050">
                <a:solidFill>
                  <a:schemeClr val="bg1"/>
                </a:solidFill>
                <a:latin typeface="Boehringer Forward Text Md" panose="02000600000000020000" pitchFamily="2" charset="0"/>
              </a:rPr>
              <a:t>1484-xxxx, (Ph2)</a:t>
            </a:r>
            <a:endParaRPr lang="zh-CN" altLang="en-US" sz="1050">
              <a:solidFill>
                <a:schemeClr val="bg1"/>
              </a:solidFill>
              <a:latin typeface="Boehringer Forward Text Md" panose="02000600000000020000" pitchFamily="2" charset="0"/>
            </a:endParaRPr>
          </a:p>
        </p:txBody>
      </p:sp>
      <p:sp>
        <p:nvSpPr>
          <p:cNvPr id="53" name="Rectangle 52">
            <a:extLst>
              <a:ext uri="{FF2B5EF4-FFF2-40B4-BE49-F238E27FC236}">
                <a16:creationId xmlns:a16="http://schemas.microsoft.com/office/drawing/2014/main" id="{CBA0DA5D-1A56-E906-60AC-83CAF8C74282}"/>
              </a:ext>
            </a:extLst>
          </p:cNvPr>
          <p:cNvSpPr>
            <a:spLocks/>
          </p:cNvSpPr>
          <p:nvPr/>
        </p:nvSpPr>
        <p:spPr>
          <a:xfrm>
            <a:off x="7521622" y="3214028"/>
            <a:ext cx="1980000" cy="540000"/>
          </a:xfrm>
          <a:prstGeom prst="rect">
            <a:avLst/>
          </a:prstGeom>
          <a:solidFill>
            <a:srgbClr val="84A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DLL3/CD3, 1L SCLC</a:t>
            </a:r>
          </a:p>
          <a:p>
            <a:pPr>
              <a:lnSpc>
                <a:spcPct val="120000"/>
              </a:lnSpc>
            </a:pPr>
            <a:r>
              <a:rPr lang="en-US" altLang="zh-CN" sz="1050">
                <a:solidFill>
                  <a:schemeClr val="bg1"/>
                </a:solidFill>
                <a:latin typeface="Boehringer Forward Text Md" panose="02000600000000020000" pitchFamily="2" charset="0"/>
              </a:rPr>
              <a:t>1438-0012</a:t>
            </a:r>
            <a:r>
              <a:rPr lang="en-US" altLang="zh-CN" sz="1050" kern="1400">
                <a:solidFill>
                  <a:schemeClr val="bg1"/>
                </a:solidFill>
                <a:latin typeface="Boehringer Forward Text Md" panose="02000600000000020000" pitchFamily="2" charset="0"/>
              </a:rPr>
              <a:t> (Ph3)</a:t>
            </a:r>
            <a:endParaRPr lang="zh-CN" altLang="en-US" sz="1050">
              <a:solidFill>
                <a:schemeClr val="bg1"/>
              </a:solidFill>
              <a:latin typeface="Boehringer Forward Text Md" panose="02000600000000020000" pitchFamily="2" charset="0"/>
            </a:endParaRPr>
          </a:p>
        </p:txBody>
      </p:sp>
      <p:sp>
        <p:nvSpPr>
          <p:cNvPr id="2" name="Title 1">
            <a:extLst>
              <a:ext uri="{FF2B5EF4-FFF2-40B4-BE49-F238E27FC236}">
                <a16:creationId xmlns:a16="http://schemas.microsoft.com/office/drawing/2014/main" id="{604DD783-FB76-228F-5955-E7EAC6CF3BD3}"/>
              </a:ext>
            </a:extLst>
          </p:cNvPr>
          <p:cNvSpPr>
            <a:spLocks noGrp="1"/>
          </p:cNvSpPr>
          <p:nvPr>
            <p:ph type="title"/>
          </p:nvPr>
        </p:nvSpPr>
        <p:spPr/>
        <p:txBody>
          <a:bodyPr/>
          <a:lstStyle/>
          <a:p>
            <a:r>
              <a:rPr lang="en-US" altLang="zh-CN"/>
              <a:t>FOT/HOM Trial Mapping</a:t>
            </a:r>
            <a:endParaRPr lang="zh-CN" altLang="en-US"/>
          </a:p>
        </p:txBody>
      </p:sp>
      <p:sp>
        <p:nvSpPr>
          <p:cNvPr id="4" name="Footer Placeholder 3">
            <a:extLst>
              <a:ext uri="{FF2B5EF4-FFF2-40B4-BE49-F238E27FC236}">
                <a16:creationId xmlns:a16="http://schemas.microsoft.com/office/drawing/2014/main" id="{138CE555-62D2-367C-F261-0DD90328F130}"/>
              </a:ext>
            </a:extLst>
          </p:cNvPr>
          <p:cNvSpPr>
            <a:spLocks noGrp="1"/>
          </p:cNvSpPr>
          <p:nvPr>
            <p:ph type="ftr" sz="quarter" idx="10"/>
          </p:nvPr>
        </p:nvSpPr>
        <p:spPr>
          <a:xfrm>
            <a:off x="6277300" y="6246836"/>
            <a:ext cx="5040560" cy="288000"/>
          </a:xfrm>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29D2040D-0E34-908B-4C45-A171E029F560}"/>
              </a:ext>
            </a:extLst>
          </p:cNvPr>
          <p:cNvSpPr>
            <a:spLocks noGrp="1"/>
          </p:cNvSpPr>
          <p:nvPr>
            <p:ph type="sldNum" sz="quarter" idx="11"/>
          </p:nvPr>
        </p:nvSpPr>
        <p:spPr/>
        <p:txBody>
          <a:bodyPr/>
          <a:lstStyle/>
          <a:p>
            <a:fld id="{8FF9B0DE-3FEB-4AA0-B465-B80EF7C1333D}" type="slidenum">
              <a:rPr lang="en-US" smtClean="0"/>
              <a:pPr/>
              <a:t>4</a:t>
            </a:fld>
            <a:endParaRPr lang="en-US"/>
          </a:p>
        </p:txBody>
      </p:sp>
      <p:sp>
        <p:nvSpPr>
          <p:cNvPr id="10" name="Rectangle: Rounded Corners 9">
            <a:extLst>
              <a:ext uri="{FF2B5EF4-FFF2-40B4-BE49-F238E27FC236}">
                <a16:creationId xmlns:a16="http://schemas.microsoft.com/office/drawing/2014/main" id="{4963C92F-265D-570F-8924-638DB0983CAD}"/>
              </a:ext>
            </a:extLst>
          </p:cNvPr>
          <p:cNvSpPr/>
          <p:nvPr/>
        </p:nvSpPr>
        <p:spPr>
          <a:xfrm>
            <a:off x="656841" y="1412776"/>
            <a:ext cx="2024087" cy="432000"/>
          </a:xfrm>
          <a:prstGeom prst="roundRect">
            <a:avLst/>
          </a:prstGeom>
          <a:solidFill>
            <a:srgbClr val="2461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a:latin typeface="Boehringer Forward Text Md" panose="02000600000000020000" pitchFamily="2" charset="0"/>
              </a:rPr>
              <a:t>Completed (4)</a:t>
            </a:r>
            <a:endParaRPr lang="zh-CN" altLang="en-US" sz="1400">
              <a:latin typeface="Boehringer Forward Text Md" panose="02000600000000020000" pitchFamily="2" charset="0"/>
            </a:endParaRPr>
          </a:p>
        </p:txBody>
      </p:sp>
      <p:sp>
        <p:nvSpPr>
          <p:cNvPr id="11" name="Rectangle: Rounded Corners 10">
            <a:extLst>
              <a:ext uri="{FF2B5EF4-FFF2-40B4-BE49-F238E27FC236}">
                <a16:creationId xmlns:a16="http://schemas.microsoft.com/office/drawing/2014/main" id="{C2B3AB1A-6E8D-714D-CA2A-2A28152FB69C}"/>
              </a:ext>
            </a:extLst>
          </p:cNvPr>
          <p:cNvSpPr/>
          <p:nvPr/>
        </p:nvSpPr>
        <p:spPr>
          <a:xfrm>
            <a:off x="3056886" y="1412776"/>
            <a:ext cx="4064635" cy="432000"/>
          </a:xfrm>
          <a:prstGeom prst="roundRect">
            <a:avLst/>
          </a:prstGeom>
          <a:solidFill>
            <a:srgbClr val="2461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20000"/>
              </a:lnSpc>
              <a:defRPr/>
            </a:pPr>
            <a:r>
              <a:rPr lang="en-US" altLang="zh-CN" sz="1400">
                <a:solidFill>
                  <a:prstClr val="white"/>
                </a:solidFill>
                <a:latin typeface="Boehringer Forward Text Md" panose="02000600000000020000" pitchFamily="2" charset="0"/>
                <a:ea typeface="等线" panose="02010600030101010101" pitchFamily="2" charset="-122"/>
              </a:rPr>
              <a:t>Endorsed &amp; Ongoing</a:t>
            </a:r>
            <a:r>
              <a:rPr lang="en-US" altLang="zh-CN" sz="1400">
                <a:latin typeface="Boehringer Forward Text Md" panose="02000600000000020000" pitchFamily="2" charset="0"/>
              </a:rPr>
              <a:t> (7)</a:t>
            </a:r>
            <a:endParaRPr lang="zh-CN" altLang="en-US" sz="1400">
              <a:solidFill>
                <a:prstClr val="white"/>
              </a:solidFill>
              <a:latin typeface="Boehringer Forward Text Md" panose="02000600000000020000" pitchFamily="2" charset="0"/>
              <a:ea typeface="等线" panose="02010600030101010101" pitchFamily="2" charset="-122"/>
            </a:endParaRPr>
          </a:p>
        </p:txBody>
      </p:sp>
      <p:sp>
        <p:nvSpPr>
          <p:cNvPr id="12" name="Rectangle: Rounded Corners 11">
            <a:extLst>
              <a:ext uri="{FF2B5EF4-FFF2-40B4-BE49-F238E27FC236}">
                <a16:creationId xmlns:a16="http://schemas.microsoft.com/office/drawing/2014/main" id="{5314B91A-EDA0-AA6A-E4CE-3D0F8AB0D95F}"/>
              </a:ext>
            </a:extLst>
          </p:cNvPr>
          <p:cNvSpPr/>
          <p:nvPr/>
        </p:nvSpPr>
        <p:spPr>
          <a:xfrm>
            <a:off x="7497477" y="1420169"/>
            <a:ext cx="4068000" cy="432000"/>
          </a:xfrm>
          <a:prstGeom prst="roundRect">
            <a:avLst/>
          </a:prstGeom>
          <a:solidFill>
            <a:srgbClr val="2461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lnSpc>
                <a:spcPct val="120000"/>
              </a:lnSpc>
              <a:defRPr/>
            </a:pPr>
            <a:r>
              <a:rPr lang="en-US" altLang="zh-CN" sz="1400">
                <a:solidFill>
                  <a:prstClr val="white"/>
                </a:solidFill>
                <a:latin typeface="Boehringer Forward Text Md" panose="02000600000000020000" pitchFamily="2" charset="0"/>
                <a:ea typeface="等线" panose="02010600030101010101" pitchFamily="2" charset="-122"/>
              </a:rPr>
              <a:t>Planning to initiate in two years* </a:t>
            </a:r>
            <a:r>
              <a:rPr lang="en-US" altLang="zh-CN" sz="1400">
                <a:latin typeface="Boehringer Forward Text Md" panose="02000600000000020000" pitchFamily="2" charset="0"/>
              </a:rPr>
              <a:t>(7)</a:t>
            </a:r>
            <a:endParaRPr lang="zh-CN" altLang="en-US" sz="1400">
              <a:solidFill>
                <a:prstClr val="white"/>
              </a:solidFill>
              <a:latin typeface="Boehringer Forward Text Md" panose="02000600000000020000" pitchFamily="2" charset="0"/>
              <a:ea typeface="等线" panose="02010600030101010101" pitchFamily="2" charset="-122"/>
            </a:endParaRPr>
          </a:p>
        </p:txBody>
      </p:sp>
      <p:sp>
        <p:nvSpPr>
          <p:cNvPr id="15" name="Rectangle 14">
            <a:extLst>
              <a:ext uri="{FF2B5EF4-FFF2-40B4-BE49-F238E27FC236}">
                <a16:creationId xmlns:a16="http://schemas.microsoft.com/office/drawing/2014/main" id="{F3B50E01-802A-85BD-B983-129BF1E3FA2C}"/>
              </a:ext>
            </a:extLst>
          </p:cNvPr>
          <p:cNvSpPr>
            <a:spLocks/>
          </p:cNvSpPr>
          <p:nvPr/>
        </p:nvSpPr>
        <p:spPr>
          <a:xfrm>
            <a:off x="678884" y="1946176"/>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kern="1400">
                <a:solidFill>
                  <a:schemeClr val="bg1"/>
                </a:solidFill>
                <a:latin typeface="Boehringer Forward Text Md" panose="02000600000000020000" pitchFamily="2" charset="0"/>
              </a:rPr>
              <a:t>Empagliflozin, CKD</a:t>
            </a:r>
          </a:p>
          <a:p>
            <a:pPr>
              <a:lnSpc>
                <a:spcPct val="120000"/>
              </a:lnSpc>
            </a:pPr>
            <a:r>
              <a:rPr lang="en-US" altLang="zh-CN" sz="1050" kern="1400">
                <a:solidFill>
                  <a:schemeClr val="bg1"/>
                </a:solidFill>
                <a:latin typeface="Boehringer Forward Text Md" panose="02000600000000020000" pitchFamily="2" charset="0"/>
              </a:rPr>
              <a:t>1245-0137 (Ph3)</a:t>
            </a:r>
            <a:endParaRPr lang="zh-CN" altLang="en-US" sz="1050" kern="1400">
              <a:solidFill>
                <a:schemeClr val="bg1"/>
              </a:solidFill>
              <a:latin typeface="Boehringer Forward Text Md" panose="02000600000000020000" pitchFamily="2" charset="0"/>
            </a:endParaRPr>
          </a:p>
        </p:txBody>
      </p:sp>
      <p:sp>
        <p:nvSpPr>
          <p:cNvPr id="17" name="Rectangle 16">
            <a:extLst>
              <a:ext uri="{FF2B5EF4-FFF2-40B4-BE49-F238E27FC236}">
                <a16:creationId xmlns:a16="http://schemas.microsoft.com/office/drawing/2014/main" id="{618C9AE6-F540-EE74-40C5-6F3DDCCA0919}"/>
              </a:ext>
            </a:extLst>
          </p:cNvPr>
          <p:cNvSpPr>
            <a:spLocks/>
          </p:cNvSpPr>
          <p:nvPr/>
        </p:nvSpPr>
        <p:spPr>
          <a:xfrm>
            <a:off x="3056886" y="1946176"/>
            <a:ext cx="1980000" cy="540000"/>
          </a:xfrm>
          <a:prstGeom prst="rect">
            <a:avLst/>
          </a:prstGeom>
          <a:solidFill>
            <a:srgbClr val="58B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dirty="0">
                <a:solidFill>
                  <a:schemeClr val="bg1"/>
                </a:solidFill>
                <a:latin typeface="Boehringer Forward Text Md" panose="02000600000000020000" pitchFamily="2" charset="0"/>
              </a:rPr>
              <a:t>NR2B </a:t>
            </a:r>
            <a:r>
              <a:rPr lang="en-US" altLang="zh-CN" sz="1050" dirty="0" err="1">
                <a:solidFill>
                  <a:schemeClr val="bg1"/>
                </a:solidFill>
                <a:latin typeface="Boehringer Forward Text Md" panose="02000600000000020000" pitchFamily="2" charset="0"/>
              </a:rPr>
              <a:t>nam</a:t>
            </a:r>
            <a:r>
              <a:rPr lang="en-US" altLang="zh-CN" sz="1050" dirty="0">
                <a:solidFill>
                  <a:schemeClr val="bg1"/>
                </a:solidFill>
                <a:latin typeface="Boehringer Forward Text Md" panose="02000600000000020000" pitchFamily="2" charset="0"/>
              </a:rPr>
              <a:t>, MDD</a:t>
            </a:r>
          </a:p>
          <a:p>
            <a:pPr>
              <a:lnSpc>
                <a:spcPct val="120000"/>
              </a:lnSpc>
            </a:pPr>
            <a:r>
              <a:rPr lang="en-US" altLang="zh-CN" sz="1050" dirty="0">
                <a:solidFill>
                  <a:schemeClr val="bg1"/>
                </a:solidFill>
                <a:latin typeface="Boehringer Forward Text Md" panose="02000600000000020000" pitchFamily="2" charset="0"/>
              </a:rPr>
              <a:t>1447-0005 (Ph2)</a:t>
            </a:r>
            <a:endParaRPr lang="zh-CN" altLang="en-US" sz="1050" dirty="0">
              <a:solidFill>
                <a:schemeClr val="bg1"/>
              </a:solidFill>
              <a:latin typeface="Boehringer Forward Text Md" panose="02000600000000020000" pitchFamily="2" charset="0"/>
            </a:endParaRPr>
          </a:p>
        </p:txBody>
      </p:sp>
      <p:sp>
        <p:nvSpPr>
          <p:cNvPr id="23" name="Rectangle 22">
            <a:extLst>
              <a:ext uri="{FF2B5EF4-FFF2-40B4-BE49-F238E27FC236}">
                <a16:creationId xmlns:a16="http://schemas.microsoft.com/office/drawing/2014/main" id="{D803F8F5-6AA8-74EC-B4ED-87BDD8136775}"/>
              </a:ext>
            </a:extLst>
          </p:cNvPr>
          <p:cNvSpPr>
            <a:spLocks/>
          </p:cNvSpPr>
          <p:nvPr/>
        </p:nvSpPr>
        <p:spPr>
          <a:xfrm>
            <a:off x="9577743" y="1946176"/>
            <a:ext cx="1980000" cy="540000"/>
          </a:xfrm>
          <a:prstGeom prst="rect">
            <a:avLst/>
          </a:prstGeom>
          <a:solidFill>
            <a:srgbClr val="58B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err="1">
                <a:solidFill>
                  <a:schemeClr val="bg1"/>
                </a:solidFill>
                <a:latin typeface="Boehringer Forward Text Md" panose="02000600000000020000" pitchFamily="2" charset="0"/>
              </a:rPr>
              <a:t>PKKi</a:t>
            </a:r>
            <a:r>
              <a:rPr lang="en-US" altLang="zh-CN" sz="1050">
                <a:solidFill>
                  <a:schemeClr val="bg1"/>
                </a:solidFill>
                <a:latin typeface="Boehringer Forward Text Md" panose="02000600000000020000" pitchFamily="2" charset="0"/>
              </a:rPr>
              <a:t>, </a:t>
            </a:r>
            <a:r>
              <a:rPr lang="en-US" altLang="zh-CN" sz="1050" err="1">
                <a:solidFill>
                  <a:schemeClr val="bg1"/>
                </a:solidFill>
                <a:latin typeface="Boehringer Forward Text Md" panose="02000600000000020000" pitchFamily="2" charset="0"/>
              </a:rPr>
              <a:t>wAMD</a:t>
            </a:r>
            <a:r>
              <a:rPr lang="en-US" altLang="zh-CN" sz="1050">
                <a:solidFill>
                  <a:schemeClr val="bg1"/>
                </a:solidFill>
                <a:latin typeface="Boehringer Forward Text Md" panose="02000600000000020000" pitchFamily="2" charset="0"/>
              </a:rPr>
              <a:t> prevention</a:t>
            </a:r>
          </a:p>
          <a:p>
            <a:pPr>
              <a:lnSpc>
                <a:spcPct val="120000"/>
              </a:lnSpc>
            </a:pPr>
            <a:r>
              <a:rPr lang="en-US" altLang="zh-CN" sz="1050">
                <a:solidFill>
                  <a:schemeClr val="bg1"/>
                </a:solidFill>
                <a:latin typeface="Boehringer Forward Text Md" panose="02000600000000020000" pitchFamily="2" charset="0"/>
              </a:rPr>
              <a:t>1485-0004, (Ph2)</a:t>
            </a:r>
            <a:endParaRPr lang="zh-CN" altLang="en-US" sz="1050">
              <a:solidFill>
                <a:schemeClr val="bg1"/>
              </a:solidFill>
              <a:latin typeface="Boehringer Forward Text Md" panose="02000600000000020000" pitchFamily="2" charset="0"/>
            </a:endParaRPr>
          </a:p>
        </p:txBody>
      </p:sp>
      <p:sp>
        <p:nvSpPr>
          <p:cNvPr id="29" name="Rectangle 28">
            <a:extLst>
              <a:ext uri="{FF2B5EF4-FFF2-40B4-BE49-F238E27FC236}">
                <a16:creationId xmlns:a16="http://schemas.microsoft.com/office/drawing/2014/main" id="{991B129F-50C8-66A5-582B-E2B20356CC9F}"/>
              </a:ext>
            </a:extLst>
          </p:cNvPr>
          <p:cNvSpPr>
            <a:spLocks/>
          </p:cNvSpPr>
          <p:nvPr/>
        </p:nvSpPr>
        <p:spPr>
          <a:xfrm>
            <a:off x="5141521" y="1946176"/>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Survodutide, MASH</a:t>
            </a:r>
          </a:p>
          <a:p>
            <a:pPr>
              <a:lnSpc>
                <a:spcPct val="120000"/>
              </a:lnSpc>
            </a:pPr>
            <a:r>
              <a:rPr lang="en-US" altLang="zh-CN" sz="1050">
                <a:solidFill>
                  <a:schemeClr val="bg1"/>
                </a:solidFill>
                <a:latin typeface="Boehringer Forward Text Md" panose="02000600000000020000" pitchFamily="2" charset="0"/>
              </a:rPr>
              <a:t>1404-0044 (Ph3)</a:t>
            </a:r>
            <a:endParaRPr lang="zh-CN" altLang="en-US" sz="1050">
              <a:solidFill>
                <a:schemeClr val="bg1"/>
              </a:solidFill>
              <a:latin typeface="Boehringer Forward Text Md" panose="02000600000000020000" pitchFamily="2" charset="0"/>
            </a:endParaRPr>
          </a:p>
        </p:txBody>
      </p:sp>
      <p:sp>
        <p:nvSpPr>
          <p:cNvPr id="31" name="Rectangle 30">
            <a:extLst>
              <a:ext uri="{FF2B5EF4-FFF2-40B4-BE49-F238E27FC236}">
                <a16:creationId xmlns:a16="http://schemas.microsoft.com/office/drawing/2014/main" id="{EAD16345-772D-7237-DDBB-29FD80233860}"/>
              </a:ext>
            </a:extLst>
          </p:cNvPr>
          <p:cNvSpPr>
            <a:spLocks/>
          </p:cNvSpPr>
          <p:nvPr/>
        </p:nvSpPr>
        <p:spPr>
          <a:xfrm>
            <a:off x="9577743" y="3214028"/>
            <a:ext cx="1980000" cy="540000"/>
          </a:xfrm>
          <a:prstGeom prst="rect">
            <a:avLst/>
          </a:prstGeom>
          <a:solidFill>
            <a:srgbClr val="58B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Anti-C3, GA</a:t>
            </a:r>
          </a:p>
          <a:p>
            <a:pPr>
              <a:lnSpc>
                <a:spcPct val="120000"/>
              </a:lnSpc>
            </a:pPr>
            <a:r>
              <a:rPr lang="en-US" altLang="zh-CN" sz="1050">
                <a:solidFill>
                  <a:schemeClr val="bg1"/>
                </a:solidFill>
                <a:latin typeface="Boehringer Forward Text Md" panose="02000600000000020000" pitchFamily="2" charset="0"/>
              </a:rPr>
              <a:t>1497-xxxx, (Ph2)</a:t>
            </a:r>
            <a:endParaRPr lang="zh-CN" altLang="en-US" sz="1050">
              <a:solidFill>
                <a:schemeClr val="bg1"/>
              </a:solidFill>
              <a:latin typeface="Boehringer Forward Text Md" panose="02000600000000020000" pitchFamily="2" charset="0"/>
            </a:endParaRPr>
          </a:p>
        </p:txBody>
      </p:sp>
      <p:sp>
        <p:nvSpPr>
          <p:cNvPr id="33" name="Rectangle 32">
            <a:extLst>
              <a:ext uri="{FF2B5EF4-FFF2-40B4-BE49-F238E27FC236}">
                <a16:creationId xmlns:a16="http://schemas.microsoft.com/office/drawing/2014/main" id="{BC884406-5AFC-44BC-C128-52E384F0A547}"/>
              </a:ext>
            </a:extLst>
          </p:cNvPr>
          <p:cNvSpPr>
            <a:spLocks/>
          </p:cNvSpPr>
          <p:nvPr/>
        </p:nvSpPr>
        <p:spPr>
          <a:xfrm>
            <a:off x="5141521" y="3214028"/>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err="1">
                <a:solidFill>
                  <a:schemeClr val="bg1"/>
                </a:solidFill>
                <a:latin typeface="Boehringer Forward Text Md" panose="02000600000000020000" pitchFamily="2" charset="0"/>
              </a:rPr>
              <a:t>ASi+Empa</a:t>
            </a:r>
            <a:r>
              <a:rPr lang="en-US" altLang="zh-CN" sz="1050">
                <a:solidFill>
                  <a:schemeClr val="bg1"/>
                </a:solidFill>
                <a:latin typeface="Boehringer Forward Text Md" panose="02000600000000020000" pitchFamily="2" charset="0"/>
              </a:rPr>
              <a:t>, CKD</a:t>
            </a:r>
          </a:p>
          <a:p>
            <a:pPr>
              <a:lnSpc>
                <a:spcPct val="120000"/>
              </a:lnSpc>
            </a:pPr>
            <a:r>
              <a:rPr lang="en-US" altLang="zh-CN" sz="1050">
                <a:solidFill>
                  <a:schemeClr val="bg1"/>
                </a:solidFill>
                <a:latin typeface="Boehringer Forward Text Md" panose="02000600000000020000" pitchFamily="2" charset="0"/>
              </a:rPr>
              <a:t>1378-0006</a:t>
            </a:r>
            <a:r>
              <a:rPr lang="en-US" altLang="zh-CN" sz="1050" kern="1400">
                <a:solidFill>
                  <a:schemeClr val="bg1"/>
                </a:solidFill>
                <a:latin typeface="Boehringer Forward Text Md" panose="02000600000000020000" pitchFamily="2" charset="0"/>
              </a:rPr>
              <a:t> (Ph3)</a:t>
            </a:r>
            <a:endParaRPr lang="zh-CN" altLang="en-US" sz="1050">
              <a:solidFill>
                <a:schemeClr val="bg1"/>
              </a:solidFill>
              <a:latin typeface="Boehringer Forward Text Md" panose="02000600000000020000" pitchFamily="2" charset="0"/>
            </a:endParaRPr>
          </a:p>
        </p:txBody>
      </p:sp>
      <p:sp>
        <p:nvSpPr>
          <p:cNvPr id="44" name="Rectangle 43">
            <a:extLst>
              <a:ext uri="{FF2B5EF4-FFF2-40B4-BE49-F238E27FC236}">
                <a16:creationId xmlns:a16="http://schemas.microsoft.com/office/drawing/2014/main" id="{573AEE5E-72B6-9BE6-5595-3529DB3506AB}"/>
              </a:ext>
            </a:extLst>
          </p:cNvPr>
          <p:cNvSpPr>
            <a:spLocks/>
          </p:cNvSpPr>
          <p:nvPr/>
        </p:nvSpPr>
        <p:spPr>
          <a:xfrm>
            <a:off x="7521622" y="1946176"/>
            <a:ext cx="1980000" cy="540000"/>
          </a:xfrm>
          <a:prstGeom prst="rect">
            <a:avLst/>
          </a:prstGeom>
          <a:solidFill>
            <a:srgbClr val="84A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DLL3/CD3, 2L SCLC</a:t>
            </a:r>
          </a:p>
          <a:p>
            <a:pPr>
              <a:lnSpc>
                <a:spcPct val="120000"/>
              </a:lnSpc>
            </a:pPr>
            <a:r>
              <a:rPr lang="en-US" altLang="zh-CN" sz="1050">
                <a:solidFill>
                  <a:schemeClr val="bg1"/>
                </a:solidFill>
                <a:latin typeface="Boehringer Forward Text Md" panose="02000600000000020000" pitchFamily="2" charset="0"/>
              </a:rPr>
              <a:t>1438-0010</a:t>
            </a:r>
            <a:r>
              <a:rPr lang="en-US" altLang="zh-CN" sz="1050" kern="1400">
                <a:solidFill>
                  <a:schemeClr val="bg1"/>
                </a:solidFill>
                <a:latin typeface="Boehringer Forward Text Md" panose="02000600000000020000" pitchFamily="2" charset="0"/>
              </a:rPr>
              <a:t> (Ph3)</a:t>
            </a:r>
            <a:endParaRPr lang="zh-CN" altLang="en-US" sz="1050">
              <a:solidFill>
                <a:schemeClr val="bg1"/>
              </a:solidFill>
              <a:latin typeface="Boehringer Forward Text Md" panose="02000600000000020000" pitchFamily="2" charset="0"/>
            </a:endParaRPr>
          </a:p>
        </p:txBody>
      </p:sp>
      <p:sp>
        <p:nvSpPr>
          <p:cNvPr id="46" name="Rectangle 45">
            <a:extLst>
              <a:ext uri="{FF2B5EF4-FFF2-40B4-BE49-F238E27FC236}">
                <a16:creationId xmlns:a16="http://schemas.microsoft.com/office/drawing/2014/main" id="{704E68FD-33C0-77E7-B828-525B9635E992}"/>
              </a:ext>
            </a:extLst>
          </p:cNvPr>
          <p:cNvSpPr/>
          <p:nvPr/>
        </p:nvSpPr>
        <p:spPr>
          <a:xfrm>
            <a:off x="3056886" y="2579533"/>
            <a:ext cx="1980000" cy="540000"/>
          </a:xfrm>
          <a:prstGeom prst="rect">
            <a:avLst/>
          </a:prstGeom>
          <a:solidFill>
            <a:srgbClr val="268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RIPK2 inhibitor, CD</a:t>
            </a:r>
          </a:p>
          <a:p>
            <a:pPr>
              <a:lnSpc>
                <a:spcPct val="120000"/>
              </a:lnSpc>
            </a:pPr>
            <a:r>
              <a:rPr lang="en-US" altLang="zh-CN" sz="1050">
                <a:solidFill>
                  <a:schemeClr val="bg1"/>
                </a:solidFill>
                <a:latin typeface="Boehringer Forward Text Md" panose="02000600000000020000" pitchFamily="2" charset="0"/>
              </a:rPr>
              <a:t>1425-0004 (Ph2b)</a:t>
            </a:r>
          </a:p>
        </p:txBody>
      </p:sp>
      <p:sp>
        <p:nvSpPr>
          <p:cNvPr id="47" name="Rectangle 46">
            <a:extLst>
              <a:ext uri="{FF2B5EF4-FFF2-40B4-BE49-F238E27FC236}">
                <a16:creationId xmlns:a16="http://schemas.microsoft.com/office/drawing/2014/main" id="{6286D627-6E3D-C65F-C1BE-65A2EBB6B327}"/>
              </a:ext>
            </a:extLst>
          </p:cNvPr>
          <p:cNvSpPr>
            <a:spLocks/>
          </p:cNvSpPr>
          <p:nvPr/>
        </p:nvSpPr>
        <p:spPr>
          <a:xfrm>
            <a:off x="3056886" y="3214028"/>
            <a:ext cx="1980000" cy="540000"/>
          </a:xfrm>
          <a:prstGeom prst="rect">
            <a:avLst/>
          </a:prstGeom>
          <a:solidFill>
            <a:srgbClr val="84A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err="1">
                <a:solidFill>
                  <a:schemeClr val="bg1"/>
                </a:solidFill>
                <a:latin typeface="Boehringer Forward Text Md" panose="02000600000000020000" pitchFamily="2" charset="0"/>
              </a:rPr>
              <a:t>Zongertinib</a:t>
            </a:r>
            <a:r>
              <a:rPr lang="en-US" altLang="zh-CN" sz="1050">
                <a:solidFill>
                  <a:schemeClr val="bg1"/>
                </a:solidFill>
                <a:latin typeface="Boehringer Forward Text Md" panose="02000600000000020000" pitchFamily="2" charset="0"/>
              </a:rPr>
              <a:t>, BCGC</a:t>
            </a:r>
          </a:p>
          <a:p>
            <a:pPr>
              <a:lnSpc>
                <a:spcPct val="120000"/>
              </a:lnSpc>
            </a:pPr>
            <a:r>
              <a:rPr lang="en-US" altLang="zh-CN" sz="1050">
                <a:solidFill>
                  <a:schemeClr val="bg1"/>
                </a:solidFill>
                <a:latin typeface="Boehringer Forward Text Md" panose="02000600000000020000" pitchFamily="2" charset="0"/>
              </a:rPr>
              <a:t>1479-0012, Ph1b/2</a:t>
            </a:r>
            <a:endParaRPr lang="zh-CN" altLang="en-US" sz="1050">
              <a:solidFill>
                <a:schemeClr val="bg1"/>
              </a:solidFill>
              <a:latin typeface="Boehringer Forward Text Md" panose="02000600000000020000" pitchFamily="2" charset="0"/>
            </a:endParaRPr>
          </a:p>
        </p:txBody>
      </p:sp>
      <p:sp>
        <p:nvSpPr>
          <p:cNvPr id="51" name="Rectangle 50">
            <a:extLst>
              <a:ext uri="{FF2B5EF4-FFF2-40B4-BE49-F238E27FC236}">
                <a16:creationId xmlns:a16="http://schemas.microsoft.com/office/drawing/2014/main" id="{CAB77275-DA7D-82C9-7C6C-2912B5450DC8}"/>
              </a:ext>
            </a:extLst>
          </p:cNvPr>
          <p:cNvSpPr>
            <a:spLocks/>
          </p:cNvSpPr>
          <p:nvPr/>
        </p:nvSpPr>
        <p:spPr>
          <a:xfrm>
            <a:off x="5141521" y="3848523"/>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err="1">
                <a:solidFill>
                  <a:schemeClr val="bg1"/>
                </a:solidFill>
                <a:latin typeface="Boehringer Forward Text Md" panose="02000600000000020000" pitchFamily="2" charset="0"/>
              </a:rPr>
              <a:t>ASi+Empa</a:t>
            </a:r>
            <a:r>
              <a:rPr lang="en-US" altLang="zh-CN" sz="1050">
                <a:solidFill>
                  <a:schemeClr val="bg1"/>
                </a:solidFill>
                <a:latin typeface="Boehringer Forward Text Md" panose="02000600000000020000" pitchFamily="2" charset="0"/>
              </a:rPr>
              <a:t>, </a:t>
            </a:r>
            <a:r>
              <a:rPr lang="en-US" altLang="zh-CN" sz="1050" err="1">
                <a:solidFill>
                  <a:schemeClr val="bg1"/>
                </a:solidFill>
                <a:latin typeface="Boehringer Forward Text Md" panose="02000600000000020000" pitchFamily="2" charset="0"/>
              </a:rPr>
              <a:t>HFpEF</a:t>
            </a:r>
            <a:endParaRPr lang="en-US" altLang="zh-CN" sz="1050">
              <a:solidFill>
                <a:schemeClr val="bg1"/>
              </a:solidFill>
              <a:latin typeface="Boehringer Forward Text Md" panose="02000600000000020000" pitchFamily="2" charset="0"/>
            </a:endParaRPr>
          </a:p>
          <a:p>
            <a:pPr>
              <a:lnSpc>
                <a:spcPct val="120000"/>
              </a:lnSpc>
            </a:pPr>
            <a:r>
              <a:rPr lang="en-US" altLang="zh-CN" sz="1050">
                <a:solidFill>
                  <a:schemeClr val="bg1"/>
                </a:solidFill>
                <a:latin typeface="Boehringer Forward Text Md" panose="02000600000000020000" pitchFamily="2" charset="0"/>
              </a:rPr>
              <a:t>1378-0020 (Ph3)</a:t>
            </a:r>
            <a:endParaRPr lang="zh-CN" altLang="en-US" sz="1050">
              <a:solidFill>
                <a:schemeClr val="bg1"/>
              </a:solidFill>
              <a:latin typeface="Boehringer Forward Text Md" panose="02000600000000020000" pitchFamily="2" charset="0"/>
            </a:endParaRPr>
          </a:p>
        </p:txBody>
      </p:sp>
      <p:cxnSp>
        <p:nvCxnSpPr>
          <p:cNvPr id="55" name="Straight Connector 54">
            <a:extLst>
              <a:ext uri="{FF2B5EF4-FFF2-40B4-BE49-F238E27FC236}">
                <a16:creationId xmlns:a16="http://schemas.microsoft.com/office/drawing/2014/main" id="{29D30DD7-22DC-E9EB-75C4-9C198DDE244F}"/>
              </a:ext>
            </a:extLst>
          </p:cNvPr>
          <p:cNvCxnSpPr>
            <a:cxnSpLocks/>
          </p:cNvCxnSpPr>
          <p:nvPr/>
        </p:nvCxnSpPr>
        <p:spPr bwMode="gray">
          <a:xfrm>
            <a:off x="2868907" y="1412776"/>
            <a:ext cx="0" cy="3816000"/>
          </a:xfrm>
          <a:prstGeom prst="line">
            <a:avLst/>
          </a:prstGeom>
          <a:ln w="6350">
            <a:gradFill>
              <a:gsLst>
                <a:gs pos="0">
                  <a:schemeClr val="bg2">
                    <a:lumMod val="10000"/>
                    <a:lumOff val="90000"/>
                  </a:schemeClr>
                </a:gs>
                <a:gs pos="65000">
                  <a:schemeClr val="accent1">
                    <a:lumMod val="45000"/>
                    <a:lumOff val="55000"/>
                  </a:schemeClr>
                </a:gs>
                <a:gs pos="35000">
                  <a:schemeClr val="accent1">
                    <a:lumMod val="45000"/>
                    <a:lumOff val="55000"/>
                  </a:schemeClr>
                </a:gs>
                <a:gs pos="100000">
                  <a:schemeClr val="bg2">
                    <a:lumMod val="10000"/>
                    <a:lumOff val="9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8B3CF3E-2A4F-4DC8-F29C-61C6242AF7F7}"/>
              </a:ext>
            </a:extLst>
          </p:cNvPr>
          <p:cNvCxnSpPr>
            <a:cxnSpLocks/>
          </p:cNvCxnSpPr>
          <p:nvPr/>
        </p:nvCxnSpPr>
        <p:spPr bwMode="gray">
          <a:xfrm>
            <a:off x="7309500" y="1412776"/>
            <a:ext cx="0" cy="3816000"/>
          </a:xfrm>
          <a:prstGeom prst="line">
            <a:avLst/>
          </a:prstGeom>
          <a:ln w="6350">
            <a:gradFill>
              <a:gsLst>
                <a:gs pos="0">
                  <a:schemeClr val="bg2">
                    <a:lumMod val="10000"/>
                    <a:lumOff val="90000"/>
                  </a:schemeClr>
                </a:gs>
                <a:gs pos="65000">
                  <a:schemeClr val="accent1">
                    <a:lumMod val="45000"/>
                    <a:lumOff val="55000"/>
                  </a:schemeClr>
                </a:gs>
                <a:gs pos="35000">
                  <a:schemeClr val="accent1">
                    <a:lumMod val="45000"/>
                    <a:lumOff val="55000"/>
                  </a:schemeClr>
                </a:gs>
                <a:gs pos="100000">
                  <a:schemeClr val="bg2">
                    <a:lumMod val="10000"/>
                    <a:lumOff val="90000"/>
                  </a:schemeClr>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F48EAD64-17FE-4E86-E796-D3A337018044}"/>
              </a:ext>
            </a:extLst>
          </p:cNvPr>
          <p:cNvSpPr>
            <a:spLocks noGrp="1"/>
          </p:cNvSpPr>
          <p:nvPr>
            <p:ph type="body" sz="quarter" idx="13"/>
          </p:nvPr>
        </p:nvSpPr>
        <p:spPr>
          <a:xfrm>
            <a:off x="717517" y="5775837"/>
            <a:ext cx="5459763" cy="269363"/>
          </a:xfrm>
        </p:spPr>
        <p:txBody>
          <a:bodyPr/>
          <a:lstStyle/>
          <a:p>
            <a:r>
              <a:rPr lang="en-US" altLang="zh-CN" sz="900"/>
              <a:t>* Information collected from trial management and PP&lt;. Integration strategy hasn’t been confirmed yet. </a:t>
            </a:r>
            <a:endParaRPr lang="zh-CN" altLang="en-US" sz="900"/>
          </a:p>
        </p:txBody>
      </p:sp>
      <p:sp>
        <p:nvSpPr>
          <p:cNvPr id="7" name="Rectangle 6">
            <a:extLst>
              <a:ext uri="{FF2B5EF4-FFF2-40B4-BE49-F238E27FC236}">
                <a16:creationId xmlns:a16="http://schemas.microsoft.com/office/drawing/2014/main" id="{6200CF37-A6BC-A7BB-30A4-16970A55DEB5}"/>
              </a:ext>
            </a:extLst>
          </p:cNvPr>
          <p:cNvSpPr>
            <a:spLocks/>
          </p:cNvSpPr>
          <p:nvPr/>
        </p:nvSpPr>
        <p:spPr>
          <a:xfrm>
            <a:off x="5141521" y="2579533"/>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a:solidFill>
                  <a:schemeClr val="bg1"/>
                </a:solidFill>
                <a:latin typeface="Boehringer Forward Text Md" panose="02000600000000020000" pitchFamily="2" charset="0"/>
              </a:rPr>
              <a:t>Survodutide, MASH</a:t>
            </a:r>
          </a:p>
          <a:p>
            <a:pPr>
              <a:lnSpc>
                <a:spcPct val="120000"/>
              </a:lnSpc>
            </a:pPr>
            <a:r>
              <a:rPr lang="en-US" altLang="zh-CN" sz="1050">
                <a:solidFill>
                  <a:schemeClr val="bg1"/>
                </a:solidFill>
                <a:latin typeface="Boehringer Forward Text Md" panose="02000600000000020000" pitchFamily="2" charset="0"/>
              </a:rPr>
              <a:t>1404-0064 (Ph3)</a:t>
            </a:r>
            <a:endParaRPr lang="zh-CN" altLang="en-US" sz="1050">
              <a:solidFill>
                <a:schemeClr val="bg1"/>
              </a:solidFill>
              <a:latin typeface="Boehringer Forward Text Md" panose="02000600000000020000" pitchFamily="2" charset="0"/>
            </a:endParaRPr>
          </a:p>
        </p:txBody>
      </p:sp>
      <p:graphicFrame>
        <p:nvGraphicFramePr>
          <p:cNvPr id="43" name="Table 88">
            <a:extLst>
              <a:ext uri="{FF2B5EF4-FFF2-40B4-BE49-F238E27FC236}">
                <a16:creationId xmlns:a16="http://schemas.microsoft.com/office/drawing/2014/main" id="{3C194CBA-B6AE-9A7C-E1DB-060DBF21DB5A}"/>
              </a:ext>
            </a:extLst>
          </p:cNvPr>
          <p:cNvGraphicFramePr>
            <a:graphicFrameLocks noGrp="1"/>
          </p:cNvGraphicFramePr>
          <p:nvPr>
            <p:extLst>
              <p:ext uri="{D42A27DB-BD31-4B8C-83A1-F6EECF244321}">
                <p14:modId xmlns:p14="http://schemas.microsoft.com/office/powerpoint/2010/main" val="2791738040"/>
              </p:ext>
            </p:extLst>
          </p:nvPr>
        </p:nvGraphicFramePr>
        <p:xfrm>
          <a:off x="717517" y="5373030"/>
          <a:ext cx="3111200" cy="384387"/>
        </p:xfrm>
        <a:graphic>
          <a:graphicData uri="http://schemas.openxmlformats.org/drawingml/2006/table">
            <a:tbl>
              <a:tblPr firstRow="1" bandRow="1">
                <a:tableStyleId>{5C22544A-7EE6-4342-B048-85BDC9FD1C3A}</a:tableStyleId>
              </a:tblPr>
              <a:tblGrid>
                <a:gridCol w="777800">
                  <a:extLst>
                    <a:ext uri="{9D8B030D-6E8A-4147-A177-3AD203B41FA5}">
                      <a16:colId xmlns:a16="http://schemas.microsoft.com/office/drawing/2014/main" val="4207270131"/>
                    </a:ext>
                  </a:extLst>
                </a:gridCol>
                <a:gridCol w="777800">
                  <a:extLst>
                    <a:ext uri="{9D8B030D-6E8A-4147-A177-3AD203B41FA5}">
                      <a16:colId xmlns:a16="http://schemas.microsoft.com/office/drawing/2014/main" val="2706528302"/>
                    </a:ext>
                  </a:extLst>
                </a:gridCol>
                <a:gridCol w="777800">
                  <a:extLst>
                    <a:ext uri="{9D8B030D-6E8A-4147-A177-3AD203B41FA5}">
                      <a16:colId xmlns:a16="http://schemas.microsoft.com/office/drawing/2014/main" val="3011728198"/>
                    </a:ext>
                  </a:extLst>
                </a:gridCol>
                <a:gridCol w="777800">
                  <a:extLst>
                    <a:ext uri="{9D8B030D-6E8A-4147-A177-3AD203B41FA5}">
                      <a16:colId xmlns:a16="http://schemas.microsoft.com/office/drawing/2014/main" val="3373007905"/>
                    </a:ext>
                  </a:extLst>
                </a:gridCol>
              </a:tblGrid>
              <a:tr h="384387">
                <a:tc>
                  <a:txBody>
                    <a:bodyPr/>
                    <a:lstStyle/>
                    <a:p>
                      <a:pPr algn="ctr"/>
                      <a:r>
                        <a:rPr lang="en-GB" sz="1100"/>
                        <a:t>INFL</a:t>
                      </a:r>
                    </a:p>
                  </a:txBody>
                  <a:tcPr marL="216747" marR="216747" marT="108373" marB="108373">
                    <a:solidFill>
                      <a:srgbClr val="2683C6"/>
                    </a:solidFill>
                  </a:tcPr>
                </a:tc>
                <a:tc>
                  <a:txBody>
                    <a:bodyPr/>
                    <a:lstStyle/>
                    <a:p>
                      <a:pPr algn="ctr"/>
                      <a:r>
                        <a:rPr lang="en-GB" sz="1100"/>
                        <a:t>ONC</a:t>
                      </a:r>
                    </a:p>
                  </a:txBody>
                  <a:tcPr marL="216747" marR="216747" marT="108373" marB="108373">
                    <a:solidFill>
                      <a:srgbClr val="84ACB6"/>
                    </a:solidFill>
                  </a:tcPr>
                </a:tc>
                <a:tc>
                  <a:txBody>
                    <a:bodyPr/>
                    <a:lstStyle/>
                    <a:p>
                      <a:pPr algn="ctr"/>
                      <a:r>
                        <a:rPr lang="en-GB" sz="1100"/>
                        <a:t>CREA</a:t>
                      </a:r>
                    </a:p>
                  </a:txBody>
                  <a:tcPr marL="0" marR="0" marT="108373" marB="108373">
                    <a:solidFill>
                      <a:srgbClr val="58B6C0"/>
                    </a:solidFill>
                  </a:tcPr>
                </a:tc>
                <a:tc>
                  <a:txBody>
                    <a:bodyPr/>
                    <a:lstStyle/>
                    <a:p>
                      <a:pPr algn="ctr"/>
                      <a:r>
                        <a:rPr lang="en-GB" sz="1100"/>
                        <a:t>CRM</a:t>
                      </a:r>
                    </a:p>
                  </a:txBody>
                  <a:tcPr marL="216747" marR="216747" marT="108373" marB="108373">
                    <a:solidFill>
                      <a:srgbClr val="42BA97"/>
                    </a:solidFill>
                  </a:tcPr>
                </a:tc>
                <a:extLst>
                  <a:ext uri="{0D108BD9-81ED-4DB2-BD59-A6C34878D82A}">
                    <a16:rowId xmlns:a16="http://schemas.microsoft.com/office/drawing/2014/main" val="346391866"/>
                  </a:ext>
                </a:extLst>
              </a:tr>
            </a:tbl>
          </a:graphicData>
        </a:graphic>
      </p:graphicFrame>
      <p:sp>
        <p:nvSpPr>
          <p:cNvPr id="9" name="Rectangle 8">
            <a:extLst>
              <a:ext uri="{FF2B5EF4-FFF2-40B4-BE49-F238E27FC236}">
                <a16:creationId xmlns:a16="http://schemas.microsoft.com/office/drawing/2014/main" id="{15D5BA72-EE58-4875-F14C-7112A3FA43EA}"/>
              </a:ext>
            </a:extLst>
          </p:cNvPr>
          <p:cNvSpPr>
            <a:spLocks/>
          </p:cNvSpPr>
          <p:nvPr/>
        </p:nvSpPr>
        <p:spPr>
          <a:xfrm>
            <a:off x="678884" y="2579533"/>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kern="1400">
                <a:solidFill>
                  <a:schemeClr val="bg1"/>
                </a:solidFill>
                <a:latin typeface="Boehringer Forward Text Md" panose="02000600000000020000" pitchFamily="2" charset="0"/>
              </a:rPr>
              <a:t>Empagliflozin, post MI</a:t>
            </a:r>
          </a:p>
          <a:p>
            <a:pPr>
              <a:lnSpc>
                <a:spcPct val="120000"/>
              </a:lnSpc>
            </a:pPr>
            <a:r>
              <a:rPr lang="en-US" altLang="zh-CN" sz="1050" kern="1400">
                <a:solidFill>
                  <a:schemeClr val="bg1"/>
                </a:solidFill>
                <a:latin typeface="Boehringer Forward Text Md" panose="02000600000000020000" pitchFamily="2" charset="0"/>
              </a:rPr>
              <a:t>1245-0202 (Ph3)</a:t>
            </a:r>
            <a:endParaRPr lang="zh-CN" altLang="en-US" sz="1050" kern="1400">
              <a:solidFill>
                <a:schemeClr val="bg1"/>
              </a:solidFill>
              <a:latin typeface="Boehringer Forward Text Md" panose="02000600000000020000" pitchFamily="2" charset="0"/>
            </a:endParaRPr>
          </a:p>
        </p:txBody>
      </p:sp>
      <p:sp>
        <p:nvSpPr>
          <p:cNvPr id="13" name="Rectangle 12">
            <a:extLst>
              <a:ext uri="{FF2B5EF4-FFF2-40B4-BE49-F238E27FC236}">
                <a16:creationId xmlns:a16="http://schemas.microsoft.com/office/drawing/2014/main" id="{C9570892-BD1B-AA9C-9EE8-DED7178650BB}"/>
              </a:ext>
            </a:extLst>
          </p:cNvPr>
          <p:cNvSpPr>
            <a:spLocks/>
          </p:cNvSpPr>
          <p:nvPr/>
        </p:nvSpPr>
        <p:spPr>
          <a:xfrm>
            <a:off x="678884" y="3214028"/>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kern="1400">
                <a:solidFill>
                  <a:schemeClr val="bg1"/>
                </a:solidFill>
                <a:latin typeface="Boehringer Forward Text Md" panose="02000600000000020000" pitchFamily="2" charset="0"/>
              </a:rPr>
              <a:t>Empagliflozin, HFrEF</a:t>
            </a:r>
          </a:p>
          <a:p>
            <a:pPr>
              <a:lnSpc>
                <a:spcPct val="120000"/>
              </a:lnSpc>
            </a:pPr>
            <a:r>
              <a:rPr lang="en-US" altLang="zh-CN" sz="1050" kern="1400">
                <a:solidFill>
                  <a:schemeClr val="bg1"/>
                </a:solidFill>
                <a:latin typeface="Boehringer Forward Text Md" panose="02000600000000020000" pitchFamily="2" charset="0"/>
              </a:rPr>
              <a:t>1245-0121 (Ph3)</a:t>
            </a:r>
            <a:endParaRPr lang="zh-CN" altLang="en-US" sz="1050" kern="1400">
              <a:solidFill>
                <a:schemeClr val="bg1"/>
              </a:solidFill>
              <a:latin typeface="Boehringer Forward Text Md" panose="02000600000000020000" pitchFamily="2" charset="0"/>
            </a:endParaRPr>
          </a:p>
        </p:txBody>
      </p:sp>
      <p:sp>
        <p:nvSpPr>
          <p:cNvPr id="6" name="Rectangle 5">
            <a:extLst>
              <a:ext uri="{FF2B5EF4-FFF2-40B4-BE49-F238E27FC236}">
                <a16:creationId xmlns:a16="http://schemas.microsoft.com/office/drawing/2014/main" id="{C7A35576-73B5-6B36-A7B3-3FDE816440A5}"/>
              </a:ext>
            </a:extLst>
          </p:cNvPr>
          <p:cNvSpPr>
            <a:spLocks/>
          </p:cNvSpPr>
          <p:nvPr/>
        </p:nvSpPr>
        <p:spPr>
          <a:xfrm>
            <a:off x="9577743" y="3848523"/>
            <a:ext cx="1980000" cy="540000"/>
          </a:xfrm>
          <a:prstGeom prst="rect">
            <a:avLst/>
          </a:prstGeom>
          <a:solidFill>
            <a:srgbClr val="58B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err="1">
                <a:solidFill>
                  <a:schemeClr val="bg1"/>
                </a:solidFill>
                <a:latin typeface="Boehringer Forward Text Md" panose="02000600000000020000" pitchFamily="2" charset="0"/>
              </a:rPr>
              <a:t>PKKi</a:t>
            </a:r>
            <a:r>
              <a:rPr lang="en-US" altLang="zh-CN" sz="1050">
                <a:solidFill>
                  <a:schemeClr val="bg1"/>
                </a:solidFill>
                <a:latin typeface="Boehringer Forward Text Md" panose="02000600000000020000" pitchFamily="2" charset="0"/>
              </a:rPr>
              <a:t>, DME</a:t>
            </a:r>
          </a:p>
          <a:p>
            <a:pPr>
              <a:lnSpc>
                <a:spcPct val="120000"/>
              </a:lnSpc>
            </a:pPr>
            <a:r>
              <a:rPr lang="en-US" altLang="zh-CN" sz="1050">
                <a:solidFill>
                  <a:schemeClr val="bg1"/>
                </a:solidFill>
                <a:latin typeface="Boehringer Forward Text Md" panose="02000600000000020000" pitchFamily="2" charset="0"/>
              </a:rPr>
              <a:t>1485-0017 (Ph2a)</a:t>
            </a:r>
            <a:endParaRPr lang="zh-CN" altLang="en-US" sz="1050">
              <a:solidFill>
                <a:schemeClr val="bg1"/>
              </a:solidFill>
              <a:latin typeface="Boehringer Forward Text Md" panose="02000600000000020000" pitchFamily="2" charset="0"/>
            </a:endParaRPr>
          </a:p>
        </p:txBody>
      </p:sp>
      <p:sp>
        <p:nvSpPr>
          <p:cNvPr id="20" name="Rectangle 19">
            <a:extLst>
              <a:ext uri="{FF2B5EF4-FFF2-40B4-BE49-F238E27FC236}">
                <a16:creationId xmlns:a16="http://schemas.microsoft.com/office/drawing/2014/main" id="{C1E3AD17-4A71-0C7F-40FE-77B803A08F75}"/>
              </a:ext>
            </a:extLst>
          </p:cNvPr>
          <p:cNvSpPr>
            <a:spLocks/>
          </p:cNvSpPr>
          <p:nvPr/>
        </p:nvSpPr>
        <p:spPr>
          <a:xfrm>
            <a:off x="678884" y="3843948"/>
            <a:ext cx="1980000" cy="540000"/>
          </a:xfrm>
          <a:prstGeom prst="rect">
            <a:avLst/>
          </a:prstGeom>
          <a:solidFill>
            <a:srgbClr val="42BA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sz="1050" kern="1400">
                <a:solidFill>
                  <a:schemeClr val="bg1"/>
                </a:solidFill>
                <a:latin typeface="Boehringer Forward Text Md" panose="02000600000000020000" pitchFamily="2" charset="0"/>
              </a:rPr>
              <a:t>Empagliflozin, </a:t>
            </a:r>
            <a:r>
              <a:rPr lang="en-US" altLang="zh-CN" sz="1050" kern="1400" err="1">
                <a:solidFill>
                  <a:schemeClr val="bg1"/>
                </a:solidFill>
                <a:latin typeface="Boehringer Forward Text Md" panose="02000600000000020000" pitchFamily="2" charset="0"/>
              </a:rPr>
              <a:t>HFpEF</a:t>
            </a:r>
            <a:endParaRPr lang="en-US" altLang="zh-CN" sz="1050" kern="1400">
              <a:solidFill>
                <a:schemeClr val="bg1"/>
              </a:solidFill>
              <a:latin typeface="Boehringer Forward Text Md" panose="02000600000000020000" pitchFamily="2" charset="0"/>
            </a:endParaRPr>
          </a:p>
          <a:p>
            <a:pPr>
              <a:lnSpc>
                <a:spcPct val="120000"/>
              </a:lnSpc>
            </a:pPr>
            <a:r>
              <a:rPr lang="en-US" altLang="zh-CN" sz="1050" kern="1400">
                <a:solidFill>
                  <a:schemeClr val="bg1"/>
                </a:solidFill>
                <a:latin typeface="Boehringer Forward Text Md" panose="02000600000000020000" pitchFamily="2" charset="0"/>
              </a:rPr>
              <a:t>1245-0110 (Ph3)</a:t>
            </a:r>
            <a:endParaRPr lang="zh-CN" altLang="en-US" sz="1050" kern="1400">
              <a:solidFill>
                <a:schemeClr val="bg1"/>
              </a:solidFill>
              <a:latin typeface="Boehringer Forward Text Md" panose="02000600000000020000" pitchFamily="2" charset="0"/>
            </a:endParaRPr>
          </a:p>
        </p:txBody>
      </p:sp>
    </p:spTree>
    <p:extLst>
      <p:ext uri="{BB962C8B-B14F-4D97-AF65-F5344CB8AC3E}">
        <p14:creationId xmlns:p14="http://schemas.microsoft.com/office/powerpoint/2010/main" val="1823919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205D-037B-4E09-0FE2-C38F0E5B5920}"/>
              </a:ext>
            </a:extLst>
          </p:cNvPr>
          <p:cNvSpPr>
            <a:spLocks noGrp="1"/>
          </p:cNvSpPr>
          <p:nvPr>
            <p:ph type="title"/>
          </p:nvPr>
        </p:nvSpPr>
        <p:spPr/>
        <p:txBody>
          <a:bodyPr/>
          <a:lstStyle/>
          <a:p>
            <a:r>
              <a:rPr lang="en-US" altLang="zh-CN"/>
              <a:t>Pain-point Identification</a:t>
            </a:r>
            <a:endParaRPr lang="zh-CN" altLang="en-US"/>
          </a:p>
        </p:txBody>
      </p:sp>
      <p:sp>
        <p:nvSpPr>
          <p:cNvPr id="4" name="Footer Placeholder 3">
            <a:extLst>
              <a:ext uri="{FF2B5EF4-FFF2-40B4-BE49-F238E27FC236}">
                <a16:creationId xmlns:a16="http://schemas.microsoft.com/office/drawing/2014/main" id="{9F104010-1247-ECE1-9F88-7C8F39A3BCFF}"/>
              </a:ext>
            </a:extLst>
          </p:cNvPr>
          <p:cNvSpPr>
            <a:spLocks noGrp="1"/>
          </p:cNvSpPr>
          <p:nvPr>
            <p:ph type="ftr" sz="quarter" idx="16"/>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CA82A883-3A33-F001-19F5-EF467C715939}"/>
              </a:ext>
            </a:extLst>
          </p:cNvPr>
          <p:cNvSpPr>
            <a:spLocks noGrp="1"/>
          </p:cNvSpPr>
          <p:nvPr>
            <p:ph type="sldNum" sz="quarter" idx="17"/>
          </p:nvPr>
        </p:nvSpPr>
        <p:spPr/>
        <p:txBody>
          <a:bodyPr/>
          <a:lstStyle/>
          <a:p>
            <a:fld id="{8FF9B0DE-3FEB-4AA0-B465-B80EF7C1333D}" type="slidenum">
              <a:rPr lang="en-US" smtClean="0"/>
              <a:pPr/>
              <a:t>5</a:t>
            </a:fld>
            <a:endParaRPr lang="en-US"/>
          </a:p>
        </p:txBody>
      </p:sp>
      <p:graphicFrame>
        <p:nvGraphicFramePr>
          <p:cNvPr id="28" name="Table 28">
            <a:extLst>
              <a:ext uri="{FF2B5EF4-FFF2-40B4-BE49-F238E27FC236}">
                <a16:creationId xmlns:a16="http://schemas.microsoft.com/office/drawing/2014/main" id="{C75839B4-7AD4-5F3C-4D11-CBE961D76423}"/>
              </a:ext>
            </a:extLst>
          </p:cNvPr>
          <p:cNvGraphicFramePr>
            <a:graphicFrameLocks/>
          </p:cNvGraphicFramePr>
          <p:nvPr>
            <p:extLst>
              <p:ext uri="{D42A27DB-BD31-4B8C-83A1-F6EECF244321}">
                <p14:modId xmlns:p14="http://schemas.microsoft.com/office/powerpoint/2010/main" val="2071327035"/>
              </p:ext>
            </p:extLst>
          </p:nvPr>
        </p:nvGraphicFramePr>
        <p:xfrm>
          <a:off x="479425" y="1148080"/>
          <a:ext cx="11204572" cy="4897120"/>
        </p:xfrm>
        <a:graphic>
          <a:graphicData uri="http://schemas.openxmlformats.org/drawingml/2006/table">
            <a:tbl>
              <a:tblPr firstRow="1" bandRow="1">
                <a:tableStyleId>{5C22544A-7EE6-4342-B048-85BDC9FD1C3A}</a:tableStyleId>
              </a:tblPr>
              <a:tblGrid>
                <a:gridCol w="3578224">
                  <a:extLst>
                    <a:ext uri="{9D8B030D-6E8A-4147-A177-3AD203B41FA5}">
                      <a16:colId xmlns:a16="http://schemas.microsoft.com/office/drawing/2014/main" val="192500821"/>
                    </a:ext>
                  </a:extLst>
                </a:gridCol>
                <a:gridCol w="2419349">
                  <a:extLst>
                    <a:ext uri="{9D8B030D-6E8A-4147-A177-3AD203B41FA5}">
                      <a16:colId xmlns:a16="http://schemas.microsoft.com/office/drawing/2014/main" val="1230222997"/>
                    </a:ext>
                  </a:extLst>
                </a:gridCol>
                <a:gridCol w="1765302">
                  <a:extLst>
                    <a:ext uri="{9D8B030D-6E8A-4147-A177-3AD203B41FA5}">
                      <a16:colId xmlns:a16="http://schemas.microsoft.com/office/drawing/2014/main" val="2909592934"/>
                    </a:ext>
                  </a:extLst>
                </a:gridCol>
                <a:gridCol w="3441697">
                  <a:extLst>
                    <a:ext uri="{9D8B030D-6E8A-4147-A177-3AD203B41FA5}">
                      <a16:colId xmlns:a16="http://schemas.microsoft.com/office/drawing/2014/main" val="1359642470"/>
                    </a:ext>
                  </a:extLst>
                </a:gridCol>
              </a:tblGrid>
              <a:tr h="467360">
                <a:tc>
                  <a:txBody>
                    <a:bodyPr/>
                    <a:lstStyle/>
                    <a:p>
                      <a:pPr algn="ctr"/>
                      <a:r>
                        <a:rPr lang="en-US" altLang="zh-CN" sz="1600"/>
                        <a:t>Initiation</a:t>
                      </a:r>
                      <a:endParaRPr lang="zh-CN" altLang="en-US" sz="1600"/>
                    </a:p>
                  </a:txBody>
                  <a:tcPr anchor="ctr">
                    <a:lnR w="5715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EE6541">
                        <a:alpha val="95000"/>
                      </a:srgbClr>
                    </a:solidFill>
                  </a:tcPr>
                </a:tc>
                <a:tc>
                  <a:txBody>
                    <a:bodyPr/>
                    <a:lstStyle/>
                    <a:p>
                      <a:pPr algn="ctr"/>
                      <a:r>
                        <a:rPr lang="en-US" altLang="zh-CN" sz="1600"/>
                        <a:t>Recruitment</a:t>
                      </a:r>
                      <a:endParaRPr lang="zh-CN" altLang="en-US" sz="1600"/>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6AD2E2">
                        <a:alpha val="95000"/>
                      </a:srgbClr>
                    </a:solidFill>
                  </a:tcPr>
                </a:tc>
                <a:tc>
                  <a:txBody>
                    <a:bodyPr/>
                    <a:lstStyle/>
                    <a:p>
                      <a:pPr algn="ctr"/>
                      <a:r>
                        <a:rPr lang="en-US" altLang="zh-CN" sz="1400" b="1" kern="1200">
                          <a:solidFill>
                            <a:schemeClr val="lt1"/>
                          </a:solidFill>
                          <a:effectLst/>
                          <a:latin typeface="+mn-lt"/>
                          <a:ea typeface="+mn-ea"/>
                          <a:cs typeface="+mn-cs"/>
                        </a:rPr>
                        <a:t>Maintenance &amp;</a:t>
                      </a:r>
                      <a:endParaRPr lang="en-US" altLang="zh-CN" sz="1400"/>
                    </a:p>
                    <a:p>
                      <a:pPr algn="ctr"/>
                      <a:r>
                        <a:rPr lang="en-US" altLang="zh-CN" sz="1400"/>
                        <a:t>Close-out</a:t>
                      </a:r>
                      <a:endParaRPr lang="zh-CN" altLang="en-US" sz="1400"/>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FFD03D">
                        <a:alpha val="95000"/>
                      </a:srgbClr>
                    </a:solidFill>
                  </a:tcPr>
                </a:tc>
                <a:tc>
                  <a:txBody>
                    <a:bodyPr/>
                    <a:lstStyle/>
                    <a:p>
                      <a:pPr algn="ctr"/>
                      <a:r>
                        <a:rPr lang="en-US" altLang="zh-CN" sz="1600"/>
                        <a:t>NDA Preparation and Review</a:t>
                      </a:r>
                      <a:endParaRPr lang="zh-CN" altLang="en-US" sz="1600"/>
                    </a:p>
                  </a:txBody>
                  <a:tcPr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928BDE">
                        <a:alpha val="95000"/>
                      </a:srgbClr>
                    </a:solidFill>
                  </a:tcPr>
                </a:tc>
                <a:extLst>
                  <a:ext uri="{0D108BD9-81ED-4DB2-BD59-A6C34878D82A}">
                    <a16:rowId xmlns:a16="http://schemas.microsoft.com/office/drawing/2014/main" val="2947825906"/>
                  </a:ext>
                </a:extLst>
              </a:tr>
              <a:tr h="4378960">
                <a:tc>
                  <a:txBody>
                    <a:bodyPr/>
                    <a:lstStyle/>
                    <a:p>
                      <a:pPr>
                        <a:lnSpc>
                          <a:spcPct val="125000"/>
                        </a:lnSpc>
                      </a:pPr>
                      <a:r>
                        <a:rPr lang="en-US" altLang="zh-CN" sz="1000" b="1" dirty="0"/>
                        <a:t>Collaboration with CRO:</a:t>
                      </a:r>
                    </a:p>
                    <a:p>
                      <a:pPr marL="171450" marR="0" lvl="0" indent="-171450" algn="l" rtl="0" eaLnBrk="1" fontAlgn="auto" latinLnBrk="0" hangingPunct="1">
                        <a:lnSpc>
                          <a:spcPct val="125000"/>
                        </a:lnSpc>
                        <a:spcBef>
                          <a:spcPts val="0"/>
                        </a:spcBef>
                        <a:spcAft>
                          <a:spcPts val="0"/>
                        </a:spcAft>
                        <a:buClrTx/>
                        <a:buSzTx/>
                        <a:buFont typeface="Arial" panose="020B0604020202020204" pitchFamily="34" charset="0"/>
                        <a:buChar char="•"/>
                      </a:pPr>
                      <a:r>
                        <a:rPr lang="en-US" altLang="zh-CN" sz="1000" dirty="0"/>
                        <a:t>Obscurity in how to conduct frontloading activities(e.g. TDO input, KEE outreach) and reflecting China’s needs (sample size, biomarker, </a:t>
                      </a:r>
                      <a:r>
                        <a:rPr lang="en-US" altLang="zh-CN" sz="1000" dirty="0" err="1"/>
                        <a:t>etc</a:t>
                      </a:r>
                      <a:r>
                        <a:rPr lang="en-US" altLang="zh-CN" sz="1000" dirty="0"/>
                        <a:t>). </a:t>
                      </a:r>
                    </a:p>
                    <a:p>
                      <a:pPr marL="171450" indent="-171450">
                        <a:lnSpc>
                          <a:spcPct val="125000"/>
                        </a:lnSpc>
                        <a:buFont typeface="Arial" panose="020B0604020202020204" pitchFamily="34" charset="0"/>
                        <a:buChar char="•"/>
                      </a:pPr>
                      <a:r>
                        <a:rPr lang="en-US" altLang="zh-CN" sz="1000" dirty="0"/>
                        <a:t>Unclarity in the foundation of timeline and sample size proposal from vendor;</a:t>
                      </a:r>
                    </a:p>
                    <a:p>
                      <a:pPr marL="171450" indent="-171450">
                        <a:lnSpc>
                          <a:spcPct val="125000"/>
                        </a:lnSpc>
                        <a:buFont typeface="Arial" panose="020B0604020202020204" pitchFamily="34" charset="0"/>
                        <a:buChar char="•"/>
                      </a:pPr>
                      <a:r>
                        <a:rPr lang="en-US" altLang="zh-CN" sz="1000" dirty="0"/>
                        <a:t>Difficulty in obtaining most updated information (CTS planning). </a:t>
                      </a:r>
                    </a:p>
                    <a:p>
                      <a:pPr>
                        <a:lnSpc>
                          <a:spcPct val="125000"/>
                        </a:lnSpc>
                      </a:pPr>
                      <a:endParaRPr lang="en-US" altLang="zh-CN" sz="1000" b="0" dirty="0"/>
                    </a:p>
                    <a:p>
                      <a:pPr>
                        <a:lnSpc>
                          <a:spcPct val="125000"/>
                        </a:lnSpc>
                      </a:pPr>
                      <a:r>
                        <a:rPr lang="en-US" altLang="zh-CN" sz="1000" b="1" dirty="0"/>
                        <a:t>Cost center:</a:t>
                      </a:r>
                    </a:p>
                    <a:p>
                      <a:pPr marL="171450" indent="-171450">
                        <a:lnSpc>
                          <a:spcPct val="125000"/>
                        </a:lnSpc>
                        <a:buFont typeface="Arial" panose="020B0604020202020204" pitchFamily="34" charset="0"/>
                        <a:buChar char="•"/>
                      </a:pPr>
                      <a:r>
                        <a:rPr lang="en-US" altLang="zh-CN" sz="1000" dirty="0"/>
                        <a:t>Need cost center for local specific needs (CTA submission translation,</a:t>
                      </a:r>
                      <a:r>
                        <a:rPr lang="zh-CN" altLang="en-US" sz="1000" dirty="0"/>
                        <a:t> </a:t>
                      </a:r>
                      <a:r>
                        <a:rPr lang="en-US" altLang="zh-CN" sz="1000" dirty="0"/>
                        <a:t>potential CTS</a:t>
                      </a:r>
                      <a:r>
                        <a:rPr lang="zh-CN" altLang="en-US" sz="1000" dirty="0"/>
                        <a:t> </a:t>
                      </a:r>
                      <a:r>
                        <a:rPr lang="en-US" altLang="zh-CN" sz="1000" dirty="0"/>
                        <a:t>local</a:t>
                      </a:r>
                      <a:r>
                        <a:rPr lang="zh-CN" altLang="en-US" sz="1000" dirty="0"/>
                        <a:t> </a:t>
                      </a:r>
                      <a:r>
                        <a:rPr lang="en-US" altLang="zh-CN" sz="1000" dirty="0"/>
                        <a:t>activities).</a:t>
                      </a:r>
                    </a:p>
                    <a:p>
                      <a:pPr marL="0" indent="0">
                        <a:lnSpc>
                          <a:spcPct val="125000"/>
                        </a:lnSpc>
                        <a:buFont typeface="Arial" panose="020B0604020202020204" pitchFamily="34" charset="0"/>
                        <a:buNone/>
                      </a:pPr>
                      <a:endParaRPr lang="en-US" altLang="zh-CN" sz="1000" dirty="0"/>
                    </a:p>
                    <a:p>
                      <a:pPr marL="0" indent="0">
                        <a:lnSpc>
                          <a:spcPct val="125000"/>
                        </a:lnSpc>
                        <a:buFont typeface="Arial" panose="020B0604020202020204" pitchFamily="34" charset="0"/>
                        <a:buNone/>
                      </a:pPr>
                      <a:endParaRPr lang="en-US" altLang="zh-CN" sz="1000" dirty="0"/>
                    </a:p>
                  </a:txBody>
                  <a:tcPr marL="108000" marR="108000" marT="468000">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F5CDB9">
                        <a:alpha val="20000"/>
                      </a:srgbClr>
                    </a:solidFill>
                  </a:tcPr>
                </a:tc>
                <a:tc>
                  <a:txBody>
                    <a:bodyPr/>
                    <a:lstStyle/>
                    <a:p>
                      <a:pPr algn="l">
                        <a:lnSpc>
                          <a:spcPct val="125000"/>
                        </a:lnSpc>
                      </a:pPr>
                      <a:r>
                        <a:rPr lang="en-US" altLang="zh-CN" sz="1000" b="1" dirty="0"/>
                        <a:t>PI engagement:</a:t>
                      </a:r>
                    </a:p>
                    <a:p>
                      <a:pPr marL="171450" indent="-171450" algn="l">
                        <a:lnSpc>
                          <a:spcPct val="125000"/>
                        </a:lnSpc>
                        <a:buFont typeface="Arial" panose="020B0604020202020204" pitchFamily="34" charset="0"/>
                        <a:buChar char="•"/>
                      </a:pPr>
                      <a:r>
                        <a:rPr lang="en-US" altLang="zh-CN" sz="1000" dirty="0"/>
                        <a:t>Unclear collaboration model to ensure EASE for FOT/HOM. (Global process under development.)</a:t>
                      </a:r>
                    </a:p>
                    <a:p>
                      <a:pPr algn="l">
                        <a:lnSpc>
                          <a:spcPct val="125000"/>
                        </a:lnSpc>
                      </a:pPr>
                      <a:endParaRPr lang="en-US" altLang="zh-CN" sz="1000" dirty="0"/>
                    </a:p>
                    <a:p>
                      <a:pPr algn="l">
                        <a:lnSpc>
                          <a:spcPct val="125000"/>
                        </a:lnSpc>
                      </a:pPr>
                      <a:r>
                        <a:rPr lang="en-US" altLang="zh-CN" sz="1000" b="1" dirty="0"/>
                        <a:t>Trial status update:</a:t>
                      </a:r>
                    </a:p>
                    <a:p>
                      <a:pPr marL="171450" indent="-171450" algn="l">
                        <a:lnSpc>
                          <a:spcPct val="125000"/>
                        </a:lnSpc>
                        <a:buFont typeface="Arial" panose="020B0604020202020204" pitchFamily="34" charset="0"/>
                        <a:buChar char="•"/>
                      </a:pPr>
                      <a:r>
                        <a:rPr lang="en-US" altLang="zh-CN" sz="1000" dirty="0"/>
                        <a:t>Potential difficulty in obtaining most updated information (recruitment, timeline, protocol amendment, IMP management, </a:t>
                      </a:r>
                      <a:r>
                        <a:rPr lang="en-US" altLang="zh-CN" sz="1000" dirty="0" err="1"/>
                        <a:t>etc</a:t>
                      </a:r>
                      <a:r>
                        <a:rPr lang="en-US" altLang="zh-CN" sz="1000" dirty="0"/>
                        <a:t>). </a:t>
                      </a:r>
                    </a:p>
                  </a:txBody>
                  <a:tcPr marL="108000" marR="108000" marT="468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D2F2F7">
                        <a:alpha val="20000"/>
                      </a:srgbClr>
                    </a:solidFill>
                  </a:tcPr>
                </a:tc>
                <a:tc>
                  <a:txBody>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prstClr val="black"/>
                          </a:solidFill>
                          <a:effectLst/>
                          <a:uLnTx/>
                          <a:uFillTx/>
                          <a:latin typeface="+mn-lt"/>
                          <a:ea typeface="+mn-ea"/>
                          <a:cs typeface="+mn-cs"/>
                        </a:rPr>
                        <a:t>NC management:</a:t>
                      </a:r>
                    </a:p>
                    <a:p>
                      <a:pPr marL="171450" marR="0" lvl="0" indent="-171450" algn="l" rtl="0" eaLnBrk="1" fontAlgn="auto" latinLnBrk="0" hangingPunct="1">
                        <a:lnSpc>
                          <a:spcPct val="125000"/>
                        </a:lnSpc>
                        <a:spcBef>
                          <a:spcPts val="0"/>
                        </a:spcBef>
                        <a:spcAft>
                          <a:spcPts val="0"/>
                        </a:spcAft>
                        <a:buClrTx/>
                        <a:buSzTx/>
                        <a:buFont typeface="Arial" panose="020B0604020202020204" pitchFamily="34" charset="0"/>
                        <a:buChar char="•"/>
                      </a:pPr>
                      <a:r>
                        <a:rPr kumimoji="0" lang="en-US" altLang="zh-CN" sz="1000" b="0" i="0" u="none" strike="noStrike" kern="1200" cap="none" spc="0" normalizeH="0" baseline="0" noProof="0" dirty="0">
                          <a:ln>
                            <a:noFill/>
                          </a:ln>
                          <a:solidFill>
                            <a:prstClr val="black"/>
                          </a:solidFill>
                          <a:effectLst/>
                          <a:uLnTx/>
                          <a:uFillTx/>
                          <a:latin typeface="+mn-lt"/>
                          <a:ea typeface="+mn-ea"/>
                          <a:cs typeface="+mn-cs"/>
                        </a:rPr>
                        <a:t>Untimely identification, escalation and resolution of NCs</a:t>
                      </a:r>
                      <a:r>
                        <a:rPr lang="en-US" altLang="zh-CN" sz="1000" b="0" i="0" u="none" strike="noStrike" kern="1200" cap="none" spc="0" normalizeH="0" baseline="0" noProof="0" dirty="0">
                          <a:ln>
                            <a:noFill/>
                          </a:ln>
                          <a:solidFill>
                            <a:prstClr val="black"/>
                          </a:solidFill>
                          <a:effectLst/>
                          <a:uLnTx/>
                          <a:uFillTx/>
                          <a:latin typeface="+mn-lt"/>
                          <a:ea typeface="+mn-ea"/>
                          <a:cs typeface="+mn-cs"/>
                        </a:rPr>
                        <a:t>, specifically for potential severe issue.</a:t>
                      </a:r>
                      <a:endParaRPr kumimoji="0" lang="zh-CN" altLang="en-US" sz="1000" b="0" i="0" u="none" strike="noStrike" kern="1200" cap="none" spc="0" normalizeH="0" baseline="0" noProof="0" dirty="0">
                        <a:ln>
                          <a:noFill/>
                        </a:ln>
                        <a:solidFill>
                          <a:prstClr val="black"/>
                        </a:solidFill>
                        <a:effectLst/>
                        <a:uLnTx/>
                        <a:uFillTx/>
                        <a:latin typeface="+mn-lt"/>
                        <a:ea typeface="+mn-ea"/>
                        <a:cs typeface="+mn-cs"/>
                      </a:endParaRPr>
                    </a:p>
                  </a:txBody>
                  <a:tcPr marL="108000" marR="108000" marT="468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FBF9AA">
                        <a:alpha val="20000"/>
                      </a:srgbClr>
                    </a:solidFill>
                  </a:tcPr>
                </a:tc>
                <a:tc>
                  <a:txBody>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prstClr val="black"/>
                          </a:solidFill>
                          <a:effectLst/>
                          <a:uLnTx/>
                          <a:uFillTx/>
                          <a:latin typeface="+mn-lt"/>
                          <a:ea typeface="+mn-ea"/>
                          <a:cs typeface="+mn-cs"/>
                        </a:rPr>
                        <a:t>Inspection:</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a:ln>
                            <a:noFill/>
                          </a:ln>
                          <a:solidFill>
                            <a:prstClr val="black"/>
                          </a:solidFill>
                          <a:effectLst/>
                          <a:uLnTx/>
                          <a:uFillTx/>
                          <a:latin typeface="+mn-lt"/>
                          <a:ea typeface="+mn-ea"/>
                          <a:cs typeface="+mn-cs"/>
                        </a:rPr>
                        <a:t>Lack of clear definition of role &amp; responsibility for CRO and internal related functions;</a:t>
                      </a:r>
                      <a:r>
                        <a:rPr kumimoji="0" lang="zh-CN" altLang="en-US" sz="1000" b="0" i="0" u="none" strike="noStrike" kern="1200" cap="none" spc="0" normalizeH="0" baseline="0" noProof="0" dirty="0">
                          <a:ln>
                            <a:noFill/>
                          </a:ln>
                          <a:solidFill>
                            <a:prstClr val="black"/>
                          </a:solidFill>
                          <a:effectLst/>
                          <a:uLnTx/>
                          <a:uFillTx/>
                          <a:latin typeface="+mn-lt"/>
                          <a:ea typeface="+mn-ea"/>
                          <a:cs typeface="+mn-cs"/>
                        </a:rPr>
                        <a:t> </a:t>
                      </a:r>
                      <a:endParaRPr kumimoji="0" lang="en-US" altLang="zh-CN" sz="1000" b="0" i="0" u="none" strike="noStrike" kern="1200" cap="none" spc="0" normalizeH="0" baseline="0" noProof="0" dirty="0">
                        <a:ln>
                          <a:noFill/>
                        </a:ln>
                        <a:solidFill>
                          <a:prstClr val="black"/>
                        </a:solidFill>
                        <a:effectLst/>
                        <a:uLnTx/>
                        <a:uFillTx/>
                        <a:latin typeface="+mn-lt"/>
                        <a:ea typeface="+mn-ea"/>
                        <a:cs typeface="+mn-cs"/>
                      </a:endParaRP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a:ln>
                            <a:noFill/>
                          </a:ln>
                          <a:solidFill>
                            <a:prstClr val="black"/>
                          </a:solidFill>
                          <a:effectLst/>
                          <a:uLnTx/>
                          <a:uFillTx/>
                          <a:latin typeface="+mn-lt"/>
                          <a:ea typeface="+mn-ea"/>
                          <a:cs typeface="+mn-cs"/>
                        </a:rPr>
                        <a:t>Lack of comprehensive information about the study from CRO on-site supporting staff;</a:t>
                      </a:r>
                    </a:p>
                    <a:p>
                      <a:pPr marL="171450" marR="0" lvl="0" indent="-171450" algn="l" defTabSz="91440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a:ln>
                            <a:noFill/>
                          </a:ln>
                          <a:solidFill>
                            <a:prstClr val="black"/>
                          </a:solidFill>
                          <a:effectLst/>
                          <a:uLnTx/>
                          <a:uFillTx/>
                          <a:latin typeface="+mn-lt"/>
                          <a:ea typeface="+mn-ea"/>
                          <a:cs typeface="+mn-cs"/>
                        </a:rPr>
                        <a:t>Insufficient resource allocation from vendor.</a:t>
                      </a:r>
                    </a:p>
                  </a:txBody>
                  <a:tcPr marL="108000" marR="108000" marT="468000">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E0E1F6">
                        <a:alpha val="20000"/>
                      </a:srgbClr>
                    </a:solidFill>
                  </a:tcPr>
                </a:tc>
                <a:extLst>
                  <a:ext uri="{0D108BD9-81ED-4DB2-BD59-A6C34878D82A}">
                    <a16:rowId xmlns:a16="http://schemas.microsoft.com/office/drawing/2014/main" val="3374247513"/>
                  </a:ext>
                </a:extLst>
              </a:tr>
            </a:tbl>
          </a:graphicData>
        </a:graphic>
      </p:graphicFrame>
      <p:sp>
        <p:nvSpPr>
          <p:cNvPr id="10" name="Flowchart: Decision 9">
            <a:extLst>
              <a:ext uri="{FF2B5EF4-FFF2-40B4-BE49-F238E27FC236}">
                <a16:creationId xmlns:a16="http://schemas.microsoft.com/office/drawing/2014/main" id="{B4810ACF-D451-7ECB-4D7D-D90510C62AD1}"/>
              </a:ext>
            </a:extLst>
          </p:cNvPr>
          <p:cNvSpPr>
            <a:spLocks noChangeAspect="1"/>
          </p:cNvSpPr>
          <p:nvPr/>
        </p:nvSpPr>
        <p:spPr bwMode="gray">
          <a:xfrm>
            <a:off x="375920"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Flowchart: Decision 10">
            <a:extLst>
              <a:ext uri="{FF2B5EF4-FFF2-40B4-BE49-F238E27FC236}">
                <a16:creationId xmlns:a16="http://schemas.microsoft.com/office/drawing/2014/main" id="{6457EC95-608E-CE36-D463-9884F94201A2}"/>
              </a:ext>
            </a:extLst>
          </p:cNvPr>
          <p:cNvSpPr>
            <a:spLocks noChangeAspect="1"/>
          </p:cNvSpPr>
          <p:nvPr/>
        </p:nvSpPr>
        <p:spPr bwMode="gray">
          <a:xfrm>
            <a:off x="3942080"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Flowchart: Decision 11">
            <a:extLst>
              <a:ext uri="{FF2B5EF4-FFF2-40B4-BE49-F238E27FC236}">
                <a16:creationId xmlns:a16="http://schemas.microsoft.com/office/drawing/2014/main" id="{FB71F2D3-5295-9F4C-99FC-3559F98ECF12}"/>
              </a:ext>
            </a:extLst>
          </p:cNvPr>
          <p:cNvSpPr>
            <a:spLocks noChangeAspect="1"/>
          </p:cNvSpPr>
          <p:nvPr/>
        </p:nvSpPr>
        <p:spPr bwMode="gray">
          <a:xfrm>
            <a:off x="8133080" y="150431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3" name="Flowchart: Decision 12">
            <a:extLst>
              <a:ext uri="{FF2B5EF4-FFF2-40B4-BE49-F238E27FC236}">
                <a16:creationId xmlns:a16="http://schemas.microsoft.com/office/drawing/2014/main" id="{83B60E89-3140-28A2-0055-E4A7C55B5123}"/>
              </a:ext>
            </a:extLst>
          </p:cNvPr>
          <p:cNvSpPr>
            <a:spLocks noChangeAspect="1"/>
          </p:cNvSpPr>
          <p:nvPr/>
        </p:nvSpPr>
        <p:spPr bwMode="gray">
          <a:xfrm>
            <a:off x="11556928"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Flowchart: Decision 13">
            <a:extLst>
              <a:ext uri="{FF2B5EF4-FFF2-40B4-BE49-F238E27FC236}">
                <a16:creationId xmlns:a16="http://schemas.microsoft.com/office/drawing/2014/main" id="{38FE8D6E-41A4-4255-B324-957CFAE946D0}"/>
              </a:ext>
            </a:extLst>
          </p:cNvPr>
          <p:cNvSpPr>
            <a:spLocks noChangeAspect="1"/>
          </p:cNvSpPr>
          <p:nvPr/>
        </p:nvSpPr>
        <p:spPr bwMode="gray">
          <a:xfrm>
            <a:off x="9975818"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5" name="TextBox 14">
            <a:extLst>
              <a:ext uri="{FF2B5EF4-FFF2-40B4-BE49-F238E27FC236}">
                <a16:creationId xmlns:a16="http://schemas.microsoft.com/office/drawing/2014/main" id="{65A5C5CC-0C41-DB08-86A2-E0AE182BAD35}"/>
              </a:ext>
            </a:extLst>
          </p:cNvPr>
          <p:cNvSpPr txBox="1">
            <a:spLocks/>
          </p:cNvSpPr>
          <p:nvPr/>
        </p:nvSpPr>
        <p:spPr bwMode="gray">
          <a:xfrm>
            <a:off x="9753600" y="1758315"/>
            <a:ext cx="660437" cy="207301"/>
          </a:xfrm>
          <a:prstGeom prst="rect">
            <a:avLst/>
          </a:prstGeom>
          <a:noFill/>
        </p:spPr>
        <p:txBody>
          <a:bodyPr wrap="none" lIns="0" tIns="0" rIns="0" bIns="0" rtlCol="0">
            <a:spAutoFit/>
          </a:bodyPr>
          <a:lstStyle/>
          <a:p>
            <a:pPr algn="l">
              <a:lnSpc>
                <a:spcPct val="140000"/>
              </a:lnSpc>
            </a:pPr>
            <a:r>
              <a:rPr lang="en-US" altLang="zh-CN" sz="1050"/>
              <a:t>Inspection</a:t>
            </a:r>
            <a:endParaRPr lang="zh-CN" altLang="en-US" sz="1050"/>
          </a:p>
        </p:txBody>
      </p:sp>
      <p:sp>
        <p:nvSpPr>
          <p:cNvPr id="16" name="TextBox 15">
            <a:extLst>
              <a:ext uri="{FF2B5EF4-FFF2-40B4-BE49-F238E27FC236}">
                <a16:creationId xmlns:a16="http://schemas.microsoft.com/office/drawing/2014/main" id="{953E7D18-F286-7E09-3C6A-640FDE3137EC}"/>
              </a:ext>
            </a:extLst>
          </p:cNvPr>
          <p:cNvSpPr txBox="1">
            <a:spLocks/>
          </p:cNvSpPr>
          <p:nvPr/>
        </p:nvSpPr>
        <p:spPr bwMode="gray">
          <a:xfrm>
            <a:off x="11361961" y="1758315"/>
            <a:ext cx="605935" cy="207301"/>
          </a:xfrm>
          <a:prstGeom prst="rect">
            <a:avLst/>
          </a:prstGeom>
          <a:noFill/>
        </p:spPr>
        <p:txBody>
          <a:bodyPr wrap="none" lIns="0" tIns="0" rIns="0" bIns="0" rtlCol="0">
            <a:spAutoFit/>
          </a:bodyPr>
          <a:lstStyle/>
          <a:p>
            <a:pPr algn="l">
              <a:lnSpc>
                <a:spcPct val="140000"/>
              </a:lnSpc>
            </a:pPr>
            <a:r>
              <a:rPr lang="en-US" altLang="zh-CN" sz="1050"/>
              <a:t>NDA appr</a:t>
            </a:r>
            <a:endParaRPr lang="zh-CN" altLang="en-US" sz="1050"/>
          </a:p>
        </p:txBody>
      </p:sp>
      <p:sp>
        <p:nvSpPr>
          <p:cNvPr id="17" name="TextBox 16">
            <a:extLst>
              <a:ext uri="{FF2B5EF4-FFF2-40B4-BE49-F238E27FC236}">
                <a16:creationId xmlns:a16="http://schemas.microsoft.com/office/drawing/2014/main" id="{640A9B68-6B0D-F520-78AE-5FAD704E8E4A}"/>
              </a:ext>
            </a:extLst>
          </p:cNvPr>
          <p:cNvSpPr txBox="1">
            <a:spLocks/>
          </p:cNvSpPr>
          <p:nvPr/>
        </p:nvSpPr>
        <p:spPr bwMode="gray">
          <a:xfrm>
            <a:off x="8113641" y="1768475"/>
            <a:ext cx="254878" cy="207301"/>
          </a:xfrm>
          <a:prstGeom prst="rect">
            <a:avLst/>
          </a:prstGeom>
          <a:noFill/>
        </p:spPr>
        <p:txBody>
          <a:bodyPr wrap="none" lIns="0" tIns="0" rIns="0" bIns="0" rtlCol="0">
            <a:spAutoFit/>
          </a:bodyPr>
          <a:lstStyle/>
          <a:p>
            <a:pPr algn="l">
              <a:lnSpc>
                <a:spcPct val="140000"/>
              </a:lnSpc>
            </a:pPr>
            <a:r>
              <a:rPr lang="en-US" altLang="zh-CN" sz="1050"/>
              <a:t>DBL</a:t>
            </a:r>
            <a:endParaRPr lang="zh-CN" altLang="en-US" sz="1050"/>
          </a:p>
        </p:txBody>
      </p:sp>
      <p:sp>
        <p:nvSpPr>
          <p:cNvPr id="18" name="Flowchart: Decision 17">
            <a:extLst>
              <a:ext uri="{FF2B5EF4-FFF2-40B4-BE49-F238E27FC236}">
                <a16:creationId xmlns:a16="http://schemas.microsoft.com/office/drawing/2014/main" id="{12BE32EA-02E0-1728-DDEB-49F5ECED6EA1}"/>
              </a:ext>
            </a:extLst>
          </p:cNvPr>
          <p:cNvSpPr>
            <a:spLocks noChangeAspect="1"/>
          </p:cNvSpPr>
          <p:nvPr/>
        </p:nvSpPr>
        <p:spPr bwMode="gray">
          <a:xfrm>
            <a:off x="9110470"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9" name="TextBox 18">
            <a:extLst>
              <a:ext uri="{FF2B5EF4-FFF2-40B4-BE49-F238E27FC236}">
                <a16:creationId xmlns:a16="http://schemas.microsoft.com/office/drawing/2014/main" id="{C3F96357-37E8-FF17-8B8F-92E14E7058ED}"/>
              </a:ext>
            </a:extLst>
          </p:cNvPr>
          <p:cNvSpPr txBox="1">
            <a:spLocks/>
          </p:cNvSpPr>
          <p:nvPr/>
        </p:nvSpPr>
        <p:spPr bwMode="gray">
          <a:xfrm>
            <a:off x="8946761" y="1758315"/>
            <a:ext cx="543418" cy="207301"/>
          </a:xfrm>
          <a:prstGeom prst="rect">
            <a:avLst/>
          </a:prstGeom>
          <a:noFill/>
        </p:spPr>
        <p:txBody>
          <a:bodyPr wrap="none" lIns="0" tIns="0" rIns="0" bIns="0" rtlCol="0">
            <a:spAutoFit/>
          </a:bodyPr>
          <a:lstStyle/>
          <a:p>
            <a:pPr algn="l">
              <a:lnSpc>
                <a:spcPct val="140000"/>
              </a:lnSpc>
            </a:pPr>
            <a:r>
              <a:rPr lang="en-US" altLang="zh-CN" sz="1050"/>
              <a:t>NDA sub</a:t>
            </a:r>
            <a:endParaRPr lang="zh-CN" altLang="en-US" sz="1050"/>
          </a:p>
        </p:txBody>
      </p:sp>
      <p:sp>
        <p:nvSpPr>
          <p:cNvPr id="22" name="TextBox 21">
            <a:extLst>
              <a:ext uri="{FF2B5EF4-FFF2-40B4-BE49-F238E27FC236}">
                <a16:creationId xmlns:a16="http://schemas.microsoft.com/office/drawing/2014/main" id="{9552093E-546F-F5C1-1DCA-41DF75F73A3E}"/>
              </a:ext>
            </a:extLst>
          </p:cNvPr>
          <p:cNvSpPr txBox="1">
            <a:spLocks/>
          </p:cNvSpPr>
          <p:nvPr/>
        </p:nvSpPr>
        <p:spPr bwMode="gray">
          <a:xfrm>
            <a:off x="3810000" y="1752600"/>
            <a:ext cx="405560" cy="207301"/>
          </a:xfrm>
          <a:prstGeom prst="rect">
            <a:avLst/>
          </a:prstGeom>
          <a:noFill/>
        </p:spPr>
        <p:txBody>
          <a:bodyPr wrap="none" lIns="0" tIns="0" rIns="0" bIns="0" rtlCol="0">
            <a:spAutoFit/>
          </a:bodyPr>
          <a:lstStyle/>
          <a:p>
            <a:pPr algn="l">
              <a:lnSpc>
                <a:spcPct val="140000"/>
              </a:lnSpc>
            </a:pPr>
            <a:r>
              <a:rPr lang="en-US" altLang="zh-CN" sz="1050"/>
              <a:t>1</a:t>
            </a:r>
            <a:r>
              <a:rPr lang="en-US" altLang="zh-CN" sz="1050" baseline="30000"/>
              <a:t>st</a:t>
            </a:r>
            <a:r>
              <a:rPr lang="en-US" altLang="zh-CN" sz="1050"/>
              <a:t> SIV</a:t>
            </a:r>
            <a:endParaRPr lang="zh-CN" altLang="en-US" sz="1050"/>
          </a:p>
        </p:txBody>
      </p:sp>
      <p:sp>
        <p:nvSpPr>
          <p:cNvPr id="23" name="Flowchart: Decision 22">
            <a:extLst>
              <a:ext uri="{FF2B5EF4-FFF2-40B4-BE49-F238E27FC236}">
                <a16:creationId xmlns:a16="http://schemas.microsoft.com/office/drawing/2014/main" id="{E3168E0B-04FA-0E2B-0E10-3296FECD7FEE}"/>
              </a:ext>
            </a:extLst>
          </p:cNvPr>
          <p:cNvSpPr>
            <a:spLocks noChangeAspect="1"/>
          </p:cNvSpPr>
          <p:nvPr/>
        </p:nvSpPr>
        <p:spPr bwMode="gray">
          <a:xfrm>
            <a:off x="6388179" y="1488440"/>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4" name="TextBox 23">
            <a:extLst>
              <a:ext uri="{FF2B5EF4-FFF2-40B4-BE49-F238E27FC236}">
                <a16:creationId xmlns:a16="http://schemas.microsoft.com/office/drawing/2014/main" id="{06906660-F41D-521C-BFA6-5E90C0FC7237}"/>
              </a:ext>
            </a:extLst>
          </p:cNvPr>
          <p:cNvSpPr txBox="1">
            <a:spLocks/>
          </p:cNvSpPr>
          <p:nvPr/>
        </p:nvSpPr>
        <p:spPr bwMode="gray">
          <a:xfrm>
            <a:off x="6400800" y="1752600"/>
            <a:ext cx="190758" cy="207301"/>
          </a:xfrm>
          <a:prstGeom prst="rect">
            <a:avLst/>
          </a:prstGeom>
          <a:noFill/>
        </p:spPr>
        <p:txBody>
          <a:bodyPr wrap="none" lIns="0" tIns="0" rIns="0" bIns="0" rtlCol="0">
            <a:spAutoFit/>
          </a:bodyPr>
          <a:lstStyle/>
          <a:p>
            <a:pPr algn="l">
              <a:lnSpc>
                <a:spcPct val="140000"/>
              </a:lnSpc>
            </a:pPr>
            <a:r>
              <a:rPr lang="en-US" altLang="zh-CN" sz="1050"/>
              <a:t>LPI</a:t>
            </a:r>
            <a:endParaRPr lang="zh-CN" altLang="en-US" sz="1050"/>
          </a:p>
        </p:txBody>
      </p:sp>
      <p:sp>
        <p:nvSpPr>
          <p:cNvPr id="29" name="Flowchart: Decision 28">
            <a:extLst>
              <a:ext uri="{FF2B5EF4-FFF2-40B4-BE49-F238E27FC236}">
                <a16:creationId xmlns:a16="http://schemas.microsoft.com/office/drawing/2014/main" id="{93B995CE-569A-825F-13B7-47F15E9BA5FE}"/>
              </a:ext>
            </a:extLst>
          </p:cNvPr>
          <p:cNvSpPr>
            <a:spLocks noChangeAspect="1"/>
          </p:cNvSpPr>
          <p:nvPr/>
        </p:nvSpPr>
        <p:spPr bwMode="gray">
          <a:xfrm>
            <a:off x="2945361" y="1505879"/>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0" name="TextBox 29">
            <a:extLst>
              <a:ext uri="{FF2B5EF4-FFF2-40B4-BE49-F238E27FC236}">
                <a16:creationId xmlns:a16="http://schemas.microsoft.com/office/drawing/2014/main" id="{A06C81E1-326D-9D59-7176-5861B42EBBE3}"/>
              </a:ext>
            </a:extLst>
          </p:cNvPr>
          <p:cNvSpPr txBox="1">
            <a:spLocks/>
          </p:cNvSpPr>
          <p:nvPr/>
        </p:nvSpPr>
        <p:spPr bwMode="gray">
          <a:xfrm>
            <a:off x="2790469" y="1770039"/>
            <a:ext cx="525785" cy="207301"/>
          </a:xfrm>
          <a:prstGeom prst="rect">
            <a:avLst/>
          </a:prstGeom>
          <a:noFill/>
        </p:spPr>
        <p:txBody>
          <a:bodyPr wrap="none" lIns="0" tIns="0" rIns="0" bIns="0" rtlCol="0">
            <a:spAutoFit/>
          </a:bodyPr>
          <a:lstStyle/>
          <a:p>
            <a:pPr algn="l">
              <a:lnSpc>
                <a:spcPct val="140000"/>
              </a:lnSpc>
            </a:pPr>
            <a:r>
              <a:rPr lang="en-US" altLang="zh-CN" sz="1050"/>
              <a:t>CTA sub</a:t>
            </a:r>
            <a:endParaRPr lang="zh-CN" altLang="en-US" sz="1050"/>
          </a:p>
        </p:txBody>
      </p:sp>
      <p:sp>
        <p:nvSpPr>
          <p:cNvPr id="21" name="TextBox 20">
            <a:extLst>
              <a:ext uri="{FF2B5EF4-FFF2-40B4-BE49-F238E27FC236}">
                <a16:creationId xmlns:a16="http://schemas.microsoft.com/office/drawing/2014/main" id="{119610B3-C8F0-CFC3-5B9C-EA212ED7B248}"/>
              </a:ext>
            </a:extLst>
          </p:cNvPr>
          <p:cNvSpPr txBox="1"/>
          <p:nvPr/>
        </p:nvSpPr>
        <p:spPr bwMode="gray">
          <a:xfrm>
            <a:off x="127881" y="1758315"/>
            <a:ext cx="942566" cy="207301"/>
          </a:xfrm>
          <a:prstGeom prst="rect">
            <a:avLst/>
          </a:prstGeom>
          <a:noFill/>
        </p:spPr>
        <p:txBody>
          <a:bodyPr wrap="none" lIns="0" tIns="0" rIns="0" bIns="0" rtlCol="0">
            <a:spAutoFit/>
          </a:bodyPr>
          <a:lstStyle/>
          <a:p>
            <a:pPr algn="l">
              <a:lnSpc>
                <a:spcPct val="140000"/>
              </a:lnSpc>
            </a:pPr>
            <a:r>
              <a:rPr lang="en-US" altLang="zh-CN" sz="1050"/>
              <a:t>AEP/TDO input</a:t>
            </a:r>
            <a:endParaRPr lang="zh-CN" altLang="en-US" sz="1050"/>
          </a:p>
        </p:txBody>
      </p:sp>
    </p:spTree>
    <p:extLst>
      <p:ext uri="{BB962C8B-B14F-4D97-AF65-F5344CB8AC3E}">
        <p14:creationId xmlns:p14="http://schemas.microsoft.com/office/powerpoint/2010/main" val="3757442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205D-037B-4E09-0FE2-C38F0E5B5920}"/>
              </a:ext>
            </a:extLst>
          </p:cNvPr>
          <p:cNvSpPr>
            <a:spLocks noGrp="1"/>
          </p:cNvSpPr>
          <p:nvPr>
            <p:ph type="title"/>
          </p:nvPr>
        </p:nvSpPr>
        <p:spPr/>
        <p:txBody>
          <a:bodyPr/>
          <a:lstStyle/>
          <a:p>
            <a:r>
              <a:rPr lang="en-US" altLang="zh-CN"/>
              <a:t>Local alignment and solution proposal</a:t>
            </a:r>
            <a:endParaRPr lang="zh-CN" altLang="en-US"/>
          </a:p>
        </p:txBody>
      </p:sp>
      <p:sp>
        <p:nvSpPr>
          <p:cNvPr id="4" name="Footer Placeholder 3">
            <a:extLst>
              <a:ext uri="{FF2B5EF4-FFF2-40B4-BE49-F238E27FC236}">
                <a16:creationId xmlns:a16="http://schemas.microsoft.com/office/drawing/2014/main" id="{9F104010-1247-ECE1-9F88-7C8F39A3BCFF}"/>
              </a:ext>
            </a:extLst>
          </p:cNvPr>
          <p:cNvSpPr>
            <a:spLocks noGrp="1"/>
          </p:cNvSpPr>
          <p:nvPr>
            <p:ph type="ftr" sz="quarter" idx="16"/>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CA82A883-3A33-F001-19F5-EF467C715939}"/>
              </a:ext>
            </a:extLst>
          </p:cNvPr>
          <p:cNvSpPr>
            <a:spLocks noGrp="1"/>
          </p:cNvSpPr>
          <p:nvPr>
            <p:ph type="sldNum" sz="quarter" idx="17"/>
          </p:nvPr>
        </p:nvSpPr>
        <p:spPr>
          <a:xfrm>
            <a:off x="11439542" y="6246836"/>
            <a:ext cx="288000" cy="288000"/>
          </a:xfrm>
        </p:spPr>
        <p:txBody>
          <a:bodyPr/>
          <a:lstStyle/>
          <a:p>
            <a:fld id="{8FF9B0DE-3FEB-4AA0-B465-B80EF7C1333D}" type="slidenum">
              <a:rPr lang="en-US" smtClean="0"/>
              <a:pPr/>
              <a:t>6</a:t>
            </a:fld>
            <a:endParaRPr lang="en-US"/>
          </a:p>
        </p:txBody>
      </p:sp>
      <p:graphicFrame>
        <p:nvGraphicFramePr>
          <p:cNvPr id="28" name="Table 28">
            <a:extLst>
              <a:ext uri="{FF2B5EF4-FFF2-40B4-BE49-F238E27FC236}">
                <a16:creationId xmlns:a16="http://schemas.microsoft.com/office/drawing/2014/main" id="{C75839B4-7AD4-5F3C-4D11-CBE961D76423}"/>
              </a:ext>
            </a:extLst>
          </p:cNvPr>
          <p:cNvGraphicFramePr>
            <a:graphicFrameLocks/>
          </p:cNvGraphicFramePr>
          <p:nvPr>
            <p:extLst>
              <p:ext uri="{D42A27DB-BD31-4B8C-83A1-F6EECF244321}">
                <p14:modId xmlns:p14="http://schemas.microsoft.com/office/powerpoint/2010/main" val="1165909724"/>
              </p:ext>
            </p:extLst>
          </p:nvPr>
        </p:nvGraphicFramePr>
        <p:xfrm>
          <a:off x="479424" y="1145368"/>
          <a:ext cx="11204575" cy="4897120"/>
        </p:xfrm>
        <a:graphic>
          <a:graphicData uri="http://schemas.openxmlformats.org/drawingml/2006/table">
            <a:tbl>
              <a:tblPr firstRow="1" bandRow="1">
                <a:tableStyleId>{5C22544A-7EE6-4342-B048-85BDC9FD1C3A}</a:tableStyleId>
              </a:tblPr>
              <a:tblGrid>
                <a:gridCol w="3574415">
                  <a:extLst>
                    <a:ext uri="{9D8B030D-6E8A-4147-A177-3AD203B41FA5}">
                      <a16:colId xmlns:a16="http://schemas.microsoft.com/office/drawing/2014/main" val="192500821"/>
                    </a:ext>
                  </a:extLst>
                </a:gridCol>
                <a:gridCol w="2423160">
                  <a:extLst>
                    <a:ext uri="{9D8B030D-6E8A-4147-A177-3AD203B41FA5}">
                      <a16:colId xmlns:a16="http://schemas.microsoft.com/office/drawing/2014/main" val="1230222997"/>
                    </a:ext>
                  </a:extLst>
                </a:gridCol>
                <a:gridCol w="1762760">
                  <a:extLst>
                    <a:ext uri="{9D8B030D-6E8A-4147-A177-3AD203B41FA5}">
                      <a16:colId xmlns:a16="http://schemas.microsoft.com/office/drawing/2014/main" val="2909592934"/>
                    </a:ext>
                  </a:extLst>
                </a:gridCol>
                <a:gridCol w="3444240">
                  <a:extLst>
                    <a:ext uri="{9D8B030D-6E8A-4147-A177-3AD203B41FA5}">
                      <a16:colId xmlns:a16="http://schemas.microsoft.com/office/drawing/2014/main" val="1359642470"/>
                    </a:ext>
                  </a:extLst>
                </a:gridCol>
              </a:tblGrid>
              <a:tr h="467360">
                <a:tc>
                  <a:txBody>
                    <a:bodyPr/>
                    <a:lstStyle/>
                    <a:p>
                      <a:pPr algn="ctr"/>
                      <a:r>
                        <a:rPr lang="en-US" altLang="zh-CN" sz="1600"/>
                        <a:t>Initiation</a:t>
                      </a:r>
                      <a:endParaRPr lang="zh-CN" altLang="en-US" sz="1600"/>
                    </a:p>
                  </a:txBody>
                  <a:tcPr anchor="ctr">
                    <a:lnR w="5715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EE6541">
                        <a:alpha val="95000"/>
                      </a:srgbClr>
                    </a:solidFill>
                  </a:tcPr>
                </a:tc>
                <a:tc>
                  <a:txBody>
                    <a:bodyPr/>
                    <a:lstStyle/>
                    <a:p>
                      <a:pPr algn="ctr"/>
                      <a:r>
                        <a:rPr lang="en-US" altLang="zh-CN" sz="1600"/>
                        <a:t>Recruitment</a:t>
                      </a:r>
                      <a:endParaRPr lang="zh-CN" altLang="en-US" sz="1600"/>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6AD2E2">
                        <a:alpha val="95000"/>
                      </a:srgbClr>
                    </a:solidFill>
                  </a:tcPr>
                </a:tc>
                <a:tc>
                  <a:txBody>
                    <a:bodyPr/>
                    <a:lstStyle/>
                    <a:p>
                      <a:pPr algn="ctr"/>
                      <a:r>
                        <a:rPr lang="en-US" altLang="zh-CN" sz="1400" b="1" kern="1200">
                          <a:solidFill>
                            <a:schemeClr val="lt1"/>
                          </a:solidFill>
                          <a:effectLst/>
                          <a:latin typeface="+mn-lt"/>
                          <a:ea typeface="+mn-ea"/>
                          <a:cs typeface="+mn-cs"/>
                        </a:rPr>
                        <a:t>Maintenance &amp;</a:t>
                      </a:r>
                      <a:endParaRPr lang="en-US" altLang="zh-CN" sz="1400"/>
                    </a:p>
                    <a:p>
                      <a:pPr algn="ctr"/>
                      <a:r>
                        <a:rPr lang="en-US" altLang="zh-CN" sz="1400"/>
                        <a:t>Close-out</a:t>
                      </a:r>
                      <a:endParaRPr lang="zh-CN" altLang="en-US" sz="1400"/>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FFD03D">
                        <a:alpha val="95000"/>
                      </a:srgbClr>
                    </a:solidFill>
                  </a:tcPr>
                </a:tc>
                <a:tc>
                  <a:txBody>
                    <a:bodyPr/>
                    <a:lstStyle/>
                    <a:p>
                      <a:pPr algn="ctr"/>
                      <a:r>
                        <a:rPr lang="en-US" altLang="zh-CN" sz="1600"/>
                        <a:t>NDA Preparation and Review</a:t>
                      </a:r>
                      <a:endParaRPr lang="zh-CN" altLang="en-US" sz="1600"/>
                    </a:p>
                  </a:txBody>
                  <a:tcPr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57150" cap="flat" cmpd="sng" algn="ctr">
                      <a:solidFill>
                        <a:schemeClr val="bg1"/>
                      </a:solidFill>
                      <a:prstDash val="solid"/>
                      <a:round/>
                      <a:headEnd type="none" w="med" len="med"/>
                      <a:tailEnd type="none" w="med" len="med"/>
                    </a:lnB>
                    <a:solidFill>
                      <a:srgbClr val="928BDE">
                        <a:alpha val="95000"/>
                      </a:srgbClr>
                    </a:solidFill>
                  </a:tcPr>
                </a:tc>
                <a:extLst>
                  <a:ext uri="{0D108BD9-81ED-4DB2-BD59-A6C34878D82A}">
                    <a16:rowId xmlns:a16="http://schemas.microsoft.com/office/drawing/2014/main" val="2947825906"/>
                  </a:ext>
                </a:extLst>
              </a:tr>
              <a:tr h="4378960">
                <a:tc>
                  <a:txBody>
                    <a:bodyPr/>
                    <a:lstStyle/>
                    <a:p>
                      <a:endParaRPr lang="zh-CN" altLang="en-US" dirty="0"/>
                    </a:p>
                  </a:txBody>
                  <a:tcPr>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F5CDB9">
                        <a:alpha val="20000"/>
                      </a:srgbClr>
                    </a:solidFill>
                  </a:tcPr>
                </a:tc>
                <a:tc>
                  <a:txBody>
                    <a:bodyPr/>
                    <a:lstStyle/>
                    <a:p>
                      <a:endParaRPr lang="zh-CN" alt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D2F2F7">
                        <a:alpha val="20000"/>
                      </a:srgbClr>
                    </a:solidFill>
                  </a:tcPr>
                </a:tc>
                <a:tc>
                  <a:txBody>
                    <a:bodyPr/>
                    <a:lstStyle/>
                    <a:p>
                      <a:endParaRPr lang="zh-CN" altLang="en-US" sz="1200"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FBF9AA">
                        <a:alpha val="20000"/>
                      </a:srgbClr>
                    </a:solidFill>
                  </a:tcPr>
                </a:tc>
                <a:tc>
                  <a:txBody>
                    <a:bodyPr/>
                    <a:lstStyle/>
                    <a:p>
                      <a:endParaRPr lang="zh-CN" altLang="en-US" dirty="0"/>
                    </a:p>
                  </a:txBody>
                  <a:tcP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solidFill>
                      <a:srgbClr val="E0E1F6">
                        <a:alpha val="20000"/>
                      </a:srgbClr>
                    </a:solidFill>
                  </a:tcPr>
                </a:tc>
                <a:extLst>
                  <a:ext uri="{0D108BD9-81ED-4DB2-BD59-A6C34878D82A}">
                    <a16:rowId xmlns:a16="http://schemas.microsoft.com/office/drawing/2014/main" val="3374247513"/>
                  </a:ext>
                </a:extLst>
              </a:tr>
            </a:tbl>
          </a:graphicData>
        </a:graphic>
      </p:graphicFrame>
      <p:sp>
        <p:nvSpPr>
          <p:cNvPr id="6" name="Rectangle 5">
            <a:extLst>
              <a:ext uri="{FF2B5EF4-FFF2-40B4-BE49-F238E27FC236}">
                <a16:creationId xmlns:a16="http://schemas.microsoft.com/office/drawing/2014/main" id="{9A58B987-D523-938D-0622-97618829A57D}"/>
              </a:ext>
            </a:extLst>
          </p:cNvPr>
          <p:cNvSpPr/>
          <p:nvPr/>
        </p:nvSpPr>
        <p:spPr bwMode="gray">
          <a:xfrm>
            <a:off x="516000" y="3910545"/>
            <a:ext cx="7705980" cy="100800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000" b="1" dirty="0">
                <a:solidFill>
                  <a:schemeClr val="tx1"/>
                </a:solidFill>
              </a:rPr>
              <a:t>Communication Plan with Global and CRO</a:t>
            </a:r>
          </a:p>
          <a:p>
            <a:pPr marL="228600" indent="-228600">
              <a:spcAft>
                <a:spcPts val="600"/>
              </a:spcAft>
              <a:buClr>
                <a:schemeClr val="tx1"/>
              </a:buClr>
              <a:buAutoNum type="arabicPeriod"/>
            </a:pPr>
            <a:r>
              <a:rPr lang="en-US" altLang="zh-CN" sz="1000" b="1" i="1" dirty="0">
                <a:solidFill>
                  <a:schemeClr val="tx2"/>
                </a:solidFill>
              </a:rPr>
              <a:t>Regular touchpoint </a:t>
            </a:r>
            <a:r>
              <a:rPr lang="en-US" altLang="zh-CN" sz="1000" dirty="0">
                <a:solidFill>
                  <a:schemeClr val="tx1"/>
                </a:solidFill>
              </a:rPr>
              <a:t>with CRO to update trial status (proposal, initiation, recruitment, quality, </a:t>
            </a:r>
            <a:r>
              <a:rPr lang="en-US" altLang="zh-CN" sz="1000" dirty="0" err="1">
                <a:solidFill>
                  <a:schemeClr val="tx1"/>
                </a:solidFill>
              </a:rPr>
              <a:t>etc</a:t>
            </a:r>
            <a:r>
              <a:rPr lang="en-US" altLang="zh-CN" sz="1000" dirty="0">
                <a:solidFill>
                  <a:schemeClr val="tx1"/>
                </a:solidFill>
              </a:rPr>
              <a:t>). Topics and members can vary accordingly (to be consistent with ATM).</a:t>
            </a:r>
          </a:p>
          <a:p>
            <a:pPr marL="228600" indent="-228600">
              <a:spcAft>
                <a:spcPts val="600"/>
              </a:spcAft>
              <a:buClr>
                <a:schemeClr val="tx1"/>
              </a:buClr>
              <a:buAutoNum type="arabicPeriod"/>
            </a:pPr>
            <a:r>
              <a:rPr lang="en-US" altLang="zh-CN" sz="1000" dirty="0">
                <a:solidFill>
                  <a:schemeClr val="tx1"/>
                </a:solidFill>
              </a:rPr>
              <a:t>For HOM model, in-house functions can build up </a:t>
            </a:r>
            <a:r>
              <a:rPr lang="en-US" altLang="zh-CN" sz="1000" b="1" i="1" dirty="0">
                <a:solidFill>
                  <a:schemeClr val="tx2"/>
                </a:solidFill>
              </a:rPr>
              <a:t>connection with global contact persons </a:t>
            </a:r>
            <a:r>
              <a:rPr lang="en-US" altLang="zh-CN" sz="1000" dirty="0">
                <a:solidFill>
                  <a:schemeClr val="tx1"/>
                </a:solidFill>
              </a:rPr>
              <a:t>(BDS, TMCP, CTSU, PSPV, RA) to obtain relevant information and updated document. CTL is the key contact person if needed. </a:t>
            </a:r>
          </a:p>
        </p:txBody>
      </p:sp>
      <p:sp>
        <p:nvSpPr>
          <p:cNvPr id="8" name="Rectangle 7">
            <a:extLst>
              <a:ext uri="{FF2B5EF4-FFF2-40B4-BE49-F238E27FC236}">
                <a16:creationId xmlns:a16="http://schemas.microsoft.com/office/drawing/2014/main" id="{93460834-8027-DC1F-1CAA-9EBCD4FA5453}"/>
              </a:ext>
            </a:extLst>
          </p:cNvPr>
          <p:cNvSpPr/>
          <p:nvPr/>
        </p:nvSpPr>
        <p:spPr bwMode="gray">
          <a:xfrm>
            <a:off x="516000" y="2066831"/>
            <a:ext cx="11151217" cy="1757023"/>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en-US" altLang="zh-CN" sz="1000" b="1" dirty="0">
                <a:solidFill>
                  <a:schemeClr val="tx1"/>
                </a:solidFill>
              </a:rPr>
              <a:t>Clarification in  Responsibility and Decision-making</a:t>
            </a:r>
          </a:p>
          <a:p>
            <a:pPr marL="228600" indent="-228600">
              <a:spcAft>
                <a:spcPts val="600"/>
              </a:spcAft>
              <a:buClr>
                <a:schemeClr val="tx1"/>
              </a:buClr>
              <a:buFont typeface="+mj-lt"/>
              <a:buAutoNum type="arabicPeriod"/>
            </a:pPr>
            <a:r>
              <a:rPr lang="en-US" altLang="zh-CN" sz="1000" dirty="0">
                <a:solidFill>
                  <a:schemeClr val="tx1"/>
                </a:solidFill>
              </a:rPr>
              <a:t>PI &amp; site selection: Local team should </a:t>
            </a:r>
            <a:r>
              <a:rPr lang="en-US" altLang="zh-CN" sz="1000" b="1" i="1" dirty="0">
                <a:solidFill>
                  <a:schemeClr val="tx2"/>
                </a:solidFill>
              </a:rPr>
              <a:t>decide leading PI </a:t>
            </a:r>
            <a:r>
              <a:rPr lang="en-US" altLang="zh-CN" sz="1000" dirty="0">
                <a:solidFill>
                  <a:schemeClr val="tx1"/>
                </a:solidFill>
              </a:rPr>
              <a:t>and propose appropriate sites; CRO decides the final site list based on feasibility and leading PI decision; </a:t>
            </a:r>
          </a:p>
          <a:p>
            <a:pPr marL="228600" indent="-228600">
              <a:spcAft>
                <a:spcPts val="600"/>
              </a:spcAft>
              <a:buClr>
                <a:schemeClr val="tx1"/>
              </a:buClr>
              <a:buFont typeface="+mj-lt"/>
              <a:buAutoNum type="arabicPeriod"/>
            </a:pPr>
            <a:r>
              <a:rPr lang="en-US" altLang="zh-CN" sz="1000" dirty="0">
                <a:solidFill>
                  <a:schemeClr val="tx1"/>
                </a:solidFill>
              </a:rPr>
              <a:t>Frontloading activities: Local team should be </a:t>
            </a:r>
            <a:r>
              <a:rPr lang="en-US" altLang="zh-CN" sz="1000" b="1" i="1" dirty="0">
                <a:solidFill>
                  <a:schemeClr val="tx2"/>
                </a:solidFill>
              </a:rPr>
              <a:t>proactively involved in frontloading activities</a:t>
            </a:r>
            <a:r>
              <a:rPr lang="en-US" altLang="zh-CN" sz="1000" dirty="0">
                <a:solidFill>
                  <a:schemeClr val="tx1"/>
                </a:solidFill>
              </a:rPr>
              <a:t>, contribute China’s inputs, and raise China-specific requests (e.g. sample size, biomarker);</a:t>
            </a:r>
          </a:p>
          <a:p>
            <a:pPr marL="228600" indent="-228600">
              <a:spcAft>
                <a:spcPts val="600"/>
              </a:spcAft>
              <a:buClr>
                <a:schemeClr val="tx1"/>
              </a:buClr>
              <a:buFont typeface="+mj-lt"/>
              <a:buAutoNum type="arabicPeriod"/>
            </a:pPr>
            <a:r>
              <a:rPr lang="en-US" altLang="zh-CN" sz="1000" dirty="0">
                <a:solidFill>
                  <a:schemeClr val="tx1"/>
                </a:solidFill>
              </a:rPr>
              <a:t>Start-up timeline: Local team will propose to use 6 months, and </a:t>
            </a:r>
            <a:r>
              <a:rPr lang="en-US" altLang="zh-CN" sz="1000" u="sng" dirty="0">
                <a:solidFill>
                  <a:schemeClr val="tx1"/>
                </a:solidFill>
              </a:rPr>
              <a:t>CRO makes the final decision</a:t>
            </a:r>
            <a:r>
              <a:rPr lang="en-US" altLang="zh-CN" sz="1000" dirty="0">
                <a:solidFill>
                  <a:schemeClr val="tx1"/>
                </a:solidFill>
              </a:rPr>
              <a:t>;</a:t>
            </a:r>
          </a:p>
          <a:p>
            <a:pPr marL="228600" indent="-228600">
              <a:spcAft>
                <a:spcPts val="600"/>
              </a:spcAft>
              <a:buClr>
                <a:schemeClr val="tx1"/>
              </a:buClr>
              <a:buFont typeface="+mj-lt"/>
              <a:buAutoNum type="arabicPeriod"/>
            </a:pPr>
            <a:r>
              <a:rPr lang="en-US" altLang="zh-CN" sz="1000" dirty="0">
                <a:solidFill>
                  <a:schemeClr val="tx1"/>
                </a:solidFill>
              </a:rPr>
              <a:t>Recruitment plan: Local team should oversight rationale for estimation based on history data, and </a:t>
            </a:r>
            <a:r>
              <a:rPr lang="en-US" altLang="zh-CN" sz="1000" u="sng" dirty="0">
                <a:solidFill>
                  <a:schemeClr val="tx1"/>
                </a:solidFill>
              </a:rPr>
              <a:t>CRO makes the final decision </a:t>
            </a:r>
            <a:r>
              <a:rPr lang="en-US" altLang="zh-CN" sz="1000" dirty="0">
                <a:solidFill>
                  <a:schemeClr val="tx1"/>
                </a:solidFill>
              </a:rPr>
              <a:t>with reasonable estimation;</a:t>
            </a:r>
          </a:p>
          <a:p>
            <a:pPr marL="228600" indent="-228600">
              <a:spcAft>
                <a:spcPts val="600"/>
              </a:spcAft>
              <a:buClr>
                <a:schemeClr val="tx1"/>
              </a:buClr>
              <a:buFont typeface="+mj-lt"/>
              <a:buAutoNum type="arabicPeriod"/>
            </a:pPr>
            <a:r>
              <a:rPr lang="en-US" altLang="zh-CN" sz="1000" b="1" i="1" dirty="0">
                <a:solidFill>
                  <a:schemeClr val="tx2"/>
                </a:solidFill>
              </a:rPr>
              <a:t>Inspection</a:t>
            </a:r>
            <a:r>
              <a:rPr lang="en-US" altLang="zh-CN" sz="1000" dirty="0">
                <a:solidFill>
                  <a:schemeClr val="tx1"/>
                </a:solidFill>
              </a:rPr>
              <a:t>: Role and responsibility should be </a:t>
            </a:r>
            <a:r>
              <a:rPr lang="en-US" altLang="zh-CN" sz="1000" b="1" i="1" dirty="0">
                <a:solidFill>
                  <a:schemeClr val="tx2"/>
                </a:solidFill>
              </a:rPr>
              <a:t>pre-defined in MSA or SOPs in global </a:t>
            </a:r>
            <a:r>
              <a:rPr lang="en-US" altLang="zh-CN" sz="1000" dirty="0">
                <a:solidFill>
                  <a:schemeClr val="tx1"/>
                </a:solidFill>
              </a:rPr>
              <a:t>of CRO and local team (QM, RA, CD&amp;O, </a:t>
            </a:r>
            <a:r>
              <a:rPr lang="en-US" altLang="zh-CN" sz="1000" dirty="0" err="1">
                <a:solidFill>
                  <a:schemeClr val="tx1"/>
                </a:solidFill>
              </a:rPr>
              <a:t>etc</a:t>
            </a:r>
            <a:r>
              <a:rPr lang="en-US" altLang="zh-CN" sz="1000" dirty="0">
                <a:solidFill>
                  <a:schemeClr val="tx1"/>
                </a:solidFill>
              </a:rPr>
              <a:t>); </a:t>
            </a:r>
          </a:p>
          <a:p>
            <a:pPr marL="228600" indent="-228600">
              <a:spcAft>
                <a:spcPts val="600"/>
              </a:spcAft>
              <a:buClr>
                <a:schemeClr val="tx1"/>
              </a:buClr>
              <a:buFont typeface="+mj-lt"/>
              <a:buAutoNum type="arabicPeriod"/>
            </a:pPr>
            <a:r>
              <a:rPr lang="en-US" altLang="zh-CN" sz="1000" dirty="0">
                <a:solidFill>
                  <a:schemeClr val="tx1"/>
                </a:solidFill>
              </a:rPr>
              <a:t>Local specific cost: All </a:t>
            </a:r>
            <a:r>
              <a:rPr lang="en-US" altLang="zh-CN" sz="1000" b="1" i="1" dirty="0">
                <a:solidFill>
                  <a:schemeClr val="tx2"/>
                </a:solidFill>
              </a:rPr>
              <a:t>RA costs should be included in MSA</a:t>
            </a:r>
            <a:r>
              <a:rPr lang="en-US" altLang="zh-CN" sz="1000" dirty="0">
                <a:solidFill>
                  <a:schemeClr val="tx1"/>
                </a:solidFill>
              </a:rPr>
              <a:t>. </a:t>
            </a:r>
            <a:endParaRPr lang="zh-CN" altLang="en-US" sz="1000" dirty="0">
              <a:solidFill>
                <a:schemeClr val="tx1"/>
              </a:solidFill>
            </a:endParaRPr>
          </a:p>
        </p:txBody>
      </p:sp>
      <p:sp>
        <p:nvSpPr>
          <p:cNvPr id="9" name="Rectangle 8">
            <a:extLst>
              <a:ext uri="{FF2B5EF4-FFF2-40B4-BE49-F238E27FC236}">
                <a16:creationId xmlns:a16="http://schemas.microsoft.com/office/drawing/2014/main" id="{911D1701-4A85-C066-6834-1A8ED9B46755}"/>
              </a:ext>
            </a:extLst>
          </p:cNvPr>
          <p:cNvSpPr/>
          <p:nvPr/>
        </p:nvSpPr>
        <p:spPr bwMode="gray">
          <a:xfrm>
            <a:off x="1524000" y="5003389"/>
            <a:ext cx="6693691" cy="68400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000" b="1" dirty="0">
                <a:solidFill>
                  <a:schemeClr val="tx1"/>
                </a:solidFill>
              </a:rPr>
              <a:t>PI Engagement Plan</a:t>
            </a:r>
          </a:p>
          <a:p>
            <a:pPr marL="228600" indent="-228600">
              <a:spcAft>
                <a:spcPts val="600"/>
              </a:spcAft>
              <a:buAutoNum type="arabicPeriod"/>
            </a:pPr>
            <a:r>
              <a:rPr lang="en-US" altLang="zh-CN" sz="1000" dirty="0">
                <a:solidFill>
                  <a:schemeClr val="tx1"/>
                </a:solidFill>
              </a:rPr>
              <a:t>Local leadership team and representatives can </a:t>
            </a:r>
            <a:r>
              <a:rPr lang="en-US" altLang="zh-CN" sz="1000" b="1" i="1" dirty="0">
                <a:solidFill>
                  <a:schemeClr val="tx2"/>
                </a:solidFill>
              </a:rPr>
              <a:t>attend investigator meetings</a:t>
            </a:r>
            <a:r>
              <a:rPr lang="en-US" altLang="zh-CN" sz="1000" dirty="0">
                <a:solidFill>
                  <a:schemeClr val="tx1"/>
                </a:solidFill>
              </a:rPr>
              <a:t>;</a:t>
            </a:r>
          </a:p>
          <a:p>
            <a:pPr marL="228600" indent="-228600">
              <a:spcAft>
                <a:spcPts val="600"/>
              </a:spcAft>
              <a:buAutoNum type="arabicPeriod"/>
            </a:pPr>
            <a:r>
              <a:rPr lang="en-US" altLang="zh-CN" sz="1000" dirty="0">
                <a:solidFill>
                  <a:schemeClr val="tx1"/>
                </a:solidFill>
              </a:rPr>
              <a:t>Cross-functions </a:t>
            </a:r>
            <a:r>
              <a:rPr lang="en-US" altLang="zh-CN" sz="1000" b="1" i="1" dirty="0">
                <a:solidFill>
                  <a:schemeClr val="tx2"/>
                </a:solidFill>
              </a:rPr>
              <a:t>conduct co-visit </a:t>
            </a:r>
            <a:r>
              <a:rPr lang="en-US" altLang="zh-CN" sz="1000" dirty="0">
                <a:solidFill>
                  <a:schemeClr val="tx1"/>
                </a:solidFill>
              </a:rPr>
              <a:t>for essential topics (e.g. recruitment boost), and CRO facilitates the visit. </a:t>
            </a:r>
            <a:endParaRPr lang="zh-CN" altLang="en-US" sz="1000" dirty="0">
              <a:solidFill>
                <a:schemeClr val="tx1"/>
              </a:solidFill>
            </a:endParaRPr>
          </a:p>
        </p:txBody>
      </p:sp>
      <p:sp>
        <p:nvSpPr>
          <p:cNvPr id="26" name="Flowchart: Decision 25">
            <a:extLst>
              <a:ext uri="{FF2B5EF4-FFF2-40B4-BE49-F238E27FC236}">
                <a16:creationId xmlns:a16="http://schemas.microsoft.com/office/drawing/2014/main" id="{3EE8E781-786C-70AF-76CA-7CE447A2BBB0}"/>
              </a:ext>
            </a:extLst>
          </p:cNvPr>
          <p:cNvSpPr>
            <a:spLocks noChangeAspect="1"/>
          </p:cNvSpPr>
          <p:nvPr/>
        </p:nvSpPr>
        <p:spPr bwMode="gray">
          <a:xfrm>
            <a:off x="375920"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7" name="Flowchart: Decision 26">
            <a:extLst>
              <a:ext uri="{FF2B5EF4-FFF2-40B4-BE49-F238E27FC236}">
                <a16:creationId xmlns:a16="http://schemas.microsoft.com/office/drawing/2014/main" id="{ACD46E2B-5783-5426-ED9A-AF021984ED11}"/>
              </a:ext>
            </a:extLst>
          </p:cNvPr>
          <p:cNvSpPr>
            <a:spLocks noChangeAspect="1"/>
          </p:cNvSpPr>
          <p:nvPr/>
        </p:nvSpPr>
        <p:spPr bwMode="gray">
          <a:xfrm>
            <a:off x="3942080"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1" name="Flowchart: Decision 30">
            <a:extLst>
              <a:ext uri="{FF2B5EF4-FFF2-40B4-BE49-F238E27FC236}">
                <a16:creationId xmlns:a16="http://schemas.microsoft.com/office/drawing/2014/main" id="{035EE6CF-993A-4BD2-1B81-46603C38E3D0}"/>
              </a:ext>
            </a:extLst>
          </p:cNvPr>
          <p:cNvSpPr>
            <a:spLocks noChangeAspect="1"/>
          </p:cNvSpPr>
          <p:nvPr/>
        </p:nvSpPr>
        <p:spPr bwMode="gray">
          <a:xfrm>
            <a:off x="8133080" y="150431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2" name="Flowchart: Decision 31">
            <a:extLst>
              <a:ext uri="{FF2B5EF4-FFF2-40B4-BE49-F238E27FC236}">
                <a16:creationId xmlns:a16="http://schemas.microsoft.com/office/drawing/2014/main" id="{AB9A2E13-C08D-86DC-4E11-8A2B3996D0BA}"/>
              </a:ext>
            </a:extLst>
          </p:cNvPr>
          <p:cNvSpPr>
            <a:spLocks noChangeAspect="1"/>
          </p:cNvSpPr>
          <p:nvPr/>
        </p:nvSpPr>
        <p:spPr bwMode="gray">
          <a:xfrm>
            <a:off x="11556928"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3" name="Flowchart: Decision 32">
            <a:extLst>
              <a:ext uri="{FF2B5EF4-FFF2-40B4-BE49-F238E27FC236}">
                <a16:creationId xmlns:a16="http://schemas.microsoft.com/office/drawing/2014/main" id="{F469DBCD-A969-D3D9-BBB7-DA58698FEEEE}"/>
              </a:ext>
            </a:extLst>
          </p:cNvPr>
          <p:cNvSpPr>
            <a:spLocks noChangeAspect="1"/>
          </p:cNvSpPr>
          <p:nvPr/>
        </p:nvSpPr>
        <p:spPr bwMode="gray">
          <a:xfrm>
            <a:off x="9975818"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4" name="TextBox 33">
            <a:extLst>
              <a:ext uri="{FF2B5EF4-FFF2-40B4-BE49-F238E27FC236}">
                <a16:creationId xmlns:a16="http://schemas.microsoft.com/office/drawing/2014/main" id="{DE49AF45-FF65-DB5F-40FE-21E1AAEFD34F}"/>
              </a:ext>
            </a:extLst>
          </p:cNvPr>
          <p:cNvSpPr txBox="1">
            <a:spLocks/>
          </p:cNvSpPr>
          <p:nvPr/>
        </p:nvSpPr>
        <p:spPr bwMode="gray">
          <a:xfrm>
            <a:off x="9753600" y="1758315"/>
            <a:ext cx="660437" cy="207301"/>
          </a:xfrm>
          <a:prstGeom prst="rect">
            <a:avLst/>
          </a:prstGeom>
          <a:noFill/>
        </p:spPr>
        <p:txBody>
          <a:bodyPr wrap="none" lIns="0" tIns="0" rIns="0" bIns="0" rtlCol="0">
            <a:spAutoFit/>
          </a:bodyPr>
          <a:lstStyle/>
          <a:p>
            <a:pPr algn="l">
              <a:lnSpc>
                <a:spcPct val="140000"/>
              </a:lnSpc>
            </a:pPr>
            <a:r>
              <a:rPr lang="en-US" altLang="zh-CN" sz="1050"/>
              <a:t>Inspection</a:t>
            </a:r>
            <a:endParaRPr lang="zh-CN" altLang="en-US" sz="1050"/>
          </a:p>
        </p:txBody>
      </p:sp>
      <p:sp>
        <p:nvSpPr>
          <p:cNvPr id="35" name="TextBox 34">
            <a:extLst>
              <a:ext uri="{FF2B5EF4-FFF2-40B4-BE49-F238E27FC236}">
                <a16:creationId xmlns:a16="http://schemas.microsoft.com/office/drawing/2014/main" id="{AFF27CD4-52A6-84DF-2E18-312D12C69E96}"/>
              </a:ext>
            </a:extLst>
          </p:cNvPr>
          <p:cNvSpPr txBox="1">
            <a:spLocks/>
          </p:cNvSpPr>
          <p:nvPr/>
        </p:nvSpPr>
        <p:spPr bwMode="gray">
          <a:xfrm>
            <a:off x="11361961" y="1758315"/>
            <a:ext cx="605935" cy="207301"/>
          </a:xfrm>
          <a:prstGeom prst="rect">
            <a:avLst/>
          </a:prstGeom>
          <a:noFill/>
        </p:spPr>
        <p:txBody>
          <a:bodyPr wrap="none" lIns="0" tIns="0" rIns="0" bIns="0" rtlCol="0">
            <a:spAutoFit/>
          </a:bodyPr>
          <a:lstStyle/>
          <a:p>
            <a:pPr algn="l">
              <a:lnSpc>
                <a:spcPct val="140000"/>
              </a:lnSpc>
            </a:pPr>
            <a:r>
              <a:rPr lang="en-US" altLang="zh-CN" sz="1050"/>
              <a:t>NDA appr</a:t>
            </a:r>
            <a:endParaRPr lang="zh-CN" altLang="en-US" sz="1050"/>
          </a:p>
        </p:txBody>
      </p:sp>
      <p:sp>
        <p:nvSpPr>
          <p:cNvPr id="36" name="TextBox 35">
            <a:extLst>
              <a:ext uri="{FF2B5EF4-FFF2-40B4-BE49-F238E27FC236}">
                <a16:creationId xmlns:a16="http://schemas.microsoft.com/office/drawing/2014/main" id="{66375501-3546-F731-E706-D325D97649AC}"/>
              </a:ext>
            </a:extLst>
          </p:cNvPr>
          <p:cNvSpPr txBox="1">
            <a:spLocks/>
          </p:cNvSpPr>
          <p:nvPr/>
        </p:nvSpPr>
        <p:spPr bwMode="gray">
          <a:xfrm>
            <a:off x="8113641" y="1768475"/>
            <a:ext cx="254878" cy="207301"/>
          </a:xfrm>
          <a:prstGeom prst="rect">
            <a:avLst/>
          </a:prstGeom>
          <a:noFill/>
        </p:spPr>
        <p:txBody>
          <a:bodyPr wrap="none" lIns="0" tIns="0" rIns="0" bIns="0" rtlCol="0">
            <a:spAutoFit/>
          </a:bodyPr>
          <a:lstStyle/>
          <a:p>
            <a:pPr algn="l">
              <a:lnSpc>
                <a:spcPct val="140000"/>
              </a:lnSpc>
            </a:pPr>
            <a:r>
              <a:rPr lang="en-US" altLang="zh-CN" sz="1050"/>
              <a:t>DBL</a:t>
            </a:r>
            <a:endParaRPr lang="zh-CN" altLang="en-US" sz="1050"/>
          </a:p>
        </p:txBody>
      </p:sp>
      <p:sp>
        <p:nvSpPr>
          <p:cNvPr id="37" name="Flowchart: Decision 36">
            <a:extLst>
              <a:ext uri="{FF2B5EF4-FFF2-40B4-BE49-F238E27FC236}">
                <a16:creationId xmlns:a16="http://schemas.microsoft.com/office/drawing/2014/main" id="{B8B44843-88DA-5F88-52BC-540B060EEAF9}"/>
              </a:ext>
            </a:extLst>
          </p:cNvPr>
          <p:cNvSpPr>
            <a:spLocks noChangeAspect="1"/>
          </p:cNvSpPr>
          <p:nvPr/>
        </p:nvSpPr>
        <p:spPr bwMode="gray">
          <a:xfrm>
            <a:off x="9110470" y="1494155"/>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8" name="TextBox 37">
            <a:extLst>
              <a:ext uri="{FF2B5EF4-FFF2-40B4-BE49-F238E27FC236}">
                <a16:creationId xmlns:a16="http://schemas.microsoft.com/office/drawing/2014/main" id="{03669FD2-49B1-32D9-9836-8781DDA714A7}"/>
              </a:ext>
            </a:extLst>
          </p:cNvPr>
          <p:cNvSpPr txBox="1">
            <a:spLocks/>
          </p:cNvSpPr>
          <p:nvPr/>
        </p:nvSpPr>
        <p:spPr bwMode="gray">
          <a:xfrm>
            <a:off x="8946761" y="1758315"/>
            <a:ext cx="543418" cy="207301"/>
          </a:xfrm>
          <a:prstGeom prst="rect">
            <a:avLst/>
          </a:prstGeom>
          <a:noFill/>
        </p:spPr>
        <p:txBody>
          <a:bodyPr wrap="none" lIns="0" tIns="0" rIns="0" bIns="0" rtlCol="0">
            <a:spAutoFit/>
          </a:bodyPr>
          <a:lstStyle/>
          <a:p>
            <a:pPr algn="l">
              <a:lnSpc>
                <a:spcPct val="140000"/>
              </a:lnSpc>
            </a:pPr>
            <a:r>
              <a:rPr lang="en-US" altLang="zh-CN" sz="1050"/>
              <a:t>NDA sub</a:t>
            </a:r>
            <a:endParaRPr lang="zh-CN" altLang="en-US" sz="1050"/>
          </a:p>
        </p:txBody>
      </p:sp>
      <p:sp>
        <p:nvSpPr>
          <p:cNvPr id="39" name="TextBox 38">
            <a:extLst>
              <a:ext uri="{FF2B5EF4-FFF2-40B4-BE49-F238E27FC236}">
                <a16:creationId xmlns:a16="http://schemas.microsoft.com/office/drawing/2014/main" id="{9B08EE99-A7B8-7E74-B7A7-EB5DB4506E7B}"/>
              </a:ext>
            </a:extLst>
          </p:cNvPr>
          <p:cNvSpPr txBox="1">
            <a:spLocks/>
          </p:cNvSpPr>
          <p:nvPr/>
        </p:nvSpPr>
        <p:spPr bwMode="gray">
          <a:xfrm>
            <a:off x="3810000" y="1752600"/>
            <a:ext cx="405560" cy="207301"/>
          </a:xfrm>
          <a:prstGeom prst="rect">
            <a:avLst/>
          </a:prstGeom>
          <a:noFill/>
        </p:spPr>
        <p:txBody>
          <a:bodyPr wrap="none" lIns="0" tIns="0" rIns="0" bIns="0" rtlCol="0">
            <a:spAutoFit/>
          </a:bodyPr>
          <a:lstStyle/>
          <a:p>
            <a:pPr algn="l">
              <a:lnSpc>
                <a:spcPct val="140000"/>
              </a:lnSpc>
            </a:pPr>
            <a:r>
              <a:rPr lang="en-US" altLang="zh-CN" sz="1050"/>
              <a:t>1</a:t>
            </a:r>
            <a:r>
              <a:rPr lang="en-US" altLang="zh-CN" sz="1050" baseline="30000"/>
              <a:t>st</a:t>
            </a:r>
            <a:r>
              <a:rPr lang="en-US" altLang="zh-CN" sz="1050"/>
              <a:t> SIV</a:t>
            </a:r>
            <a:endParaRPr lang="zh-CN" altLang="en-US" sz="1050"/>
          </a:p>
        </p:txBody>
      </p:sp>
      <p:sp>
        <p:nvSpPr>
          <p:cNvPr id="40" name="Flowchart: Decision 39">
            <a:extLst>
              <a:ext uri="{FF2B5EF4-FFF2-40B4-BE49-F238E27FC236}">
                <a16:creationId xmlns:a16="http://schemas.microsoft.com/office/drawing/2014/main" id="{96C3C679-587D-C870-442E-E13469DF88B4}"/>
              </a:ext>
            </a:extLst>
          </p:cNvPr>
          <p:cNvSpPr>
            <a:spLocks noChangeAspect="1"/>
          </p:cNvSpPr>
          <p:nvPr/>
        </p:nvSpPr>
        <p:spPr bwMode="gray">
          <a:xfrm>
            <a:off x="6388179" y="1488440"/>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1" name="TextBox 40">
            <a:extLst>
              <a:ext uri="{FF2B5EF4-FFF2-40B4-BE49-F238E27FC236}">
                <a16:creationId xmlns:a16="http://schemas.microsoft.com/office/drawing/2014/main" id="{602E6B11-783A-046F-3029-BCDBCB2DC92A}"/>
              </a:ext>
            </a:extLst>
          </p:cNvPr>
          <p:cNvSpPr txBox="1">
            <a:spLocks/>
          </p:cNvSpPr>
          <p:nvPr/>
        </p:nvSpPr>
        <p:spPr bwMode="gray">
          <a:xfrm>
            <a:off x="6400800" y="1752600"/>
            <a:ext cx="190758" cy="207301"/>
          </a:xfrm>
          <a:prstGeom prst="rect">
            <a:avLst/>
          </a:prstGeom>
          <a:noFill/>
        </p:spPr>
        <p:txBody>
          <a:bodyPr wrap="none" lIns="0" tIns="0" rIns="0" bIns="0" rtlCol="0">
            <a:spAutoFit/>
          </a:bodyPr>
          <a:lstStyle/>
          <a:p>
            <a:pPr algn="l">
              <a:lnSpc>
                <a:spcPct val="140000"/>
              </a:lnSpc>
            </a:pPr>
            <a:r>
              <a:rPr lang="en-US" altLang="zh-CN" sz="1050"/>
              <a:t>LPI</a:t>
            </a:r>
            <a:endParaRPr lang="zh-CN" altLang="en-US" sz="1050"/>
          </a:p>
        </p:txBody>
      </p:sp>
      <p:sp>
        <p:nvSpPr>
          <p:cNvPr id="42" name="Flowchart: Decision 41">
            <a:extLst>
              <a:ext uri="{FF2B5EF4-FFF2-40B4-BE49-F238E27FC236}">
                <a16:creationId xmlns:a16="http://schemas.microsoft.com/office/drawing/2014/main" id="{7049E4F7-90A1-0AE1-C2DC-F6F3322B8459}"/>
              </a:ext>
            </a:extLst>
          </p:cNvPr>
          <p:cNvSpPr>
            <a:spLocks noChangeAspect="1"/>
          </p:cNvSpPr>
          <p:nvPr/>
        </p:nvSpPr>
        <p:spPr bwMode="gray">
          <a:xfrm>
            <a:off x="2945361" y="1505879"/>
            <a:ext cx="216000" cy="216000"/>
          </a:xfrm>
          <a:prstGeom prst="flowChartDecision">
            <a:avLst/>
          </a:prstGeom>
          <a:solidFill>
            <a:schemeClr val="accent2"/>
          </a:solidFill>
          <a:ln w="63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3" name="TextBox 42">
            <a:extLst>
              <a:ext uri="{FF2B5EF4-FFF2-40B4-BE49-F238E27FC236}">
                <a16:creationId xmlns:a16="http://schemas.microsoft.com/office/drawing/2014/main" id="{957285B1-3885-0727-ED06-A3247D350EA3}"/>
              </a:ext>
            </a:extLst>
          </p:cNvPr>
          <p:cNvSpPr txBox="1">
            <a:spLocks/>
          </p:cNvSpPr>
          <p:nvPr/>
        </p:nvSpPr>
        <p:spPr bwMode="gray">
          <a:xfrm>
            <a:off x="2790469" y="1770039"/>
            <a:ext cx="525785" cy="207301"/>
          </a:xfrm>
          <a:prstGeom prst="rect">
            <a:avLst/>
          </a:prstGeom>
          <a:noFill/>
        </p:spPr>
        <p:txBody>
          <a:bodyPr wrap="none" lIns="0" tIns="0" rIns="0" bIns="0" rtlCol="0">
            <a:spAutoFit/>
          </a:bodyPr>
          <a:lstStyle/>
          <a:p>
            <a:pPr algn="l">
              <a:lnSpc>
                <a:spcPct val="140000"/>
              </a:lnSpc>
            </a:pPr>
            <a:r>
              <a:rPr lang="en-US" altLang="zh-CN" sz="1050"/>
              <a:t>CTA sub</a:t>
            </a:r>
            <a:endParaRPr lang="zh-CN" altLang="en-US" sz="1050"/>
          </a:p>
        </p:txBody>
      </p:sp>
      <p:sp>
        <p:nvSpPr>
          <p:cNvPr id="44" name="TextBox 43">
            <a:extLst>
              <a:ext uri="{FF2B5EF4-FFF2-40B4-BE49-F238E27FC236}">
                <a16:creationId xmlns:a16="http://schemas.microsoft.com/office/drawing/2014/main" id="{90233018-D367-BCA2-844E-8EBF4AA5F7FE}"/>
              </a:ext>
            </a:extLst>
          </p:cNvPr>
          <p:cNvSpPr txBox="1"/>
          <p:nvPr/>
        </p:nvSpPr>
        <p:spPr bwMode="gray">
          <a:xfrm>
            <a:off x="127881" y="1758315"/>
            <a:ext cx="942566" cy="207301"/>
          </a:xfrm>
          <a:prstGeom prst="rect">
            <a:avLst/>
          </a:prstGeom>
          <a:noFill/>
        </p:spPr>
        <p:txBody>
          <a:bodyPr wrap="none" lIns="0" tIns="0" rIns="0" bIns="0" rtlCol="0">
            <a:spAutoFit/>
          </a:bodyPr>
          <a:lstStyle/>
          <a:p>
            <a:pPr algn="l">
              <a:lnSpc>
                <a:spcPct val="140000"/>
              </a:lnSpc>
            </a:pPr>
            <a:r>
              <a:rPr lang="en-US" altLang="zh-CN" sz="1050"/>
              <a:t>AEP/TDO input</a:t>
            </a:r>
            <a:endParaRPr lang="zh-CN" altLang="en-US" sz="1050"/>
          </a:p>
        </p:txBody>
      </p:sp>
      <p:sp>
        <p:nvSpPr>
          <p:cNvPr id="46" name="Rectangle 45">
            <a:extLst>
              <a:ext uri="{FF2B5EF4-FFF2-40B4-BE49-F238E27FC236}">
                <a16:creationId xmlns:a16="http://schemas.microsoft.com/office/drawing/2014/main" id="{DBB911C2-525E-47C7-68FA-EB6EB212D2F6}"/>
              </a:ext>
            </a:extLst>
          </p:cNvPr>
          <p:cNvSpPr/>
          <p:nvPr/>
        </p:nvSpPr>
        <p:spPr bwMode="gray">
          <a:xfrm>
            <a:off x="8273961" y="5430488"/>
            <a:ext cx="3377902" cy="612000"/>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000" b="1" dirty="0">
                <a:solidFill>
                  <a:schemeClr val="tx1"/>
                </a:solidFill>
              </a:rPr>
              <a:t>Request to Vendor</a:t>
            </a:r>
          </a:p>
          <a:p>
            <a:pPr>
              <a:spcAft>
                <a:spcPts val="600"/>
              </a:spcAft>
            </a:pPr>
            <a:r>
              <a:rPr lang="en-US" altLang="zh-CN" sz="1000" dirty="0">
                <a:solidFill>
                  <a:schemeClr val="tx1"/>
                </a:solidFill>
              </a:rPr>
              <a:t>Ensure resource allocation and staff professionalism for inspection.</a:t>
            </a:r>
          </a:p>
        </p:txBody>
      </p:sp>
    </p:spTree>
    <p:extLst>
      <p:ext uri="{BB962C8B-B14F-4D97-AF65-F5344CB8AC3E}">
        <p14:creationId xmlns:p14="http://schemas.microsoft.com/office/powerpoint/2010/main" val="814051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BF52E-0344-639D-F035-17442BBDD1AC}"/>
              </a:ext>
            </a:extLst>
          </p:cNvPr>
          <p:cNvSpPr>
            <a:spLocks noGrp="1"/>
          </p:cNvSpPr>
          <p:nvPr>
            <p:ph type="ctrTitle"/>
          </p:nvPr>
        </p:nvSpPr>
        <p:spPr>
          <a:xfrm>
            <a:off x="479425" y="1270776"/>
            <a:ext cx="8280755" cy="1584000"/>
          </a:xfrm>
        </p:spPr>
        <p:txBody>
          <a:bodyPr/>
          <a:lstStyle/>
          <a:p>
            <a:r>
              <a:rPr lang="en-US" altLang="zh-CN"/>
              <a:t>Next-step Action</a:t>
            </a:r>
            <a:endParaRPr lang="zh-CN" altLang="en-US"/>
          </a:p>
        </p:txBody>
      </p:sp>
      <p:sp>
        <p:nvSpPr>
          <p:cNvPr id="3" name="Subtitle 2">
            <a:extLst>
              <a:ext uri="{FF2B5EF4-FFF2-40B4-BE49-F238E27FC236}">
                <a16:creationId xmlns:a16="http://schemas.microsoft.com/office/drawing/2014/main" id="{8C9087E7-8D4D-6606-1D24-80E3C7AC1E70}"/>
              </a:ext>
            </a:extLst>
          </p:cNvPr>
          <p:cNvSpPr>
            <a:spLocks noGrp="1"/>
          </p:cNvSpPr>
          <p:nvPr>
            <p:ph type="subTitle" idx="1"/>
          </p:nvPr>
        </p:nvSpPr>
        <p:spPr>
          <a:xfrm>
            <a:off x="479425" y="3329079"/>
            <a:ext cx="10934439" cy="2038987"/>
          </a:xfrm>
        </p:spPr>
        <p:txBody>
          <a:bodyPr/>
          <a:lstStyle/>
          <a:p>
            <a:pPr marL="457200" indent="-457200">
              <a:buAutoNum type="arabicPeriod"/>
            </a:pPr>
            <a:r>
              <a:rPr lang="en-US" altLang="zh-CN" dirty="0"/>
              <a:t>Local team to follow the role &amp; responsibility division and action plan;</a:t>
            </a:r>
          </a:p>
          <a:p>
            <a:pPr marL="457200" indent="-457200">
              <a:buAutoNum type="arabicPeriod"/>
            </a:pPr>
            <a:r>
              <a:rPr lang="en-US" altLang="zh-CN" dirty="0"/>
              <a:t>In-house functions to build up connection with global functions;</a:t>
            </a:r>
          </a:p>
          <a:p>
            <a:pPr marL="457200" indent="-457200">
              <a:buAutoNum type="arabicPeriod"/>
            </a:pPr>
            <a:r>
              <a:rPr lang="en-US" altLang="zh-CN" dirty="0"/>
              <a:t>CD&amp;O to raise China’s proposal to global.</a:t>
            </a:r>
            <a:endParaRPr lang="zh-CN" altLang="en-US" dirty="0"/>
          </a:p>
        </p:txBody>
      </p:sp>
      <p:sp>
        <p:nvSpPr>
          <p:cNvPr id="4" name="Footer Placeholder 3">
            <a:extLst>
              <a:ext uri="{FF2B5EF4-FFF2-40B4-BE49-F238E27FC236}">
                <a16:creationId xmlns:a16="http://schemas.microsoft.com/office/drawing/2014/main" id="{B891F6CA-78EA-78C8-18DB-79B8D160EDD8}"/>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3955652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0320A94-A9D2-22A3-E556-EC4C21C4DA09}"/>
              </a:ext>
            </a:extLst>
          </p:cNvPr>
          <p:cNvSpPr/>
          <p:nvPr/>
        </p:nvSpPr>
        <p:spPr bwMode="gray">
          <a:xfrm>
            <a:off x="126213" y="5799221"/>
            <a:ext cx="3976555" cy="1005432"/>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4" name="Slide Number Placeholder 3">
            <a:extLst>
              <a:ext uri="{FF2B5EF4-FFF2-40B4-BE49-F238E27FC236}">
                <a16:creationId xmlns:a16="http://schemas.microsoft.com/office/drawing/2014/main" id="{2A3A0182-F760-C0A3-44BB-875B8118FE33}"/>
              </a:ext>
            </a:extLst>
          </p:cNvPr>
          <p:cNvSpPr>
            <a:spLocks noGrp="1"/>
          </p:cNvSpPr>
          <p:nvPr>
            <p:ph type="sldNum" sz="quarter" idx="11"/>
          </p:nvPr>
        </p:nvSpPr>
        <p:spPr>
          <a:xfrm>
            <a:off x="11424592" y="6292556"/>
            <a:ext cx="288000" cy="288000"/>
          </a:xfrm>
        </p:spPr>
        <p:txBody>
          <a:bodyPr/>
          <a:lstStyle/>
          <a:p>
            <a:fld id="{E5A00489-74D6-4F40-9B2D-C4C743F797E8}" type="slidenum">
              <a:rPr lang="en-GB" smtClean="0"/>
              <a:t>8</a:t>
            </a:fld>
            <a:endParaRPr lang="en-GB"/>
          </a:p>
        </p:txBody>
      </p:sp>
      <p:sp>
        <p:nvSpPr>
          <p:cNvPr id="10" name="Rectangle: Rounded Corners 9">
            <a:extLst>
              <a:ext uri="{FF2B5EF4-FFF2-40B4-BE49-F238E27FC236}">
                <a16:creationId xmlns:a16="http://schemas.microsoft.com/office/drawing/2014/main" id="{85A12519-0165-0FC6-146D-594574EFE870}"/>
              </a:ext>
            </a:extLst>
          </p:cNvPr>
          <p:cNvSpPr/>
          <p:nvPr/>
        </p:nvSpPr>
        <p:spPr>
          <a:xfrm>
            <a:off x="1457332" y="1283306"/>
            <a:ext cx="3267075" cy="230962"/>
          </a:xfrm>
          <a:prstGeom prst="round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FSP</a:t>
            </a:r>
          </a:p>
        </p:txBody>
      </p:sp>
      <p:sp>
        <p:nvSpPr>
          <p:cNvPr id="11" name="Rectangle: Rounded Corners 10">
            <a:extLst>
              <a:ext uri="{FF2B5EF4-FFF2-40B4-BE49-F238E27FC236}">
                <a16:creationId xmlns:a16="http://schemas.microsoft.com/office/drawing/2014/main" id="{5D75673E-90C0-FC4D-8DF4-928D532F9E12}"/>
              </a:ext>
            </a:extLst>
          </p:cNvPr>
          <p:cNvSpPr/>
          <p:nvPr/>
        </p:nvSpPr>
        <p:spPr>
          <a:xfrm>
            <a:off x="4953007" y="1283306"/>
            <a:ext cx="3267075" cy="230962"/>
          </a:xfrm>
          <a:prstGeom prst="roundRect">
            <a:avLst/>
          </a:prstGeom>
          <a:solidFill>
            <a:schemeClr val="tx2">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FOT – CRO Led</a:t>
            </a:r>
          </a:p>
        </p:txBody>
      </p:sp>
      <p:sp>
        <p:nvSpPr>
          <p:cNvPr id="12" name="Rectangle: Rounded Corners 11">
            <a:extLst>
              <a:ext uri="{FF2B5EF4-FFF2-40B4-BE49-F238E27FC236}">
                <a16:creationId xmlns:a16="http://schemas.microsoft.com/office/drawing/2014/main" id="{2F4B6D69-E9DE-E86C-CD1F-CA2C9724A4CB}"/>
              </a:ext>
            </a:extLst>
          </p:cNvPr>
          <p:cNvSpPr/>
          <p:nvPr/>
        </p:nvSpPr>
        <p:spPr>
          <a:xfrm>
            <a:off x="8448682" y="1283306"/>
            <a:ext cx="3267075" cy="230962"/>
          </a:xfrm>
          <a:prstGeom prst="roundRect">
            <a:avLst/>
          </a:prstGeom>
          <a:solidFill>
            <a:schemeClr val="accent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FOT – ARO Led</a:t>
            </a:r>
          </a:p>
        </p:txBody>
      </p:sp>
      <p:sp>
        <p:nvSpPr>
          <p:cNvPr id="15" name="Rectangle: Rounded Corners 14">
            <a:extLst>
              <a:ext uri="{FF2B5EF4-FFF2-40B4-BE49-F238E27FC236}">
                <a16:creationId xmlns:a16="http://schemas.microsoft.com/office/drawing/2014/main" id="{272CA563-CAA7-94D5-8CA8-9525554D3519}"/>
              </a:ext>
            </a:extLst>
          </p:cNvPr>
          <p:cNvSpPr/>
          <p:nvPr/>
        </p:nvSpPr>
        <p:spPr>
          <a:xfrm>
            <a:off x="1457331" y="1566549"/>
            <a:ext cx="3267073" cy="1256226"/>
          </a:xfrm>
          <a:prstGeom prst="roundRect">
            <a:avLst>
              <a:gd name="adj" fmla="val 203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0" rIns="91440" bIns="0" rtlCol="0" anchor="ctr"/>
          <a:lstStyle/>
          <a:p>
            <a:pPr marL="285750" indent="-285750">
              <a:buFont typeface="Arial" panose="020B0604020202020204" pitchFamily="34" charset="0"/>
              <a:buChar char="•"/>
            </a:pPr>
            <a:r>
              <a:rPr lang="en-GB" sz="1200">
                <a:solidFill>
                  <a:srgbClr val="000000"/>
                </a:solidFill>
              </a:rPr>
              <a:t>Specific functional tasks or services outsourced to a specialist provider following mainly Boehringer processes and systems</a:t>
            </a:r>
          </a:p>
        </p:txBody>
      </p:sp>
      <p:sp>
        <p:nvSpPr>
          <p:cNvPr id="16" name="Rectangle: Rounded Corners 15">
            <a:extLst>
              <a:ext uri="{FF2B5EF4-FFF2-40B4-BE49-F238E27FC236}">
                <a16:creationId xmlns:a16="http://schemas.microsoft.com/office/drawing/2014/main" id="{4E65F56E-E0A6-FF6F-6AD8-084A78D16FE2}"/>
              </a:ext>
            </a:extLst>
          </p:cNvPr>
          <p:cNvSpPr/>
          <p:nvPr/>
        </p:nvSpPr>
        <p:spPr>
          <a:xfrm>
            <a:off x="134640" y="1566549"/>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What</a:t>
            </a:r>
          </a:p>
        </p:txBody>
      </p:sp>
      <p:sp>
        <p:nvSpPr>
          <p:cNvPr id="17" name="Rectangle: Rounded Corners 16">
            <a:extLst>
              <a:ext uri="{FF2B5EF4-FFF2-40B4-BE49-F238E27FC236}">
                <a16:creationId xmlns:a16="http://schemas.microsoft.com/office/drawing/2014/main" id="{02D45B5F-A5BB-4270-B0D2-FEFAAE7FE00A}"/>
              </a:ext>
            </a:extLst>
          </p:cNvPr>
          <p:cNvSpPr/>
          <p:nvPr/>
        </p:nvSpPr>
        <p:spPr>
          <a:xfrm>
            <a:off x="134640" y="2909082"/>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Key Drivers</a:t>
            </a:r>
          </a:p>
        </p:txBody>
      </p:sp>
      <p:sp>
        <p:nvSpPr>
          <p:cNvPr id="18" name="Rectangle: Rounded Corners 17">
            <a:extLst>
              <a:ext uri="{FF2B5EF4-FFF2-40B4-BE49-F238E27FC236}">
                <a16:creationId xmlns:a16="http://schemas.microsoft.com/office/drawing/2014/main" id="{0A2BF1B4-45F8-A8C2-5D2D-9F36F98BF7E7}"/>
              </a:ext>
            </a:extLst>
          </p:cNvPr>
          <p:cNvSpPr/>
          <p:nvPr/>
        </p:nvSpPr>
        <p:spPr>
          <a:xfrm>
            <a:off x="134640" y="4251615"/>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Study Types</a:t>
            </a:r>
          </a:p>
        </p:txBody>
      </p:sp>
      <p:sp>
        <p:nvSpPr>
          <p:cNvPr id="19" name="Rectangle: Rounded Corners 18">
            <a:extLst>
              <a:ext uri="{FF2B5EF4-FFF2-40B4-BE49-F238E27FC236}">
                <a16:creationId xmlns:a16="http://schemas.microsoft.com/office/drawing/2014/main" id="{BFCABA9C-592F-D3E6-4089-111359AC6493}"/>
              </a:ext>
            </a:extLst>
          </p:cNvPr>
          <p:cNvSpPr/>
          <p:nvPr/>
        </p:nvSpPr>
        <p:spPr>
          <a:xfrm>
            <a:off x="1457331" y="5594147"/>
            <a:ext cx="3267073" cy="1256226"/>
          </a:xfrm>
          <a:prstGeom prst="roundRect">
            <a:avLst>
              <a:gd name="adj" fmla="val 203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Specialist providers selected by each function</a:t>
            </a:r>
          </a:p>
        </p:txBody>
      </p:sp>
      <p:sp>
        <p:nvSpPr>
          <p:cNvPr id="20" name="Rectangle: Rounded Corners 19">
            <a:extLst>
              <a:ext uri="{FF2B5EF4-FFF2-40B4-BE49-F238E27FC236}">
                <a16:creationId xmlns:a16="http://schemas.microsoft.com/office/drawing/2014/main" id="{0923EBCB-A0D3-43ED-1D2A-44946D15A8DF}"/>
              </a:ext>
            </a:extLst>
          </p:cNvPr>
          <p:cNvSpPr/>
          <p:nvPr/>
        </p:nvSpPr>
        <p:spPr>
          <a:xfrm>
            <a:off x="1457331" y="2909082"/>
            <a:ext cx="3267073" cy="1256226"/>
          </a:xfrm>
          <a:prstGeom prst="roundRect">
            <a:avLst>
              <a:gd name="adj" fmla="val 203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Flexible resourcing, for when sufficient resources is available within Boehringer</a:t>
            </a:r>
          </a:p>
          <a:p>
            <a:pPr marL="171450" indent="-171450">
              <a:buFont typeface="Arial" panose="020B0604020202020204" pitchFamily="34" charset="0"/>
              <a:buChar char="•"/>
            </a:pPr>
            <a:r>
              <a:rPr lang="en-GB" sz="1200">
                <a:solidFill>
                  <a:sysClr val="windowText" lastClr="000000"/>
                </a:solidFill>
              </a:rPr>
              <a:t>Access to specific process / service expertise</a:t>
            </a:r>
            <a:endParaRPr lang="en-GB" sz="1200">
              <a:solidFill>
                <a:sysClr val="windowText" lastClr="000000"/>
              </a:solidFill>
              <a:highlight>
                <a:srgbClr val="FFFF00"/>
              </a:highlight>
            </a:endParaRPr>
          </a:p>
        </p:txBody>
      </p:sp>
      <p:sp>
        <p:nvSpPr>
          <p:cNvPr id="21" name="Rectangle: Rounded Corners 20">
            <a:extLst>
              <a:ext uri="{FF2B5EF4-FFF2-40B4-BE49-F238E27FC236}">
                <a16:creationId xmlns:a16="http://schemas.microsoft.com/office/drawing/2014/main" id="{9E3C7DAA-79E8-9D81-DFA7-7196B59F311D}"/>
              </a:ext>
            </a:extLst>
          </p:cNvPr>
          <p:cNvSpPr/>
          <p:nvPr/>
        </p:nvSpPr>
        <p:spPr>
          <a:xfrm>
            <a:off x="4973248" y="1566549"/>
            <a:ext cx="3267066" cy="1256226"/>
          </a:xfrm>
          <a:prstGeom prst="roundRect">
            <a:avLst>
              <a:gd name="adj" fmla="val 20313"/>
            </a:avLst>
          </a:prstGeom>
          <a:solidFill>
            <a:srgbClr val="D1FFE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0" rIns="91440" bIns="0" rtlCol="0" anchor="ctr"/>
          <a:lstStyle/>
          <a:p>
            <a:pPr marL="171450" indent="-171450">
              <a:buFont typeface="Arial" panose="020B0604020202020204" pitchFamily="34" charset="0"/>
              <a:buChar char="•"/>
            </a:pPr>
            <a:r>
              <a:rPr lang="en-GB" sz="1200">
                <a:solidFill>
                  <a:srgbClr val="000000"/>
                </a:solidFill>
              </a:rPr>
              <a:t>Combines aspects of in-house management and outsourcing</a:t>
            </a:r>
          </a:p>
          <a:p>
            <a:pPr marL="171450" indent="-171450">
              <a:buFont typeface="Arial" panose="020B0604020202020204" pitchFamily="34" charset="0"/>
              <a:buChar char="•"/>
            </a:pPr>
            <a:r>
              <a:rPr lang="en-GB" sz="1200">
                <a:solidFill>
                  <a:srgbClr val="000000"/>
                </a:solidFill>
              </a:rPr>
              <a:t>Boehringer retains control over certain functions while other functions are the accountability of the CRO, following their own processes/systems</a:t>
            </a:r>
          </a:p>
        </p:txBody>
      </p:sp>
      <p:sp>
        <p:nvSpPr>
          <p:cNvPr id="22" name="Rectangle: Rounded Corners 21">
            <a:extLst>
              <a:ext uri="{FF2B5EF4-FFF2-40B4-BE49-F238E27FC236}">
                <a16:creationId xmlns:a16="http://schemas.microsoft.com/office/drawing/2014/main" id="{FEB05C76-534F-4CB1-A46B-EDF59A066189}"/>
              </a:ext>
            </a:extLst>
          </p:cNvPr>
          <p:cNvSpPr/>
          <p:nvPr/>
        </p:nvSpPr>
        <p:spPr>
          <a:xfrm>
            <a:off x="4953008" y="5594147"/>
            <a:ext cx="3267073" cy="1256226"/>
          </a:xfrm>
          <a:prstGeom prst="roundRect">
            <a:avLst>
              <a:gd name="adj" fmla="val 20313"/>
            </a:avLst>
          </a:prstGeom>
          <a:solidFill>
            <a:srgbClr val="D1FFE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IQVIA (preferred partner) </a:t>
            </a:r>
          </a:p>
          <a:p>
            <a:pPr marL="171450" indent="-171450">
              <a:buFont typeface="Arial" panose="020B0604020202020204" pitchFamily="34" charset="0"/>
              <a:buChar char="•"/>
            </a:pPr>
            <a:r>
              <a:rPr lang="en-GB" sz="1200">
                <a:solidFill>
                  <a:sysClr val="windowText" lastClr="000000"/>
                </a:solidFill>
              </a:rPr>
              <a:t>Parexel (preferred partner) </a:t>
            </a:r>
          </a:p>
          <a:p>
            <a:pPr marL="171450" indent="-171450">
              <a:buFont typeface="Arial" panose="020B0604020202020204" pitchFamily="34" charset="0"/>
              <a:buChar char="•"/>
            </a:pPr>
            <a:r>
              <a:rPr lang="en-GB" sz="1200">
                <a:solidFill>
                  <a:sysClr val="windowText" lastClr="000000"/>
                </a:solidFill>
              </a:rPr>
              <a:t>Ora (Retinal Health)</a:t>
            </a:r>
          </a:p>
          <a:p>
            <a:pPr marL="171450" indent="-171450">
              <a:buFont typeface="Arial" panose="020B0604020202020204" pitchFamily="34" charset="0"/>
              <a:buChar char="•"/>
            </a:pPr>
            <a:r>
              <a:rPr lang="en-GB" sz="1200">
                <a:solidFill>
                  <a:sysClr val="windowText" lastClr="000000"/>
                </a:solidFill>
              </a:rPr>
              <a:t>DCRI (Duke)</a:t>
            </a:r>
          </a:p>
          <a:p>
            <a:pPr marL="171450" indent="-171450">
              <a:buFont typeface="Arial" panose="020B0604020202020204" pitchFamily="34" charset="0"/>
              <a:buChar char="•"/>
            </a:pPr>
            <a:r>
              <a:rPr lang="en-GB" sz="1200">
                <a:solidFill>
                  <a:sysClr val="windowText" lastClr="000000"/>
                </a:solidFill>
              </a:rPr>
              <a:t>Sarah Cannon Research Institute</a:t>
            </a:r>
          </a:p>
        </p:txBody>
      </p:sp>
      <p:sp>
        <p:nvSpPr>
          <p:cNvPr id="23" name="Rectangle: Rounded Corners 22">
            <a:extLst>
              <a:ext uri="{FF2B5EF4-FFF2-40B4-BE49-F238E27FC236}">
                <a16:creationId xmlns:a16="http://schemas.microsoft.com/office/drawing/2014/main" id="{E1C3EFA7-72A2-2C05-A3DD-61ADE518BAD0}"/>
              </a:ext>
            </a:extLst>
          </p:cNvPr>
          <p:cNvSpPr/>
          <p:nvPr/>
        </p:nvSpPr>
        <p:spPr>
          <a:xfrm>
            <a:off x="4953009" y="2909082"/>
            <a:ext cx="3267066" cy="1256226"/>
          </a:xfrm>
          <a:prstGeom prst="roundRect">
            <a:avLst>
              <a:gd name="adj" fmla="val 20313"/>
            </a:avLst>
          </a:prstGeom>
          <a:solidFill>
            <a:srgbClr val="D1FFE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0" rIns="91440" bIns="0" rtlCol="0" anchor="ctr"/>
          <a:lstStyle/>
          <a:p>
            <a:pPr marL="171450" indent="-171450">
              <a:buFont typeface="Arial" panose="020B0604020202020204" pitchFamily="34" charset="0"/>
              <a:buChar char="•"/>
            </a:pPr>
            <a:r>
              <a:rPr lang="en-GB" sz="1200">
                <a:solidFill>
                  <a:sysClr val="windowText" lastClr="000000"/>
                </a:solidFill>
              </a:rPr>
              <a:t>Flexible resourcing, for when there is insufficient resources is available within Boehringer</a:t>
            </a:r>
          </a:p>
          <a:p>
            <a:pPr marL="171450" indent="-171450">
              <a:buFont typeface="Arial" panose="020B0604020202020204" pitchFamily="34" charset="0"/>
              <a:buChar char="•"/>
            </a:pPr>
            <a:r>
              <a:rPr lang="en-GB" sz="1200">
                <a:solidFill>
                  <a:sysClr val="windowText" lastClr="000000"/>
                </a:solidFill>
              </a:rPr>
              <a:t>Access to site relationships/networks, including potential faster recruitment  </a:t>
            </a:r>
          </a:p>
          <a:p>
            <a:pPr marL="171450" indent="-171450">
              <a:buFont typeface="Arial" panose="020B0604020202020204" pitchFamily="34" charset="0"/>
              <a:buChar char="•"/>
            </a:pPr>
            <a:r>
              <a:rPr lang="en-GB" sz="1200">
                <a:solidFill>
                  <a:sysClr val="windowText" lastClr="000000"/>
                </a:solidFill>
              </a:rPr>
              <a:t>Access to operational experience </a:t>
            </a:r>
          </a:p>
        </p:txBody>
      </p:sp>
      <p:sp>
        <p:nvSpPr>
          <p:cNvPr id="24" name="Rectangle: Rounded Corners 23">
            <a:extLst>
              <a:ext uri="{FF2B5EF4-FFF2-40B4-BE49-F238E27FC236}">
                <a16:creationId xmlns:a16="http://schemas.microsoft.com/office/drawing/2014/main" id="{3E73E552-1AF8-4056-F040-FCB670A443C8}"/>
              </a:ext>
            </a:extLst>
          </p:cNvPr>
          <p:cNvSpPr/>
          <p:nvPr/>
        </p:nvSpPr>
        <p:spPr>
          <a:xfrm>
            <a:off x="8448682" y="5594147"/>
            <a:ext cx="3267073" cy="1256226"/>
          </a:xfrm>
          <a:prstGeom prst="roundRect">
            <a:avLst>
              <a:gd name="adj" fmla="val 20313"/>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Oxford University</a:t>
            </a:r>
          </a:p>
        </p:txBody>
      </p:sp>
      <p:sp>
        <p:nvSpPr>
          <p:cNvPr id="25" name="Rectangle: Rounded Corners 24">
            <a:extLst>
              <a:ext uri="{FF2B5EF4-FFF2-40B4-BE49-F238E27FC236}">
                <a16:creationId xmlns:a16="http://schemas.microsoft.com/office/drawing/2014/main" id="{1030C3DF-E01C-222D-9811-3913FF78F24E}"/>
              </a:ext>
            </a:extLst>
          </p:cNvPr>
          <p:cNvSpPr/>
          <p:nvPr/>
        </p:nvSpPr>
        <p:spPr>
          <a:xfrm>
            <a:off x="8468923" y="1566549"/>
            <a:ext cx="3267066" cy="1256226"/>
          </a:xfrm>
          <a:prstGeom prst="roundRect">
            <a:avLst>
              <a:gd name="adj" fmla="val 20313"/>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0" rIns="91440" bIns="0" rtlCol="0" anchor="ctr"/>
          <a:lstStyle/>
          <a:p>
            <a:pPr marL="171450" indent="-171450">
              <a:buFont typeface="Arial" panose="020B0604020202020204" pitchFamily="34" charset="0"/>
              <a:buChar char="•"/>
            </a:pPr>
            <a:r>
              <a:rPr lang="en-GB" sz="1200">
                <a:solidFill>
                  <a:srgbClr val="000000"/>
                </a:solidFill>
              </a:rPr>
              <a:t>Combines aspects of in-house management and outsourcing based on trial requirements</a:t>
            </a:r>
          </a:p>
          <a:p>
            <a:pPr marL="171450" indent="-171450">
              <a:buFont typeface="Arial" panose="020B0604020202020204" pitchFamily="34" charset="0"/>
              <a:buChar char="•"/>
            </a:pPr>
            <a:r>
              <a:rPr lang="en-GB" sz="1200">
                <a:solidFill>
                  <a:srgbClr val="000000"/>
                </a:solidFill>
              </a:rPr>
              <a:t>Following ARO processes/systems</a:t>
            </a:r>
          </a:p>
        </p:txBody>
      </p:sp>
      <p:sp>
        <p:nvSpPr>
          <p:cNvPr id="26" name="Rectangle: Rounded Corners 25">
            <a:extLst>
              <a:ext uri="{FF2B5EF4-FFF2-40B4-BE49-F238E27FC236}">
                <a16:creationId xmlns:a16="http://schemas.microsoft.com/office/drawing/2014/main" id="{D28BF6AC-3304-6A2F-E6E2-1BEAC394896D}"/>
              </a:ext>
            </a:extLst>
          </p:cNvPr>
          <p:cNvSpPr/>
          <p:nvPr/>
        </p:nvSpPr>
        <p:spPr>
          <a:xfrm>
            <a:off x="126213" y="5594147"/>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Partners</a:t>
            </a:r>
          </a:p>
        </p:txBody>
      </p:sp>
      <p:sp>
        <p:nvSpPr>
          <p:cNvPr id="27" name="Rectangle: Rounded Corners 26">
            <a:extLst>
              <a:ext uri="{FF2B5EF4-FFF2-40B4-BE49-F238E27FC236}">
                <a16:creationId xmlns:a16="http://schemas.microsoft.com/office/drawing/2014/main" id="{9DB11A33-47D6-B075-B39C-51E77C5ABE15}"/>
              </a:ext>
            </a:extLst>
          </p:cNvPr>
          <p:cNvSpPr/>
          <p:nvPr/>
        </p:nvSpPr>
        <p:spPr>
          <a:xfrm>
            <a:off x="8468923" y="2909082"/>
            <a:ext cx="3267066" cy="1256226"/>
          </a:xfrm>
          <a:prstGeom prst="roundRect">
            <a:avLst>
              <a:gd name="adj" fmla="val 20313"/>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0" rIns="91440" bIns="0" rtlCol="0" anchor="ctr"/>
          <a:lstStyle/>
          <a:p>
            <a:pPr marL="171450" indent="-171450">
              <a:buFont typeface="Arial" panose="020B0604020202020204" pitchFamily="34" charset="0"/>
              <a:buChar char="•"/>
            </a:pPr>
            <a:r>
              <a:rPr lang="en-GB" sz="1200">
                <a:solidFill>
                  <a:sysClr val="windowText" lastClr="000000"/>
                </a:solidFill>
              </a:rPr>
              <a:t>Access to scientific expertise</a:t>
            </a:r>
          </a:p>
          <a:p>
            <a:pPr marL="171450" indent="-171450">
              <a:buFont typeface="Arial" panose="020B0604020202020204" pitchFamily="34" charset="0"/>
              <a:buChar char="•"/>
            </a:pPr>
            <a:r>
              <a:rPr lang="en-GB" sz="1200">
                <a:solidFill>
                  <a:sysClr val="windowText" lastClr="000000"/>
                </a:solidFill>
              </a:rPr>
              <a:t>Increased academic collaboration</a:t>
            </a:r>
          </a:p>
          <a:p>
            <a:pPr marL="171450" indent="-171450">
              <a:buFont typeface="Arial" panose="020B0604020202020204" pitchFamily="34" charset="0"/>
              <a:buChar char="•"/>
            </a:pPr>
            <a:r>
              <a:rPr lang="en-GB" sz="1200">
                <a:solidFill>
                  <a:sysClr val="windowText" lastClr="000000"/>
                </a:solidFill>
              </a:rPr>
              <a:t>Access to site relationships/networks </a:t>
            </a:r>
          </a:p>
        </p:txBody>
      </p:sp>
      <p:sp>
        <p:nvSpPr>
          <p:cNvPr id="28" name="Rectangle: Rounded Corners 27">
            <a:extLst>
              <a:ext uri="{FF2B5EF4-FFF2-40B4-BE49-F238E27FC236}">
                <a16:creationId xmlns:a16="http://schemas.microsoft.com/office/drawing/2014/main" id="{63CFA8D9-9D37-477D-1394-5F978FD6E3B3}"/>
              </a:ext>
            </a:extLst>
          </p:cNvPr>
          <p:cNvSpPr/>
          <p:nvPr/>
        </p:nvSpPr>
        <p:spPr>
          <a:xfrm>
            <a:off x="1457331" y="4251615"/>
            <a:ext cx="3267073" cy="1256226"/>
          </a:xfrm>
          <a:prstGeom prst="roundRect">
            <a:avLst>
              <a:gd name="adj" fmla="val 203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Early Clinical Trials </a:t>
            </a:r>
          </a:p>
          <a:p>
            <a:pPr marL="171450" indent="-171450">
              <a:buFont typeface="Arial" panose="020B0604020202020204" pitchFamily="34" charset="0"/>
              <a:buChar char="•"/>
            </a:pPr>
            <a:r>
              <a:rPr lang="en-GB" sz="1200">
                <a:solidFill>
                  <a:sysClr val="windowText" lastClr="000000"/>
                </a:solidFill>
              </a:rPr>
              <a:t>Randomized Clinical Trials </a:t>
            </a:r>
          </a:p>
          <a:p>
            <a:pPr marL="171450" indent="-171450">
              <a:buFont typeface="Arial" panose="020B0604020202020204" pitchFamily="34" charset="0"/>
              <a:buChar char="•"/>
            </a:pPr>
            <a:r>
              <a:rPr lang="en-GB" sz="1200">
                <a:solidFill>
                  <a:sysClr val="windowText" lastClr="000000"/>
                </a:solidFill>
              </a:rPr>
              <a:t>Translational Studies</a:t>
            </a:r>
          </a:p>
        </p:txBody>
      </p:sp>
      <p:sp>
        <p:nvSpPr>
          <p:cNvPr id="29" name="Rectangle: Rounded Corners 28">
            <a:extLst>
              <a:ext uri="{FF2B5EF4-FFF2-40B4-BE49-F238E27FC236}">
                <a16:creationId xmlns:a16="http://schemas.microsoft.com/office/drawing/2014/main" id="{AAA57320-D58F-EA33-21AA-74B71EE05CE3}"/>
              </a:ext>
            </a:extLst>
          </p:cNvPr>
          <p:cNvSpPr/>
          <p:nvPr/>
        </p:nvSpPr>
        <p:spPr>
          <a:xfrm>
            <a:off x="4953009" y="4251615"/>
            <a:ext cx="3267066" cy="1256226"/>
          </a:xfrm>
          <a:prstGeom prst="roundRect">
            <a:avLst>
              <a:gd name="adj" fmla="val 20313"/>
            </a:avLst>
          </a:prstGeom>
          <a:solidFill>
            <a:srgbClr val="D1FFE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Early Clinical Trials </a:t>
            </a:r>
          </a:p>
          <a:p>
            <a:pPr marL="171450" indent="-171450">
              <a:buFont typeface="Arial" panose="020B0604020202020204" pitchFamily="34" charset="0"/>
              <a:buChar char="•"/>
            </a:pPr>
            <a:r>
              <a:rPr lang="en-GB" sz="1200">
                <a:solidFill>
                  <a:sysClr val="windowText" lastClr="000000"/>
                </a:solidFill>
              </a:rPr>
              <a:t>Randomized Clinical Trials </a:t>
            </a:r>
          </a:p>
          <a:p>
            <a:pPr marL="171450" indent="-171450">
              <a:buFont typeface="Arial" panose="020B0604020202020204" pitchFamily="34" charset="0"/>
              <a:buChar char="•"/>
            </a:pPr>
            <a:r>
              <a:rPr lang="en-GB" sz="1200">
                <a:solidFill>
                  <a:sysClr val="windowText" lastClr="000000"/>
                </a:solidFill>
              </a:rPr>
              <a:t>Translational Studies</a:t>
            </a:r>
          </a:p>
          <a:p>
            <a:pPr marL="171450" indent="-171450">
              <a:buFont typeface="Arial" panose="020B0604020202020204" pitchFamily="34" charset="0"/>
              <a:buChar char="•"/>
            </a:pPr>
            <a:r>
              <a:rPr lang="en-GB" sz="1200">
                <a:solidFill>
                  <a:sysClr val="windowText" lastClr="000000"/>
                </a:solidFill>
              </a:rPr>
              <a:t>Medical Device Investigations</a:t>
            </a:r>
            <a:br>
              <a:rPr lang="en-GB" sz="1200">
                <a:solidFill>
                  <a:sysClr val="windowText" lastClr="000000"/>
                </a:solidFill>
              </a:rPr>
            </a:br>
            <a:r>
              <a:rPr lang="en-GB" sz="800" i="1">
                <a:solidFill>
                  <a:sysClr val="windowText" lastClr="000000"/>
                </a:solidFill>
              </a:rPr>
              <a:t>(in development)</a:t>
            </a:r>
            <a:endParaRPr lang="en-GB" sz="1000" i="1">
              <a:solidFill>
                <a:sysClr val="windowText" lastClr="000000"/>
              </a:solidFill>
            </a:endParaRPr>
          </a:p>
        </p:txBody>
      </p:sp>
      <p:sp>
        <p:nvSpPr>
          <p:cNvPr id="30" name="Rectangle: Rounded Corners 29">
            <a:extLst>
              <a:ext uri="{FF2B5EF4-FFF2-40B4-BE49-F238E27FC236}">
                <a16:creationId xmlns:a16="http://schemas.microsoft.com/office/drawing/2014/main" id="{7FAD492D-1CDC-CB53-AAB3-88D84FF1DBFD}"/>
              </a:ext>
            </a:extLst>
          </p:cNvPr>
          <p:cNvSpPr/>
          <p:nvPr/>
        </p:nvSpPr>
        <p:spPr>
          <a:xfrm>
            <a:off x="8468923" y="4251615"/>
            <a:ext cx="3267066" cy="1256226"/>
          </a:xfrm>
          <a:prstGeom prst="roundRect">
            <a:avLst>
              <a:gd name="adj" fmla="val 20313"/>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marL="171450" indent="-171450">
              <a:buFont typeface="Arial" panose="020B0604020202020204" pitchFamily="34" charset="0"/>
              <a:buChar char="•"/>
            </a:pPr>
            <a:r>
              <a:rPr lang="en-GB" sz="1200">
                <a:solidFill>
                  <a:sysClr val="windowText" lastClr="000000"/>
                </a:solidFill>
              </a:rPr>
              <a:t>As required</a:t>
            </a:r>
          </a:p>
        </p:txBody>
      </p:sp>
      <p:sp>
        <p:nvSpPr>
          <p:cNvPr id="2" name="Rectangle 1">
            <a:extLst>
              <a:ext uri="{FF2B5EF4-FFF2-40B4-BE49-F238E27FC236}">
                <a16:creationId xmlns:a16="http://schemas.microsoft.com/office/drawing/2014/main" id="{C255145F-FCEA-B674-83C3-773A62E78851}"/>
              </a:ext>
            </a:extLst>
          </p:cNvPr>
          <p:cNvSpPr/>
          <p:nvPr/>
        </p:nvSpPr>
        <p:spPr bwMode="gray">
          <a:xfrm>
            <a:off x="4838707" y="1242720"/>
            <a:ext cx="3504100" cy="5577840"/>
          </a:xfrm>
          <a:prstGeom prst="rect">
            <a:avLst/>
          </a:prstGeom>
          <a:noFill/>
          <a:ln w="6350">
            <a:solidFill>
              <a:schemeClr val="tx2"/>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
        <p:nvSpPr>
          <p:cNvPr id="8" name="Title 30">
            <a:extLst>
              <a:ext uri="{FF2B5EF4-FFF2-40B4-BE49-F238E27FC236}">
                <a16:creationId xmlns:a16="http://schemas.microsoft.com/office/drawing/2014/main" id="{68562366-5610-9CC6-9541-765E5D542FFE}"/>
              </a:ext>
            </a:extLst>
          </p:cNvPr>
          <p:cNvSpPr txBox="1">
            <a:spLocks/>
          </p:cNvSpPr>
          <p:nvPr/>
        </p:nvSpPr>
        <p:spPr bwMode="gray">
          <a:xfrm>
            <a:off x="479424" y="262446"/>
            <a:ext cx="11256565" cy="934554"/>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GB" sz="2300"/>
              <a:t>CRO Led FOTs are currently one of three different strategies used to conduct global clinical trials in our current state </a:t>
            </a:r>
          </a:p>
        </p:txBody>
      </p:sp>
      <p:sp>
        <p:nvSpPr>
          <p:cNvPr id="3" name="Rectangle 2">
            <a:extLst>
              <a:ext uri="{FF2B5EF4-FFF2-40B4-BE49-F238E27FC236}">
                <a16:creationId xmlns:a16="http://schemas.microsoft.com/office/drawing/2014/main" id="{21828367-4633-8DEA-D603-9864AAF7912A}"/>
              </a:ext>
            </a:extLst>
          </p:cNvPr>
          <p:cNvSpPr/>
          <p:nvPr/>
        </p:nvSpPr>
        <p:spPr>
          <a:xfrm>
            <a:off x="0" y="1016028"/>
            <a:ext cx="12192000" cy="198133"/>
          </a:xfrm>
          <a:prstGeom prst="rect">
            <a:avLst/>
          </a:prstGeom>
          <a:solidFill>
            <a:schemeClr val="tx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400" b="1"/>
              <a:t>CURRENT STATE</a:t>
            </a:r>
          </a:p>
        </p:txBody>
      </p:sp>
      <p:sp>
        <p:nvSpPr>
          <p:cNvPr id="5" name="Rectangle: Rounded Corners 4">
            <a:extLst>
              <a:ext uri="{FF2B5EF4-FFF2-40B4-BE49-F238E27FC236}">
                <a16:creationId xmlns:a16="http://schemas.microsoft.com/office/drawing/2014/main" id="{6EB33753-64E9-4F71-9AE7-7C7D3B0671BA}"/>
              </a:ext>
            </a:extLst>
          </p:cNvPr>
          <p:cNvSpPr/>
          <p:nvPr/>
        </p:nvSpPr>
        <p:spPr>
          <a:xfrm>
            <a:off x="134640" y="1574176"/>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What</a:t>
            </a:r>
          </a:p>
        </p:txBody>
      </p:sp>
      <p:sp>
        <p:nvSpPr>
          <p:cNvPr id="6" name="Rectangle: Rounded Corners 5">
            <a:extLst>
              <a:ext uri="{FF2B5EF4-FFF2-40B4-BE49-F238E27FC236}">
                <a16:creationId xmlns:a16="http://schemas.microsoft.com/office/drawing/2014/main" id="{543C22F5-2663-7A56-4E8B-74DB4AB80460}"/>
              </a:ext>
            </a:extLst>
          </p:cNvPr>
          <p:cNvSpPr/>
          <p:nvPr/>
        </p:nvSpPr>
        <p:spPr>
          <a:xfrm>
            <a:off x="134640" y="2916709"/>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Key Drivers</a:t>
            </a:r>
          </a:p>
        </p:txBody>
      </p:sp>
      <p:sp>
        <p:nvSpPr>
          <p:cNvPr id="9" name="Rectangle: Rounded Corners 8">
            <a:extLst>
              <a:ext uri="{FF2B5EF4-FFF2-40B4-BE49-F238E27FC236}">
                <a16:creationId xmlns:a16="http://schemas.microsoft.com/office/drawing/2014/main" id="{27288433-78BA-1E77-1416-495A1481F7DF}"/>
              </a:ext>
            </a:extLst>
          </p:cNvPr>
          <p:cNvSpPr/>
          <p:nvPr/>
        </p:nvSpPr>
        <p:spPr>
          <a:xfrm>
            <a:off x="134640" y="4259242"/>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Study Types</a:t>
            </a:r>
          </a:p>
        </p:txBody>
      </p:sp>
      <p:sp>
        <p:nvSpPr>
          <p:cNvPr id="13" name="Rectangle: Rounded Corners 12">
            <a:extLst>
              <a:ext uri="{FF2B5EF4-FFF2-40B4-BE49-F238E27FC236}">
                <a16:creationId xmlns:a16="http://schemas.microsoft.com/office/drawing/2014/main" id="{9D084BE2-3DB7-BFA3-F5A5-99B3D7CFD8F8}"/>
              </a:ext>
            </a:extLst>
          </p:cNvPr>
          <p:cNvSpPr/>
          <p:nvPr/>
        </p:nvSpPr>
        <p:spPr>
          <a:xfrm>
            <a:off x="126213" y="5601774"/>
            <a:ext cx="1094090" cy="1256226"/>
          </a:xfrm>
          <a:prstGeom prst="roundRect">
            <a:avLst>
              <a:gd name="adj" fmla="val 24946"/>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600" b="1">
                <a:solidFill>
                  <a:sysClr val="windowText" lastClr="000000"/>
                </a:solidFill>
              </a:rPr>
              <a:t>Partners</a:t>
            </a:r>
          </a:p>
        </p:txBody>
      </p:sp>
    </p:spTree>
    <p:extLst>
      <p:ext uri="{BB962C8B-B14F-4D97-AF65-F5344CB8AC3E}">
        <p14:creationId xmlns:p14="http://schemas.microsoft.com/office/powerpoint/2010/main" val="11882563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jSxQEeAi0B4GmH2_fHdpB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heme/theme1.xml><?xml version="1.0" encoding="utf-8"?>
<a:theme xmlns:a="http://schemas.openxmlformats.org/drawingml/2006/main" name="BI Space Theme">
  <a:themeElements>
    <a:clrScheme name="BI One Medicine">
      <a:dk1>
        <a:srgbClr val="004181"/>
      </a:dk1>
      <a:lt1>
        <a:srgbClr val="FFFFFF"/>
      </a:lt1>
      <a:dk2>
        <a:srgbClr val="004181"/>
      </a:dk2>
      <a:lt2>
        <a:srgbClr val="FFFFFF"/>
      </a:lt2>
      <a:accent1>
        <a:srgbClr val="6396C5"/>
      </a:accent1>
      <a:accent2>
        <a:srgbClr val="FE0000"/>
      </a:accent2>
      <a:accent3>
        <a:srgbClr val="019934"/>
      </a:accent3>
      <a:accent4>
        <a:srgbClr val="FFCC00"/>
      </a:accent4>
      <a:accent5>
        <a:srgbClr val="FE9900"/>
      </a:accent5>
      <a:accent6>
        <a:srgbClr val="0068CA"/>
      </a:accent6>
      <a:hlink>
        <a:srgbClr val="E7E6E6"/>
      </a:hlink>
      <a:folHlink>
        <a:srgbClr val="000000"/>
      </a:folHlink>
    </a:clrScheme>
    <a:fontScheme name="BI One Medicine">
      <a:majorFont>
        <a:latin typeface="BISans"/>
        <a:ea typeface=""/>
        <a:cs typeface=""/>
      </a:majorFont>
      <a:minorFont>
        <a:latin typeface="BI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BI Space Theme" id="{2A899D3D-9830-4ABF-B25D-DF76C1991352}" vid="{304A7A3A-6A84-4659-BE84-2775C8DB3996}"/>
    </a:ext>
  </a:extLst>
</a:theme>
</file>

<file path=ppt/theme/theme2.xml><?xml version="1.0" encoding="utf-8"?>
<a:theme xmlns:a="http://schemas.openxmlformats.org/drawingml/2006/main" name="BI Space Theme">
  <a:themeElements>
    <a:clrScheme name="BI One Medicine">
      <a:dk1>
        <a:srgbClr val="004181"/>
      </a:dk1>
      <a:lt1>
        <a:srgbClr val="FFFFFF"/>
      </a:lt1>
      <a:dk2>
        <a:srgbClr val="004181"/>
      </a:dk2>
      <a:lt2>
        <a:srgbClr val="FFFFFF"/>
      </a:lt2>
      <a:accent1>
        <a:srgbClr val="6396C5"/>
      </a:accent1>
      <a:accent2>
        <a:srgbClr val="FE0000"/>
      </a:accent2>
      <a:accent3>
        <a:srgbClr val="019934"/>
      </a:accent3>
      <a:accent4>
        <a:srgbClr val="FFCC00"/>
      </a:accent4>
      <a:accent5>
        <a:srgbClr val="FE9900"/>
      </a:accent5>
      <a:accent6>
        <a:srgbClr val="0068CA"/>
      </a:accent6>
      <a:hlink>
        <a:srgbClr val="E7E6E6"/>
      </a:hlink>
      <a:folHlink>
        <a:srgbClr val="000000"/>
      </a:folHlink>
    </a:clrScheme>
    <a:fontScheme name="BI One Medicine">
      <a:majorFont>
        <a:latin typeface="BISans"/>
        <a:ea typeface=""/>
        <a:cs typeface=""/>
      </a:majorFont>
      <a:minorFont>
        <a:latin typeface="BI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BI Space Theme" id="{2A899D3D-9830-4ABF-B25D-DF76C1991352}" vid="{304A7A3A-6A84-4659-BE84-2775C8DB3996}"/>
    </a:ext>
  </a:extLst>
</a:theme>
</file>

<file path=ppt/theme/theme3.xml><?xml version="1.0" encoding="utf-8"?>
<a:theme xmlns:a="http://schemas.openxmlformats.org/drawingml/2006/main" name="1_inVentiv Health Consulting">
  <a:themeElements>
    <a:clrScheme name="Custom 4">
      <a:dk1>
        <a:srgbClr val="000000"/>
      </a:dk1>
      <a:lt1>
        <a:srgbClr val="FFFFFF"/>
      </a:lt1>
      <a:dk2>
        <a:srgbClr val="63666A"/>
      </a:dk2>
      <a:lt2>
        <a:srgbClr val="BBBCBC"/>
      </a:lt2>
      <a:accent1>
        <a:srgbClr val="EB3300"/>
      </a:accent1>
      <a:accent2>
        <a:srgbClr val="63666A"/>
      </a:accent2>
      <a:accent3>
        <a:srgbClr val="FF9E1B"/>
      </a:accent3>
      <a:accent4>
        <a:srgbClr val="FF671F"/>
      </a:accent4>
      <a:accent5>
        <a:srgbClr val="002E5D"/>
      </a:accent5>
      <a:accent6>
        <a:srgbClr val="0076A5"/>
      </a:accent6>
      <a:hlink>
        <a:srgbClr val="0076A5"/>
      </a:hlink>
      <a:folHlink>
        <a:srgbClr val="A6192E"/>
      </a:folHlink>
    </a:clrScheme>
    <a:fontScheme name="inVentiv Health Consulting">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a:noFill/>
          <a:miter lim="800000"/>
          <a:headEnd/>
          <a:tailEnd/>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lgn="ctr">
          <a:spcBef>
            <a:spcPts val="600"/>
          </a:spcBef>
          <a:defRPr sz="1200" dirty="0" smtClean="0">
            <a:solidFill>
              <a:srgbClr val="000000"/>
            </a:solidFill>
          </a:defRPr>
        </a:defPPr>
      </a:lstStyle>
    </a:spDef>
    <a:lnDef>
      <a:spPr>
        <a:ln w="12700">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27432" tIns="27432" rIns="27432" bIns="27432" rtlCol="0" anchor="ctr" anchorCtr="0">
        <a:noAutofit/>
      </a:bodyPr>
      <a:lstStyle>
        <a:defPPr>
          <a:defRPr sz="1200" dirty="0" err="1" smtClean="0">
            <a:solidFill>
              <a:schemeClr val="tx2"/>
            </a:solidFill>
          </a:defRPr>
        </a:defPPr>
      </a:lstStyle>
    </a:txDef>
  </a:objectDefaults>
  <a:extraClrSchemeLst/>
  <a:extLst>
    <a:ext uri="{05A4C25C-085E-4340-85A3-A5531E510DB2}">
      <thm15:themeFamily xmlns:thm15="http://schemas.microsoft.com/office/thememl/2012/main" name="Presentation5" id="{79DA60C3-4E3C-4E44-AFB9-82A9244D6DFF}" vid="{FCEF06C7-15B8-4BC6-BD6E-8C5E50E84AA4}"/>
    </a:ext>
  </a:extLst>
</a:theme>
</file>

<file path=ppt/theme/theme4.xml><?xml version="1.0" encoding="utf-8"?>
<a:theme xmlns:a="http://schemas.openxmlformats.org/drawingml/2006/main" name="13_BI_Corporate_16_9">
  <a:themeElements>
    <a:clrScheme name="One Medicine">
      <a:dk1>
        <a:srgbClr val="000000"/>
      </a:dk1>
      <a:lt1>
        <a:srgbClr val="FFFFFF"/>
      </a:lt1>
      <a:dk2>
        <a:srgbClr val="1F497D"/>
      </a:dk2>
      <a:lt2>
        <a:srgbClr val="EEECE1"/>
      </a:lt2>
      <a:accent1>
        <a:srgbClr val="003366"/>
      </a:accent1>
      <a:accent2>
        <a:srgbClr val="049948"/>
      </a:accent2>
      <a:accent3>
        <a:srgbClr val="ED2024"/>
      </a:accent3>
      <a:accent4>
        <a:srgbClr val="0066CC"/>
      </a:accent4>
      <a:accent5>
        <a:srgbClr val="F8991D"/>
      </a:accent5>
      <a:accent6>
        <a:srgbClr val="FFCD05"/>
      </a:accent6>
      <a:hlink>
        <a:srgbClr val="0066CC"/>
      </a:hlink>
      <a:folHlink>
        <a:srgbClr val="0066CC"/>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5.xml><?xml version="1.0" encoding="utf-8"?>
<a:theme xmlns:a="http://schemas.openxmlformats.org/drawingml/2006/main" name="BI Space Theme">
  <a:themeElements>
    <a:clrScheme name="BI One Medicine">
      <a:dk1>
        <a:srgbClr val="004181"/>
      </a:dk1>
      <a:lt1>
        <a:srgbClr val="FFFFFF"/>
      </a:lt1>
      <a:dk2>
        <a:srgbClr val="004181"/>
      </a:dk2>
      <a:lt2>
        <a:srgbClr val="FFFFFF"/>
      </a:lt2>
      <a:accent1>
        <a:srgbClr val="6396C5"/>
      </a:accent1>
      <a:accent2>
        <a:srgbClr val="FE0000"/>
      </a:accent2>
      <a:accent3>
        <a:srgbClr val="019934"/>
      </a:accent3>
      <a:accent4>
        <a:srgbClr val="FFCC00"/>
      </a:accent4>
      <a:accent5>
        <a:srgbClr val="FE9900"/>
      </a:accent5>
      <a:accent6>
        <a:srgbClr val="0068CA"/>
      </a:accent6>
      <a:hlink>
        <a:srgbClr val="E7E6E6"/>
      </a:hlink>
      <a:folHlink>
        <a:srgbClr val="000000"/>
      </a:folHlink>
    </a:clrScheme>
    <a:fontScheme name="BI One Medicine">
      <a:majorFont>
        <a:latin typeface="BISans"/>
        <a:ea typeface=""/>
        <a:cs typeface=""/>
      </a:majorFont>
      <a:minorFont>
        <a:latin typeface="BI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BI Space Theme" id="{2A899D3D-9830-4ABF-B25D-DF76C1991352}" vid="{304A7A3A-6A84-4659-BE84-2775C8DB3996}"/>
    </a:ext>
  </a:extLst>
</a:theme>
</file>

<file path=ppt/theme/theme6.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7.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8.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9.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0.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Luippold,Prof.Dr.,Gerd (MED CD&amp;O) BIP-DE-B</DisplayName>
        <AccountId>62</AccountId>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8E5EBD-69C6-414D-B983-117BE2B566B0}">
  <ds:schemaRefs>
    <ds:schemaRef ds:uri="35b41b92-9b1c-444d-ae54-823ae013a6dc"/>
    <ds:schemaRef ds:uri="e3d5f595-a7cd-4f55-a7e8-1708804655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545a336c-45ba-4242-ba8b-2a24159e5b92"/>
  </ds:schemaRefs>
</ds:datastoreItem>
</file>

<file path=customXml/itemProps2.xml><?xml version="1.0" encoding="utf-8"?>
<ds:datastoreItem xmlns:ds="http://schemas.openxmlformats.org/officeDocument/2006/customXml" ds:itemID="{BDA18C86-DED9-47A6-A41C-9CF6349B9A03}">
  <ds:schemaRefs>
    <ds:schemaRef ds:uri="http://schemas.microsoft.com/sharepoint/v3/contenttype/forms"/>
  </ds:schemaRefs>
</ds:datastoreItem>
</file>

<file path=customXml/itemProps3.xml><?xml version="1.0" encoding="utf-8"?>
<ds:datastoreItem xmlns:ds="http://schemas.openxmlformats.org/officeDocument/2006/customXml" ds:itemID="{BB10E666-652A-4CBD-B840-A8FB488FE714}"/>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0</TotalTime>
  <Words>1268</Words>
  <Application>Microsoft Office PowerPoint</Application>
  <PresentationFormat>Widescreen</PresentationFormat>
  <Paragraphs>221</Paragraphs>
  <Slides>8</Slides>
  <Notes>5</Notes>
  <HiddenSlides>0</HiddenSlides>
  <MMClips>0</MMClips>
  <ScaleCrop>false</ScaleCrop>
  <HeadingPairs>
    <vt:vector size="4" baseType="variant">
      <vt:variant>
        <vt:lpstr>Theme</vt:lpstr>
      </vt:variant>
      <vt:variant>
        <vt:i4>10</vt:i4>
      </vt:variant>
      <vt:variant>
        <vt:lpstr>Slide Titles</vt:lpstr>
      </vt:variant>
      <vt:variant>
        <vt:i4>8</vt:i4>
      </vt:variant>
    </vt:vector>
  </HeadingPairs>
  <TitlesOfParts>
    <vt:vector size="18" baseType="lpstr">
      <vt:lpstr>BI Space Theme</vt:lpstr>
      <vt:lpstr>BI Space Theme</vt:lpstr>
      <vt:lpstr>1_inVentiv Health Consulting</vt:lpstr>
      <vt:lpstr>13_BI_Corporate_16_9</vt:lpstr>
      <vt:lpstr>BI Space Theme</vt:lpstr>
      <vt:lpstr>Boehringer Ingelheim 16:9</vt:lpstr>
      <vt:lpstr>Boehringer Ingelheim 16:9</vt:lpstr>
      <vt:lpstr>Boehringer Ingelheim 16:9</vt:lpstr>
      <vt:lpstr>Boehringer Ingelheim 16:9</vt:lpstr>
      <vt:lpstr>Boehringer Ingelheim 16:9</vt:lpstr>
      <vt:lpstr>Cross-functional assessment and proposal for FOT/HOM trials For PEC’s advice</vt:lpstr>
      <vt:lpstr>‘FOT’ currently means something different in each function and is currently not consistent across each trial</vt:lpstr>
      <vt:lpstr>The new Hybrid Outsourcing Model (HOM) includes certain functions outsourced, while other functions remain in-house </vt:lpstr>
      <vt:lpstr>FOT/HOM Trial Mapping</vt:lpstr>
      <vt:lpstr>Pain-point Identification</vt:lpstr>
      <vt:lpstr>Local alignment and solution proposal</vt:lpstr>
      <vt:lpstr>Next-step Action</vt:lpstr>
      <vt:lpstr>PowerPoint Presentation</vt:lpstr>
    </vt:vector>
  </TitlesOfParts>
  <Company>Syneos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FOT Strategy</dc:title>
  <dc:creator>Mehigan, Kiera</dc:creator>
  <cp:lastModifiedBy>Li,Ansu (HP Medicine) BII-CN-S</cp:lastModifiedBy>
  <cp:revision>2</cp:revision>
  <dcterms:created xsi:type="dcterms:W3CDTF">2023-09-07T08:00:32Z</dcterms:created>
  <dcterms:modified xsi:type="dcterms:W3CDTF">2025-05-29T05:55:01Z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